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ink/ink13.xml" ContentType="application/inkml+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ink/ink14.xml" ContentType="application/inkml+xml"/>
  <Override PartName="/ppt/ink/ink15.xml" ContentType="application/inkml+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ink/ink16.xml" ContentType="application/inkml+xml"/>
  <Override PartName="/ppt/ink/ink17.xml" ContentType="application/inkml+xml"/>
  <Override PartName="/ppt/ink/ink18.xml" ContentType="application/inkml+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drawings/drawing1.xml" ContentType="application/vnd.openxmlformats-officedocument.drawingml.chartshapes+xml"/>
  <Override PartName="/ppt/ink/ink19.xml" ContentType="application/inkml+xml"/>
  <Override PartName="/ppt/ink/ink20.xml" ContentType="application/inkml+xml"/>
  <Override PartName="/ppt/ink/ink21.xml" ContentType="application/inkml+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ink/ink22.xml" ContentType="application/inkml+xml"/>
  <Override PartName="/ppt/ink/ink23.xml" ContentType="application/inkml+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ink/ink24.xml" ContentType="application/inkml+xml"/>
  <Override PartName="/ppt/ink/ink25.xml" ContentType="application/inkml+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ink/ink26.xml" ContentType="application/inkml+xml"/>
  <Override PartName="/ppt/ink/ink27.xml" ContentType="application/inkml+xml"/>
  <Override PartName="/ppt/ink/ink28.xml" ContentType="application/inkml+xml"/>
  <Override PartName="/ppt/ink/ink29.xml" ContentType="application/inkml+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363" r:id="rId2"/>
    <p:sldId id="311" r:id="rId3"/>
    <p:sldId id="314" r:id="rId4"/>
    <p:sldId id="315" r:id="rId5"/>
    <p:sldId id="317" r:id="rId6"/>
    <p:sldId id="256" r:id="rId7"/>
    <p:sldId id="286" r:id="rId8"/>
    <p:sldId id="306" r:id="rId9"/>
    <p:sldId id="287" r:id="rId10"/>
    <p:sldId id="295" r:id="rId11"/>
    <p:sldId id="288" r:id="rId12"/>
    <p:sldId id="289" r:id="rId13"/>
    <p:sldId id="303" r:id="rId14"/>
    <p:sldId id="307" r:id="rId15"/>
    <p:sldId id="260" r:id="rId16"/>
    <p:sldId id="284" r:id="rId17"/>
    <p:sldId id="279" r:id="rId18"/>
    <p:sldId id="285" r:id="rId19"/>
    <p:sldId id="290" r:id="rId20"/>
    <p:sldId id="291" r:id="rId21"/>
    <p:sldId id="292" r:id="rId22"/>
    <p:sldId id="274" r:id="rId23"/>
    <p:sldId id="298" r:id="rId24"/>
    <p:sldId id="262" r:id="rId25"/>
    <p:sldId id="297" r:id="rId26"/>
    <p:sldId id="299" r:id="rId27"/>
    <p:sldId id="300" r:id="rId28"/>
    <p:sldId id="301" r:id="rId29"/>
    <p:sldId id="264" r:id="rId30"/>
    <p:sldId id="302" r:id="rId31"/>
    <p:sldId id="304" r:id="rId32"/>
    <p:sldId id="318" r:id="rId33"/>
    <p:sldId id="319" r:id="rId34"/>
    <p:sldId id="320" r:id="rId35"/>
    <p:sldId id="272" r:id="rId36"/>
    <p:sldId id="364" r:id="rId37"/>
    <p:sldId id="365" r:id="rId38"/>
    <p:sldId id="359" r:id="rId39"/>
    <p:sldId id="360" r:id="rId40"/>
    <p:sldId id="361" r:id="rId41"/>
    <p:sldId id="362" r:id="rId42"/>
    <p:sldId id="366" r:id="rId43"/>
    <p:sldId id="308" r:id="rId44"/>
    <p:sldId id="367" r:id="rId45"/>
    <p:sldId id="368" r:id="rId46"/>
    <p:sldId id="309" r:id="rId47"/>
    <p:sldId id="369" r:id="rId48"/>
    <p:sldId id="371" r:id="rId49"/>
    <p:sldId id="310" r:id="rId50"/>
    <p:sldId id="370" r:id="rId5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runkumar Nair" initials="AN" lastIdx="1" clrIdx="0">
    <p:extLst>
      <p:ext uri="{19B8F6BF-5375-455C-9EA6-DF929625EA0E}">
        <p15:presenceInfo xmlns:p15="http://schemas.microsoft.com/office/powerpoint/2012/main" userId="645c9327375490a3"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p:cViewPr varScale="1">
        <p:scale>
          <a:sx n="62" d="100"/>
          <a:sy n="62" d="100"/>
        </p:scale>
        <p:origin x="1424" y="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charts/_rels/chart1.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5.xml"/><Relationship Id="rId1" Type="http://schemas.microsoft.com/office/2011/relationships/chartStyle" Target="style5.xml"/><Relationship Id="rId4" Type="http://schemas.openxmlformats.org/officeDocument/2006/relationships/chartUserShapes" Target="../drawings/drawing1.xml"/></Relationships>
</file>

<file path=ppt/charts/_rels/chart6.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arunk\Downloads\Intelli\IntelliDataSciencePython\PythonDataScience\1PythonTrainingToUSe\Module%209_Unsupervised_Learning_Kmeans\ReadMe\KMeans-ExcelSheet.xlsx" TargetMode="External"/><Relationship Id="rId2" Type="http://schemas.microsoft.com/office/2011/relationships/chartColorStyle" Target="colors9.xml"/><Relationship Id="rId1" Type="http://schemas.microsoft.com/office/2011/relationships/chartStyle" Target="style9.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12670603674540681"/>
          <c:y val="0.14856481481481484"/>
          <c:w val="0.85029396325459317"/>
          <c:h val="0.62271617089530473"/>
        </c:manualLayout>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userShapes r:id="rId4"/>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scatterChart>
        <c:scatterStyle val="lineMarker"/>
        <c:varyColors val="0"/>
        <c:ser>
          <c:idx val="0"/>
          <c:order val="0"/>
          <c:tx>
            <c:strRef>
              <c:f>Sheet1!$F$2</c:f>
              <c:strCache>
                <c:ptCount val="1"/>
                <c:pt idx="0">
                  <c:v>Column2</c:v>
                </c:pt>
              </c:strCache>
            </c:strRef>
          </c:tx>
          <c:spPr>
            <a:ln w="19050" cap="rnd">
              <a:noFill/>
              <a:round/>
            </a:ln>
            <a:effectLst/>
          </c:spPr>
          <c:marker>
            <c:symbol val="circle"/>
            <c:size val="5"/>
            <c:spPr>
              <a:solidFill>
                <a:schemeClr val="accent1"/>
              </a:solidFill>
              <a:ln w="9525">
                <a:solidFill>
                  <a:schemeClr val="accent1"/>
                </a:solidFill>
              </a:ln>
              <a:effectLst/>
            </c:spPr>
          </c:marker>
          <c:dLbls>
            <c:spPr>
              <a:solidFill>
                <a:sysClr val="window" lastClr="FFFFFF"/>
              </a:solidFill>
              <a:ln>
                <a:solidFill>
                  <a:sysClr val="windowText" lastClr="000000">
                    <a:lumMod val="25000"/>
                    <a:lumOff val="75000"/>
                  </a:sysClr>
                </a:solidFill>
              </a:ln>
              <a:effectLst/>
            </c:spPr>
            <c:txPr>
              <a:bodyPr rot="0" spcFirstLastPara="1" vertOverflow="clip" horzOverflow="clip" vert="horz" wrap="square" lIns="38100" tIns="19050" rIns="38100" bIns="19050" anchor="ctr" anchorCtr="1">
                <a:spAutoFit/>
              </a:bodyPr>
              <a:lstStyle/>
              <a:p>
                <a:pPr>
                  <a:defRPr sz="900" b="0" i="0" u="none" strike="noStrike" kern="1200" baseline="0">
                    <a:solidFill>
                      <a:schemeClr val="dk1">
                        <a:lumMod val="65000"/>
                        <a:lumOff val="35000"/>
                      </a:schemeClr>
                    </a:solidFill>
                    <a:latin typeface="+mn-lt"/>
                    <a:ea typeface="+mn-ea"/>
                    <a:cs typeface="+mn-cs"/>
                  </a:defRPr>
                </a:pPr>
                <a:endParaRPr lang="en-US"/>
              </a:p>
            </c:txPr>
            <c:showLegendKey val="0"/>
            <c:showVal val="1"/>
            <c:showCatName val="1"/>
            <c:showSerName val="0"/>
            <c:showPercent val="0"/>
            <c:showBubbleSize val="0"/>
            <c:showLeaderLines val="0"/>
            <c:extLst>
              <c:ext xmlns:c15="http://schemas.microsoft.com/office/drawing/2012/chart" uri="{CE6537A1-D6FC-4f65-9D91-7224C49458BB}">
                <c15:spPr xmlns:c15="http://schemas.microsoft.com/office/drawing/2012/chart">
                  <a:prstGeom prst="wedgeRectCallout">
                    <a:avLst/>
                  </a:prstGeom>
                  <a:noFill/>
                  <a:ln>
                    <a:noFill/>
                  </a:ln>
                </c15:spPr>
                <c15:showLeaderLines val="0"/>
              </c:ext>
            </c:extLst>
          </c:dLbls>
          <c:xVal>
            <c:numRef>
              <c:f>Sheet1!$E$3:$E$7</c:f>
              <c:numCache>
                <c:formatCode>General</c:formatCode>
                <c:ptCount val="5"/>
                <c:pt idx="0">
                  <c:v>1</c:v>
                </c:pt>
                <c:pt idx="1">
                  <c:v>2</c:v>
                </c:pt>
                <c:pt idx="2">
                  <c:v>4</c:v>
                </c:pt>
                <c:pt idx="3">
                  <c:v>7</c:v>
                </c:pt>
                <c:pt idx="4">
                  <c:v>5</c:v>
                </c:pt>
              </c:numCache>
            </c:numRef>
          </c:xVal>
          <c:yVal>
            <c:numRef>
              <c:f>Sheet1!$F$3:$F$7</c:f>
              <c:numCache>
                <c:formatCode>General</c:formatCode>
                <c:ptCount val="5"/>
                <c:pt idx="0">
                  <c:v>1</c:v>
                </c:pt>
                <c:pt idx="1">
                  <c:v>1</c:v>
                </c:pt>
                <c:pt idx="2">
                  <c:v>5</c:v>
                </c:pt>
                <c:pt idx="3">
                  <c:v>7</c:v>
                </c:pt>
                <c:pt idx="4">
                  <c:v>7</c:v>
                </c:pt>
              </c:numCache>
            </c:numRef>
          </c:yVal>
          <c:smooth val="0"/>
          <c:extLst>
            <c:ext xmlns:c16="http://schemas.microsoft.com/office/drawing/2014/chart" uri="{C3380CC4-5D6E-409C-BE32-E72D297353CC}">
              <c16:uniqueId val="{00000000-9AB7-483F-A7E6-7939AB4F7847}"/>
            </c:ext>
          </c:extLst>
        </c:ser>
        <c:dLbls>
          <c:showLegendKey val="0"/>
          <c:showVal val="0"/>
          <c:showCatName val="0"/>
          <c:showSerName val="0"/>
          <c:showPercent val="0"/>
          <c:showBubbleSize val="0"/>
        </c:dLbls>
        <c:axId val="1043637728"/>
        <c:axId val="225150176"/>
      </c:scatterChart>
      <c:valAx>
        <c:axId val="1043637728"/>
        <c:scaling>
          <c:orientation val="minMax"/>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Column1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225150176"/>
        <c:crosses val="autoZero"/>
        <c:crossBetween val="midCat"/>
      </c:valAx>
      <c:valAx>
        <c:axId val="225150176"/>
        <c:scaling>
          <c:orientation val="minMax"/>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IN"/>
                  <a:t>Coloumn2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out"/>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43637728"/>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rawings/drawing1.xml><?xml version="1.0" encoding="utf-8"?>
<c:userShapes xmlns:c="http://schemas.openxmlformats.org/drawingml/2006/chart">
  <cdr:relSizeAnchor xmlns:cdr="http://schemas.openxmlformats.org/drawingml/2006/chartDrawing">
    <cdr:from>
      <cdr:x>0.21053</cdr:x>
      <cdr:y>0.30737</cdr:y>
    </cdr:from>
    <cdr:to>
      <cdr:x>0.34629</cdr:x>
      <cdr:y>0.51014</cdr:y>
    </cdr:to>
    <cdr:sp macro="" textlink="">
      <cdr:nvSpPr>
        <cdr:cNvPr id="2" name="Oval 1">
          <a:extLst xmlns:a="http://schemas.openxmlformats.org/drawingml/2006/main">
            <a:ext uri="{FF2B5EF4-FFF2-40B4-BE49-F238E27FC236}">
              <a16:creationId xmlns:a16="http://schemas.microsoft.com/office/drawing/2014/main" id="{A84819CD-330C-4B23-A0F3-79812C3C64B2}"/>
            </a:ext>
          </a:extLst>
        </cdr:cNvPr>
        <cdr:cNvSpPr/>
      </cdr:nvSpPr>
      <cdr:spPr>
        <a:xfrm xmlns:a="http://schemas.openxmlformats.org/drawingml/2006/main">
          <a:off x="962533" y="843188"/>
          <a:ext cx="620686" cy="556232"/>
        </a:xfrm>
        <a:prstGeom xmlns:a="http://schemas.openxmlformats.org/drawingml/2006/main" prst="ellipse">
          <a:avLst/>
        </a:prstGeom>
        <a:noFill xmlns:a="http://schemas.openxmlformats.org/drawingml/2006/mai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vertOverflow="clip"/>
        <a:lstStyle xmlns:a="http://schemas.openxmlformats.org/drawingml/2006/main"/>
        <a:p xmlns:a="http://schemas.openxmlformats.org/drawingml/2006/main">
          <a:r>
            <a:rPr lang="en-US" sz="800" dirty="0">
              <a:solidFill>
                <a:schemeClr val="tx1"/>
              </a:solidFill>
            </a:rPr>
            <a:t>2.33</a:t>
          </a:r>
        </a:p>
        <a:p xmlns:a="http://schemas.openxmlformats.org/drawingml/2006/main">
          <a:r>
            <a:rPr lang="en-US" sz="800" dirty="0">
              <a:solidFill>
                <a:schemeClr val="tx1"/>
              </a:solidFill>
            </a:rPr>
            <a:t>2.33</a:t>
          </a:r>
        </a:p>
      </cdr:txBody>
    </cdr:sp>
  </cdr:relSizeAnchor>
  <cdr:relSizeAnchor xmlns:cdr="http://schemas.openxmlformats.org/drawingml/2006/chartDrawing">
    <cdr:from>
      <cdr:x>0.70774</cdr:x>
      <cdr:y>0</cdr:y>
    </cdr:from>
    <cdr:to>
      <cdr:x>0.8435</cdr:x>
      <cdr:y>0.20277</cdr:y>
    </cdr:to>
    <cdr:sp macro="" textlink="">
      <cdr:nvSpPr>
        <cdr:cNvPr id="3" name="Oval 2">
          <a:extLst xmlns:a="http://schemas.openxmlformats.org/drawingml/2006/main">
            <a:ext uri="{FF2B5EF4-FFF2-40B4-BE49-F238E27FC236}">
              <a16:creationId xmlns:a16="http://schemas.microsoft.com/office/drawing/2014/main" id="{D5A27D3D-6902-4964-BC72-D4B78357C30C}"/>
            </a:ext>
          </a:extLst>
        </cdr:cNvPr>
        <cdr:cNvSpPr/>
      </cdr:nvSpPr>
      <cdr:spPr>
        <a:xfrm xmlns:a="http://schemas.openxmlformats.org/drawingml/2006/main">
          <a:off x="3235778" y="-2245581"/>
          <a:ext cx="620686" cy="556232"/>
        </a:xfrm>
        <a:prstGeom xmlns:a="http://schemas.openxmlformats.org/drawingml/2006/main" prst="ellipse">
          <a:avLst/>
        </a:prstGeom>
        <a:noFill xmlns:a="http://schemas.openxmlformats.org/drawingml/2006/main"/>
      </cdr:spPr>
      <cdr: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cdr:style>
      <cdr:txBody>
        <a:bodyPr xmlns:a="http://schemas.openxmlformats.org/drawingml/2006/main"/>
        <a:lstStyle xmlns:a="http://schemas.openxmlformats.org/drawingml/2006/main">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xmlns:a="http://schemas.openxmlformats.org/drawingml/2006/main">
          <a:r>
            <a:rPr lang="en-US" sz="800" dirty="0">
              <a:solidFill>
                <a:schemeClr val="tx1"/>
              </a:solidFill>
            </a:rPr>
            <a:t>6</a:t>
          </a:r>
        </a:p>
        <a:p xmlns:a="http://schemas.openxmlformats.org/drawingml/2006/main">
          <a:r>
            <a:rPr lang="en-US" sz="800" dirty="0">
              <a:solidFill>
                <a:schemeClr val="tx1"/>
              </a:solidFill>
            </a:rPr>
            <a:t>7</a:t>
          </a:r>
        </a:p>
      </cdr:txBody>
    </cdr:sp>
  </cdr:relSizeAnchor>
</c:userShapes>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0T02:19:08.805"/>
    </inkml:context>
    <inkml:brush xml:id="br0">
      <inkml:brushProperty name="width" value="0.05292" units="cm"/>
      <inkml:brushProperty name="height" value="0.05292" units="cm"/>
      <inkml:brushProperty name="color" value="#FF0000"/>
    </inkml:brush>
  </inkml:definitions>
  <inkml:trace contextRef="#ctx0" brushRef="#br0">10599 2520 1113 0,'-2'-1'349'0,"2"1"-253"0,-2 0-24 0,2 0-7 0,0 0 14 0,0 0-5 0,0 0-13 0,0-3-20 0,2 3 32 0,-2 0-23 0,2-2-1 16,-2 2-25-16,0 0-10 15,0 0 8-15,0 0-7 16,0 2 5-16,0-2-11 15,0 0-9-15,0 3 16 0,0 4-8 16,0 8 1-16,0 13-2 16,3 12 19-16,-3 8 2 15,2 10 17-15,1 0-36 16,-1 0 33-16,0 2-34 16,-2-6 14-16,0 3-5 15,0-9 16-15,0-2-11 16,0-10-11-16,2-4-10 15,-2-8 25-15,2-6-16 16,0-6-8-16,-2-8-1 16,3 0 15-16,-3-2-2 15,0-2-4-15,0-2 4 16,0 0 44-16,0 0-13 16,2 0-9-16,-2 2 0 0,0-2-7 15,0 2-1-15,4-2-19 16,-4-2-3-16,0 2 6 15,2-2-12-15,-2 0-8 16,5-2 8-16,-2 2 0 16,1-4-1-16,-2 0-26 15,0 0-63-15,-2-6-42 16,2-8-180-16,3-56-416 16</inkml:trace>
  <inkml:trace contextRef="#ctx0" brushRef="#br0" timeOffset="1367.08">10653 2556 1284 0,'-2'-1'237'0,"2"1"-132"0,0 0-4 0,0 0 16 0,2 0-38 0,-2-3-10 0,2 3-10 15,-2 0 8-15,0-1-41 16,3 1 4-16,-3 0-21 15,1 0 0-15,9 1 3 16,-1 3-11-16,9 3-1 16,8 7 32-16,8 0-25 15,8 8 7-15,7 4-14 16,0 2 12-16,-2 0-3 0,-3 0-9 16,-6-2 0-1,-6-2-6-15,-8-2 6 0,-4-2-1 16,-9-4 0-16,-5 0 1 15,0-4-1-15,-4-2 0 16,-2-2 1-16,-2 0 26 16,2-4-19-16,0-2 11 15,0 1-16-15,0-3-1 16,0-3 32-16,-3 3-15 16,6 0 1-16,-3-2 26 15,2 0-4-15,-2-4-13 16,0-8-22-16,0 0 8 15,0-2-14-15,4-4 0 16,3 0-2-16,-1-4-8 0,6-6-5 16,3-4 0-1,8-4-20-15,-2-2 14 0,7 1 12 16,0 6-4-16,-5 8 7 16,-3 3 0-16,-9 11 6 15,-1-2-1-15,-2 7-5 16,1 2 4-16,-5-2 1 15,2 4-7-15,-2 0 7 16,-1 2 0-16,4 0 1 16,-2 2-1-16,5-2 0 15,-1 2 1-15,3-2 0 16,1 4 0-16,3-2 0 16,-3 0 5-16,1 2-5 15,1-2-1-15,-3 2 1 16,-2 0 1-16,1 4-1 0,-4 6 4 15,0 11-2-15,-5 12 37 16,-4 12-12-16,-5 5-15 16,0 4 4-16,1-4-8 15,4-4-7-15,2-6-1 16,2-6 6-16,4 0 2 16,-2-5-8-16,4-1 0 15,-4-6 7-15,1-4 6 16,-3-6-4-16,0-4 0 15,0-6-9-15,0-4 21 16,-2-2-6-16,0 0 7 0,2 0 1 16,-4 0 4-16,2 0 1 15,0 0-8-15,0 0-20 16,0 0 21 0,0 0-21-16,0-2-5 0,0 4 5 15,0-4 6-15,0 2-6 16,0 2-8-16,-2-4-21 15,4 2-1-15,-2 0-30 16,0 0 14-16,0 0-10 16,0 0-4-16,0 0-18 15,0 0-142-15,6-6-230 16</inkml:trace>
  <inkml:trace contextRef="#ctx0" brushRef="#br0" timeOffset="2699.75">12008 2530 969 0,'0'0'374'0,"0"0"-266"0,2 0-65 0,-2-2 67 0,0 2-17 0,0 0-29 0,0-2-37 0,0 2 35 15,2 0-22 1,-2-2-2-16,2 2 8 0,1 0 5 15,-6-4 12-15,6 4-24 16,-3 4-9-16,-3-4 12 16,3 0-30-16,-2 4-1 15,2 2 17-15,2 8 16 16,1 4-19-16,-1 12-5 16,3 5 4-16,-10 7 3 15,3 8-6 1,-3 2 19-16,-2 8-19 0,1-4-9 15,-3 1 9-15,2-9-21 16,-2-2 9-16,3-4-1 16,1-10-7-16,3 0 4 15,0-10-5-15,2-8 0 16,0-2 8-16,0-8-8 0,0 0 0 16,2-2 8-16,-2-2-8 15,0 0 7-15,0 0 4 16,0 0 7-16,2 0 1 15,-2 0-13-15,3 0-5 16,-3-2 24-16,2 2-23 16,4-4 5-16,5 2-7 15,5-2 10-15,7-4 1 16,1 4-10-16,10-2-1 16,10 2 26-16,10 0-25 15,17-4 11-15,7 4-4 16,4 0-1-16,3-2 5 15,-5 0-12-15,-9 4 0 16,-4 0 17-16,-13 2-16 0,-10 0 7 16,-9 2-7-16,-8-2 4 15,-13 2 19-15,-7-2-14 16,-3 0 1-16,-4 0 22 16,0 0-8-16,-2 0-4 15,2 0-15-15,0 0-5 16,0 0-1-16,0 0-12 15,2 4-107-15,0-8-353 16,4-16-942-16</inkml:trace>
  <inkml:trace contextRef="#ctx0" brushRef="#br0" timeOffset="4719.18">10617 3655 1178 0,'0'0'357'0,"0"0"-237"0,3 0-44 0,-3 0 14 0,0 0-12 15,0 0-1-15,0-2-32 16,2 2 4-16,-2 0-10 16,4-2 14-16,-2 0-5 15,3 1-23-15,0-2-1 16,6 1 38-16,3-4-34 0,7 2-1 16,10-2-16-1,12-2-10-15,11-4 17 0,15 2-11 16,16-2 2-16,13 2 4 15,8 2-12-15,70-2 7 16,3 2-7-16,-124 2 8 16,1 4 13-16,55-4-22 15,-8 0 0-15,-8-2-1 16,-12 2 2-16,-10 0 6 16,-6 2-6-16,-6 0-1 15,-6-2 0-15,-6 2-1 16,-7 2-4-16,-2-2 5 0,-3 0 2 15,-8 0-2-15,-6 0-8 16,-9 4-34-16,-9 0-85 16,-10 4-151-16,-42 4-431 15</inkml:trace>
  <inkml:trace contextRef="#ctx0" brushRef="#br0" timeOffset="5299.98">10424 3806 1263 0,'0'4'251'0,"4"-4"-185"0,5 0 46 0,3-4 11 0,7 2-15 0,6 0-10 0,8-2-7 0,9-2-10 16,16-4 3-16,12-1 3 0,16 0-39 16,15-1 5-16,5 3-20 15,11 0-5-15,61 0-26 16,5 8-1 0,12-3 17-16,-74 5-18 0,-65-1 0 15,-4-1 1-15,-2 1 0 16,43-4 5-16,-10-1-6 15,-16 1 0-15,-5 0-1 16,-12-2 2-16,-11 1-1 16,-10 1 10-16,-13 0-10 15,-7 1 28-15,-7 3-2 16,-2 0 17-16,0 0-4 0,0 0-39 16,0-2 1-16,0 2 8 15,-2 0-9 1,2 0-27-16,0 2-129 0,-2-6-457 15</inkml:trace>
  <inkml:trace contextRef="#ctx0" brushRef="#br0" timeOffset="7433.12">11531 3872 882 0,'-2'-2'791'0,"2"2"-697"0,0 0-65 0,0 0 28 0,0 0 24 0,2 0-14 0,-2 0 5 15,0 0-31-15,0 0 32 16,0 0-26-16,-2 0-4 16,2 0 8-16,0 0-24 15,0 0 12-15,0 0-7 16,0 0-16-16,0 0 40 15,0 0-29-15,0 0-6 16,0 0 1-16,0 0-7 0,0 0-14 16,0 0-1-16,0 0 0 15,0 0 17-15,9 0-17 16,-7 0 0-16,2 2 14 16,0 0-13-16,6 6-1 15,-6 4 0-15,3 10 8 16,-1 10 7-16,3 12-9 15,-4 5 7-15,2 2 16 16,-1-2-20-16,-1 1 6 16,-1-8-6-16,0-4-9 15,1-6 16-15,0-6-15 16,-1-6-1-16,-2-6 18 16,0-8-17-16,1-4-1 0,-6-2-1 15,3 0 1-15,0 0-15 16,-2 0-42-16,-2 4-165 15,-52 14-335-15</inkml:trace>
  <inkml:trace contextRef="#ctx0" brushRef="#br0" timeOffset="10517.84">6001 4899 681 0,'0'-3'873'0,"4"2"-721"0,6-3-106 0,0 2 67 0,2-1 8 16,5 2-26-16,-4-2-11 15,6-2 0-15,1 2-50 16,2 2 23-16,4 1-43 16,1-2 10-16,2 2 1 0,7 0-4 15,-1 0-12-15,8 2-7 16,1-2 5-16,6 0 13 15,3-2-20-15,9-2 0 16,6-3 10-16,3-1-8 16,4 2 16-16,3 1-18 15,-7 0 15-15,1 3-12 16,-5 2-3-16,-2 0-1 16,-1-3 1-16,1 0 0 15,1-2 0-15,6-2 0 16,-3-3 2-16,0 0 5 15,3-4-7-15,1 2 1 16,2-4 16-16,8 2 19 0,4-2 6 16,-1 0-14-1,6 4-27-15,-1-2 34 0,2 2-35 16,-1 0 2-16,0 0 5 16,1 0-1-16,0 2 0 15,4-2-6-15,-6 4 0 16,1-4 7-16,-6 4-7 15,3-1 0-15,0-2 0 16,-2 3 12-16,3-2 2 16,-1-1-1-16,2 1-12 15,-2-1 37-15,-2 0-31 16,-3 0 2-16,-3 0-1 16,-6 1 2-16,0 5-2 15,-5-2-8-15,-3 4 1 16,2-4 10-16,3 1-11 0,-3 2-1 15,6-1 1-15,1-4 0 16,80 3 0 0,-80 6 1-16,4 0-1 15,-6-2 0-15,4 2-1 16,-7-4 1-16,-2 2 0 16,3-2 1-16,-1-2-1 15,-1 3 0-15,9 0 3 16,-2 3-3-16,0-2-1 15,-2 2-1-15,-3 0 2 16,1 0 0-16,-4 0 0 16,1-2 0-16,-1 0 2 15,-3 2-2-15,1 0-1 16,0 2-4-16,-7-2 5 0,0 2 1 16,-2 0-1-1,-4-2 1-15,0 3 4 0,0-3-4 16,2 0-2-16,2 1 2 15,3-1-2-15,-3 2 1 16,-5-2 0-16,2 0 0 16,-5 4 2-16,-3-4-2 15,-1 2-1-15,-1 0-4 16,2 2 5-16,0-1 2 16,4-3-2-16,2 0 0 15,1 0-3-15,-1 0 4 16,3 1-1-16,-5-1 0 15,-1 2 1-15,-2-2 0 0,1 4-1 16,3-2 0-16,-1 3 7 16,-2-4-7-16,2-1-6 15,0 0 5-15,5 0 1 16,0-1 1-16,-1 1-1 16,3 0 0-16,-2 1 9 15,-2 2-9-15,4-2 0 16,-3 3 0-16,3 0-1 15,9 1 1-15,4 3 0 16,0-5 0-16,10 1 15 16,4 0-7-16,-4 0 1 15,0-1-3-15,-6-3 7 16,-8 3 2-16,-5-3 3 0,-4 0-9 16,-6 0 33-16,-3 0-34 15,-7 3 11-15,3-3-8 16,2 0 8-16,-1 0-2 15,10-3-14-15,0 3 4 16,4 0 11-16,0 3-17 16,0-2-1-16,-1 2 0 15,-1 1 1-15,0-3-1 16,2 3 0-16,2 1 2 16,3-1 9-16,6 0-11 15,2-3-2-15,3 2 1 16,2-3 1-16,2 4 0 15,-2-2-1-15,2-1 1 16,1 3-5-16,1 0 5 0,-2 1 0 16,3-1-7-16,-10-3 5 15,2 3-7-15,-3-1 0 16,-5-3 2-16,4 0 6 16,-4 1 1-16,-2 2-8 15,2 1 2-15,-5-2 6 16,5 0 1-16,0 0-1 15,-3-1 0-15,-6 2 3 16,-4-2-3-16,-8 2-7 16,1 1 6-16,-2 0 0 15,4 2 1-15,-1-2-1 16,0 2-9-16,-5-2 1 16,-6 2-3-16,-1-4-2 0,-3-2 4 15,5 2 10 1,-1-2 0-16,-2 2 0 0,-3 0 0 15,-5 0-4-15,-4-2 4 16,1 4-1-16,-7-4-4 16,2 2 5-16,-3-2 1 15,-3 2-1-15,7-2 1 16,-5 4 6-16,3-4-7 16,-5 2-1-16,-2-2 0 15,-3 0 1-15,0-2 1 16,-6 2-1-16,1 0 1 15,-3 0 5-15,0 0-6 16,2 0 0-16,2-4 0 0,4 4 0 16,-2-2 0-1,3 2-1-15,-1 0 1 0,-2 0-3 16,-4 0 3-16,0 0 0 16,-2 0-1-16,2 2 1 15,-2-2 1-15,0 0-1 16,0-2 6-16,2 2 4 15,-2 0-10-15,0 0 0 16,0 0 0-16,0 0 2 16,0-2 4-16,0 2-6 15,0 2 1-15,0-2 15 16,0 2-15-16,-2-2-1 16,2 0 2-16,0 0-1 15,0 4 4-15,2-4-5 0,-2 2-6 16,0 4-1-16,2 4 14 15,1 14 1-15,1 12 4 16,-4 6-2-16,-2 6-2 16,-5 2 8-16,1 1-10 15,0-4 24-15,6 4-30 16,0-5 6-16,4-2-5 16,-2-6 8-16,0-2-1 15,0-10-8-15,0-5 0 16,0-8 17-16,-2-4-16 15,3-5 9-15,-3-3-2 0,2 1 2 16,-2-2 2-16,2-2-11 16,-2 2-1-16,0 0 18 15,0 0-17-15,0 0-2 16,0 0 0-16,-2-1-12 16,0 2-107-16,-44 5-503 15</inkml:trace>
  <inkml:trace contextRef="#ctx0" brushRef="#br0" timeOffset="12236.25">6125 4925 1540 0,'0'0'276'0,"-2"0"-182"0,2-2 2 0,0 2 51 0,0 0-34 15,0 0-1-15,0 0-10 16,0 0-21-16,0 0 0 16,0 0-18-16,-2 0-9 15,2 0 14-15,-2 0-31 16,2 2 7-16,0 0-11 0,-2-2-9 16,2 4 0-16,0-3-24 15,0 3 0-15,4 9 3 16,6 11-2-16,5 10 14 15,1 8-3-15,-1 2-3 16,5 2 8 0,-4-6-17-16,0-2 0 0,-3-7 10 15,-5-5-10-15,0-2 0 16,-4-4 0-16,2-2 0 16,-3-6 14-16,-1 2-14 15,0 0 0-15,0 0 0 16,0-4 0-16,-2 4 0 15,2-8 0-15,2 0 0 0,-4 0 8 16,1-4-8-16,-1 0-18 16,0 0 18-16,3 2-64 15,-1 4-101-15,2 32-360 16</inkml:trace>
  <inkml:trace contextRef="#ctx0" brushRef="#br0" timeOffset="13550.27">13162 4488 1363 0,'0'0'487'0,"-2"0"-417"0,2 0-20 16,0 0 74-16,-2 1-16 0,4-1-42 0,-2 0-15 16,0 0-9-16,0 0-5 15,0 3-37-15,2-2 0 16,3 12 22-16,-3 9 5 15,2 14 45-15,0 16-36 16,-4 12 8-16,5 6 14 16,-3 0-29-16,-2-5-14 15,5-7 13-15,-3-10-20 16,3-10-1-16,-3-10 2 16,-2-8-1-16,0-10-7 15,0-4-1-15,0 0 0 16,-5-2-99-16,-6 4-201 15,-52-2-603-15</inkml:trace>
  <inkml:trace contextRef="#ctx0" brushRef="#br0" timeOffset="14949.84">6061 5420 1638 0,'0'0'213'0,"0"0"-134"0,0 2 8 0,0-2-27 0,2 0 9 0,-2 0-36 0,4-2-12 16,-1 4 29-16,2-2-13 16,1 2 16-16,1 0 1 15,-3-2-21-15,4 4-2 16,0 4-30-16,7 10 32 15,10 12 113-15,2 12-100 0,2 4-26 16,-2-3-20-16,-4-3 1 16,0-8-1-16,-5-4 0 15,0-10 0-15,-5-4 15 16,0-8-15-16,-1-2 1 16,-3-4 0-16,-3-2 10 15,4-4 13-15,3-2-24 16,0-6 0-16,1 0 20 15,-1-6-14-15,3-4 2 16,-3-2-8-16,3 1 0 16,3 1 0-16,-1-4 0 15,4 4 0-15,1-2 3 16,-1 0-3-16,-2 6 0 0,-4 8-1 16,-8 6 0-16,-6 2 0 15,-4 4-14 1,0 4-17-16,2-4 14 0,0 4-70 15,-2 4-41-15,2 6-60 16,-7 32-312-16</inkml:trace>
  <inkml:trace contextRef="#ctx0" brushRef="#br0" timeOffset="16200.58">12973 5043 1536 0,'-3'0'276'0,"6"0"-193"0,-3 0-31 0,0 0 29 0,0 0-4 0,0 0-35 16,2 6-9-16,0-2-5 16,3 8 35-16,3 4-3 15,6 6-28-15,-3 0-11 16,2 2 12-16,5 0-11 15,-3-2 8-15,1 0 0 16,-1-5-9-16,-3-2-6 16,-3 2-14-16,2-8-1 15,-2 0 12-15,0-1-12 16,2-4 0-16,5-2 15 16,-1-2-8-16,3-2 5 15,5-5-3-15,-2-4-3 0,6-1 26 16,2-5-22-16,-2-1-4 15,4-4 21-15,-2-2-19 16,-2 2 4-16,-2 2-11 16,-4 0 0-16,-7 6 27 15,-7 6-10-15,-3 4-10 16,-2-2 16-16,-1 6-17 16,-1 0-5-16,3 0-2 15,-3 2 0-15,0-4-5 16,4 2 5-16,-4 0-9 15,0 2-27-15,0-2-75 16,0 0-121-16,17-6-365 16</inkml:trace>
  <inkml:trace contextRef="#ctx0" brushRef="#br0" timeOffset="17499.77">18369 5252 1318 0,'4'-3'193'0,"-1"3"-193"0,1-4 60 0,2 4-42 0,2-2-9 16,-2 2 14-16,1 0 23 15,-3-1-4-15,4 1 14 16,-7 0-28-16,2 0 52 0,-1 0-14 16,-2 0-12-1,2 0 25-15,-2 0-26 0,0 0-26 16,2 0-15-16,1 1-12 15,1-1 44-15,4 2-16 16,2 1 2-16,1-2 3 16,-3 2 17-16,4 2-28 15,-1 8 4-15,3-1-19 16,3 6 28-16,4 4-23 16,0 4-12-16,6 2 11 15,4-4-11-15,0-2 6 16,3-2-6-16,-3-4 0 15,0-6 21-15,-6 0-20 0,-3-6 9 16,-5-2 4-16,-5-4 1 16,-1 0 18-16,-7-4 10 15,3 0-13-15,0-2 2 16,0-2-22-16,-1 0 10 16,3 0 1-16,-4 0-21 15,4 0 0-15,2-2 0 16,0 2-8-16,7-6 7 15,-2 2 2-15,3-6 0 16,2-4 0-16,3-2 7 16,1-5-8-16,1 1 0 15,3 1 0-15,-2 4 7 16,-7 5-7-16,-4 6 0 16,-9 8 11-16,-5 4-10 15,-2 2 9-15,0 2-10 16,0-2 1-16,0 2 4 0,-2-2-5 15,2 0-1-15,0 0-4 16,0 0 5-16,-2 0 0 16,2 0-6-16,0 2-36 15,0-2-30-15,0 2-96 16,-4 4-159-16,-27 4-9 16</inkml:trace>
  <inkml:trace contextRef="#ctx0" brushRef="#br0" timeOffset="26200.16">3601 6324 1316 0,'-2'0'372'0,"2"0"-267"0,0 0-48 0,0 0 40 0,0 0 17 15,2 0-27-15,-2-2-24 16,0 2-39-16,2 0 36 16,-2 0-7-16,-2 0-7 15,2 0-10-15,0 0-13 16,10-2 11-16,-4 2-23 16,9 0-5-16,6-2 63 15,3-2-53-15,1 0-8 16,-6-2-1-16,2 0-7 15,-6 0 10-15,1 2-10 16,-5-4 0-16,-7 6 12 16,-3 0-12-16,-1 2-1 15,-1 0-5-15,-5 0-15 16,-5-2 20-16,-10 2-36 16,0-2 32-16,-9 4-1 0,-1 0 6 15,5 4-1-15,-3 4 0 16,2 0 1-16,7 4 0 15,-2 0 0-15,4 2-9 16,-1 2-5-16,11 0 7 16,6 0-22-16,6 3 23 15,9-1 0-15,5 0-3 16,7 0 2-16,-3 0 5 16,6-4-17-16,-3 2 19 15,2 0-8-15,0-2 8 16,-7 2 0-16,3 2 6 15,-10 0-6-15,-2 2 0 0,-7-2-11 16,-4-2 11 0,-4 0-12-16,-7 1 6 0,-2-1-10 15,-8-7 1-15,-1 0 15 16,-7-4 0-16,-4 0 16 16,-1-3-16-16,5-2 0 15,2-4 8-15,10-2-8 16,3 0 0-16,8-5-16 15,4-3-151-15,4-2-80 16,33-38-415-16</inkml:trace>
  <inkml:trace contextRef="#ctx0" brushRef="#br0" timeOffset="27716.68">4031 6543 1431 0,'0'-2'309'0,"-2"2"-147"0,2 0-127 0,0 0-10 0,-2 0 26 0,2 0 2 15,2 2-19-15,-4 6-25 16,2 0 23-16,-2 6 43 15,-1 0-45-15,3 4 3 16,3-2-6-16,1 0-14 16,2 2 19-16,4 0-32 15,-1-4 0-15,3 1 22 16,3-6-22-16,-3 1 11 16,7-4-5-16,-2-2-5 0,3-1 21 15,-1-3-22-15,-2-3 1 16,3-3 15-16,-3-2-16 15,4-4 1-15,-3-2-1 16,-1-4 0-16,-3 2 0 16,-3 0 0-16,-7 4-22 15,-1-2 16-15,-3 4-3 16,0-4 9-16,-3 4-1 16,3 2 2-16,-4 0 7 15,2 2-8-15,0 2 0 16,0 0 18-16,2 2-18 0,0 2 1 15,0 0-1 1,0 2-1-16,2-2-8 0,-2 2-5 16,0 6 5-1,2 6 9-15,2 2 0 0,3 10 2 16,2-4 5-16,2 0-7 16,0-4 24-16,3-6-24 15,-1-4 1-15,1-2 17 16,-1-4-18-16,1-4 9 15,-2-1-1-15,4-6-7 16,4-5 17-16,-2-2-18 16,-1 2 0-16,-3-2 11 15,-3 0-11-15,-4 4 0 16,2-2 0-16,-7 2 0 16,3-2 11-16,-3 2-11 0,2-2-28 15,1 4 27-15,1-2-8 16,-1 4-11-16,0 2 5 15,-5 0 2-15,4 2 7 16,-4 2 0-16,0 0 6 16,0-2 6-16,0 0-6 15,0 0-1-15,0-5 1 16,0 4 0-16,0-1 1 16,0-2-1-16,2 2 0 15,-2 2 27-15,0 0-27 16,0 1 0-16,0-2 12 15,0 5-11-15,-2 0 23 16,2 0-24-16,0 4 0 16,0 1-9-16,0 13 35 0,0 15-19 15,2 19 29-15,-2 12-24 16,7 10 11-16,2 1-23 16,2-5 0-16,4-2 19 15,1-10-19-15,-3-8 0 16,5-8-1-16,-9-8 1 15,0-8 9-15,-5-6-9 16,-1-5 0-16,-3-4 1 16,0-4-1-16,0-6 0 15,0-1-1-15,0 0 2 16,0-1 27-16,-5-3-22 16,0-9-5-16,-1-6 0 0,-5-10-1 15,-1-9-15 1,2-10-27-16,1-10-38 0,0-4 31 15,2-2-13-15,3 10-7 16,8 1 20-16,3 11-53 16,4 2 6-16,4 8 28 15,6 0-1-15,-1 6 23 16,2 6 11-16,-6 4 29 16,2 6 5-16,-5 6 2 15,-2 4-1-15,5 4 17 16,-1 8-17-16,5 0 30 15,3 8-15-15,-4 4 10 16,2 0 26-16,-9 2-24 16,-2-4-1-16,-3 0 19 15,-7-4-8-15,-7-6 44 16,-3 5-33-16,0-2-13 0,-11-1 20 16,4 2-32-1,-8-6-1-15,1 0-13 0,-3-3-7 16,1-3 10-16,-1-3-12 15,0-2-17-15,7-2-20 16,7-2-97-16,-1-5-100 16,16-35-363-16</inkml:trace>
  <inkml:trace contextRef="#ctx0" brushRef="#br0" timeOffset="28501.53">4974 6627 1489 0,'0'2'473'0,"2"-2"-425"0,2 4-47 0,1-2 70 0,0 0-6 16,10 2-4-16,-2 0-8 0,3-4 1 16,7 0 19-1,-8-6-29-15,5 0-23 0,-3-2 36 16,2-4-18-16,-4 0-15 16,-3-4-4-16,0 0-19 15,-4 0 27 1,-5 0-28-16,0 4 0 0,-9 0-7 15,1 4 7-15,-4 0-24 16,-2 6 15-16,-5 4-11 16,-6 8 8-16,-2 2 12 15,-1 12-27-15,9 0 26 16,3 6-27-16,11-4 3 16,2 0 17-16,9-4 8 0,-1 0 5 15,6-4-5 1,7 0-5-16,-2-2-4 0,6-5 9 15,-1-7-13-15,5 0-10 16,-1-8-20-16,-1-4 26 16,-2-1-13-16,-5-7 8 15,-3 4 16-15,-7-6 1 16,-3 2-22-16,-7-4-9 16,0 4-24-16,-5-4 59 15,3 2-13-15,0 2-11 16,4 4 24-16,3-2-32 15,3 4 0-15,10 0 18 16,-2 4 13-16,6 4-7 16,-1 4 9-16,-4 4 0 15,1 8 17-15,-5 4-8 0,-4 4 24 16,-2 2 0 0,-5-6-21-16,-2 0 33 0,-6-6-15 15,3-6-8-15,0-4 37 16,1-2 2-16,2-4 7 15,0-8 13-15,2-6-72 16,4-10 28-16,5 0-37 16,1-2-7-16,7-2-4 15,5 2-53-15,3 1-65 16,-1 6-63-16,53-12-81 16</inkml:trace>
  <inkml:trace contextRef="#ctx0" brushRef="#br0" timeOffset="28937.74">5753 6459 1566 0,'0'0'323'0,"5"2"-224"0,-3 0-77 0,2 0 92 0,2 4-3 0,0 6-34 0,5 2 35 0,3 4-70 0,-3 4-13 0,0 2 13 0,2 0-15 0,0 0-15 16,-3-4-5-16,1-4-5 15,-5-4 28-15,3-2-30 16,-4-6 0-16,-3-4 14 16,0 0-8-16,0-2 18 15,7-8 25-15,2-2-28 16,7-8 35-16,2-6-56 16,0-2 7-16,0-4 1 15,1 2-8-15,-6 0-8 16,-1-1-26-16,-4 8-47 15,-5 6-33-15,-3 3-116 16,-9-4-232-16</inkml:trace>
  <inkml:trace contextRef="#ctx0" brushRef="#br0" timeOffset="29200.45">6159 6407 1771 0,'-2'7'247'0,"-1"4"-148"16,1 5-24-16,0 6 8 16,2 0 31-16,0 0-48 0,2 0-39 15,3 0-17-15,0-6 2 16,1 0-16-16,-3-6 4 15,-1-4-104-15,0-2-125 16,-14-8-140-16</inkml:trace>
  <inkml:trace contextRef="#ctx0" brushRef="#br0" timeOffset="29450.22">6104 6236 1799 0,'0'0'358'0,"2"0"-277"16,-2 0-37-16,2 0 74 15,-2 0-22-15,0 4-13 16,2-2-83-16,-2 2 0 15,3 2-7-15,1 6-65 16,-2 0-183-16,11 18-388 16</inkml:trace>
  <inkml:trace contextRef="#ctx0" brushRef="#br0" timeOffset="29900.39">6458 6354 1981 0,'0'0'280'16,"-2"5"-216"-16,2-5-63 15,-5 1 60-15,-3 3-19 16,-6 4-20-16,1 9 59 15,-1 1-40-15,1 0-28 16,9 4-13-16,4-2 12 16,2-2-7-16,6 0-5 0,5-2-3 15,5 0-3-15,7 2 4 16,-2-2-3-16,0 0 4 16,-4 0 2-16,-2-4 2 15,-7 0-3-15,-4-4-7 16,-4-4 6-16,0 4 2 15,-4-4 4-15,-4 0 1 16,-3 4 3-16,-3 2 17 16,-5-2-26-16,-1-2 1 15,-7 0 17-15,4-4-17 16,0 0-1-16,5-4-48 16,5-6-96-16,5 0-133 15,10-36-486-15</inkml:trace>
  <inkml:trace contextRef="#ctx0" brushRef="#br0" timeOffset="30784.74">6636 6519 1596 0,'7'2'312'0,"3"4"-240"0,9-2 33 0,3-2-2 0,2 0-44 0,3-4-5 0,2-4-36 15,0-4-9 1,0-2-2-16,-2-4-6 0,-7 4 74 16,-7-2-57-16,-2-2-4 15,-6 5 13-15,-10 0 12 16,-4 3-29-16,-2 4-10 15,-7 1-8-15,-9 7-8 16,-2 4 16-16,0 13-26 16,6 3 14-16,9 4-40 15,7 2-19-15,9-4 19 16,7-4 20-16,9-2 25 16,9-2 7-16,6-4-2 15,5-4 2-15,2-4 2 16,-4-6-1-16,2-4-1 15,2-2 9-15,3-4 0 0,-1-2-9 16,-5 0-12-16,-3 0 6 16,-5 0-36-16,-9 0-39 15,-1 2 3-15,-2-2 18 16,-9 6 59-16,-1 0-14 16,-4 0 8-16,-3 4 6 15,0-2 2-15,-3 0-1 16,3-2 15-16,-2-2-15 15,2 0 61-15,-3 0 8 16,1 4-18-16,-2-5 29 16,-3 6-46-16,-7 1-29 0,-1 4-5 15,-7 1 0-15,-4 12-1 16,-4 3 1-16,4 6-19 16,4 2 18-16,10 2-13 15,7-4 13-15,10-2-5 16,4-6-3-16,6-4 9 15,4-8 6-15,1-4-6 16,4-4 21-16,-2-8 2 16,1-2-7-16,-2-6 17 15,0-4-18-15,-1-4 66 16,-7-2-51-16,-1-4 17 16,-3-3 5-16,-5-3-13 15,0-2-9-15,-10 0-9 16,1 4-10-16,1 2 1 0,0 6-12 15,4 8-16 1,-3 6 16-16,3 12 0 0,0 2-12 16,-2 8-20-16,2 12-1 15,0 12 27-15,0 12 6 16,5 10-4-16,1 3 4 16,7-4 0-1,1-2-8-15,-3-7-94 0,0-6-121 16,9 18-107-16</inkml:trace>
  <inkml:trace contextRef="#ctx0" brushRef="#br0" timeOffset="32921.25">10872 6162 1438 0,'3'16'161'0,"5"0"-98"0,-2 16 4 0,5 2-23 0,1 0 16 0,3-4-18 16,1-5-12-16,-1-7 13 0,3-7 16 15,0 0-20 1,0-9 0-16,-1-2-38 0,6-5 49 15,-3-3-35-15,3 0-9 16,-2-2 30-16,2-4-12 16,-5 4 0-16,1-6-7 15,-5 2-16-15,-1 2 58 16,-2-4-21-16,3-2-22 16,-5 0 26-16,-4-4-19 15,1-2-2-15,-1 0-20 16,-3 0 10-16,-2 2-1 15,0 2-10-15,0 4-1 16,0 5 1-16,0 6 0 16,0-3-1-16,0 6 1 15,0-1 0-15,0 6 4 16,0-6-4-16,0 3-1 0,2 3-10 16,-4-3 16-16,2 0-7 15,-2 0 2-15,2 2 0 16,0 0-16-16,-2 9 16 15,2 10 0-15,0 7 14 16,2 6-6-16,6 6-7 16,3-2-2-16,5-2 2 15,5-2 15-15,-6-6-16 16,1-2-2-16,-1-5 1 16,-5-10 2-16,0 2-2 15,-3-8 1-15,4-1 0 0,0-1 9 16,2-3-9-16,6-3-8 15,-2 2 8-15,3-3 1 16,-3 0-1-16,0-2-1 16,-2 2 1-16,-4-3-15 15,0-3 15-15,3-2-2 16,-5 2 2-16,-1-5-2 16,1-2-10-16,-2 3-1 15,-2-2-11-15,3 6 9 16,-3-4 6-16,1 6-6 15,2-2 15-15,-2 4-2 16,-2 2-4-16,-1 4 6 16,-1 0-2-16,2 0-8 0,0 4 10 15,4 0 0 1,0 6 6-16,3 4 3 0,3 6 4 16,-3 2-13-16,1 3 11 15,-4-2 14-15,1 1-25 16,-5-3 0-16,-2-9 0 15,1-1 0-15,-1-6 1 16,-2-3 0-16,0-2 1 16,0-4 37-16,3-10-24 15,-1-2-15-15,0-11 11 16,5-5-11-16,1-2 0 16,8-4-30-16,4 2-51 15,4 2 46-15,-1 6-5 0,2 12 5 16,-8 10 28-1,1 8 1-15,-7 6 6 0,1 6 0 16,3 4 1-16,-2 2 33 16,1 2-34-16,1-4 9 15,-3 0 5 1,-2-2-4-16,-3-4-4 0,-2-2-6 16,2-2-19-16,-7-4 18 15,0 4-110-15,-5-3-95 16,-6-1-59-16</inkml:trace>
  <inkml:trace contextRef="#ctx0" brushRef="#br0" timeOffset="34901.24">12342 6140 642 0,'0'-2'597'0,"0"2"-343"0,0-2-113 0,-2 2-29 0,2-2 37 16,0 0-40-16,0 2 17 15,0-2-34-15,0 2-17 16,-5 0 49-16,3 0-79 16,-2-2-1-16,-3 2-25 15,-9 0-17-15,-1 2 21 16,-3 0-23-16,-1 2 0 16,-1 4 20-16,5-2-20 15,3 0-20-15,1 2 20 16,2 2 1-16,3 4-1 15,4 2-4-15,4 2-1 16,7 0-26-16,11-2 8 0,7 2-41 16,8-1-17-16,5-4 16 15,-5 1 34-15,2 2-10 16,-6-4 32 0,-10 1-9-16,-4-4 18 0,-8 1-1 15,-5 1 1-15,-2-5 1 16,-5 2 35-16,-6 3-8 15,-6 2-11-15,-6 1 35 16,-6-5-38-16,-4 4-13 16,0-8 20-16,2-1-15 15,-1-4 19-15,6 0-25 16,5-4 0-16,6 1-15 16,8-3-15-16,9-6-161 15,54-35-184-15</inkml:trace>
  <inkml:trace contextRef="#ctx0" brushRef="#br0" timeOffset="36017.94">12605 6228 1480 0,'-2'0'300'0,"2"0"-165"0,0 0-52 0,0 0 34 0,0 0 10 15,0 0-23-15,0 0 1 0,0 0-39 16,0 0-26-16,0 0 17 15,0 0-57-15,-3 12-9 16,0 4 9-16,2 10 12 16,1 6 0-16,4 0-12 15,6-1 0-15,5-8 6 16,-1-1-6-16,1-8 0 16,5-5 1-16,-3-5 7 15,6-6-1-15,-3-4-7 16,7-3 0-16,-3-6 12 15,1-2-12-15,-1 2 0 0,-3-6-3 16,-4 2 11 0,-1-2-16-16,-7 3-10 0,-5 6-4 15,-4 0 5-15,0 6 5 16,-4 6-24-16,4 0 11 16,-2 0 13-16,-1 6-14 15,3 6-23-15,0 4-23 16,5 2 49-16,5 3-19 15,9-6 9-15,1-2 12 16,7-4-1-16,1-4 7 16,-1-5-23-16,2-6 20 0,0-5 17 15,-2 0 1 1,4-6 0-16,-4-1 0 0,-2-4 0 16,-8 2 13-16,-5-6-13 15,-8 2 15-15,-4-2 3 16,-4 0-18-16,-3 2 0 15,0 4-14-15,-4 4-8 16,2 4 14-16,2 6-5 16,0 4 13-16,5 4-20 15,-2 6 11-15,2 10 9 16,-5 10 27-16,7 12-19 16,5 10 9-16,-1 6-17 0,2 6 0 15,1-3 0-15,2 1 0 16,2-6-2-16,3-4 2 15,-1-6 7 1,-2-8 24-16,3-10-7 0,-8-12-22 16,-1-4 34-16,-5-6-36 15,0-2 33-15,-3-4 74 16,-1-2-7-16,0-8-34 16,-6-4-54-16,2-10-11 15,-1-8 44-15,0-8-45 16,2-4-7-16,7-8-8 15,2 2-11-15,10 2-1 16,3 2-52-16,7 7 4 16,-3 9 55-16,2 8-35 15,-3 6 35-15,0 10 20 16,-2 6 0-16,-5 4-9 16,2 6 4-16,-2 6 5 0,1 2 9 15,-3 6-7-15,-1 4 17 16,-6 0 16-16,-4-2 16 15,-4 0 12-15,-1-3-41 16,0-6-7-16,-4 2 44 16,-4-5-40-16,-1-1-18 15,-2-2 10-15,-2-4-11 16,0-1 0-16,0 1-7 16,4-5-116-16,6-5-78 15,-2-18-272-15</inkml:trace>
  <inkml:trace contextRef="#ctx0" brushRef="#br0" timeOffset="36868.28">13603 6272 1398 0,'0'0'616'0,"0"2"-550"0,2 2-51 0,-2 6 0 0,2 2 65 0,3 2-32 0,-1 0-9 15,6 0 13-15,-2-4 2 16,1-2 2-16,0-4-28 15,0-4-5-15,0 0 46 16,5-1-53-16,-1-8 2 16,3 1-4-16,5-4-14 15,0-4 15-15,1-2-15 16,-5-2 0-16,2 0-14 16,-9 4 14-16,-5 0-7 15,-3 6-2-15,-6 4-12 16,-5 4 20-16,-7 2-31 15,-6 8 31-15,-7 2-20 0,0 10 21 16,2 2-11-16,8 4-7 16,9-2-16-16,6 1 22 15,8-3-32-15,6-3-17 16,3-2 38-16,2-3-2 16,3-9 8-16,0-2 8 15,2-3 9-15,3-7 0 16,1-1-2-16,-2-2 2 15,0-1 14-15,-3-6 1 16,-2 4-8-16,-5-5-5 16,-6 1 7-16,-4 5-2 15,-2 2-7-15,-2 2-12 16,4 2 0-16,0 0-13 16,1 4-13-16,1 2-10 15,0 0 11-15,6 6 37 0,-4 2-14 16,1 2 14-16,1 8 2 15,2 1 4-15,1-1 4 16,0-5 8-16,0 1 9 16,-2-4 20-16,-3 1-22 15,-1-8-8-15,-3 0 23 16,-2-3-8-16,-2-3 25 16,2 2-3-16,-7-8 13 15,5-2-29-15,0-8-38 16,4-2-2-16,9-4-11 0,1-3 13 15,7-2-20 1,8 0 1-16,0 6-7 16,0 8 16-16,2 2-34 15,0 6-79-15,-9-2-22 0,22 2-181 16</inkml:trace>
  <inkml:trace contextRef="#ctx0" brushRef="#br0" timeOffset="37351.31">14372 6174 1706 0,'0'0'501'0,"0"0"-434"0,0 0 11 0,2 2 23 0,-2-2-10 15,0 4-78-15,6 4-12 0,4 10 82 16,5 4-54-16,3 4-5 15,0-2-11-15,0-4-7 16,-3-2 8-16,-1-7-14 16,-3-2 0-16,-1-4 13 0,2-1-12 15,-3-4 8-15,2-3 4 16,0-3-11 0,2-2 41-16,1 0-32 0,-3-6-11 15,0 0 40-15,1-4-40 16,-6-4-6-16,-2-2-4 15,-1 0-65-15,-1 2-8 16,1 4-95-16,3 4-176 16,34-14-115-16</inkml:trace>
  <inkml:trace contextRef="#ctx0" brushRef="#br0" timeOffset="37567.71">14844 6074 1500 0,'0'0'560'16,"0"4"-494"-16,0 4-14 15,1 8 71-15,-1 2-19 16,0 2 25-16,3 2-72 16,0 0-30-16,2 0 34 15,3-2-60-15,-3-2 0 16,-1-4-1-16,-1-2-6 15,0-2-15-15,-3 1-180 16,-6-6-354-16</inkml:trace>
  <inkml:trace contextRef="#ctx0" brushRef="#br0" timeOffset="37820.21">14866 5925 1986 0,'0'0'480'16,"0"0"-413"-16,0 0 23 16,3 0 50-16,-3 0-64 15,0 4-49-15,0-4-27 16,0 0-10-16,0 2 8 15,4 4-124-15,-1 4-213 0,39 13-510 16</inkml:trace>
  <inkml:trace contextRef="#ctx0" brushRef="#br0" timeOffset="38267.94">15192 6084 1918 0,'0'0'262'0,"-5"2"-220"16,-2 4-28-16,-3 2 20 15,-9 0 14-15,6 0 54 16,3 4-30-16,0-4-46 15,6 4 21-15,4-4-47 16,2 0 0 0,6 2 0-16,6 0 1 0,7 4 18 15,0-2-19-15,8 4 0 16,-4-2 13-16,0 0-13 16,-8 2 0-16,-3-4-1 15,-5 0 2-15,-5-4-2 16,-4 2 1-16,-2-4-2 0,-3 3 2 15,-3-2 0-15,-10 0 2 16,0-3-2-16,-4 0 19 16,-3-4-16-16,0-3-3 15,1 2 0-15,2-6-16 16,4-1-4-16,1 0-71 16,5 2-94-16,12-30-354 15</inkml:trace>
  <inkml:trace contextRef="#ctx0" brushRef="#br0" timeOffset="38787.35">15423 6250 1844 0,'0'2'270'0,"2"-2"-226"0,3 4 16 0,2-2 64 0,8 4-53 0,1-2 2 15,4-4-1 1,0 0-55-16,1-2 28 0,-2-4-45 16,-3 2 10-16,1-2 0 15,-5 0-10-15,-3 2-14 16,-5-6 4-16,0 4-35 16,-6 0 45-16,-2-2-31 15,-5 2 11-15,-11 4 11 16,-5 6 18-16,-8 6-8 15,-1 4-1-15,5 8-9 16,5 0-6-16,13 4 15 16,9 1-7-16,8-2 6 15,13 0 2-15,7-7 13 0,8-3-9 16,3-4 8 0,5-5-26-16,1-6 8 0,1-2-103 15,2-5-76-15,0-1-137 16,54-28-665-16</inkml:trace>
  <inkml:trace contextRef="#ctx0" brushRef="#br0" timeOffset="39267.8">15996 6314 1594 0,'-14'4'231'16,"-1"2"-172"-16,-18 8 31 15,-3 2-30-15,1 2 30 0,8 2-45 16,5 1-27 0,5-7 24-16,11 0-23 0,6-5 13 15,4 0 13-15,3-3-21 16,5-3 66-16,0-3-9 16,9-1-35-16,1-3 23 15,7-9-24-15,7 2-13 16,-3-7 7-16,-2-4-6 15,-4-3 43-15,-6-3-40 16,-6-4-27-16,-11-4 12 16,-4-6-21-16,-8-2 1 15,-9-8-1-15,4 2-1 16,3 2-7-16,0 9 8 0,6 7-28 16,-1 16 28-16,5 4-6 15,5 12-17-15,-5 6-1 16,0 12 2-16,0 12 22 15,4 16 0-15,3 11 0 16,4 1 8-16,4-4 3 16,4 0-10-16,-2-10-2 15,1-9 3-15,-5-8-17 16,1-8 15-16,1-3-150 16,-3-6-203-16,23-5-497 15</inkml:trace>
  <inkml:trace contextRef="#ctx0" brushRef="#br0" timeOffset="44118.1">18729 5921 586 0,'0'0'912'0,"0"0"-784"0,-2 0-100 0,2 2 70 0,0-2-43 0,0 0 11 16,2 0-4-16,-2 2-11 15,0-2 0-15,0 6-15 16,4 2 7-16,-2 10 80 16,2 9-69-16,2 6-1 15,3 7-4-15,-1 7-25 16,-2-1 14-16,3 0-38 0,-1-6 6 15,0-4 7 1,0-10-13-16,-3-4-8 0,-3-8 8 16,0-6 1-1,-2-1 8-15,2-4-9 0,-2-3 0 16,0 2 1-16,0-2-1 16,-2-2 0-16,0 0 7 15,-5-7-7-15,-1-5-30 16,-2-11-3-16,2-5-3 15,1-6 34-15,1-4-41 16,2-6 8-16,0 0-5 16,4-1 5-16,0 1 35 15,2 2-41-15,6 2 1 16,3 4 34-16,4 2-35 16,3 8 19-16,4 4-17 0,3 6 1 15,6 2 23-15,0 2-12 16,3 6 24-16,1 4 3 15,-4 6 0-15,-6 6 1 16,-3 12 21-16,-6 6 17 16,-3 6 30-16,-7 8-43 15,-3 4-20-15,-8-6 75 16,-6 1-68-16,-2-7 11 16,-3-6 15-16,-1-4-15 15,1-6 26-15,-4-4-50 16,2-4 0-16,0-4 14 15,1 0-14-15,5-4 0 16,3-2 9-16,3 0 0 16,2-2-6-16,1 0-3 0,3 0-14 15,3 0-10-15,5 4 24 16,3 4 0-16,7 2 15 16,11 6 9-16,0 6 26 15,0 4-44-15,3 0 0 16,1 2 31-16,-2-2-37 15,-2-4 1-15,2-2 6 16,0-2-6-16,-6-6 12 16,1 0-13-16,-3-3-48 15,-7-4-27-15,-8 3-133 16,-1-4-101-16,-7-10-951 16</inkml:trace>
  <inkml:trace contextRef="#ctx0" brushRef="#br0" timeOffset="45171.74">19479 6128 772 0,'2'0'891'0,"2"0"-792"0,5 2-66 0,5-2 72 0,4 0-23 0,4 0-17 16,2-2 17-16,-1-2-44 15,2-4 4-15,-2 2-8 16,0-2-23-16,-9 2 29 0,3-6-26 15,-8 3-14-15,-5 0 56 16,-4-1-55-16,-2 0 6 16,-7 2-7-16,-4 2 0 15,-9-1 0-15,-5 3 0 16,-2 8-3-16,-9 3 2 16,3 3 1-16,-2 4 0 15,6 4 0-15,5 4 0 16,4-2 27-16,8 4-27 15,5 0 1-15,9-2 20 16,6-4-20-16,6 0 9 16,5-6 1-16,6 0-1 15,6-4 46-15,4-2-32 16,1-6-18-16,4-2 35 0,6-2-40 16,1-4-2-16,0 2 0 15,-3-4-95-15,-3 2-118 16,38-22-160-16</inkml:trace>
  <inkml:trace contextRef="#ctx0" brushRef="#br0" timeOffset="46634.66">20056 5970 1136 0,'-3'0'590'0,"3"0"-485"0,-3 0 0 0,3 0 28 0,3 0-29 0,-3 0 5 0,3 0-38 0,-3 0-40 0,0 0 22 16,2 4-43-1,-2 7 10-15,0 6 29 0,0 6-8 16,5 4 11-16,1-1-52 16,3 0 11-16,2-2 2 15,2-4-13-15,0-4 0 16,3-2-1-16,-1-6 7 15,2 0 9-15,-5-6-15 16,2 0 0-16,1 0 11 16,2-2-11-16,0-2-15 15,-1-2 6-15,-3-4-1 16,1 2-8-16,-3-2 15 16,-3-6-27-16,0 0 22 0,5-6-28 15,-7-2 5 1,6-1-11-16,-4 0-12 0,3 2 27 15,1 3 1 1,-1 4 26-16,0 4-9 0,2 2 9 16,0 4-13-16,4 2 13 15,-2 4-15-15,1 6 13 16,-3 5 2-16,3 5 0 16,-5 4 11-16,0 2-10 15,-2-2 0-15,0-2 13 16,-5-2-13-16,1-6 30 15,-4-2-31-15,-1-6 1 16,0-2 20-16,0-2 3 16,0-2 17-16,0 0 14 15,6-2-4-15,0-10 5 0,5-2-56 16,5-4 0-16,3-8-11 16,4 3-11-16,-3 2-17 15,7 5 7-15,-2 4 22 16,-1 5-1-16,0 9 11 15,-9 6-4-15,1 4 2 16,3 9 2-16,-8-1 0 16,-1 4 0-16,2-2 0 15,-8-4 2-15,-1 2-2 16,-3-6-59-16,-3-2-31 16,-8-2-144-16,-42-2-312 15</inkml:trace>
  <inkml:trace contextRef="#ctx0" brushRef="#br0" timeOffset="46869.14">20131 5725 2107 0,'0'-2'333'0,"0"2"-257"0,0 0 10 16,0 0 4-16,0 2-81 0,2 0-9 0,7 6-14 0,12 6 14 16,5 4-13-1,12 4-199-15,66 20-306 0</inkml:trace>
  <inkml:trace contextRef="#ctx0" brushRef="#br0" timeOffset="47401.08">21341 5711 474 0,'-9'-4'1141'0,"3"0"-1007"15,-6-4-59-15,-1 2 21 16,-3-1-47-16,-1 2-2 16,-6-1 8-16,4-2 52 15,-2 4-46-15,5-1 1 16,3 4 5-16,-3-2-35 15,3 3-10-15,0 3-7 16,-3 1-6-16,3 2 45 16,-3 8-19-16,-4 2-23 15,3 6 28-15,2 2-10 0,1 4-10 16,7 6-1-16,5 2-19 16,8 4 34-1,5 2-34-15,7 2 0 0,5 4 9 16,-1-2-7-16,0 3-1 15,-1-3-1-15,-4 2 6 16,1 0 0-16,-7 0-6 16,-3-2-3-16,2-3 2 15,-8-6 1-15,-2 0-24 16,-2-5-18-16,-4-6-103 16,-4-4-26-16,-1-6-74 15,-36-6-46-15</inkml:trace>
  <inkml:trace contextRef="#ctx0" brushRef="#br0" timeOffset="47601.35">21012 6174 1750 0,'13'-4'225'0,"5"-4"-117"0,11-4 30 0,7 2-68 0,1 4-25 0,3 2 24 16,3 2-57-16,1-2-12 16,0 2-84-16,3-6-187 15,58-10-708-15</inkml:trace>
  <inkml:trace contextRef="#ctx0" brushRef="#br0" timeOffset="47934.41">21553 5955 1554 0,'-11'8'210'0,"4"0"-117"16,-4 9 16-16,0 2 55 15,7 2-68-15,1 1-45 16,6-2 3-16,3 0-47 0,9 0 43 15,6-6-34 1,3-4-8-16,5-6 19 0,2-4-21 16,-4-2-6-1,-3-4 38-15,-6-2 14 0,1-6 32 16,-9 2-52-16,-5-5-2 16,-5 2 25-16,-9-3-40 15,-7 4-13-15,-1-2-2 16,-4 3-44-16,-3 3-38 15,0 2-167-15,-12-6-229 16</inkml:trace>
  <inkml:trace contextRef="#ctx0" brushRef="#br0" timeOffset="48302.06">21872 5853 1580 0,'0'0'275'15,"4"2"-163"-15,9 4 25 16,1 4-16-16,6 6-10 16,4 4-63-16,3 4-7 15,-2 2 26-15,2 1-52 16,-8-1 39-16,-3-4-54 15,-7-2 2-15,-7-11-2 16,-4 0 1-16,-2-4 0 16,-5-2-1-16,-3-3 0 0,3-3 47 15,1-4-26-15,3-5 10 16,5-9 40-16,7-3-29 16,4-6-35-16,9 2-7 15,4-2 0-15,10 6-10 16,4 4-88-16,4 4-169 15,60-12-237-15</inkml:trace>
  <inkml:trace contextRef="#ctx0" brushRef="#br0" timeOffset="48670.03">22544 5873 1612 0,'0'0'509'16,"-2"-2"-440"-16,-5 2 17 16,-1-2-13-16,-11 2-56 15,4 0 58-15,-5 2-9 16,-1 6-9-16,-2 4 13 15,-2 2-20-15,-2 2-19 16,9 2-3-16,-1 0-27 0,9 2 37 16,4-4-38-1,1 2 0-15,7 0 18 0,3 3-6 16,7-7-10-16,3 4 4 16,3-4 4-16,9-6 7 15,-1-2-17-15,8-4-120 16,4-2-137-16,53-24-362 15</inkml:trace>
  <inkml:trace contextRef="#ctx0" brushRef="#br0" timeOffset="49304.84">22765 6043 340 0,'5'3'1290'0,"3"-3"-1147"0,7 4-61 0,6 0 56 0,8-2-66 0,0 2-10 16,2-4 31-16,-2-3-15 15,-2 2 7-15,-2-9-32 16,-4 3-25-16,-5 0 47 16,-5 0-43-16,-4-2-23 15,-7 0 14-15,-5 4-23 0,-3-5-18 16,-8 2 17-16,-6 3-2 15,-9 5-3-15,-3 2 6 16,3 6-1-16,4 9 1 16,5-2 7-16,4 10-6 15,7 3-1-15,11-2 0 16,9 0 20-16,9-2-20 16,6-4 0-16,8-6 4 15,5 0 10-15,3-8-4 16,5-2-10-16,1-4-44 15,0-4-154-15,65-26-369 0</inkml:trace>
  <inkml:trace contextRef="#ctx0" brushRef="#br0" timeOffset="50737.68">23379 6029 1363 0,'8'5'314'15,"-2"-1"-220"-15,7 8 74 16,8-2-54-16,-1 4-49 16,4-2 37-16,-4 4-48 15,5-2 27-15,-3 2-23 16,-6 0-50-16,-3-4 37 15,-6 0-45-15,2-4-7 0,-7 0 7 16,-2-2 2 0,-2-4-2-16,-1-2-1 0,-3 0 1 15,4-2 29-15,-3-4-2 16,0-2-20-16,-1-8 7 16,1-2-8-16,3-2-5 15,4-2-1-15,5-4-31 16,2 4 25-16,4 0-42 15,2 5-2-15,2 10 19 16,1 4-19-16,-1 3 35 16,-3 7 3-16,-1 4 8 0,-3 2-13 15,0 5 17 1,-3 4-16-16,1-3 14 16,-5 0-8-16,-1-3 9 0,0-2-8 15,-2-8 9-15,2-2 8 16,-2-2-8-16,-2-4 9 15,2 2 24-15,0-4 15 16,2-2-21-16,6-4-27 16,0-4-21-16,7-4 15 15,3 0-10-15,7 0-16 16,-4 4 19-16,0-1-1 16,-3 8 2-16,0 3 3 15,-2 4-3-15,-3 4 6 16,-2 3 6-16,5 8 0 0,2-1 1 15,3 2 0-15,6 0 7 16,2-6-8-16,5 2 0 16,-5-8 38-16,2 0-37 15,-4-4 11-15,-9-2 20 16,0 0 11-16,-9-2-8 16,-3-6 13-16,-4 2-39 15,1 0 42-15,-3-4-48 16,-7 6 3-16,1-4-9 15,-6 3 3-15,-8 6-12 16,2 2 11-16,-4 4 1 16,2 7-26-16,0 2 26 15,7 4-7-15,5 4 6 16,4 0 1-16,4 0-18 0,7-4 9 16,2-6 9-16,2-2 7 15,5-4-7-15,-3-4 0 16,5-2 6-16,2-2 0 15,0-2 0-15,3-6-6 16,-4 2 8-16,6-4 7 16,-5 0-15-16,0-2-21 15,0 2 20-15,-4-2 0 16,-5 8-5-16,-7 2 0 16,-2 4-25-16,-2 6 29 15,0 8-28-15,0 4 29 16,0 10 1-16,-2 0 10 15,0-2-8-15,2-6-2 16,2-8 1-16,-2-2 31 16,2-7-23-16,0-3 19 0,3-9 50 15,4-1-33-15,4-10-34 16,3-4-11-16,6-2-20 16,-4 2 20-16,7-2-66 15,-6 6-8-15,4 4 13 16,-5 6 5-16,-5 8 17 15,-4 4-28-15,-5 6-12 16,1 6 78-16,0 4-10 16,1-2-11-16,1-2 22 15,6-2 0-15,-2-4 7 0,1-2 25 16,7-6-23-16,2-2 72 16,0-4-48-16,2-6-17 15,-1-2 35-15,-5-4 18 16,-2-2-22-16,-2-2 10 15,-7 0-15-15,2-4 22 16,-8-2-49-16,0-9-14 16,-3 3 23-16,-2 2 8 15,2 2-5-15,2 10 10 16,1 10-1-16,0 6 33 16,1 4-69-16,-1 2-22 15,0 0 4-15,3 8-8 16,0 6 26-16,-1 8-1 15,5 6 2-15,-1 0 5 0,1 2-6 16,-1-1-8 0,0 1-1-16,-4-2-69 0,-2 0-84 15,0-6-150-15,0-4-49 16,2-12-397-16</inkml:trace>
  <inkml:trace contextRef="#ctx0" brushRef="#br0" timeOffset="50919.67">24692 6092 1272 0,'-2'-8'567'0,"2"2"-279"0,2-11-7 0,5 8-125 0,7-5-42 0,7 4-30 0,4-1-11 15,6 8-19-15,4-1-43 16,4 0 36-16,3 4-47 16,0-4-12-16,-1-1-14 15,-6 5-173-15,-6-4-318 0,18-18-515 16</inkml:trace>
  <inkml:trace contextRef="#ctx0" brushRef="#br0" timeOffset="51885.84">18930 6641 821 0,'0'0'1020'0,"0"0"-888"0,3 0-19 0,-3 0-23 0,0 0-21 0,0 4-23 0,0 0-13 15,0 8 59-15,2 8 26 16,-2 14-50-16,0 3 26 16,0 4-58-16,-2 4-22 15,2-1 14-15,0-4-19 16,-3 2 2-16,1-10-11 16,0-2 7-16,2-12 2 15,0-3-9-15,2-10-3 16,0-1 3-16,1 0 6 15,3-4-6-15,8 2 22 16,8 1-14-16,12-6 49 16,8 1-51-16,4-4-5 0,4 0 11 15,-1 0-12 1,-5 0-11-16,-4 0-89 0,-2-2-200 16,40-22-367-16</inkml:trace>
  <inkml:trace contextRef="#ctx0" brushRef="#br0" timeOffset="52355.88">19479 6860 1967 0,'13'-2'201'0,"1"2"-92"16,17-4 7 0,4 2-32-16,3-4-36 0,-3-2-15 15,-1-5-9-15,-5 2-20 16,-5-3 8-16,-7-2-24 16,-7 3 6-16,-8-5-84 15,-2 0 53-15,-8 7-26 16,-10-4 7-16,-7 8 31 15,-8 0 25-15,-1 5-8 16,1 4 8-16,2 5 0 16,6 0 0-16,6 8 29 0,3 4-13 15,0 3 28-15,10 2-43 16,1 2 50-16,5-1-51 16,9 0 0-16,2-2 22 15,9-1 11-15,2-6-9 16,7-2-2-16,4-4-21 15,6-2 8-15,3-6-9 16,2-2-127-16,3-6-85 16,5-4-110-16,79-24-879 15</inkml:trace>
  <inkml:trace contextRef="#ctx0" brushRef="#br0" timeOffset="53064.96">20300 6685 1239 0,'-4'-1'493'0,"0"1"-415"0,-5-3-18 0,-9 7 63 0,3 4-49 0,-10 4 31 16,0 7-30-16,-2 2-15 15,0 4 34-15,10 1-25 16,3 0-69-16,8-2 37 15,6-5-37-15,4 0-3 16,6-5 3-16,5-4 1 16,10-4-1-16,1-4-6 15,10-4-17-15,-3-4 10 16,3-4-1-16,-3-4-13 16,-6-5 6-16,0-3-13 0,-7-1 8 15,-7 0-2-15,-6 4 5 16,-5 6 23-16,-7 5 6 15,1 7-6-15,-9 5 0 16,2 6-1-16,-3 8 0 16,6 1-25-16,-2 6-17 15,10 1 8-15,10-6-52 16,1-2 24-16,2-6 41 16,5-4 2-16,-2-6 2 15,1-4 8-15,4-2 2 16,-9-2-8-16,5-6 11 15,-7-4-5-15,-1 0 10 16,1-4-24-16,-4 0 18 16,1 0 5-16,-3-3 1 0,1 8 31 15,4-4-29-15,2 3 8 16,9 7 7-16,2-2-8 16,2 7 7-16,1 6-10 15,0 6 0-15,2 2 30 16,-5 10-36-16,4 0 1 15,-4 4 18-15,-1 1 17 16,-8-10 2-16,-5-1 14 16,-5-7-29-16,-3-3 43 0,-3-4-26 15,1-2-17 1,0 2 17-16,0-2 5 0,-2-5 3 16,2-4-27-1,2-3-12-15,4-8-18 0,7-3 9 16,9 1-99-16,5 2-30 15,10 2-126-15,67-12-462 16</inkml:trace>
  <inkml:trace contextRef="#ctx0" brushRef="#br0" timeOffset="54134.74">21199 6756 1729 0,'2'0'196'0,"0"0"-149"0,0 4 86 0,7 3-25 0,0 4-22 16,-2 0 13-16,2 3-32 15,-1 5-17-15,2-1-1 16,-4 0-37-16,1-6 27 16,-3 2-39-16,-2-8 0 15,-2-4 0-15,3-2 6 16,-6 0 2-16,3-2 8 16,-2 2-15-16,2-2 48 15,-2 0-35-15,2-10 4 0,2 0-18 16,3-12-38-16,1-3-25 15,14-5-39-15,7 2-70 16,9 2 61-16,4 4-57 16,-2 6 45-16,-2 8 36 15,-9 8 60-15,-8 4 19 16,-7 6 8-16,-1 8 0 16,-5 2 31-16,-2 10-13 15,6 0-17-15,1 1 7 16,5-5 17-16,3-2-23 15,6-4 17-15,2-8-19 16,2-2 48-16,2-4-37 16,-4-2-1-16,0-4 10 15,-5-4 4-15,-2 0 1 16,0-2 10-16,-7-4-13 0,3-2 32 16,-1-4-54-16,-4-3 1 15,1-1 8-15,-6 4-8 16,-4 4 14-16,-2 5-6 15,-2 4 0-15,-2 3-15 16,2 2 6-16,-3 4-33 16,-2 7 21-16,1 3 4 15,1 5-17-15,5 2-7 0,5-2-11 16,4-5 37 0,2 0-18-16,0-3 12 0,5-3 12 15,1-6 6-15,6-2-6 16,1-4 0-16,1-6 6 15,2 0 7-15,-10-5-13 16,1-3-5-16,0 0 4 16,-2-1-34-16,1-2-76 15,-1 6 33-15,-1 2-16 16,1 7 86-16,-7 2-5 16,-3 10-4-16,2 2 17 15,-2 9 22-15,1-3-4 16,-3 8 11-16,0 0 4 15,4 0 43-15,-2-1-16 16,-1-2-22-16,1-7 2 0,-4-4-19 16,4-6-4-16,-6-2 8 15,3-2 34-15,2-6 74 16,2-4-92-16,1-4-23 16,0-8 3-16,7 2-15 15,-2 0-6-15,3-3-20 16,5 7-25-16,2 4 45 15,-1 8-38-15,1 6 13 16,1 6 10-16,-6 7 4 16,2 9-1-16,-2 0 11 15,0 3-33-15,-5 0-22 16,-4-3-130-16,-2-4-12 16,-5 4-442-16</inkml:trace>
  <inkml:trace contextRef="#ctx0" brushRef="#br0" timeOffset="54351.49">21854 6491 1997 0,'2'0'282'0,"2"-2"-225"0,5 0-32 0,5 2-9 0,6 2-16 0,2 2-6 0,7 6-36 0,2 2-171 0,50 12-290 15</inkml:trace>
  <inkml:trace contextRef="#ctx0" brushRef="#br0" timeOffset="54885.03">22832 6645 2039 0,'-2'0'249'0,"2"0"-143"15,-2 0 4-15,-1 0-79 16,-4 0-28 0,-4 2 14-16,-3 2-1 0,-1 4-16 15,2 4-9-15,4-2 3 16,2 2 6-16,5-3 0 16,4 0 0-16,5 0 0 15,5 0-4-15,3 1 4 16,1-2-9-16,5 2 9 15,-2 4 6-15,-2 4-5 16,3 11-1-16,-4 11-6 16,-1 20-6-16,1 18 24 15,0 18-5-15,4 12 34 16,-1-3-19-16,4 1-1 16,-7-22 11-16,-7-18-23 0,-14-25 19 15,-17-23-20-15,-18-16 2 16,-12-18 23-16,-6-12-10 15,6-18 2-15,6-9 20 16,13-3-19-16,17 0 73 16,16-2-81-16,14 2-18 15,19 0-6-15,11 8-35 16,14 14-37-16,10 9-54 16,1 14-193-16,78-8-484 15</inkml:trace>
  <inkml:trace contextRef="#ctx0" brushRef="#br0" timeOffset="57467.92">5113 7387 1330 0,'0'0'354'0,"0"0"-240"0,3 0 16 0,-3 0-14 0,0 0-8 0,0-2 6 16,0 2-23-16,0 0-31 15,0-2-27-15,0 4-21 16,3-2 53-16,-6 0-41 15,6 0-11-15,-3 4 28 16,0 4-41-16,4 12 37 16,-4 12 41-16,5 12-48 15,-3 6 32-15,4 7-56 16,1-7 1-16,-3-2 9 16,1-6-16-16,0-8 0 15,-3-6 0-15,0-6 7 16,-2-4-26-16,4-8 17 15,-2 1-77-15,-2-6 20 16,3-1-79-16,-3-2-57 16,0-2-151-16,-9-20-708 0</inkml:trace>
  <inkml:trace contextRef="#ctx0" brushRef="#br0" timeOffset="60169.14">2748 8183 784 0,'9'-2'651'0,"-3"0"-522"0,13 0-30 0,2 0 45 0,4 0-84 16,6 0-23-16,3 0 35 16,-1-4-24-16,5 2-4 15,-4-2 14-15,-1 0-34 16,3 0 11-16,1-2-35 16,5 2 6-16,3-4 2 15,2 2-8-15,2 0-1 16,5-2 1-16,2 2 0 15,1-2 2-15,3-2-2 0,-2 2 0 16,-2 0 3 0,2 0-3-16,0-4-1 0,-2 4 1 15,4-2 0 1,-2 2-1-16,4 0 1 0,-1 0 0 16,-2-1-5-16,6 0 5 15,-2-1 0-15,1-1-1 16,-3 3 2-16,-1-2 0 15,-8 6-1-15,0-2-9 16,-3 4-1-16,-4 0 10 16,-3 2-11-16,-2-2 10 15,0 0 1-15,4-2-8 0,-1-3 8 16,6 2-1 0,-4 1-5-16,0-3 6 15,1 4 0-15,-2 1 0 16,-1 0 0-16,-3 2-1 15,0 2 1-15,1-2-9 0,1-2-8 16,0 2 10-16,3-2-1 16,-3 0 1-16,5-2 7 15,-3-2-9-15,3 4 9 16,0-2 0-16,-6 4-9 16,2-2 9-16,-3 2-1 15,-4 2 0-15,-5-4 2 16,-2 4 2-16,0-2-3 15,2 0-1-15,0 0 1 16,5 0 0-16,2-2-1 0,0 2 0 16,0-2 1-16,-3 2 4 15,0-2-4-15,-4 4 0 16,0-2 7 0,1 2-7-16,5-2-6 0,-6 0 6 15,4 0 0-15,3 0 10 16,-2 0-10-16,3 0 0 15,0-2 0-15,1-2 0 16,0 2 0-16,-2 2 5 16,2 0-5-16,2 0 26 15,-7 0-26-15,4 0 0 16,-3 0 26-16,-3 2-26 16,0-2 0-16,3 0-1 15,-1-4 1-15,6 4 5 16,-1-2-5-16,2 0 0 0,-1 2 3 15,-4 0-3 1,1 0-1-16,-5 0 0 0,3 2 1 16,-5-4-3-16,2 4 3 15,4-2 0-15,-4 2-6 16,1-2 7-16,-8 2-2 16,2-2 0-16,0 2 1 15,0 0 5-15,3-2-5 16,1 2-18-16,3 0 9 15,6 0 4-15,-3 2-7 16,1-2-10-16,2 2 17 16,-5-2-5-16,-1 2 10 15,-1-2-12-15,-1 2-2 16,0-4 11-16,1 2 2 16,-3 0-8-16,0 0-4 0,-2 0 11 15,0 0-31-15,2 2 32 16,-4-2-10-16,2 4 11 15,0-2 0-15,-4 0 0 16,-4-2 0-16,0 2 7 16,-1-2-7-16,-5 2 0 15,1-2 7-15,-5 2-7 16,3-2-1-16,-1 2 0 16,5-2 1-16,-3 2 3 15,6-2-3-15,-6 0 0 16,1 2 1-16,-3-2-1 15,-5 0 0-15,-2 0 0 0,-4 0 9 16,-2 0 39 0,-2 0-27-16,4 0 24 0,-2 0 11 15,0-2-40-15,0 2 2 16,0 0 0-16,0 0 5 16,0 0 20-16,0 0-28 15,0-2-13-15,0 4 43 16,0-4-23-16,0 2 14 15,0 2-18-15,-2-4-12 16,2 4 27-16,0-2-33 16,2-2 0-16,-4 2 27 0,4 0-25 15,-4 0 19 1,2 0 1-16,0 0-5 0,0 0 35 16,0 0-31-16,0 0-19 15,0 0 49-15,0 0-51 16,0 0 1-16,0 0-1 15,0 0 9-15,0 0-12 16,0 0 3-16,0 0 0 16,0 0-5-16,0 0 5 15,0 0-1-15,0 0 0 16,-6 14 1-16,5-8 10 16,1 2-10-16,0 2 0 15,0-2-6-15,0 6 7 16,1 4-1-16,3 2 5 15,-2 4-4-15,-2-2 13 16,2 0-14-16,0 0 0 0,-2-2 24 16,0-1-16-16,-2-5 4 15,4 0-5-15,-2-6-6 16,2 3 16-16,-2-2-17 16,2 0 0-16,1 4 6 15,-1-3-6-15,0 2 0 16,2-2 4-16,-2-2-3 15,-1-2 16-15,3-2-17 16,-4-4 0-16,0 2 14 16,0-2-8-16,0 0-3 15,0 0-3-15,0 0 1 16,0 0 3-16,0 0-4 16,0 0 0-16,0 0-3 0,0 0 3 15,-5 2-73-15,-8 8-191 16,-76 18-361-16</inkml:trace>
  <inkml:trace contextRef="#ctx0" brushRef="#br0" timeOffset="62902.7">3298 8247 892 0,'0'-2'958'0,"0"4"-813"0,5-2-92 0,-1 2-53 0,1 5 21 0,6 2 66 0,2 1-14 15,9 4-1 1,7-6 9-16,5-2-12 0,11-9 0 15,13-9-64-15,8-13 1 16,12-13 16-16,9-6-22 16,6-8-6-16,5-2 6 15,3-2 14-15,3 2-7 16,2-4-7-16,0-4-4 16,-1-3-13-16,0 3 13 15,-16 6-43-15,-9 9 16 16,-22 18 1-16,-18 11 3 15,-18 11-23-15,-12 7-10 16,-10 13 54-16,-14 6 12 16,-8 18 44-16,-9 11 8 15,-3 4-25-15,-4 6-7 16,9-1-26-16,4-10 0 16,10-7 3-16,-1-7-3 0,10-9 0 15,1-5 5-15,8-6-4 16,1-1-2-16,12-10-16 15,6-2-19-15,11-10 30 16,14-10-51-16,11-6 14 16,9-13-4-16,4-2-2 15,-1-6-2-15,3-1-18 16,4 0 9-16,2 4 49 16,-10 12 10-16,-5 8-8 15,-17 12 9-15,-11 12 0 0,-14 12 10 16,-11 16-9-1,-11 12 31-15,-8 12 43 0,-6 6-56 16,1-2-13 0,-6-10 6-16,13-10-11 0,4-13 7 15,8-7-8-15,13-10 0 16,3-8 28-16,11-6-27 16,14-10-1-16,9-6 6 15,10-9 2-15,8-3-11 16,4-2 3-16,7-6 0 15,2 0-12-15,0 2 12 16,-5 6-8-16,-10 8 8 16,-10 14-1-16,-20 12 0 0,-15 8-22 15,-14 12 23-15,-11 4 30 16,-6 6-6-16,-7-2 5 16,1 0-4-16,4-4-13 15,1-4 24-15,5-5-35 16,3-2-1-16,2-4 36 15,6-2-36-15,6-3 0 16,8-4 29-16,12-6-1 16,17-10-3-16,8-8-25 15,17-6 0-15,9-10 7 16,1-2-7-16,-4 0 0 16,-8 5 5-16,-17 12-4 15,-18 13-2-15,-13 10-10 16,-16 13 1-16,-13 16-8 15,-7 13 18-15,-6 6 0 16,-3 0 3-16,3 0-3 16,9-6 6-16,6-8-6 0,11-9-31 15,14-12 16-15,10-5-18 16,19-13-27-16,13-10-29 16,14-1-14-16,6-6 25 15,3 0 9-15,3-2 12 16,-1-2 45-16,-3 2-56 15,-6 4 38-15,-16 8 30 16,-15 12-2-16,-30 12 2 16,-17 12 17-16,-17 6 74 15,-5 8 19-15,-7-4-43 16,3-4-10-16,9-4 20 0,1-6-34 16,7-8-11-1,6-2-19-15,13-6-13 0,16 0 56 16,15-6-55-16,21-6-1 15,25-2-39-15,67-12-24 16,-101 12 44-16,48-12 7 16,-2 0 12-16,-22 4 4 15,-22 6 8-15,-21 14 0 16,-22 10 17-16,-19 6 43 16,-17 10 67-16,-8 6-49 15,-4 4-63-15,2-6 44 16,14-10-55-16,5-7-15 0,8-4 0 15,11-5 14 1,12-2 6-16,16-6-4 0,17-2-4 16,13-4 13-16,2-4-26 15,2-6-12-15,3 2 12 16,-1-2 11-16,2 0-7 16,0 0-4-16,-1 0-36 15,-9 2-105-15,51-56-552 16</inkml:trace>
  <inkml:trace contextRef="#ctx0" brushRef="#br0" timeOffset="74719.2">2001 8885 1396 0,'0'0'323'0,"3"2"-181"0,-3-2-73 0,2 0-21 0,1-2 18 0,1 2 23 15,2-2-28-15,3 2-37 16,5 0 48-16,1 0-21 15,6 0-4-15,3-4-16 16,7 4-17-16,7-2 28 16,0 2-42-16,2 0 1 15,-7 0-5-15,-2 2 4 16,-8-2-35-16,-7 4-56 16,-6-2-16-16,-5 0-46 15,-5 0-39-15,-2 2 39 16,-5 0 80-16,-1 2-38 15,-6 0-62-15,-4-2 115 0,7-4 58 16,0 0 154-16,4-2-37 16,0 2-17-16,3-2 23 15,1 2-34-15,3 0 5 16,3 0 7-16,-3 0-26 16,2 4-17-16,-2 4-38 15,0 8 43-15,0 10 21 16,0 6-48-16,2 8-14 15,5 7-7-15,-5 1-13 16,1-2-4-16,-3-6-88 16,0-4-150-16,0 28-90 15</inkml:trace>
  <inkml:trace contextRef="#ctx0" brushRef="#br0" timeOffset="75236.95">2433 9133 1603 0,'3'0'315'0,"-3"0"-201"0,0 0-50 0,3 0-17 0,1-1-29 0,5-1-17 0,9 0 56 15,3-2-34-15,4 2 4 16,0 2-6-16,-3 6-2 15,-2 2 28-15,-4 6-23 16,-1 5-14-16,-1 6 37 16,-5 5-47-16,-5 2 1 15,-2 0 4-15,-4-4-4 16,-7-6 10-16,-2-8-11 0,0-2 0 16,2-8 12-1,-1-5-11-15,4-8-2 0,0-9-43 16,10-10 14-16,1-10 24 15,10-4 6-15,8-4-34 16,-2 8 8-16,11 0-16 16,0 10-3-16,2 6-37 15,1 8-77-15,-4 7-83 16,26 3-1207-16</inkml:trace>
  <inkml:trace contextRef="#ctx0" brushRef="#br0" timeOffset="76352.53">3142 9043 747 0,'-2'0'937'0,"2"-1"-736"0,-5 1-138 0,-1-3-26 0,0 3 76 0,-6 0-26 0,-1 3-42 0,-10 1 4 15,-2 7-17-15,-3 7 16 16,-4 4-33-1,6 7-14-15,2-1 41 0,10 2-42 16,5 2 0-16,9-6 0 16,11 0 6-16,-1-6 4 15,5-6-10-15,1-2-3 16,-1-6-13-16,3-6 16 16,5-2-12-16,0-8 6 15,0-2-5-15,2-8 10 16,-6-2-46-16,1-2 13 15,-3-2 26-15,-7 0-2 16,-1-1 9-16,-3 6-4 0,-2 2 5 16,-4 9 21-16,-4 2-21 15,2 5-11-15,-2 3 3 16,4 2-1-16,-2 7-4 16,-2 1 13-16,1 11 0 15,3 3 0-15,5 0-3 16,5 0 1-16,7-4 2 15,1-4 0-15,3-6-1 16,2-6 1-16,-1-2 1 16,5-4 22-16,-3-4-23 15,5-2 0-15,0-6 12 16,0-4-12-16,2 2 0 16,-2-4 0-16,-4-4 1 0,-2 2 9 15,-10 2-10-15,-9 4 0 16,-1 5 8-16,-3 10-8 15,-3 1-1-15,-1 4-17 16,-3 6 18-16,-4 8 2 16,-1 5-2-16,8 2-9 15,8-3-6-15,8-2 15 16,-1-4-12-16,4-6 12 16,1-4 5-16,-2-4 18 15,-1-4-23-15,0-4 6 16,-3-2 48-16,0-6-33 15,3-2-5-15,1 2-2 16,-1-6-13-16,1-1-1 16,6-1-20-16,0 1-46 15,5 6 66-15,-4 5-22 0,2 6 14 16,-7 8 7 0,-1 9 1-16,-5 2 10 0,-2 6-10 15,-1 1 0-15,-3-2 39 16,0-4-31-16,4-6-1 15,-6 0 16-15,-2-8-13 16,0-2 17-16,0-2-7 16,0-2 19-16,2-4 66 15,0-4-80-15,3-6-19 16,1-6-6-16,-2 2 0 16,8 0-8-16,1 5-14 15,-3 8 1-15,3 3-2 0,0 6 22 16,0 3-14-16,3 5 9 15,2 6 6-15,-3 3-6 16,3-1-44 0,-3-2-64-16,-3-3 3 0,-8 2-120 15,-22 9-69-15</inkml:trace>
  <inkml:trace contextRef="#ctx0" brushRef="#br0" timeOffset="76570.13">3524 8871 2121 0,'0'0'261'0,"2"2"-206"0,0 2-44 16,0 6-10-16,2 2-2 0,3 6-153 0,5 30-223 0</inkml:trace>
  <inkml:trace contextRef="#ctx0" brushRef="#br0" timeOffset="77518.64">2231 9715 969 0,'0'-4'989'0,"0"4"-827"0,7-2-82 0,6 2-49 0,9-2 19 0,12 0 106 0,6-4-75 15,4 0-35-15,8-6 8 16,6 2-1-16,-5-2-10 16,1 4-43-16,-7 2-28 15,-7 2 18-15,-5 2-101 16,-6 2-62-16,-12 2-73 16,-5 2-76-16,-16 0-466 15</inkml:trace>
  <inkml:trace contextRef="#ctx0" brushRef="#br0" timeOffset="77703.61">2595 9729 1528 0,'-4'2'321'0,"4"9"-170"0,-3 3-41 16,3 8 7-16,3 6-44 15,1 3-47-15,2 0 47 16,1 1-64-16,-3 4-9 15,0-2-27-15,-4-2-195 16,5 22-278-16</inkml:trace>
  <inkml:trace contextRef="#ctx0" brushRef="#br0" timeOffset="78421.22">2895 9898 1197 0,'0'0'688'15,"1"2"-573"-15,7-1-97 16,1 4-7-16,6-3 17 15,1-4 25-15,7-4-16 16,-4-2-1-16,6-1-25 16,-5-6 35-16,2-2-46 15,-6 3 0-15,-5-2 12 16,-7 2-12-16,-1 4 12 16,-8 2-10-16,-4 2 22 15,-6 4-38-15,-10 4 14 0,-2 11-7 16,-4 2 7-16,2 3 13 15,7 7-5-15,4-1-8 16,8-1 0-16,9 0-6 16,10-5 6-16,4-2 0 15,12-6 4-15,4-4-3 16,2-6-1-16,9-4-1 16,2-6 1-16,7-4-7 15,-7 0 7-15,-3-2-11 16,-8-2 1-16,-4 3-35 15,-10 0-17-15,-3-2-14 16,-7 6-5-16,-5-5 69 0,0 3-18 16,-2-1-17-16,0 6 5 15,2-2 21-15,2 2 14 16,3 4 5-16,2 2 2 16,0 4 14-16,0 2-14 15,0 4 19-15,2 6 49 16,5 0-31-16,-1 4-14 15,1 0 10-15,0 0 31 16,-6-5 41-16,0-1-63 16,-6-4-4-16,-4-2 13 15,-4 4-23-15,-8-2 22 16,-3 4-17-16,-10-2-32 16,-6-2 28-16,-4 0-29 0,1-4-20 15,1-4-59 1,6-4-82-16,11-8-109 0,18-40-437 15</inkml:trace>
  <inkml:trace contextRef="#ctx0" brushRef="#br0" timeOffset="78705.87">3650 9541 1678 0,'0'2'345'0,"3"-2"-228"0,3 8-69 0,2 0 71 0,0 12-7 0,3 6-10 0,1 4-12 0,-2 6-63 16,3-4 35-16,4 0-62 16,-2-2 0-16,3-6 8 15,-7-6-7-15,-1-1-1 16,-2-5-10-16,-2-8-74 15,-1-1-39-15,-5 0-121 16,-7-3-50-16,-18-14-473 16</inkml:trace>
  <inkml:trace contextRef="#ctx0" brushRef="#br0" timeOffset="78869.09">3663 9665 943 0,'16'-6'931'0,"4"0"-718"0,23-6-109 16,4 4-23-16,6 0-17 16,1-2 10-16,-4 0-58 15,0-2-16-15,-1 2-49 16,55-16-247-16</inkml:trace>
  <inkml:trace contextRef="#ctx0" brushRef="#br0" timeOffset="85169.82">11974 7885 772 0,'0'0'947'0,"0"0"-793"0,-2-3-92 0,4 3-20 0,-2 0 9 0,2 0 12 0,-2 0-6 0,0 0 45 16,5 0-45-16,-3 0 3 15,5 0 3-15,4 0-12 16,5 3 13-16,6-3-43 16,0 1-21-16,5-1 44 15,-2-1-44-15,-4-2 0 16,4-2 1-16,-7 0-1 0,0 0 15 15,-7 1-15-15,-4-1 0 16,-5 1 14-16,-4 0-14 16,-5 3-10-16,-1-3 2 15,-10-1 8-15,-7 5-12 16,-6 2 12-16,-7 6 0 16,0 6 3-16,0 4-3 15,2 3 1-15,7 1-1 16,0 3 6-16,4 4-9 15,10-1 3-15,11 0 0 16,6-2 3-16,11 0-3 16,12-2 0-16,8-2 0 15,3-4 2-15,7-6 14 16,-6-4-16-16,10-6 0 16,-4-2 18-16,-2-8-18 0,-3 2-21 15,1-2-105-15,-4-4-180 16,36-30-172-16</inkml:trace>
  <inkml:trace contextRef="#ctx0" brushRef="#br0" timeOffset="85577.67">12460 7700 485 0,'-2'-4'1230'0,"2"2"-991"0,-2-4-118 0,0 4-5 0,0 0-1 0,2 2 34 0,0 0-89 16,0 0-18-16,0 2-21 16,2 4-5-16,-2 6 22 15,2 14 4-15,2 12-9 16,3 10 45-16,3 4-69 16,7 2 0-16,1-4 1 15,-3-3-9-15,3-5 11 16,-7-6-12-16,-2-10-26 15,-5-8 20-15,1-4-64 0,-5-6-67 16,0 2-155-16,11-8-212 16</inkml:trace>
  <inkml:trace contextRef="#ctx0" brushRef="#br0" timeOffset="86619.84">12716 7914 1585 0,'0'0'318'0,"0"0"-235"16,-2 3-11-16,2-6-5 15,0 6 49-15,0 1-25 16,-2 2-28-16,-3 10 9 16,3 2-25-16,0 6-16 15,0 4 40-15,4-4-56 0,5 0-6 16,1-2 3 0,8-4-6-16,-1-6 10 0,-1-2-16 15,1-4 0-15,2-4 21 16,-2-2-21-16,5-4 0 15,0-8 20-15,2 2-8 16,-2-8 7-16,5-4-19 16,-5-4 0-16,0 0 8 15,-7-2-8-15,-4 4-20 16,-2 3 20-16,-7 3 9 16,0 6 3-16,-4 2-12 15,-1 2 0-15,3 2-4 16,-3-2 4-16,3 2-12 15,0 2 11-15,2 3 1 16,0-2-2-16,0 6-11 16,0-3-10-16,0 3 1 15,2 4 14-15,0 4 5 0,3 1 3 16,-1 6 2-16,3 0-2 16,-1-5 0-16,8 1 0 15,-5-5 3-15,2 2-3 16,-2-5 0-16,6-5 12 15,-4-1-6-15,5 0 7 16,3-4-13-16,-7 3 0 16,4-1 11-16,-7-2-11 15,-2-3 0-15,-3 3 0 16,-2-1 9-16,0-4 4 16,0-2-13-16,1-1 0 15,-3-5-25-15,0-1 25 16,0 7-21-16,-3-6 9 15,6 7-5-15,-3-2 11 0,0 4-25 16,0 0 4 0,0 5 12-16,0 0-5 0,0-1 2 15,0 2 18-15,0 0 1 16,-3 0 19-16,3 2-20 16,0 0 0-16,-2 0 33 15,2 0-33-15,2 0-12 16,-2 0 12-16,5 0-15 15,0 2 9-15,8 2-16 16,0 3 22-16,5 2-3 16,5 1 4-16,-4 4-1 15,-1 0 1-15,-2 2 11 0,0-3 7 16,-7 2-19 0,6-1 0-16,-6-1 11 0,0 3-11 15,-4-6 0 1,-3 2 10-16,-2-5 2 0,0-2 14 15,-2 1-26-15,-1-4 1 16,1 0 42-16,-9 0-42 16,-2 2-1-16,-5 0 0 15,-9-2-18-15,0 0-81 16,3 0-114-16,-32-8-364 16</inkml:trace>
  <inkml:trace contextRef="#ctx0" brushRef="#br0" timeOffset="87785.93">11992 8097 1505 0,'0'-4'352'0,"3"2"-187"0,3-4-117 0,10 0 32 0,8-4 35 0,15-2 31 16,9-2-49-16,16-3-40 16,8-1 35-16,8-1-62 15,3-2-18-15,0 3 6 16,-4 0-17-16,2 3-1 16,-12 5-36-16,-5 2-134 15,-14 8-100-15,-19 4-106 16,-37 20-529-16</inkml:trace>
  <inkml:trace contextRef="#ctx0" brushRef="#br0" timeOffset="87955.05">12289 8147 1799 0,'7'0'330'15,"3"0"-279"-15,17-6-30 16,15 0 45-16,12-4-2 15,13-4-25-15,3 2-39 16,7-2-6-16,-2 4 6 16,83-6-294-16</inkml:trace>
  <inkml:trace contextRef="#ctx0" brushRef="#br0" timeOffset="89069.54">11981 8562 1599 0,'0'0'378'0,"0"0"-243"0,0 0-61 0,-5 2-17 0,5 2-9 0,-2 10-9 16,-2 6 18-16,2 10 43 16,2 9-71-16,4-3-16 15,5-3-4-15,5-4-1 0,1-7-3 16,5-8-5-16,-2-2 0 15,4-10 19-15,0-2-19 16,5-8 0-16,5-4 6 16,-3-8 0-16,4-4-6 15,2-5 0 1,-3-2 0-16,-8-4-9 0,-1 3 9 16,-12 4-22-16,-5 6 22 15,-6 4-7-15,-2 10-8 16,-2 2 4-16,-3 4 8 15,1 0-18-15,-4 4 21 16,1 0-13-16,3 6 11 16,-5 4-7-16,6 10 9 15,1 7 0-15,8 7 13 0,1-3-14 16,15 2 1-16,2-5 0 16,3-6 3-16,2-8-3 15,-1-8-4-15,-4-4-7 16,1-4 11-16,-4-4 9 15,4-4-9-15,-3-7-14 16,-3-3 14-16,-1-4 2 16,-5-3-2-16,-5-4-17 15,4 1-20-15,-10 0 1 16,2 4-45-16,-2 4 7 16,0 6 46-16,3 8 1 0,3 2-63 15,1 6 36 1,6 2 43-16,5 10 11 0,-2 4 8 15,1 8 8-15,-3 1 32 16,-3 0 0-16,1-3-15 16,-2-3-7-16,-3-6-8 15,-3-2 46-15,-2-7-53 16,-2-3 1-16,0-3 25 16,2-1-8-16,-2-3 16 15,3-6 16-15,2-8-55 16,1-7 9-16,5-3-15 15,3-6-22-15,1 9-11 16,6 0-8-16,-2 9 26 16,3 6 9-16,-1 8 6 15,-4 4-16-15,-1 10 16 0,-1 4-5 16,1 4 5-16,-5 1 17 16,3-2-17-16,-1-1 0 15,-6-5 2-15,0-1-19 16,-3-6-5-16,1-1-113 15,-3-2-99-15,6-11-305 16</inkml:trace>
  <inkml:trace contextRef="#ctx0" brushRef="#br0" timeOffset="89720.6">13298 8392 1389 0,'0'0'321'0,"-2"0"-190"0,-1-2-35 0,3 2-3 0,-4 0-3 0,0 0 19 0,-4 4-58 0,-5 2-25 0,-6 6 31 0,-1 6-6 16,-3 0-14-16,5 4-16 16,9-2-4-16,5 0-16 15,4-2-1-15,4-4-1 16,5 0 0-16,5-4 2 15,3 0 0-15,1-4-1 16,5-2 9-16,-3 0-21 16,0 2 12-16,-4-4-5 15,-8 0 5-15,-3 0 0 0,-5 0-1 16,0 0 1-16,-5 2 0 16,-3 0 7-16,-8 8-7 15,-9-2-3-15,-4 3 3 16,0-5 2-16,-5-2-2 15,3-1 0-15,2-5-35 16,6 0 23-16,0-4-87 16,11 0-109-16,22-18-91 15</inkml:trace>
  <inkml:trace contextRef="#ctx0" brushRef="#br0" timeOffset="90070.8">13445 8227 1634 0,'0'0'499'0,"0"0"-383"0,0-2-52 0,0 4 52 0,0 0-61 0,2 8-53 0,2 4 64 16,1 12 4-16,7 9-25 15,-2 2-12-15,2 6-19 16,5-1 11-16,-3-6-25 16,1-2 0-16,-2-4 0 15,-1-10 0-15,-10-4-72 16,0-6-46-16,-2 0-127 15,-6 0-71-15,-32-14-843 16</inkml:trace>
  <inkml:trace contextRef="#ctx0" brushRef="#br0" timeOffset="90253.95">13436 8347 1921 0,'13'-4'264'0,"6"-1"-165"0,10-8-64 16,6 3 5-16,3 1-20 15,-1 0-7-15,6 4-26 16,-1-4-91-16,52-7-451 16</inkml:trace>
  <inkml:trace contextRef="#ctx0" brushRef="#br0" timeOffset="90603.93">13806 8361 1767 0,'7'3'315'15,"1"-2"-253"-15,17 6-1 16,2 3-4-16,4 2 26 16,-2 4-11-16,-7-2-29 15,0 2 37-15,-8-2-53 16,-3-2-27-16,-7 0 27 16,-4-4-27-16,-2-2 0 0,-2-2-1 15,-5-2 2 1,0 2 30-16,-2-8-17 15,-2-2-14-15,5-4 26 0,2-8-26 16,6-4-20-16,6-4-10 16,8-2-61-16,11-4-26 15,1 12-137-15,48-20-325 16</inkml:trace>
  <inkml:trace contextRef="#ctx0" brushRef="#br0" timeOffset="91620.34">14280 8306 1949 0,'3'0'290'16,"-6"0"-212"-16,3 0-50 16,0 5 56-16,-2 6-48 15,-2 5 15-15,2 6 21 16,0 6-39-16,2 0-16 16,4-2-17-16,2-4 9 15,3-4 3-15,3-6-12 16,-1-4 0-16,0-6 26 15,2-4-20-15,2-2-5 0,4-4-1 16,1-2 1-16,6-10-8 16,1-2-11-16,-5-2-30 15,-1-2 46-15,-8 2-68 16,-4 3 29-16,-2 6 8 16,-5 9 9-16,-2 4 17 15,-2 6-32-15,-5 8 15 16,4 3 6-16,-1 10 9 15,6-1-50-15,8-2-31 16,7-4-18-16,1-4 89 16,4-8-16-16,0-2 35 15,1-6 0-15,-6-4 1 0,3-2 5 16,1-2 9-16,-3-6-5 16,-1 2 10-16,-3-4-20 15,3 2-30-15,-6-2 19 16,-1 4-32-16,-4 0-61 15,3 4 52-15,-5 3 1 16,-2 2 50-16,2 5-48 16,0-3 23-16,0 3 25 15,1 0 2-15,1-2-1 16,-2 2 39-16,-2-1 9 16,-2 1 85-16,-2 0 2 15,-2 0-33-15,-2 0-15 0,-7 1-63 16,-8 5-22-1,1 9 13-15,-5 3-14 0,10 6 38 16,2 2-39-16,6-2 1 16,7 2 8-16,7-6-9 15,4-2-15-15,4-6 15 16,7-4 0-16,1-4 3 16,4-8-3-16,4-4 0 15,-6-4-9-15,6-8 9 16,1-2-1-16,-5-4 0 15,0-6 2-15,-2 0-11 16,-5-7 8-16,-7 6-16 16,0-8 2-16,-8 7 13 15,-2 0 3-15,-3 4 12 0,-3 8 15 16,1 8 15 0,2 6-41-16,-3 4 12 0,3 4 20 15,0 2-33-15,0 2-16 16,3 12 2-16,-3 8 14 15,2 6 26-15,1 10-26 16,1 0 0-16,2 0-2 16,-1 1 2-16,-1-4-45 15,-2-2-78-15,-6-7-118 16,-21 18-100-16</inkml:trace>
  <inkml:trace contextRef="#ctx0" brushRef="#br0" timeOffset="91769.48">15030 8207 1190 0,'13'-2'590'0,"0"0"-571"0,16-2-19 0,2 2-108 0,40 0-253 0</inkml:trace>
  <inkml:trace contextRef="#ctx0" brushRef="#br0" timeOffset="92986.59">15257 8374 1608 0,'2'0'466'16,"-2"0"-402"-16,2-2 23 16,0 0 53-16,0 2 4 15,0-2 0-15,-2 2-69 16,0 0-53-16,0 2 20 16,0 2-42-16,3 5-19 15,1 8 19-15,8 7 0 16,1 6 4-16,7-2-4 15,5-4-54-15,1-8 32 16,-2-6-55-16,5-8 28 0,-4-4-2 16,2-10 4-16,-2-2 25 15,-8-6-2-15,-3 0 24 16,-1-4 18-16,-7-2-18 16,-4 0 0-16,-4 0-1 15,-2 2 2-15,0 4-2 16,-1 7-13-16,-1 7-56 15,0 8 23-15,2 9-35 16,0 3 14-16,2 5 10 16,4 4 4-16,5-1-11 15,6-6-29-15,0-4 86 16,-1-8 8-16,-1-2 12 16,0-4 30-16,-2-4 12 15,2-2-24-15,-2-6 27 16,4 0 2-16,-4-4-43 0,-2-3 49 15,2 2-59-15,-2 1-6 16,3 0 0-16,0 1-25 16,-6 6-10-16,1 2-19 15,-3 9-28-15,0 2 61 16,4 10 0-16,6 2 15 16,1 4 6-16,0 5 1 15,5-3 9-15,0-4-10 16,4-2 0-16,1-1 47 0,6-4-28 15,2-3 40 1,0-3-13-16,5-4-2 0,1-3 1 16,0-4-45-16,-5-6 0 15,-5 1 21-15,-2-2-21 16,-11 1 0 0,-8 2 8-16,-8-2-8 0,-10 4-9 15,-5 3-36-15,-12 7 31 16,-5 7-2-16,1 3 16 15,8 8-27-15,5 1 7 16,9 3-29-16,11 1 19 16,5-3-8-16,5-4 16 15,9-2 10-15,1-8 2 16,5-2 10-16,-4-2 6 16,6-4-5-16,-2-4 26 0,0-2-27 15,0-6 1-15,0 0 10 16,4-2-11-16,-4-4-33 15,-3 1-23-15,-4 0-22 16,-9 2 29-16,-7 2-46 16,-7 3-7-16,-10 2 92 15,-4 10 10-15,-4 4 3 16,-2 10 52-16,-4 4-17 16,7 4-10-16,7-2-28 15,6 6-1-15,12-10-19 16,9 2 2-16,9-10-13 15,0 0 31-15,4-8 14 16,0-8 46-16,-3-2-36 16,3-8 4-16,1-6 73 0,3-5-35 15,-5-7-30-15,-5 0 85 16,-6-4-49-16,-7 0 12 16,0-6-12-16,-6 2-48 15,3 0 62-15,0 8-22 16,-3 12 43-16,4 12-1 15,-2 10-43-15,1 8-57 16,5 13-6-16,0 24 0 16,11 17 24-16,4 22-24 15,12 7-177-15,96 109-589 16</inkml:trace>
  <inkml:trace contextRef="#ctx0" brushRef="#br0" timeOffset="99336.26">12115 9282 168 0,'-2'-2'1025'0,"2"0"-701"0,-2 0-171 16,4 2-33-16,-2-2-10 0,0 2 29 0,0-2-16 16,0 2-16-16,0-2-5 15,0 2-5-15,0 0-8 16,2 0-41-16,-2 0-36 15,0 4 21-15,0 6-32 16,2 12-1-16,0 12 55 0,3 14-14 16,-3 4-17-1,2 5-24-15,0-3 1 16,4-8-4-16,-4-12 3 16,3-10-14-16,-5-6-5 15,-2-8-52-15,-2-4-5 16,-7 0-26-16,2-4 1 0,-4-4 68 15,-4-6-28-15,-4-4 7 16,3-8 10-16,-1-6 19 16,3-10-22-16,3-4-11 15,3-10 52-15,6-4-8 16,2 1 14-16,8 1-12 16,8 4 12-16,6 0-1 15,3 6-10-15,4 5-1 16,0 8 12-16,-2 4 19 15,-1 14-18-15,-6 0 4 16,-4 15 4-16,-5 5-8 0,-6 3 42 16,4 8-13-16,-7 4-24 15,0-2 33-15,-4 0-38 16,0-4-1-16,-7-6 51 16,2 2-11-16,-6-4 19 15,-3 4-33-15,-4 2-25 16,0-4 34-16,-1 0-35 15,2-2-6-15,1 4 5 16,2-4 1-16,3 0-92 16,6-1-139-16,16 0-147 15</inkml:trace>
  <inkml:trace contextRef="#ctx0" brushRef="#br0" timeOffset="100086.19">12623 9162 1608 0,'-3'0'339'0,"3"0"-186"0,-4 0-69 0,0 0-12 0,-8 2-16 16,-3 3-11 0,-10 6-15-16,-8 7 45 0,0 8-51 15,-1 4-8-15,3 4 26 16,11-8-28-16,7 0-14 16,8-6 0-16,5-6 8 15,3-2-16-15,1-4 8 16,4-3 0-16,1-4 7 15,5-5-7-15,6-2-9 16,0-10 0-16,5-6-23 16,-3-2 20-16,-3-4-9 15,-2 4-3-15,-9 4 24 16,-3 10 1-16,-4 4 0 16,-2 6-2-16,-2 6 12 0,-1 4-22 15,0 10 11-15,2 4-12 16,4 2 12-1,4 2 0-15,12-6-15 0,1-6-5 16,4-5 11-16,0-8-4 16,0-9 13-16,-4-2 0 15,1-6 12-15,1-4-11 16,-2-2 5-16,-3-6-6 16,-1 0 9-16,-1-4-7 15,-5 0-2-15,-1-2-8 16,-1-6 1-16,3-5-11 15,2 2-5-15,-3 0-8 0,1 3-56 16,1 8 61 0,-1 2-52-16,0 4 17 0,-4 10 43 15,-1 6 10 1,-5 8 5-16,-2 8 3 0,-5 10 65 16,1 8 37-16,2 8-71 15,4 0-2-15,8-2 32 16,5 0-31-16,9-1-21 15,-1-5-9-15,0-2 9 16,0-4-30-16,-1 0-28 16,-9-4-166-16,-2 20-73 15</inkml:trace>
  <inkml:trace contextRef="#ctx0" brushRef="#br0" timeOffset="100320.97">12901 9078 1722 0,'18'-3'216'0,"0"-3"-171"0,18 1 7 0,2-2-38 0,-1 1-14 0,-1-2-84 15,-5 3-182-15,33-20-595 16</inkml:trace>
  <inkml:trace contextRef="#ctx0" brushRef="#br0" timeOffset="100536.93">13213 8925 1519 0,'0'0'334'15,"0"2"-190"-15,-2 10-48 16,0 6 56-16,2 8-16 16,2 6-26-16,5 4-34 15,2-1-20-15,4 1-38 16,3-2 42-16,-3-6-60 16,-2-2-6-16,-2-4 6 0,-2-2-115 15,-7-4-190 1,-16-4-614-16</inkml:trace>
  <inkml:trace contextRef="#ctx0" brushRef="#br0" timeOffset="101807.69">13405 9176 2067 0,'2'2'250'0,"3"2"-161"16,5 6-62-16,2 0 9 16,3-2 28-16,6 2-43 0,-2-6 9 15,10-2-24 1,-4-6 2-16,4-2 26 0,0-4-32 15,-7-2 4-15,-1-4 9 16,-4 0-14-16,-8 0 0 16,-1 0-1-16,-4 0 1 15,-11 3 24-15,0 5-25 16,-2 5 2-16,-7 5-10 16,-4 7 8-16,-2 5 0 15,-3 7-6-15,10 1 6 0,5 2-9 16,10 0 9-1,10-4-3-15,3-2 1 0,10-6 2 16,3-2 0-16,3-8-1 16,7-4 7-16,-3-4-4 15,1-4-2 1,1-4 0-16,1-2 6 0,-3-4-6 16,-2 0 0-16,-6-2-6 15,-5 2 3-15,-7-3-17 16,-3 8 20-16,-8-3-26 15,-2 4 25-15,-5 3-29 16,-4 4-36-16,0-1-2 16,-7 4 4-16,6 1 62 0,-3 3-44 15,3 4 11 1,8 3 22-16,2 0-23 0,8 4 23 16,6 0 12-16,1 4 2 15,6 1 17-15,-3 0-18 16,4-2 0-16,-2 1 10 15,7 3-10-15,0-1 0 16,0 1-1-16,2 2 2 16,-3-4 3-16,-6-4-4 15,-6 0 0-15,-3-4-10 16,-7-4 10-16,-2-2-17 16,-2-2 17-16,0-4 2 15,0-6 29-15,2-6-31 16,3-6 0-16,2 0 9 15,0-4-7-15,1-1-2 0,5 4 0 16,1 1 1-16,1 4 11 16,6 5-12-16,-3 6 0 15,1 7 6-15,-1 7 9 16,3 4-6-16,-4 7 9 16,4 0-9-16,-4 4 33 15,1-6-27-15,2 0-6 16,-7-4 31-16,-4 0-39 15,1-6-1-15,-8-2 0 16,0-4 6-16,-2 0 15 16,0 0-21-16,0-2 0 15,0-4 11-15,2-8-11 16,2-2-34-16,3-6-13 16,7 0-31-16,3 2 39 0,1 4-16 15,2 7 29-15,-2 9 14 16,0 9 12-16,-3 5-1 15,1 4 1-15,2 4 0 16,-2-4 14-16,4 0-14 16,6-4 0-16,5-6 24 15,7-4-23-15,3-4 0 16,-4-2-1-16,-3-4 0 16,-5-2 0-16,-5-4 0 15,-9 1 0-15,-3-2 10 16,-3 3-10-16,-7-3 0 15,0 8-1-15,-2-5-12 16,2 6 12-16,0 0-26 0,2 2-12 16,2 2 39-16,0 0-13 15,1 2 12-15,-1-1 1 16,3 3 12-16,-4 5 35 16,0-3-28-16,-1 2-18 15,0 2 30-15,1 0-31 16,1 1-20-16,-4-2-133 15,-2 13-154-15</inkml:trace>
  <inkml:trace contextRef="#ctx0" brushRef="#br0" timeOffset="105071.05">9499 5488 1389 0,'-2'0'305'0,"2"0"-184"0,0-2-56 0,0 2 41 0,0 0-19 0,2 0-4 15,-2 2 20-15,0 0-43 0,2 2 6 16,-4 4-3-1,2 8 48-15,0 8-24 0,0 15-48 16,2 12-16-16,3 20 50 16,1 17-55-16,3 70-9 15,-4 45 0-15,-5 19 3 16,-10-67-6-16,22-5-6 16,-1-5 0-16,9-21-4 15,-7-70 4-15,-1-16-2 16,1-1 2-16,14 35 0 15,-2-17 6-15,-3-1-6 16,4-1 0-16,-6-3 10 16,-3 0-9-16,-2 0-1 0,-7 2 17 15,-3 9-11-15,-5-2 12 16,3 6-18-16,-3-5 0 16,1-6-8-16,4-12 8 15,0-8 0-15,-1-9 0 16,-2-6 0-16,-2-4 0 15,0 5-1-15,0 6 1 16,-2 7 1-16,2 18-1 16,-4 17 0-16,4 16 0 15,4 9 2-15,-4-1 18 16,2-12-20-16,0-12 0 16,2-13 6-16,4-9-6 15,1-6 0-15,1-8 0 16,0 6 9-16,1 6 19 15,-5 6-27-15,1 14 10 16,-3 6 44-16,-2 4-32 0,-2 2-10 16,-2-3 7-16,0-3-13 15,2-6 2-15,2-8-9 16,1-3 0-16,12-3 9 16,-6 2-9-16,3 0-5 15,-2 4 5-15,1 0 11 16,-4 4 19-16,-4 1-30 15,-3 3 7-15,-3 2 19 16,-2 8-26-16,1 4 0 16,-5 3 0-16,5-11 1 15,4-12 4-15,0-10-5 0,4-10 0 16,5-8 6 0,-1-4-6-16,-4 0-6 0,2-2 6 15,-1 3 1-15,-1 2 10 16,0 7-11-16,4 7 0 15,-7 5 15-15,-1 6-15 16,0 0-2-16,-1 3 2 16,-5-7 1-16,6-5 3 15,6-6-4-15,-5-3 0 16,2-6 6-16,-3-2-6 16,2 6-6-16,-2 0 6 15,2 6 1-15,-2 2 14 16,-2-2-15-16,0 4 0 15,2 1-8-15,-3 0 8 0,3 0 0 16,3-7-1-16,-1 0 2 16,0-4-4-16,-2-2 3 15,0-2 0-15,-2 1 0 16,0 2 0-16,-8 3-8 16,6 3 8-16,-5-1 1 15,1 2 5-15,0-2-6 16,0-4 0-16,-1-2 2 15,3-2-2-15,0-2-9 16,0 0 9-16,2 0 12 16,-3 6-3-16,3-3-9 15,-2-3 0-15,3 0 2 16,2 4-2-16,1-2-9 16,-2 2 9-16,2 0 1 15,2-4 6-15,-2-2-7 16,0-2 0-16,0 1 4 0,4-6-4 15,2 2 0-15,-4-3 3 16,0 1 3-16,0 2 6 16,0 1-12-16,1-2 2 15,-3 0 10-15,2-2-12 16,2 2 0-16,0-2 0 16,2-2 0-16,0-4 10 15,3 0-10-15,-5-4 0 16,4 2 22-16,-2-2-22 15,0 0 0-15,1-2 10 16,-1 4-4-16,6-2 9 0,-3 2-15 16,2 0 6-16,-2-2 14 15,2 2-20-15,-2-2 0 16,-1 0 3-16,-2 3 11 16,0-6-1-16,3 4-13 15,-3 0 6-15,-2 0 18 16,2 2-24-16,-2 0 0 15,0-4 6-15,-2 5-5 16,3-6 5-16,-3 1-6 16,-2 1 0-16,0-2 2 15,2 2-2-15,-2 3 0 16,0 0 0-16,0 5 1 16,0 0 11-16,-2-4-12 15,2 2 0-15,2-2 9 0,-2 2-9 16,2-4-7-16,-2 2 7 15,0-4 0-15,-2 0 0 16,2 4-1-16,0-4 2 16,0 2 4-16,0 4-5 15,0 0-19-15,2-2 19 16,4 4 11-16,-6-1-5 16,0-4-6-16,0 1 0 15,0-2 0-15,-6 2 0 16,4-2-14-16,-2 4 14 15,2-3 5-15,-1-4-4 0,1 1-1 16,0-3 0 0,2-1 2-16,0-3-2 0,0 3-6 15,0 5 6-15,0-4 0 16,0 4 1-16,-2 3-1 16,2-2 0-16,-2 2 1 15,2-6-1-15,0 0-13 16,0-2 11-16,-2 2-16 15,0-4-19-15,-6-2-37 16,-7 4-124-16,-56-10-607 16</inkml:trace>
  <inkml:trace contextRef="#ctx0" brushRef="#br0" timeOffset="107237.52">4093 7068 1171 0,'0'4'264'0,"-2"-4"-183"0,2 0-47 0,0 0 59 0,0-4 21 0,2 4-40 0,-2 0 46 0,0 0-54 16,3 0 4-16,-3 4-1 15,1-4-34-15,2 0 14 16,7 2 16-16,0-2 1 16,9 3 24-16,14-3-41 15,11-3-1-15,18-5-19 16,15 2-28-16,14-4 35 16,11-4-36-16,70-10 0 15,28-6 3-15,35 2 4 16,-64 10-7-16,9 0 0 15,-6 6 1-15,-7-6-6 16,-1-6 5-16,-8 10-9 16,-9-7 2-16,-16 12 1 0,-75 0-14 15,-7 0 11-15,-8 4 9 16,42-4 7-16,-26-1-7 16,-14 6 0-16,-18 0 7 15,-12-1-5-15,-7 4 10 16,-4-3 16-16,-2 4-5 15,-2 0 38-15,-2 0-37 16,2 0-24-16,0 4 20 16,0-4-20-16,0-4-23 15,4 8-85-15,9-4-163 16,66-8-235-16</inkml:trace>
  <inkml:trace contextRef="#ctx0" brushRef="#br0" timeOffset="108087.69">11772 6760 1585 0,'-3'0'242'0,"6"0"-170"0,-1 4-3 0,5-3 64 0,1-1 31 0,8 0-56 15,8-1-20-15,13-3 47 16,11 0-57-16,21 0-22 16,20-3-14-16,81 5-41 0,37 4 27 15,6 10-28 1,-80-4 0-16,-81-6-18 15,-2 2 18-15,-5-1-66 16,37 1-54-16,-22 0-100 0,-25-4-258 16</inkml:trace>
  <inkml:trace contextRef="#ctx0" brushRef="#br0" timeOffset="118754.88">10005 13427 516 0,'0'0'630'0,"2"-2"-462"0,0 0-124 0,2-2-31 0,2 2-1 16,0 0 6-16,-2-2 23 15,3 2-7-15,-5 0-26 16,2-2 35-16,-2 2 10 16,2 2 29-16,-4-2 26 15,0 2-30-15,0-2-9 16,0 2-33-16,0 0-4 0,0 0 46 16,0 0-42-16,0-2 4 15,0 2-7 1,0 0-3-16,2 0 9 0,-2 0-6 15,0 0-33-15,0 0 68 16,0 0-35-16,0 0 9 16,0 0-3-16,-2 0-9 15,2 0 10-15,0 0-40 16,0 0 1-16,-4 8 16 16,0 6-2-16,-2 8 10 15,-7 6 5-15,1 10 0 16,-1 3-1-16,-4 6-28 15,9 1 11-15,0-2 11 0,1 1-23 16,1 1 0 0,-2-6 11-16,2 2-10 0,-3-4 28 15,2-2-29 1,-4 0 0-16,-2-1 48 0,1 3-30 16,-3-4-6-16,-3 0 0 15,3-4-4-15,-4 2 12 16,7-4-20-16,-5 8 0 15,0 0 121-15,1 4-97 16,3-6-24-16,5-11 11 16,-4-6-11-16,1 13 12 15,-3 4-12-15,-3 9 0 16,1-3 35-16,7-14-35 16,1-6 0-16,3-16 0 0,2-2 0 15,1 4 12-15,0-2-12 16,-3 2 0-16,3 8 4 15,-4 8-4-15,1 15 0 16,-6-2 44-16,6 3-23 16,-1-8-2-16,4-9-19 15,-3-7 0-15,3 2 8 16,-3-4-8-16,4 0-11 16,-2-2 11-16,3 2 2 15,-2-4 9-15,2 2-11 16,0 0 0-16,0 2 1 15,0 0-1-15,-3 0-5 16,3-2 5-16,0-2 0 16,0 2 3-16,0-2-3 15,0-4 0-15,0 2 2 0,0 0-2 16,0 0 0-16,0 6 1 16,-2 0-1-16,2 8 12 15,-2 1-12-15,-2-4 0 16,-1 2-3-16,3-2 3 15,0-2-10-15,-1-3 10 16,1-6 0-16,2 6 6 16,-2-4-6-16,2 2 0 15,-3 0 9-15,1 6-9 16,0 14 0-16,2 4 31 16,0 4-14-16,0-10-8 15,2-11-9-15,-4-10 0 16,2-3 6-16,0 6-6 15,0-8-6-15,0 1 6 0,0 4 0 16,0-9 12-16,0 5-12 16,0-5 0-16,2 0 2 15,-2 0-2-15,-2 4-16 16,2-4 16-16,0 1 1 16,0 2 8-16,0-2-9 15,2 3 0-15,-2-4 1 16,0 5-1-16,2-1 0 15,-2-3 1-15,0 3 1 16,0-1-1-16,0-2-1 16,0-1 0-16,-2 0-19 0,2 0 8 15,-2 5-64 1,-4-1-106-16,-10 4-372 0,-68-2-1560 16</inkml:trace>
  <inkml:trace contextRef="#ctx0" brushRef="#br0" timeOffset="135338.31">11783 10375 1675 0,'-2'-2'556'0,"2"4"-434"0,0-2-65 0,0 0 3 0,0 2 16 0,2-2 10 0,-2 0-41 0,0 0-15 0,0 0 40 16,2 2-70-16,0 2-16 16,5 0-122-16,19 12-386 15</inkml:trace>
  <inkml:trace contextRef="#ctx0" brushRef="#br0" timeOffset="136238.46">11808 10361 1158 0,'-3'0'672'0,"6"0"-529"0,-3 0-106 0,4 2-23 0,0 0 52 0,3 0 6 16,4 0 3-16,0-2-21 16,7 0-26-16,-5-4 52 15,1 0-50-15,-1-6-3 16,-6 2-17-16,-1 0 4 16,-1-4 4-16,-5 6-18 15,-5-6-26-15,-6 4 25 16,-11 2-16-16,-5 2 7 15,-9 6 9-15,-3 3 1 16,-1 8-1-16,-1 9-2 16,3 10 3-16,3 4 17 15,4 10-10-15,6 2-5 0,4 3 22 16,11-6-17 0,3 1-1-16,12-5-6 0,3-9 0 15,13-4 3-15,3-8-3 16,12-6 0-16,4-8 2 15,3-4 4-15,1-8 13 16,0-8-19-16,-1-2 0 16,-1-6-19-16,-4-2-106 15,-2-6-191-15,24-48-668 16</inkml:trace>
  <inkml:trace contextRef="#ctx0" brushRef="#br0" timeOffset="136590.74">12030 10102 1703 0,'0'-2'336'0,"-2"2"-140"0,2-2-124 0,0 2-13 0,-2 0 49 0,2 8-45 0,-2 12 0 15,2 8 21-15,0 18-38 16,2 5 26-16,2 9-39 16,5 0-19-16,3 2 19 0,5-4-26 15,1 1-6 1,-1-9-1-16,2-4-13 0,-9-6 12 15,0-4-72-15,-1-12-63 16,-3-6-28-16,-2-10-118 16,3-4-45-16,13-24-910 15</inkml:trace>
  <inkml:trace contextRef="#ctx0" brushRef="#br0" timeOffset="137426.01">12267 10395 1606 0,'0'0'288'15,"0"0"-157"-15,2 2-94 16,-2 0 58-16,0 8-32 15,2 8 31-15,-2 10 25 16,6 8-74-16,3 4 0 16,1-2-26-16,3 1-19 15,7-7 30-15,-3-3-30 16,4-6 2-16,-5-7 10 16,-3-8-6-16,0-6-6 15,3-4 19-15,-1-8-10 0,7-4 27 16,1-6-36-1,2-6 0-15,-8-5 26 0,1 2-26 16,-7-4-14 0,-2-1 14-16,0 6 0 0,-7 0 10 15,-4 6-10-15,-6 2 0 16,4 8 10-16,0 4-10 16,0 6-1-16,2 0-14 15,2 2-1-15,0 6 14 16,-3 8-23-16,3 6 23 15,5 6 1-15,1 2 1 16,8-4-9-16,1-2 9 16,-1-4 0-16,3-8-11 0,-3-1 11 15,1-8 0 1,4-1 7-16,-4-7-7 0,3-1-15 16,-1-9 14-1,-3 2-1-15,1-6-4 0,-3-3 6 16,-3-2-13-16,-5 0 1 15,-2-4 0-15,-4 4-11 16,0 6 16-16,-2 6 7 16,1 4 6-16,3 6-6 15,0 2-13-15,3 4 12 16,3 6-19-16,7 4 19 16,3 8 1-16,7 8 0 0,0 2 10 15,4 2-10 1,-4-4 0-16,1-3 24 15,-6-4-12-15,0-1 11 0,-7-3-8 16,-4-2-5-16,-5-1 49 16,-9-1-37-16,-4 3-11 15,-9-2 26-15,-4 1-37 16,-5-1 0-16,0-5 0 16,4-3 1-16,3-4-14 15,9-2-7-15,6-8-112 16,7-10-168-16,26-60-423 15</inkml:trace>
  <inkml:trace contextRef="#ctx0" brushRef="#br0" timeOffset="137726.29">13057 9966 1601 0,'0'0'350'0,"0"-2"-197"0,0 2-125 0,2 2 43 0,-2 10-13 0,2 4 83 0,1 12-10 0,4 12-68 0,-1 6 18 0,3 4-47 0,1 0-32 0,-2 0 41 16,1 3-42-16,2-11-1 0,-4 0-13 15,0-4-59 1,-3-10-51-16,-4-6-90 0,-4-10-256 16,-28-4-1126-1</inkml:trace>
  <inkml:trace contextRef="#ctx0" brushRef="#br0" timeOffset="137905.65">12992 10162 1743 0,'12'-2'288'0,"1"0"-185"16,14-3-86-16,2 2-17 0,4-1-2 15,-1-2-232-15,32-12-877 16</inkml:trace>
  <inkml:trace contextRef="#ctx0" brushRef="#br0" timeOffset="138614.84">13393 10287 1542 0,'0'0'270'0,"0"-4"-128"15,0 4-53-15,-2 0 23 16,2 0 10-16,-2 0-34 16,0 6-25-16,-5 2-24 15,-6 10-15-15,-3 12 50 16,0 10-58-16,-1 6-10 16,11-6 5-16,10 0-11 0,7-8-7 15,11-10-10-15,7-4-10 16,0-9 27-16,5-9-29 15,-1-5-8-15,-2-3 25 16,-6-6 4-16,-4-1 7 16,-2-6-8-16,-5 2 18 15,-4-6 15-15,-3 1-24 16,-3-2-21-16,-6 0 21 16,2 4 1-16,0 2-1 15,2 4 0-15,3 8-15 16,1 2 8-16,4 4-4 15,3 8 2-15,-2 6 8 16,4 8 2-16,6 6-1 16,0 2 12-16,4 2-11 15,-4-4 35-15,-4-2-36 16,-8-6-19-16,-6-4 18 0,-6-2-10 16,-1-6 11-16,-6-2 16 15,0-4-2-15,-1-4 61 16,-3-7-27-16,3-6-3 15,3-5-2-15,4-6-7 16,10-2-35-16,4 0-1 16,3 2-37-16,4 4-31 15,5 2-152-15,4 0-148 16,32-18-1366-16</inkml:trace>
  <inkml:trace contextRef="#ctx0" brushRef="#br0" timeOffset="138940.68">14044 10171 1561 0,'0'1'325'0,"-4"3"-209"16,-3 9-65-16,-2 6 94 0,0 6-53 0,7 0-37 0,4 6 10 0,14-5-17 0,13-4-5 0,9 0 2 0,9-4-45 0,1-4 48 16,0-2-5-16,-6 0-11 15,-11-4 28-15,-15-4-15 16,-14 2-17-16,-6 2-1 16,-19 6-10-16,-6 2 35 15,-16 6-52-15,-12-4-10 16,5-1 10-16,1-8-81 15,2 4-120 1,-60 11-328-16</inkml:trace>
  <inkml:trace contextRef="#ctx0" brushRef="#br0" timeOffset="139673.96">13383 10423 1395 0,'6'-6'274'0,"1"2"-217"0,7-8-45 0,-2 0 27 0,0-2 5 0,-3 0 8 0,-3-4-11 0,1 2-22 0,-5 4 25 0,-4 0 5 0,-3 2-1 0,-5 0 2 16,-1 3-29-16,-7 4 0 15,-1 3 28-15,-2 2-31 0,0 2 45 16,5 4-28-16,1-2-23 16,0 4 0-16,6 4-12 15,-4 0-77-15,1 4-211 16,-21 24-676-16</inkml:trace>
  <inkml:trace contextRef="#ctx0" brushRef="#br0" timeOffset="146474.17">1257 10850 1333 0,'0'0'326'0,"0"-2"-181"0,0 2-53 0,0-2-7 0,-2 0-1 0,2 0 71 0,0 2-83 0,0-2-5 0,2 2 16 0,-2-2-34 0,0 2-5 16,0-2-1-16,0 2-23 16,0 0 47-16,-2 0-55 15,0 4-12-15,0 8 18 16,-5 10 25-16,3 12-2 16,2 7-35-16,2 0 1 15,6 6 11-15,5-5-18 16,7-6 0-16,-5-2-4 15,3-8 10-15,-1-8-8 16,-4-8 2-16,-3-4 0 16,0-4-3-16,-3-2 3 15,2-2-15-15,0 0 15 16,-1-2 20-16,3-2-11 0,-1-4-9 16,4 0 0-16,-6-4 10 15,1 0-10-15,-3-4-1 16,4-4-13-16,-2 0 14 15,5-6-18-15,-1-1-2 16,3-2-16 0,-3 3 36-16,6 3-45 0,-3 4 24 15,1 4 8-15,4 3-4 16,-2 5 16-16,-3 0 1 16,-3 5 0-16,2 4-15 15,-3 4 15-15,-1 5 0 16,8 5 0-16,-3 4 15 15,3 5-3-15,4 5-12 16,-4-2 0-16,-1 3 15 0,-3-1-15 16,-4-6-13-16,-3-6 13 15,-5 0-2-15,0-6 2 16,-2 0-10-16,-1-2 10 16,1-4 19-16,0-2-18 15,2-4-1-15,-2 0 14 16,0-4-14-16,0-8-21 15,2-8-24-15,2-6-17 16,4-4 43-16,3-4-50 16,7 6-3-16,-1 2 49 15,1 6-1-15,5 5 23 0,-8 7 1 16,7 6 0 0,-5 3-12-16,1 2 12 0,1 5-14 15,-1 5 14-15,0 7 0 16,-3 1 0-16,-4 5-1 15,-2 2 1-15,-1-1 9 16,4-5-9-16,-8-2-59 16,-2-4-119-16,-18 12-92 15</inkml:trace>
  <inkml:trace contextRef="#ctx0" brushRef="#br0" timeOffset="146791.7">1197 10507 1766 0,'0'0'372'0,"2"0"-251"0,-2 0-44 0,0 3-58 0,2 0-1 0,-1 5-18 0,6 4-3 0,1-2-30 0,5 4-202 0,23 4-357 0</inkml:trace>
  <inkml:trace contextRef="#ctx0" brushRef="#br0" timeOffset="148023.84">2064 10846 1715 0,'0'4'244'0,"0"6"-182"0,0 8 26 0,2 14 58 0,3 8-79 0,2 9 32 0,1 3-51 0,1-2-22 0,3-2-13 0,3 0-1 16,-4-2 13-16,0-6-25 16,0 2 0-16,-4-2 6 15,0-7-6-15,-5 1-2 16,-4-6 2-16,2-6 0 15,-4-6 6-15,1-6-6 0,0-6 1 16,-1-4 23-16,0-4-8 16,-3-2 4-16,-1-10-14 15,-4-6-6-15,1-10 12 16,2-8-12-16,0-9-9 16,2-7-3-16,3-4-22 15,4-2-29-15,2 4 3 16,5 4-29-16,4 4-5 15,4 5-32-15,4 8 30 16,5 4 49-16,-2 5-4 16,3 4 38-16,-5 6 7 15,0 6 6-15,-7 6 20 16,-2 8-11-16,-2 4 3 16,5 8 52-16,-3 6-26 15,0 6-11-15,0 0 1 0,-2 2-5 16,-4-1 44-16,-4-8-32 15,2 2-5-15,-7-6 34 16,-3 2-34-16,-6-1 0 16,-3 2-16-16,-9-4-13 15,1 4 14-15,-3-2-15 16,3-4-19-16,1-4 13 16,6-4-132-16,1-6-140 15,1-24-669-15</inkml:trace>
  <inkml:trace contextRef="#ctx0" brushRef="#br0" timeOffset="148975.09">2557 10784 1596 0,'0'-2'279'0,"-1"2"-155"0,1-2-16 0,0 2 8 0,0 0-7 0,0 0-56 0,1 4-43 0,-1 4 13 0,-1 8 23 0,1 8 17 16,0 6-25-16,1 0-32 15,5-1 20-15,3-6-26 16,-2-3 0-16,1-4 4 15,0-7-4-15,-2-5 1 16,-2-3-1-16,1-2 6 16,3-6 19-16,4 0-23 0,-1-10 8 15,0-5-1-15,0 0-9 16,0-4-25-16,-5 4 11 16,2 2-20-16,-4 8 34 15,-1 4-18-15,-3 8-33 16,2 6 28-16,0 4-10 15,2 8 24-15,7 4 8 16,-3 2 1-16,2-4 2 16,-1-7-2-16,7-6-8 15,-3 0-7-15,3-7 16 16,3-7-1-16,0-3 9 16,1-5-9-16,-3-2 30 15,2-5-30-15,-4 0 7 16,-4-4 22-16,-2-4-20 0,2 0 1 15,-9 0 16-15,-2-2-25 16,-4-2 32-16,-3 3-26 16,3 2-6-16,-3-1 25 15,3 6-26-15,-2-1 0 16,3 3-1-16,0 4 2 16,3-2-6-16,0 4 5 15,3 0-12-15,-1 8 11 16,-1 4 1-16,-1 6-27 15,0 12-12-15,3 4 39 16,-3 14 42-16,3 6-41 16,-1 6 5-16,3 1 6 15,-1 1-11-15,0-4-1 0,7-4 0 16,-1 0 2-16,0-6 2 16,-1-2-4-16,5-6 0 15,-5-6 1-15,1-4-1 16,-2-3-8-16,0-1-5 15,1-2-38-15,-5-1 16 16,-1 1-88-16,0-2-88 16,-1-2-13-16,-12-8-243 15</inkml:trace>
  <inkml:trace contextRef="#ctx0" brushRef="#br0" timeOffset="149191.57">2902 10628 1559 0,'11'0'332'0,"4"0"-133"0,14 0-68 0,2 1-46 0,3 3-1 0,-3 0-45 0,-9 5-7 0,3-7-32 0,-7 1-12 0,2 0 1 0,-6-3-182 16,9-4-355-16</inkml:trace>
  <inkml:trace contextRef="#ctx0" brushRef="#br0" timeOffset="151274.76">1534 11496 1480 0,'0'2'293'0,"0"-4"-136"0,0 2-43 0,-3 0 48 0,3 0-30 0,-2 0-33 0,2 0 5 0,0 0-62 0,2 0 0 0,-2 0 7 0,3 0-17 0,1-2-13 15,8 2 4-15,13-2-16 0,23-2 59 16,16 0-37-1,17-2-11-15,17-6-3 16,4 2-14-16,8-6 5 0,-2-1-6 16,0 4 0-16,-11-1-10 15,-7 4 10-15,-15 3-38 16,-15 7-55-16,-17 4-123 16,-14 0-63-16,-18 3-58 15,-40 9-794-15</inkml:trace>
  <inkml:trace contextRef="#ctx0" brushRef="#br0" timeOffset="151589.64">1687 11668 773 0,'0'0'1050'16,"2"0"-877"-16,5 0-59 0,5 3-83 15,9-2 89-15,18-1 6 16,14-1-13-16,9-6-31 16,12 3-25-16,-5-2-15 15,2 0 35-15,-3 2-52 16,-6-4 4-16,-7 2-19 0,1-2-2 15,-7-2 2-15,-3 0-10 16,-3 2-106-16,-3 0-91 16,54-16-335-1</inkml:trace>
  <inkml:trace contextRef="#ctx0" brushRef="#br0" timeOffset="152524.87">3989 10926 1774 0,'2'0'455'16,"-2"-1"-330"-16,0 1-14 0,5 0-77 0,1 1-11 0,10 3 13 0,13-2 18 0,11-2-11 0,9 3 32 0,8-3-67 0,1-3-8 0,3 1-21 0,1-3-251 15,99-14-265-15</inkml:trace>
  <inkml:trace contextRef="#ctx0" brushRef="#br0" timeOffset="153077.63">5144 10674 1489 0,'-3'0'469'16,"-2"2"-373"-16,-3 4-28 15,-4 8-19-15,3 10 47 16,1 2-18-16,6 0-15 16,8 0 17-16,7-6-77 15,9-2 6-15,7-8 18 0,1-4-26 16,5-6 5-16,-2-6-6 15,3-4 9-15,-7-8 14 16,-2 0-10-16,-3-4-13 16,-11-2 48-16,-5 2-18 15,-4-2-2-15,-8 0-10 16,-8 2-4-16,-7 6 4 16,-10 2-18-1,-12 8-2-15,-5 6-13 0,-2 7 15 16,0 8-37-16,15 1-70 15,10 2-166-15,32 24-217 16</inkml:trace>
  <inkml:trace contextRef="#ctx0" brushRef="#br0" timeOffset="153775.49">5745 10590 1874 0,'-2'2'492'0,"0"3"-436"15,-6 9-10-15,4 11-10 0,-3 7 15 0,7 0-13 0,5 0-38 0,6 0 30 0,4-6-30 16,6-8 0-16,-3-6 24 0,-3-6-24 0,-2-6 0 0,1-6 5 0,1-6 10 0,1-4 12 0,-3-6-27 0,1-2 0 0,-5-2 18 0,-5-2-5 0,-2 4-12 0,-2 4-2 0,-2 4-3 16,2 10-6-16,0 4 2 0,-2 6-29 0,4 4 36 0,0 6-5 0,5 5 0 0,2 4-12 15,9-7-23-15,0 0 40 16,4-6-35-16,0-2 4 16,5-6 32-16,-3-6 0 15,1-4-3-15,-3-4-6 0,2-8 18 16,-1-2-6-1,-8-2 16-15,-1-4 2 0,-3-5 47 16,-9 1-37-16,-2-1-7 16,-6-6-7-16,-7-1-16 15,1 4 50-15,-1 2-37 16,-1 6-5-16,5 12 25 16,1 4-33-16,6 8-1 15,-1 2-1-15,1 10-31 16,-2 12 26-16,1 10 6 15,-2 14 0-15,9 6 3 16,0-2-2-16,5 0-1 0,1 1 0 16,6-3 0-1,-3-6 3-15,1-8-3 16,-3-6 0-16,0-6-15 0,-2-8 10 16,0-4-98-16,-2-4-112 15,15-6-306-15</inkml:trace>
  <inkml:trace contextRef="#ctx0" brushRef="#br0" timeOffset="154102.6">6119 10485 1697 0,'9'-2'469'0,"7"-2"-386"0,11-2-49 0,6 2 68 15,0 2-28-15,1 2-35 0,-3 0-39 0,4 0-111 0,1 0-198 0,47-12-745 0</inkml:trace>
  <inkml:trace contextRef="#ctx0" brushRef="#br0" timeOffset="154528.91">6595 10678 364 0,'0'10'1488'0,"3"8"-1139"0,4 16-173 15,-1 10-85-15,3 10-25 16,3-2-65-16,3 1 66 16,-1-3-67-16,1-2 8 15,3-8-4-15,-5-8-4 16,-2-8 0-16,-4-10 0 16,-4-8 0-16,-3-6 12 0,-5-4-12 15,-4-4 6 1,-7-10-6-16,-8-10-4 0,-3-6 4 15,-6-8 0-15,-3-6 1 16,3-5 8-16,4-1-9 16,12-2-18-16,11-2-16 15,10 6-55-15,8 1-38 16,9 10 14-16,5 6 1 16,7 11 73-16,0 6-20 15,1 14 23-15,-10 6 35 16,1 6-13-16,-7 10 9 15,-3 3 5-15,-4 1 24 16,-3-4 78-16,-4 1 18 16,-4 2-18-16,-4-7 27 15,-4 0-45-15,-3-4-46 0,-2-2-14 16,-3 0-15-16,-1 0-5 16,-6-2-4-16,5-2-162 15,3-6-186-15,3-26-1321 16</inkml:trace>
  <inkml:trace contextRef="#ctx0" brushRef="#br0" timeOffset="155475.71">6892 10517 835 0,'0'2'1137'0,"0"4"-990"16,0 6-115-16,2 6 50 0,0 6-4 0,5 2-16 0,0-2-19 0,4 1-42 0,-2-7 51 0,5-4-46 0,-4-4-6 0,-1-6 10 0,1-2-4 0,-2-6 8 0,5-2-14 0,-1-6 15 0,1-4-5 15,1-2-10-15,-1-4-7 0,-2-1 7 16,-2 4 1-16,2 1 5 16,-7 9-6-16,-2 4-41 15,-4 1 41-15,2 9-37 16,0 1-4-16,2 5 41 16,3 4 0-16,2 3-4 15,2-4-31-15,9 0-3 16,-3-6 37-16,8-3-61 15,1-7-4-15,2-5 46 16,5-2 19-16,-1-7 1 16,1-2 2-16,-4-4 7 15,-7 0 40-15,-2 1-29 0,-7-9 10 16,-5 2 6-16,-3-4 4 16,-8-6-13-16,-1 4 3 15,-3-2 5-15,-3 6 35 16,6-2-49-1,-1 2-19-15,7 3 4 0,0 8 10 16,3 6-5-16,-1 9-11 16,0 3 7-16,-2 2-14 15,2 5 14-15,0 10-7 16,0 12 33-16,1 8-13 16,2 9-9-16,4 3-11 15,-1 0 0-15,1-2 11 16,5 0-11-16,1-6-5 0,1-10 5 15,1-4 0-15,-1-5-1 16,-1-7-53-16,1-7-129 16,-3 0-65-16,12-7-333 15</inkml:trace>
  <inkml:trace contextRef="#ctx0" brushRef="#br0" timeOffset="155685.87">7484 10249 2137 0,'27'-6'294'0,"2"-2"-213"0,25-2-42 0,6 2 34 16,3-1-26-16,-5 4-47 0,-8 1-52 0,53-10-253 0</inkml:trace>
  <inkml:trace contextRef="#ctx0" brushRef="#br0" timeOffset="161946.07">11679 11430 724 0,'-4'-4'273'16,"4"4"-88"-16,-2-3-94 15,0 3 38-15,2-1-25 16,0-2-19-16,-2 2 23 16,2-1-60-16,0-2-16 15,-2 2 37-15,2 2-26 16,0-2 4-16,0-2-11 15,-2 1 13-15,-1 2 44 0,3-1-52 16,-2 0 7-16,2 0 39 16,0 2-54-16,0-2-9 15,0 0-8-15,0 2-14 16,0 0 38-16,0 0-40 16,0 2 0-16,0-2-1 15,-2 4 1-15,2 1 0 16,-2 12 0-16,0 7 1 15,0 4 59-15,4 6-60 16,4 0 10-16,3-2 17 16,7 2-27-1,-1-8-10-15,1-2 10 0,1-7 0 16,-5-6 14-16,-3-4-14 16,-3-2 0-16,-1-5 11 0,-1 2-11 15,-1-4 0-15,-3 2-8 16,2 0 20-16,-2-1-1 15,5-6-11-15,1-3-5 16,5-4-5-16,5-4 10 16,-5 0-14-16,-3-2 13 15,0 2-2-15,-2 4-25 16,-1-4 28-16,3 4-24 16,-6 2-5-16,6 0 20 15,-4 0-54-15,5-2-13 16,1 2-28-16,7-4 82 15,-4 0-44-15,-2 2 10 16,4 2 50-16,-3 0 6 16,-3 3 0-16,-1 6-1 15,-1 1 9-15,-2 2 2 0,-3 0-10 16,5 4 0-16,-3 6 29 16,3-1 2-16,2 8-11 15,2-3 16-15,-2 4-30 16,-1 0 54-16,0-2-59 15,-2 0-1-15,-4-2 27 16,3-2-21-16,-5-2 17 16,2-4-23-16,-4-4 10 15,2 0 20-15,0-2-30 16,0 0 0-16,2-2 45 0,-2-2 9 16,2-8-1-1,4-6-53-15,6-6 7 0,3-8-11 16,10 4 4-1,2 0-9-15,2 2 3 0,2 1 6 16,-2 6 0 0,-2 5-9-16,-4 3 28 0,-4 9 1 15,-1 6-20-15,-3 9 0 16,1 5 33-16,-1 11-20 16,4 2 8-16,-3 3-21 15,1 2 12-15,-6-6-24 16,1-2 12-16,-10-6-64 15,-7-2-35-15,-9-4-156 16,-46 0-283-16</inkml:trace>
  <inkml:trace contextRef="#ctx0" brushRef="#br0" timeOffset="162218.96">11816 11125 1536 0,'0'-2'471'0,"0"2"-292"0,2 0-121 0,0 2-25 0,3 4 29 0,-1 0 47 0,1 6-98 0,0-2-10 0,-1 6 7 0,3 2-8 0,3 2-131 0,40 50-179 0</inkml:trace>
  <inkml:trace contextRef="#ctx0" brushRef="#br0" timeOffset="163466.54">12678 11400 1648 0,'0'0'299'0,"3"0"-202"15,-1 4-83-15,4 6 20 16,2-1 2-16,2 12 96 15,-1 5-69-15,-2 8-7 16,2 4 5-16,-2 6-29 16,1-2 7-16,2 1-39 0,-4-7 15 15,1 0 10-15,-3-8-25 16,-4-5-12 0,0-6 12-16,-2-11 6 0,2-2-3 15,-2-2-3-15,-2-4 0 16,-3-2 11-16,-7-8-11 15,-3-4-33-15,-4-12 12 16,-1-4 6-16,3-8 1 16,-2-5-31-16,7-7-39 15,10 6 71 1,8 2-14-16,10 4 1 0,9 8 25 16,6 6-29-16,8 5-72 15,1 7-8-15,2 6 19 16,-5 2 83-16,-6 11-4 15,-10 4 12-15,-7 9 5 0,0 5 32 16,-3 3 7 0,0 0-22-16,-4-4 20 15,-1-4 71-15,-2-6-46 0,-4-6-26 16,-2 2 23-16,-4-2-1 16,-7 0-1-16,-7 4-59 15,-9-2 10-15,-1-4-1 16,1-2-12-16,2-2-21 15,6-4-27-15,8-2-42 16,9-2-93-16,8 0-111 16,32-16-747-16</inkml:trace>
  <inkml:trace contextRef="#ctx0" brushRef="#br0" timeOffset="164214.84">13113 11336 1683 0,'0'0'450'0,"0"0"-372"0,-2 0-63 15,-1 6 48-15,-3 7 3 0,0 10-10 0,-2 3-1 0,8 4-5 0,4-2 5 0,8-4-55 0,1-2 1 0,8-8 30 0,-4-4-30 0,5-4-1 0,1-6 17 0,4-4-4 0,-3-4 10 0,-4-8-23 0,5-2 0 0,-7-4 13 0,-3-2-13 0,1 0-10 16,-5-2 9-16,-3 6 1 15,-5 8 1-15,-1 2-1 16,-2 7-6-16,-2 3-31 16,-1 9 28-16,3 0-2 15,0 12 11-15,5 5 0 16,6 0 0-16,2-2 0 16,8-4 0-16,4-8-9 15,1-2 9-15,-2-6-24 0,3-6 6 16,-4-4 18-1,1-6-13-15,-3-6 13 0,-2-2 0 16,-3-4 16-16,-3-5-16 16,-6 1 0-16,-5-2 5 15,-2-6-4-15,-7 0 5 16,-4-4-6-16,0-4 0 16,-4 2 2-16,2-2-2 15,3 2-1-15,1 2 1 16,7 7 0-16,0 11 8 15,0 7-8-15,2 6 0 0,-2 9-13 16,2 9 13 0,0 6 0-16,0 11 14 0,0 13 0 15,2 7 20 1,2 6-34-16,5 4 1 0,4 4 28 16,3-3-29-16,-1-3-1 15,3-7 0-15,-2-4 1 16,-5-13-9-16,2-8 9 15,-3-8-80-15,-2-6 44 16,1-6-87-16,1-4-115 16,-2-24-79-16</inkml:trace>
  <inkml:trace contextRef="#ctx0" brushRef="#br0" timeOffset="164443.47">13534 11169 1613 0,'7'-12'306'0,"3"6"-118"0,9-8-119 16,8 6-32-16,-1 2 29 0,6 4-66 0,3 2 1 0,1 0-20 0,5 4-88 0,69-4-263 0</inkml:trace>
  <inkml:trace contextRef="#ctx0" brushRef="#br0" timeOffset="164732.96">14397 11336 1514 0,'-7'0'361'15,"4"0"-206"-15,-1 0-14 16,4 0-92-16,0 1-13 16,2-1 15-16,0 0 0 15,10 2 66-15,3-2-10 16,9 3-41-16,8-3 37 0,1 0-73 15,1 0-18-15,4 1-12 16,-7-1-3-16,-5-1-7 16,-3 1-136-16,-7 0-339 15,-8-13-325-15</inkml:trace>
  <inkml:trace contextRef="#ctx0" brushRef="#br0" timeOffset="166249.68">15313 11179 1458 0,'0'0'464'0,"0"0"-341"0,2 2-90 0,4 4 61 0,5 6-11 16,5 6-8-16,-1 4 24 0,5-1-36 0,-2 6-26 0,-4-3-7 0,-4-6-16 0,-3 0 7 0,-5-5-21 0,1-8 0 0,-3-2 1 0,0-3 10 0,0-3 4 0,0-1-8 0,2-6 13 0,3-9-31 0,5-8 11 16,4-5-34-16,4-2 4 0,6-2-17 0,5 6-19 0,0 4 38 0,0 6 13 0,3 6-5 0,-8 8 20 0,2 8-27 15,-5 10 27-15,-3 4-1 0,-5 10 1 0,5-2 0 0,-3 2 6 0,3-4 1 16,0-4-7-16,-2-4 0 15,-3-6 5-15,3-4 16 16,-3-4-9-16,7-6-2 16,-3-4 5-16,6-6 25 15,-7-2-40-15,-3 0 0 16,-4 0 23-16,-4-2-17 16,-5 2 4-16,-8 2-10 0,2 8 11 15,-3 2-29 1,-6 10 18-16,-3 8-11 0,0 8 11 15,-2 4 0-15,13 4-5 16,7 2 4-16,9-4 2 16,7-3 12-16,2-4-13 15,5-9-1-15,2-2 1 16,6-8 24-16,4-1-8 16,-7-6 1-16,-4-3-4 15,-1-4 50-15,-8-2-43 16,-3 2-2-16,-8-6 27 15,-6 0-26-15,-8 2-11 16,-7-2-8-16,-5 4-50 16,2 4 24-16,2 4-121 15,9 4-163-15,14-4-439 0</inkml:trace>
  <inkml:trace contextRef="#ctx0" brushRef="#br0" timeOffset="167171.67">16493 11039 1356 0,'0'0'353'0,"0"0"-221"0,-2 2-78 0,2 8-5 0,-2 6 64 0,0 10-44 0,-1 6 58 0,6 0-92 0,1-2-20 0,7 2 18 0,3-8-21 0,1-4 4 0,-1-5-16 15,3-6 2-15,-1-4 58 0,1-5-36 0,-1-3-17 0,2-7 23 0,0 0-15 0,-3-6-6 0,-1-4-9 16,-1 0 0-16,-4-6-9 16,-2 2 9-16,-3 0-12 15,-2 6 12-15,-2 4 1 16,-2 6-1-16,2 6 0 0,0 2-34 15,0 4 23-15,2 6-2 16,0 4 4-16,7 2 9 16,-1 2 0-16,2-2 12 15,3-4-12-15,6-2 1 16,-4-6 12-16,5-6-13 16,0-2 0-16,2-8 6 15,1-2 2-15,-1-4-8 16,-5-4 0-16,-1-2 0 15,-2-2 6-15,-7-4-6 16,-3-4-2-16,-6-2 2 16,-2-7 1-16,-4 1 9 15,0-4-10-15,-1 0 0 0,2 4 5 16,3 6-5-16,1 6-3 16,3 10 3-16,0 6 1 15,0 8 2-15,-2 3-3 16,2 10-2-16,-2 7 2 15,-5 12 9-15,3 10-1 16,0 8 32-16,10 6-19 16,3 7 9-16,5-6-30 15,5 2 6-15,-1-5 9 16,0-2-15-16,2-8 0 16,-6-8-9-16,1-8 0 0,-6-8-60 15,-2-2-103 1,-5-8-194-16,-18-20-431 0</inkml:trace>
  <inkml:trace contextRef="#ctx0" brushRef="#br0" timeOffset="167404.29">16872 10921 1249 0,'4'-13'889'15,"8"1"-617"-15,14-8-151 0,6 8-86 0,5 2-17 0,1 4 49 0,-3 2-67 0,5 6-1 0,1 2-8 0,1 6-96 0,68 12-261 0</inkml:trace>
  <inkml:trace contextRef="#ctx0" brushRef="#br0" timeOffset="168768.5">16640 11153 899 0,'-2'-2'641'0,"-3"0"-452"15,3-6-74-15,0 6-16 0,-1 0 59 16,-3 0-52 0,2 0-43-16,-5 0 11 0,2 2-11 15,-6 4 22 1,-1 8-56-16,1 6-2 0,-2 10 40 15,5 4-34-15,10 6 2 16,6-1-14-16,11 0-20 16,5-6 15-16,5-3-16 15,6-6 0-15,-4-8 12 16,7-9-5-16,-1-5-6 16,-1-7 7-16,-1-7-7 15,-4-6 25-15,0-4-26 16,-6-2 0-16,-6-2 18 15,-11-3-18-15,-7-5-1 16,-13 2-5-16,-8-2 6 0,-7 8-19 16,-7 6 19-16,-4 8-30 15,-3 12 16-15,8 4-37 16,8 8-84-16,14 4-39 16,9 2-127-16,33 22-207 15</inkml:trace>
  <inkml:trace contextRef="#ctx0" brushRef="#br0" timeOffset="169714.37">17131 10890 1416 0,'-4'-2'331'0,"1"0"-202"0,0-2-51 0,1 0 47 0,-3 2-59 0,3 2-2 0,-2-2 7 0,2 2-20 0,2 0 46 0,-7 8-74 0,-2 0 5 0,0 12 56 0,-4 10-28 16,1 9-14-16,6 1-20 15,8 6-14-15,10 0 32 16,3-2-40-16,12-2 0 16,-2-10 8-16,-1-8-8 15,4-6 0-15,-1-10-1 16,0 0 7-16,0-12-13 16,0-1 7-16,0-6-12 15,-8-9 10-15,4-2 2 16,-5-4-4-16,-3-8-4 15,-1 2 8-15,-8-4-25 0,-3-4 22 16,-3 4-26 0,-3 9 28-16,1 8 1 0,0 8-7 15,0 9-1-15,-4 7-11 16,4 8 2-16,-2 6 17 16,4 8 0-16,6 2 6 15,9-1-6-15,1-6-6 16,9-4 6-16,2-6 0 15,-2-6 4-15,0-2-4 16,-4-8 0-16,2-4 20 16,-3-4-11-16,2-6-8 0,-6-2-1 15,-3-2 6-15,-1-2 6 16,-8-2-12-16,-2-5-5 16,-4-5 5-1,-7 0 0-15,-2-6 1 0,-2 0-3 16,1-2 8-16,3 4-1 15,1 0-5-15,3 9 0 16,3 10 7-16,2 9 5 16,-2 8 0-16,2 1-12 15,2 7-3-15,-4 11 3 16,0 6 8-16,-6 16-8 16,6 9 39-16,4 6-37 15,3 4 5-15,6 1-7 16,6-2 2-16,-5 2-10 0,-1-7 8 15,-4-6-114-15,2-10-67 16,-4-12-125-16,-3-12-26 16,-4-18-669-16</inkml:trace>
  <inkml:trace contextRef="#ctx0" brushRef="#br0" timeOffset="169928.5">17603 10943 1514 0,'14'-13'462'0,"3"1"-284"0,16-10-94 0,7 4-13 0,9 6-43 0,0 4-26 0,2 0-2 0,1 8-167 0,-10 2-23 0,29 20-409 0</inkml:trace>
  <inkml:trace contextRef="#ctx0" brushRef="#br0" timeOffset="170351.2">18041 11057 1729 0,'2'12'243'0,"1"4"-78"0,3 14-5 15,2 8-109-15,-2 2-31 16,5-2 17-16,-4 4-13 16,2-8 2-16,-1 2-11 15,-1-7-3-15,-3-5 31 16,-1-4-43-16,-3-10-16 15,0-2 16-15,0-6 6 16,-4-2 17-16,1-6-23 0,-6-8-8 16,-1-6 2-1,-9-8-33-15,1-3-21 0,1-9-1 16,-4 0-29-16,6-4-39 16,4 2 30-16,4 0 1 15,9 6 92-15,8 6-69 16,3 4 35-16,2 4 35 15,5 6 5-15,1 6 0 16,-2 4 0-16,-3 3 1 16,-1 6 18-16,-1 3-13 0,-3 4 21 15,-5 6 6-15,2 4 27 16,-2 4 3-16,-1-4 32 16,-3 2-25-16,-2-8 85 15,-2-2-88-15,-5-4-13 16,-1 2 15-16,-6-2-4 15,-7-2-38-15,0 4-27 16,-6-4 18-16,4-4-42 16,1 0-107-16,9-2-212 15,4-18-322-15</inkml:trace>
  <inkml:trace contextRef="#ctx0" brushRef="#br0" timeOffset="170949.48">18238 11033 1529 0,'-3'4'377'0,"3"3"-287"0,3 10 85 15,1 1-89-15,5 2-32 0,2-4 22 0,3-2-8 0,1-6-14 0,1 0-33 0,-1-6-12 0,3-4 58 0,-3-8-59 0,3 0-8 0,-2-8 23 0,-5-2-17 0,0-2 1 16,-2 0-7-16,-4-2 2 0,-3 4-23 16,-2 6 21-16,0 4-32 15,-2 7 23-15,2 3-30 16,0 11-7-16,-2 0 34 15,2 7 12-15,2 3-2 16,0-1 2-16,5-6-9 16,-1-2 8-16,4-4-9 15,5-6 4-15,-1-4-6 16,7-6-26-16,0-6 22 16,-4-2-29-16,1-10 3 15,-5 0 30-15,-1-3 11 16,-1-3-4-16,-7-4 4 15,-2 0 2-15,-2-4 51 16,-2-4-51-16,-4 8 17 16,1 2 41-16,-1 12-8 15,0 10 22-15,4 8-64 0,0 4 17 16,-2 10-29-16,0 10 3 16,-3 8-2-16,1 12 2 15,8 4 12-15,0 2-12 16,4 2-6-16,-3 2-45 15,-1-1-12-15,-7-7-155 16,1-8-109-16,-6-6-614 16</inkml:trace>
  <inkml:trace contextRef="#ctx0" brushRef="#br0" timeOffset="171161.96">18721 10770 1727 0,'22'-10'341'0,"5"6"-155"0,24-4-158 0,0 6-28 0,3 6 0 0,-14 4-83 0,3 30-241 0</inkml:trace>
  <inkml:trace contextRef="#ctx0" brushRef="#br0" timeOffset="171565.42">16040 11726 1683 0,'0'0'329'0,"6"0"-178"0,9 0-8 15,12 0-49-15,10 0 14 16,19 0-22-16,4-1-28 16,11-3 4-16,-4-5-62 15,0 5-23-15,-13 3 1 16,-13-2-437-16,-6-3-594 15</inkml:trace>
  <inkml:trace contextRef="#ctx0" brushRef="#br0" timeOffset="171761.04">16146 11785 2196 0,'17'-5'315'0,"10"4"-124"0,27-5-118 0,12 4-46 0,15 2-27 0,-2 2-114 15,115-6-456-15</inkml:trace>
  <inkml:trace contextRef="#ctx0" brushRef="#br0" timeOffset="177007.68">4511 6970 1045 0,'6'4'0'16,"7"4"-126"-16,72 12-419 16</inkml:trace>
  <inkml:trace contextRef="#ctx0" brushRef="#br0" timeOffset="178313.84">4303 7265 733 0,'-4'0'613'0,"-3"2"-546"0,-4 0-65 0,0 4 98 0,4-2-80 0,3 0 14 0,2-4 61 0,2 4-13 0,0-4-11 0,-3-4 7 0,3 4-29 0,0 0 29 16,0 0-58-16,0 0-13 16,0 0 14-16,3 4-9 15,5-4-11-15,15 0 35 16,19-6 3-16,20-4 34 16,25-4-72-16,18-4 0 15,71-17 11-15,26 3 9 0,26-1 0 16,-55 16-21-16,-14 1 15 15,-12 2 39-15,-7 8-52 16,-11 4 7-16,-75 0 6 16,-5 4 1-16,-6-2-5 15,44 4-2-15,-16 0 0 16,-16 3 30-16,-10-2-39 16,-12 0 0-16,-6-4 9 15,-7 3 6-15,-7-4-3 16,-3 0 20-16,-8 0-31 15,2 0 60-15,-2 0-61 16,-2 0 0-16,3-1 6 0,-1-2 5 16,0 3-11-1,0-1 0-15,-2 1 1 0,2 0 5 16,-2-3-6 0,2 6-7-16,0-3 7 0,4 0 5 15,-2-3-5-15,-2 3-1 16,3 0 1-16,-3-2 5 15,-2 4-5-15,0-4-9 16,0 2 9-16,0 2 5 16,2-4-5-16,4 2 0 15,1-2 0-15,7-1 7 16,3 0-7-16,1-3-9 0,0 2 9 16,-5 2 0-1,-4 2-1-15,-5 0-6 0,2 0-89 16,-9 2 3-16,0 8-74 15,-1 3-143-15,-15 5-655 16</inkml:trace>
  <inkml:trace contextRef="#ctx0" brushRef="#br0" timeOffset="179379.48">11731 6986 1045 0,'-4'-2'180'0,"-3"0"-50"0,1 0 52 0,2-4-79 0,-2 2 43 0,4 0-86 0,-2 0 18 0,4 0-3 0,-2 2 15 0,2 0-21 0,4 2-11 0,6-4-44 0,13 2 38 16,25-4-44-16,31 0 10 15,95-8 10-15,72 4 22 16,48 10-11-16,-94 6-6 15,-15 2-27-15,-9 2 54 16,-11 8-53-16,-29-6-7 16,-82-8 1-16,-8 4 1 15,-14-2-2-15,23 6-63 16,-31 8-161-16,-110 36-70 16</inkml:trace>
  <inkml:trace contextRef="#ctx0" brushRef="#br0" timeOffset="191322.9">1482 12713 933 0,'-17'32'325'0,"3"6"-325"0,-35 171-111 0</inkml:trace>
  <inkml:trace contextRef="#ctx0" brushRef="#br0" timeOffset="192790.28">1729 12150 1423 0,'0'-3'328'0,"-2"2"-166"15,2-4-88-15,-2 4 79 16,2 1-99-16,2 0-15 15,-2 0-15-15,0 1-5 16,0-1 19-16,2 0-38 16,-2 5 1-16,3 4 44 15,4 8 31-15,-1 9-40 16,-1 6 17-16,-1 4-34 16,0 0 2-16,2 2-21 0,-4-4 0 15,-2-2 3 1,0-8-3-16,0-8-40 0,-2-5 4 15,-2-6 1 1,4-3 20-16,-2-2-37 0,2 0 22 16,2 0 6-16,2-3 21 15,-2-4-45-15,4-3-5 16,5-4 53-16,1-4-6 16,3 0 6-16,3 0 0 15,-3 2 5-15,6-4-5 16,-6-2 0-16,5-6 3 15,-2-6 3-15,0 2 19 0,0-5-25 16,-5 4 0-16,-1 1 59 16,-6 1-58-1,-4 8 5-15,2 4 0 0,-4 3 9 16,0 2 24-16,-4 5-39 16,4-4 1-16,-2 7 29 15,2 2-30-15,0 4 14 16,0 2-3-16,0 0-10 15,0 8 16-15,2 8-5 16,2 18 14-16,-1 9 55 16,1 5-68-16,0-4 2 15,1-2 0-15,2-8-9 16,-3-4 9-16,-4 0-15 16,0-6-24-16,-2-2 24 0,-4 0-182 15,1-6-157 1,-2-7-669-16</inkml:trace>
  <inkml:trace contextRef="#ctx0" brushRef="#br0" timeOffset="193028.14">2198 12155 1708 0,'4'5'286'0,"-4"4"-190"0,5 6 29 0,-1 7-2 0,0 2-60 0,3 2-8 0,-4-4-55 16,1 0-22 0,-2-2 21-16,0-4-155 0,-2-6-153 15,-4 0-342-15</inkml:trace>
  <inkml:trace contextRef="#ctx0" brushRef="#br0" timeOffset="193244.86">2178 11979 1736 0,'-3'0'378'0,"3"0"-222"0,0 0-83 16,0 0-59-16,0 0-14 15,0 4-24-15,-4 0-98 16,2 6-67-16,-8 21-457 16</inkml:trace>
  <inkml:trace contextRef="#ctx0" brushRef="#br0" timeOffset="193674.19">2470 12028 709 0,'-4'-3'1143'16,"-2"3"-918"-16,-4 3-95 15,1 4-104-15,-3 4-16 16,-1 7 10-16,-3 1-8 16,5 3 33-16,7-1-45 15,4-1 0-15,4-6 18 16,5 2-18-16,7-5 9 16,-1 4-9-16,3-1 1 15,2-4 14-15,-2 4-15 0,0-2 0 16,-5 4 21-16,-3-6-14 15,-4 2 8-15,-4-4-13 16,-2-2 8-16,-5 2 23 16,-6 0-25-16,-4 4-2 15,-7 0 21-15,-7 0-27 16,4-4-1-16,-4-4-8 16,6-4-66-16,4-6-8 15,6-8-169-15,17-44-460 16</inkml:trace>
  <inkml:trace contextRef="#ctx0" brushRef="#br0" timeOffset="193940.86">2663 11839 1687 0,'0'0'321'0,"0"0"-194"16,0 2-44-16,5 2-82 16,-3 4 32-16,2 12 129 15,1 10-49-15,2 10-34 16,-3 6-17-16,3 2-46 16,1 2 28-16,4-5-44 15,-3-1-20-15,-3-10 14 0,-4-8-85 16,-2-4-91-1,0-6-73-15,-4-8-81 16,-27-8-481-16</inkml:trace>
  <inkml:trace contextRef="#ctx0" brushRef="#br0" timeOffset="194108.49">2641 12011 1713 0,'11'-8'324'15,"5"2"-198"-15,11-4-39 16,4 2-75-16,4 2-3 16,1 2-13-16,-3 4 4 15,5 2-164-15,49 10-178 0</inkml:trace>
  <inkml:trace contextRef="#ctx0" brushRef="#br0" timeOffset="194408.77">3017 12104 1113 0,'-2'0'754'0,"0"4"-641"16,-5 6-10-16,1 8-1 16,4 1-37-16,0-1-11 15,6 0-5-15,7-5-10 0,0-1-1 16,5-4-28-16,4-6 55 15,-1 0-32-15,4-6-12 16,-5-4 24-16,2-4 4 16,-4-6-2-16,-5 1-22 15,-7-2-10-15,-2-3 17 16,-8 5-32-16,-5 6-35 16,-10 0-34-16,-8 11-93 15,-4 11-120-15,-52 26-187 16</inkml:trace>
  <inkml:trace contextRef="#ctx0" brushRef="#br0" timeOffset="194773.78">3118 12017 1496 0,'5'-2'342'0,"1"0"-186"16,14 2-96-16,2 4 51 16,13 8-1-16,4 0-41 15,3 11 66-15,2 0-59 16,1 5 10-16,-3 3-23 16,-6-4-32-16,-9 0-22 15,-11-3-9-15,-8-6 6 0,-6-8 2 16,-2-6-8-16,-2-2 0 15,0-2 21 1,-2-4 1-16,0-4-1 16,-3-12-21-16,2-10 1 0,5-12-2 15,7-4 1-15,4-1-45 16,7 3-12-16,4 8-83 16,5 4-178-16,33-24-508 15</inkml:trace>
  <inkml:trace contextRef="#ctx0" brushRef="#br0" timeOffset="195144.54">3833 12015 1683 0,'0'0'342'0,"0"2"-174"0,0 6-90 0,5 6 15 0,-1 8 30 0,2 8-63 0,4 5 48 16,1-6-81-16,-3-2-26 15,2-3 11-15,1-4-12 16,-7-6-64-16,-2-6-125 16,-4-2-179-16,-23-26-477 15</inkml:trace>
  <inkml:trace contextRef="#ctx0" brushRef="#br0" timeOffset="195340.28">3833 11730 1671 0,'-2'0'503'16,"2"0"-394"-16,2 3-62 15,0 7-47-15,3 1 1 16,-1 8-18-16,0 5-193 16,10 30-516-16</inkml:trace>
  <inkml:trace contextRef="#ctx0" brushRef="#br0" timeOffset="196157.41">4214 11865 1720 0,'-4'4'469'0,"-3"2"-296"16,-11 18-149-16,-2 12 3 15,-6 12 15-15,-1 2 0 16,2-4 27-16,10-3-68 15,3-11 17-15,12-6 0 16,6-4-18-16,4-4-1 16,7-6-1-16,8-2-8 15,8-6-10-15,9-4-80 16,4-4-56-16,3-6 7 0,-1-2 2 16,2-4 38-16,1-6 8 15,0-5 43-15,-7 0 41 16,-7-4 2-16,-11 3 15 15,-13 8 54-15,-6 4 42 16,-11 8 11-16,-5 2 13 16,-9 12-35-16,-13 4 13 15,-5 12-31-15,-4 7-28 16,5-1 56-16,10 4-88 16,7-9-6-16,11-5 5 15,7-1 0-15,2-9-11 16,7-2 5-16,1-6 0 15,0-2 11-15,13-8-11 0,1-9-42 16,7-6 12-16,-2-4-30 16,-4 1 44-16,-5 6-28 15,-9 7 44 1,-6 8-25-16,-1 7 5 0,1 7-29 16,-1 7 29-16,7 4 20 15,-2 0-1-15,2 1-13 16,4-2-59-16,4-9 56 15,3-8-13-15,2-11 21 16,-2-8 9-16,5-12 11 16,-2-6 65-16,-2-2 19 15,-4-5-29-15,-7-2 46 16,1 2-53-16,-7-6-13 16,4 2-11-16,-6-1-7 15,-6 8-4-15,0 10-24 0,-8 9 0 16,4 12 56-16,-1 10-56 15,-2 10-17-15,-4 12 16 16,0 6 1-16,4 12 9 16,9 3-9-1,9 9 0-15,6-2 3 0,5 2-3 16,7-2-6-16,-3-4 6 16,7-4-10-16,-3-7-71 15,3-9-203-15,67-4-432 16</inkml:trace>
  <inkml:trace contextRef="#ctx0" brushRef="#br0" timeOffset="203708.19">11918 12210 1118 0,'-4'12'225'0,"0"0"-27"0,-7 10-109 0,2 2-73 0,0-4-7 0,4-6 5 15,-1-4-14-15,2-4 0 16,-2 0 1-16,-4-4 1 16,5-4 8-16,-1-2 35 15,-2 0-44-15,2-6 50 16,1-4-36-16,3-6 6 16,4-10 18-16,5-4 11 15,3-10 16-15,0-4-18 0,9 2-3 16,-4-3 39-16,1 7-51 15,-3 6 0-15,3 2 22 16,-1 6-28-16,-2 6 15 16,-1 10-4-16,-4 2-29 15,3 8 27-15,-1 6-36 16,0 8 0-16,4 12 35 16,1 8-8-16,-4 10-15 15,1 2-12-15,-1 0 18 16,-4-2-9-16,0-1-9 15,-3-9-21-15,0 0-39 16,-6-8-111-16,-2-4-120 16,-35 12-427-16</inkml:trace>
  <inkml:trace contextRef="#ctx0" brushRef="#br0" timeOffset="203925.03">11914 12101 1762 0,'2'-1'371'0,"0"1"-224"0,6-3-66 0,5-3-54 0,5 4 42 0,6-1 7 0,0-4-25 16,8 3-22-16,1-2-29 15,-2 2-9-15,2 3 3 16,4 2-257-16,36-11-440 15</inkml:trace>
  <inkml:trace contextRef="#ctx0" brushRef="#br0" timeOffset="204191.41">12440 11823 1347 0,'0'0'840'0,"6"8"-756"15,2 12-16-15,2 8 49 0,3 12-20 16,6 2-29-16,-5 0-25 16,-4-6-42-16,3 3 41 15,-3-12-42-15,-4 0-12 16,1-8-48-16,-5-6-152 15,2-1-152-15,-8-12-644 16</inkml:trace>
  <inkml:trace contextRef="#ctx0" brushRef="#br0" timeOffset="204627.6">12703 11981 1773 0,'0'0'369'0,"0"0"-245"16,0 0-20-16,-2 2-89 15,-4 4 18-15,-4 10 61 16,-3 8-11-16,-1 4-40 15,3 2-37-15,5-3 6 16,6-1 14-16,4-8-26 16,5 0 0-16,3-10 6 15,-2-1-5-15,1-2 23 16,7-5-24-16,0-2 2 16,2-6 14-16,0-5-16 15,2-2-18-15,-6-7 17 0,-7-3-9 16,-5 1 2-16,-8 5-20 15,-7 2-14-15,-14 7 24 16,-10 8-26-16,-7 6-23 16,-8 8-23-16,8 6-41 15,6-2-58-15,16 5-61 16,14 10-401-16</inkml:trace>
  <inkml:trace contextRef="#ctx0" brushRef="#br0" timeOffset="205524.73">13138 12005 1559 0,'-5'-4'324'0,"3"4"-240"0,-5-6-48 0,-9 4 29 0,0 6 17 0,-9 4-1 0,-2 4-42 15,-7 6-33-15,5 7 71 16,2 2-65-16,14 1-11 16,6 3 7-16,7-11-2 15,9 0-6-15,2-6 0 16,9-6-8-16,2-4-13 15,3-6-10-15,2-4-35 0,-4-4 0 16,-2-4-14 0,-3-2 38-16,0 2 14 0,-9 1 28 15,-2 8 12-15,-5 2-12 16,0 14 0-16,0 9 28 16,0 18 19-16,0 14 29 15,-2 4-38-15,0 8-37 16,-4 2 39-16,2-5-40 15,-4-1 0-15,-5-10 0 16,-8-8 1-16,-3-12 33 16,-7-10-34-16,-2-10 0 15,4-12 27-15,1-6-9 16,8-14 18-16,5-10-14 16,13-8-22-16,13-10 0 0,7-2-3 15,13-7-45-15,7 3 29 16,4 4-61-1,2 4-1-15,-2 4-1 0,-4 2 26 16,-4 6 56-16,-11 6-18 16,-8 5 18-16,-5 7 3 15,-6 3 4-15,-2 1-5 16,-1 1 26-16,-3-1 19 16,-3 6 2-16,-1 0 1 15,2 6-35-15,0 2 43 16,2-2-44-16,-2 4-14 15,2 4 0-15,-3 4 9 16,-2 10 47-16,3 7-40 0,2 2-16 16,7 1 48-1,0 5-48-15,4-7 0 0,5-4 8 16,-5-2-8-16,-1-6 0 16,4-4-15-16,-5-6-177 15,9-6-99-15</inkml:trace>
  <inkml:trace contextRef="#ctx0" brushRef="#br0" timeOffset="205724.33">13320 11823 1790 0,'-2'-2'510'0,"2"2"-318"0,0-2-135 16,0 4-57-16,0 2-5 0,2 8-38 0,0 2-92 0,19 44-315 0</inkml:trace>
  <inkml:trace contextRef="#ctx0" brushRef="#br0" timeOffset="207059.47">13360 12136 1393 0,'0'-4'277'16,"0"0"-146"-16,0-6-50 16,2 0-51-16,0-7 52 15,1 5-25-15,-1-3-12 16,1 2 21-16,-3-1-36 16,0 2 26-16,-3-2-30 15,-2 0-25-15,-1 4 35 16,-3 2-36-16,-2-2-15 15,-2 4 7-15,0 6 8 0,-1 2-19 16,-4 2 5-16,9 6-47 16,5 2 31-16,8 7-54 15,10 0 33 1,13 1 45-16,6-1-9 0,5-1 13 16,-1 0 1-16,-3 0 1 15,-7 0 6-15,-3 0-6 16,-9 0 0-16,-3 0 9 15,-3-6 9-15,-1 0 1 16,-6-2-9-16,1-4-9 16,-3-4 36-16,3 2-37 15,-3-4 0-15,0 0 16 0,0 0 8 16,2-4-1-16,2 2 19 16,3-4-41-16,-1 0 38 15,3-4-39-15,3 2 0 16,-8 0 5-16,0-1-5 15,3 2-1-15,-6-4-8 16,7 0 18-16,-3-1-17 16,3-1 8-16,1 2 0 15,-2-1 3-15,0-1-3 16,-1 2 1-16,-1 4-2 16,1 1 2-16,-6 2 19 15,0 4-20-15,0 0-5 16,0 0 5-16,0 0 0 0,0 4-11 15,0-4 11 1,0 0 0-16,0 0 10 0,0 0-10 16,1-4 0-16,2 4 8 15,3 0 2-15,-4 0-8 16,-2 4-2-16,0-2 6 16,0 1-5-16,2 5 7 15,2 6 7-15,1 0 19 16,-1 8-7-16,-2 0-15 15,-2-2-12-15,4-2 14 16,0-8-2-16,2 2-12 16,-2-6-21-16,-4-2-39 15,2-2 4-15,-2-2-2 16,3 0 23-16,-1-2-20 16,0-2 49-16,2-2-26 0,4-4-14 15,-2-2 46-15,1-4-14 16,-3 0-10-16,0-1-28 15,0 2-224-15,-4-24-479 16</inkml:trace>
  <inkml:trace contextRef="#ctx0" brushRef="#br0" timeOffset="207259.53">13688 11769 1806 0,'0'0'357'0,"0"0"-174"0,0 0-107 16,0 0-41-16,0 2-35 0,2 2-35 0,2 4 35 0,3 3-183 0,26 16-127 0</inkml:trace>
  <inkml:trace contextRef="#ctx0" brushRef="#br0" timeOffset="208025.05">13919 11700 1669 0,'0'8'287'0,"0"9"-142"16,4 9-26-1,4 12 35-15,1 2-97 0,1 0 5 16,4-2 1-16,1-4-26 16,-5-4-17-16,1-4-20 15,-5-6 1-15,1-8-22 16,-5-8 15-16,-2-4-28 16,0 0 34-16,0-8-1 15,0-7-55-15,5-6 3 16,-1-9 20-16,3-4 21 15,4 0-7-15,3 2 5 0,-1 2 14 16,-3 12 0 0,0 1 6-16,-1 8-6 0,-7 4 6 15,-2 5-22-15,0 0 16 16,2 9 0-16,0 3 1 16,2 10 49-16,2 4-1 15,0 8-20-15,3 0-29 16,5-2 75-16,-1 0-60 15,0-8 4-15,1-1 4 16,-4-12-11-16,2-1-3 16,-1-4-9-16,2-6 10 15,5-4 20-15,9-8-30 16,0-6-9-16,4-2 8 16,0 0-21-16,-7 2 0 15,-2 4-8-15,-5 6 19 0,-5 6-19 16,0 4 30-1,-1 4-17-15,0 6 16 0,5 0-6 16,-5 2 6-16,-1-2-8 16,4 1 9-16,-3-8-18 15,1-1 18-15,-1-6-21 16,-1 0 20-16,0-3-20 16,-3-8 20-16,-1 3-22 15,-2-2 7-15,-1 4-2 16,0 2 16-16,-2 4-16 15,4 2 17-15,2 2-27 16,6 2 28-16,5 4-8 0,4 8 8 16,-2 2 5-16,2 4-5 15,-8 4 0-15,1-2-2 16,-10 2 3-16,-8 2-2 16,-9 1-184-16,-65 39-267 15</inkml:trace>
  <inkml:trace contextRef="#ctx0" brushRef="#br0" timeOffset="208442.67">12930 12597 1018 0,'7'-4'671'0,"4"2"-529"0,18-2-65 0,9-2 73 0,14 2-51 0,10 0 1 0,2-4 14 0,7 4-34 0,0 0-29 15,-7 2-51-15,-12 4-146 16,18 3-326-16</inkml:trace>
  <inkml:trace contextRef="#ctx0" brushRef="#br0" timeOffset="208625.47">12878 12723 1941 0,'12'0'379'16,"11"0"-265"-16,14-2-13 16,21 4-17-16,11-2-71 15,12-2-13-15,119-20-464 16</inkml:trace>
  <inkml:trace contextRef="#ctx0" brushRef="#br0" timeOffset="-207902.52">12044 8961 1158 0,'0'0'248'0,"0"0"-113"0,0 0-71 0,0 0-41 0,0 0 67 0,0 0-57 0,0 0 3 16,0-2 25-16,0 2-43 16,0 0 54-16,0 0-36 15,0 0-28-15,0 0 46 16,0 0-45-16,0 0 31 16,0 0-14-16,0 0-20 0,0 0 39 15,0 0-45 1,0 0-8-16,0 0-11 0,9 0 19 15,-1 0 0-15,7 0 0 16,4 2 9-16,3-2-6 16,0 2-3-16,2-2 0 15,5 0-3-15,-2-2 3 16,5 0 0-16,1-2 0 16,2-2 1-16,-2 2 6 15,4-2-7-15,1 2 0 0,-3 0-4 16,3 0 4-1,-3 0-6-15,-1 2 5 16,2-2 1-16,0 2 12 16,1-2-12-16,1 2 0 0,0-4 2 15,0 2-2-15,-2 0 0 16,-5 0-6-16,0 2 15 16,-2 0-13-16,-2 2 4 15,4-2 0-15,-2 0 1 16,0-2-1-16,3 4-5 15,-7-2 4-15,0 2 2 16,0 0 1-16,-5 0-2 16,2-2 0-16,3 2-5 15,-3 0 6-15,5-2-1 16,-2 0 0-16,4 2 0 0,-1-2 8 16,-1 0-8-16,5 0 0 15,-1 0 1-15,-3 0-1 16,3 0-1-16,-4-4 1 15,-4 6 0-15,1-2 6 16,-6 2-6-16,6 0 0 16,-6 0 1-16,3-2-1 15,3 2 0-15,2-2-1 16,1 2 10-16,2-2 0 16,3 0-9-16,1-2 0 15,0 2 2-15,-4 2-1 16,2-2-1-16,1 4 0 15,-6 0 6-15,6 0-3 0,-1 2-3 16,4-4-4 0,3 0 3-16,3-2 1 0,-6 0 0 15,5 0 0 1,-2 0 2-16,2 0 22 0,2-2-23 16,0 2 0-16,6 0 43 15,8-2-25-15,-3 2 1 16,10-2-20-16,3 0 15 15,-3 2 6-15,1-4-21 16,-6 4-8-16,1-2 8 16,-5 0 1-16,-2 2 0 15,-4 0-1-15,4 0 1 16,-5 2 17-16,-5-2-18 16,0 2-2-16,-1-4 2 0,-1 2 9 15,-1-3-1-15,4 4-8 16,1-3 1-16,2 0 48 15,-2 2-49-15,-2-5-5 16,1 6 5-16,-4-1 2 16,2-2-2-16,-8 2 0 15,5 0 7-15,-4 0 1 16,-3 2-8-16,4 2-11 16,3 0 11-16,0 2 0 15,9-2 1-15,-1-2-1 16,3 0 0-16,-1-2 6 0,-4 0-6 15,-6 0-5 1,-4 0 5-16,-2 0 1 16,-1 0-1-16,-2-1 0 15,0-1 1-15,0 3 25 0,3-1-26 16,1-2-5-16,-4 0 5 16,4 0 0-16,-1 0 3 15,-1-2-10-15,-2 2 14 16,0 0-7-16,0 0 0 15,-2 0-7-15,-1 2 5 16,1-2 2-16,-2 4-7 16,-1 0 7-16,-2-3 0 15,3-1 6-15,2-2-6 16,-2 1-3-16,-1-6 3 16,-4 5 0-16,0-2 0 15,-5-2 0-15,1 5 0 16,-3-2 15-16,-1 0-15 0,-3 3-7 15,-1-3 7-15,3 1 0 16,-3-4 1-16,0 2-1 16,-1-2 1-16,0-4-2 15,-3-4 1-15,3 0-20 16,-3-6 20-16,0 0 0 16,1-4 0-16,-3 0 0 15,-4-4 0-15,0-4 9 16,-3 4-2-16,-1-3-7 15,-5 5 27-15,1 4-6 16,0 0-20-16,-1 2-1 16,-3 2 2-16,1-2-31 15,-3-2 29-15,-2 0-52 0,0-4 13 16,-4 0 0-16,1 1 12 16,-2 6 15-16,2 3 12 15,-1 4 12-15,2-1-12 16,0 3 0-16,2 2 1 15,-4-2 6-15,2 3-6 16,-3-3-2-16,2 1 2 16,-4-3 14-16,2 2-15 15,-6 4-9-15,-2-2 1 16,-4 2 7-16,-7 6-11 16,-5 0 11-16,-5 2 1 15,1-2 9-15,-2 2-9 0,-3 2 0 16,5-2 3-16,-3 0-3 15,3 2 0-15,-4 0-1 16,5 0 2 0,3 0 19-16,7 0-20 0,1 0 0 15,-2 0-1-15,-1 0 2 16,-3 2-1-16,-6 0 0 16,0 6 2-16,-7 0 5 15,5-2-7-15,-1 4-3 16,5-4 3-16,5 0 2 15,-2-2 3-15,4 0-5 16,-5 0 0-16,5 0 6 16,-4 0-6-16,-3 2-11 0,-7 6 11 15,-7-2 0 1,1 4-1-16,-7 0 1 0,7 3 0 16,-1-4 6-1,10-3-6-15,3-1-6 0,6-1 6 16,6-3 0-16,1-2 0 15,-4 1-6-15,-1-1 6 16,-3 5 9-16,-4-1-9 16,-2 0-18-16,-3 4 18 15,1-1 7-15,0 2-7 16,1-4-6-16,-4 0 6 16,6 0 6-16,-2-2-6 15,0 0 0-15,2 2-1 16,-2-2 1-16,2 0 0 15,0 0 0-15,-6 2 2 0,-6 2-28 16,-2 2 17-16,-5 0-22 16,2 0 30-16,7-4-4 15,4 0-2-15,2 0 5 16,8-6 2-16,1-2-16 16,7 0 16-16,3-2-26 15,-4-2 14-15,4 4 3 16,-7 0 8-16,0 4-22 15,-1 0 23-15,1 2-18 16,-1 2 18-16,5 2-6 0,0-2 6 16,3-2 1-1,2 4 0-15,4-4-1 0,0 0 0 16,0 6 1-16,0-2-1 16,-5 2-14-16,-1 1 13 15,-3 2-11-15,-3-3-5 16,-1 2-1-16,-1-4 15 15,4 3-13-15,-3-8 16 16,1 6-1-16,3-5 1 16,3 2 2-16,-1 2 31 15,-2 2-32-15,0 2 10 16,2-2 23-16,-1 4-34 16,6-4 0-16,1 0 2 15,4-2-1-15,6 2 28 16,-2 0-29-16,6 0 8 0,-2 0 23 15,2 2-25-15,1-2-5 16,-1 4 37-16,-1 0-28 16,-4-2 14-16,6 4-24 15,-3 2 6-15,5-2 8 16,4 3-14-16,2-3-3 16,3 5 3-16,-1 2 1 15,3 0 13-15,0 2-14 16,-6-7 0-16,4 2 7 15,0 0-7-15,-5-2-1 16,5-2 1-16,-3-8 1 16,0 2 10-16,3-6-11 15,2 0 0-15,2-4 7 16,0 0-7-16,6 2 0 16,-2 0 11-16,6 2 7 0,3 0 13 15,3-2-31-15,-1 4 0 16,1-4 21-16,2-2-21 15,-2 2 0-15,3-4 0 16,1 2 1-16,3 0 15 16,-6 2-16-16,1-2 0 15,0 0-4-15,-4 0 4 16,-1 0 0-16,1-2 6 16,-2-2-6-16,2 0 7 15,-1 0-7-15,0 0 0 0,-3-2 12 16,-4 2-12-1,1 0 0-15,-3 2 11 16,-2-2 7-16,1 2 31 16,2-2-13-16,-1 0-27 0,3-2 77 15,-1 0-77-15,0-2 0 16,2 2 3 0,-4 2-11-16,-2 2 10 0,1 0-11 15,-1-2 0-15,0 2-6 16,-2 0 6-16,0 0-14 15,0 0 13-15,0 0-14 16,0 0-15-16,0 0-102 16,2 2-63-16,-4 4-8 15,-9 22-290-15</inkml:trace>
  <inkml:trace contextRef="#ctx0" brushRef="#br0" timeOffset="-202903.63">17226 8438 1116 0,'0'0'476'0,"0"0"-392"0,0 0-22 0,0-2 7 0,0 2 30 0,0 0-12 0,0-2-20 0,0 2 11 16,0 0 39-16,0 0-66 16,0 0 6-16,0-2 2 15,0 2-28-15,0 2 38 16,0-2-51-16,0 0-18 16,0 0 60-16,0 0-60 15,0 0-1-15,0 0 1 16,20 2 0-16,-2-2 27 15,13 2-27-15,7-2 0 16,7 2 11-16,3-2-11 16,4 0 0-16,2-2 0 15,-6-2 1-15,-1-4 4 0,-7 2-5 16,-4 0 0-16,-12 2-33 16,-3 0 31-16,-13-2-35 15,-3 6 19-15,-5-2-3 16,-3 0 1-16,-3-4-7 15,2-2 6-15,-6-4 5 16,1 2 16-16,1-3-11 16,-2 6 11-16,4-4 0 15,-1 6-4-15,1 1 4 16,2-1 0-16,-4 1-14 16,2 0 14-16,-3 0-6 15,5 4 5-15,-1 0 2 16,3-2 3-16,2 2-4 15,2 2 0-15,-2-2-19 16,2 0 19-16,3 0-12 0,-1 3 12 16,0 2 0-1,5 2 9-15,1 0-9 0,-2 4 0 16,1-1 7-16,-3 0-7 16,2 4 1-16,-4 2 15 15,0-2-16-15,-1 2 32 16,-3 4-32-16,0-2 0 15,-5 0-3-15,-3 2 3 16,-6 0-78-16,-13 2-165 16,-46 16-260-16</inkml:trace>
  <inkml:trace contextRef="#ctx0" brushRef="#br0" timeOffset="-201687.73">18084 8077 1242 0,'-4'0'377'0,"1"-2"-233"0,-6 0-90 0,1 4 19 0,-6 2-52 0,-4 2 87 0,0 6-85 0,-4 0 1 0,6 4 34 0,3-2-20 16,4 0-23-1,5 4-15-15,10-2 0 0,4 6 11 16,7 2-11-16,5-1 0 16,3-1 13-16,1-3-12 15,2-1 7-15,-4-4-8 16,0 0 1-16,-5-3 11 15,-4-1-12-15,-9-2-24 16,-3-2 24-16,-3 6 6 16,-3-2-5-16,-8 6-1 15,-7 2 21-15,-1-2-15 16,-10-2-6-16,2 0 0 16,0-6 12-16,0-2-12 15,0-2-3-15,6-4-63 16,-2 0-107-16,7-2-19 0,1-24-1103 15</inkml:trace>
  <inkml:trace contextRef="#ctx0" brushRef="#br0" timeOffset="-201369.2">18291 8001 1613 0,'0'0'276'0,"0"0"-166"0,0 0-37 0,0 2 1 0,0 0-29 0,2 1-9 0,1 8-21 0,-2 7 123 16,4 6-81-16,0 6-38 15,1 4 8-15,3 2-6 16,1 4-21-16,-2-2 0 16,-4-2 0-16,-1 0-30 15,-3-5-24-15,-7-1-186 16,-9-2-51-16,-42 12-1217 16</inkml:trace>
  <inkml:trace contextRef="#ctx0" brushRef="#br0" timeOffset="-201136.5">18166 8155 1578 0,'2'-2'338'0,"1"0"-236"16,8-4-74-16,0 0 22 15,9 2-26-15,5 2-2 16,3 0-22-16,6 4 6 16,2 0-31-16,1 4-124 15,55 4-420-15</inkml:trace>
  <inkml:trace contextRef="#ctx0" brushRef="#br0" timeOffset="-200768.37">18561 8215 1813 0,'0'0'306'0,"2"2"-234"16,4 2-63-16,12 2 6 15,3 6 3-15,7 5-11 0,0 2-7 16,2 3 74-16,-3 5-49 16,-9-4-17-16,-7 0 10 15,-3-3-9-15,-4-4-8 16,-8-6-1-16,-4-2 12 16,-1 0-1-16,-5-4-10 15,1-4-1-15,-5-6 35 16,3-6-17-16,4-6 30 15,4-8-48-15,7-5 10 16,14-5-19-16,5 0 9 16,14 0-42-16,8 4-27 15,3 6-142-15,54-24-134 16</inkml:trace>
  <inkml:trace contextRef="#ctx0" brushRef="#br0" timeOffset="-199718.05">18999 8135 1571 0,'0'-2'452'0,"0"2"-350"15,0 0-69-15,0 0 76 16,0 0-71-16,2 0-14 0,-4 2-14 16,2 2-2-1,2 8 1-15,-2 10 0 0,0 6-9 16,8 4 47-16,-2 2-47 16,1-8 0-16,4-4 0 15,-2-8 10-15,2-3 22 16,-2-5-32-16,0-6 0 15,0 0 41-15,4-6-40 16,1-5 0-16,1 2 14 16,3-10-6-16,-3 0-2 15,-1-6-7-15,-3 3-22 16,-7 7 7-16,-2 2-2 16,-4 7-1-16,2 4 11 15,-2 2 7-15,2 0-8 16,2 2-31-16,-2 4 2 15,2 4 17-15,3 4 20 16,2 4-12-16,2 0 12 0,4-3 0 16,-2-4 12-1,2-3-12-15,-1-3 0 0,1-5 20 16,0-3-19-16,1-4-1 16,3-7 6-16,4-1 0 15,-1-5-12-15,-3 0-3 16,1 0-66-16,-5 0 56 15,4 4-83-15,-2 0-21 0,-6 6 75 16,2 2 25 0,-5 6 17-16,0 2-22 0,-5 0 20 15,6 2-8-15,-4-2 16 16,-3 2-2-16,0 0 2 16,0-2 1-16,-3 0 26 15,-1 0 11-15,4 0-22 16,-3 0 77-16,-6 4-75 15,-1 0-1-15,-13 2-1 16,-2 8-7-16,-1 4 41 16,2 6-26-16,1 7-23 15,8-2 35-15,3 1-27 16,8-2-15-16,6-1 6 16,7-7 0-16,2-4 3 15,5-7-3-15,4-2 0 0,5-7 24 16,6-10-24-16,2-2 0 15,1-10-9-15,-3-4 9 16,2-11 27-16,-4-1-27 16,-6-5 0-16,-2-6 54 15,-5 1-43-15,-1 0 10 16,-5-1 19-16,-4 8-23 16,1 3 34-16,-3 9-51 15,-2 10 1-15,-2 6 54 16,0 5-54-16,-2 4 7 15,2 4-8-15,0 3-17 16,0 5 16-16,0 7-27 16,0 12 28-16,2 13 26 15,3 6-26-15,7 4-1 16,-4 2 0-16,3-4 2 0,1-4-7 16,-2-6-19-16,-3-5-121 15,-5-8-62-15,-13 19-321 16</inkml:trace>
  <inkml:trace contextRef="#ctx0" brushRef="#br0" timeOffset="-199519.44">19639 8059 1766 0,'4'-4'357'0,"4"0"-239"0,5-6-95 0,2 6 8 0,7 2-31 0,-1 0-66 0,-2 6-76 0,35 14-121 0</inkml:trace>
  <inkml:trace contextRef="#ctx0" brushRef="#br0" timeOffset="-198304.63">19824 8199 1808 0,'0'0'337'0,"0"0"-262"15,2 2-39 1,-2 6-24-16,2 6-3 0,0 8 75 15,5 7-81-15,0 0 6 16,6 4 26-16,3-9-35 16,-1-6 0-16,6-4 10 15,-6-8-3-15,5-6 43 16,1-8-50-16,0-6 9 16,0-6 40-16,-1-4-43 15,-5-1 15-15,-4 0 2 16,-1-4-16-16,-4 3 17 0,-4-2-24 15,0 4-19-15,-2 4 7 16,-2 4-27-16,2 10 1 16,-2 2 19-16,2 4 2 15,0 2-4-15,-2 2 2 16,2 6 11-16,-4 4-7 16,1 8 15-16,6 0-1 15,3-4-6-15,0 0 7 16,1-8 3-16,3 1-3 15,-2 0 0-15,7-4 13 16,-3-3-5-16,3-3-7 16,6-2-1-16,-3-6 12 0,1-1-13 15,-3-3 1-15,-3 0-48 16,3-5 15-16,-5 2-59 16,0-2 4-16,3 0 32 15,-6 10 56-15,-1 2-18 16,-3 6 18-16,4 2-12 15,0 4-1-15,5 4 13 16,-1 4 0-16,1 0 0 16,7-2 1-16,-4-2 34 15,6-2-35-15,-2-6 0 16,0-1 45-16,2-6-24 16,-1-3-6-16,-2-3 6 15,4-4-12-15,-3-1 24 16,-2 0-33-16,-7-2 0 15,-7 4 26-15,-6 4 1 0,-2 2-27 16,-5 4-6-16,-11 2 6 16,0 4 2-16,-3 6-2 15,1 4-2-15,6 2-7 16,10-2 9-16,2 4-1 16,6-2 1-16,4-4 0 15,3 2-1-15,7-7 1 16,1-2 0-16,6-5 19 15,1-1-19-15,5-3 0 16,0-3 0-16,-4-4 1 16,-3-2-11-16,-2-3 10 15,-2-2-18-15,-7 4 18 16,-4-4 0-16,-3 6-5 16,-8 4-1-16,-1 4 8 15,-5 4-20-15,-9 2 18 0,-1 8-9 16,0 4 3-16,4 5 6 15,8-4-8-15,3 3 8 16,8-1 0-16,3-8-9 16,1 1 9-16,2-6 0 15,6-1 33-15,-1-3-14 16,6-4-5-16,6-9-14 16,-1 1 18-16,-2-8 36 15,-4-2-21-15,-1-2-12 16,-7-2 9-16,3-2 4 15,-5-6-14-15,-5 2-20 16,-2-4 6-16,0 4 27 0,0 4-33 16,2 4-5-16,-3 6 5 15,-1 7 2-15,0 6-2 16,0 3-10-16,-1 4-45 16,1 10 44-16,-4 10-5 15,0 12 8-15,2 14-5 16,-2 8 11-16,-1 2-158 15,1 2-163-15,-36 83-1259 16</inkml:trace>
  <inkml:trace contextRef="#ctx0" brushRef="#br0" timeOffset="-197953.92">18598 8861 1442 0,'6'-2'316'0,"4"2"-206"0,9-6 10 0,12 0 33 0,13 0-36 0,4 0-35 0,4-6-19 16,4 4-63-16,-3-2 38 0,-2 6-38 16,-15 2-113-16,-10 4-151 15,-19 8-207-15,-47 24-836 16</inkml:trace>
  <inkml:trace contextRef="#ctx0" brushRef="#br0" timeOffset="-197798.02">18661 8949 1657 0,'0'0'454'0,"0"-2"-342"16,2 2 40-16,7-2-113 16,2 0 3-16,7-2 28 15,14 0-10-15,5-4-12 0,5 4-48 16,3-2 17-16,6 0-44 15,3-4-122-15,1 4-224 16,39-30-761-16</inkml:trace>
  <inkml:trace contextRef="#ctx0" brushRef="#br0" timeOffset="-196486.97">14544 7922 1248 0,'0'0'593'0,"-3"0"-479"0,3 0-82 0,0-1 50 0,0-2 2 0,3-2-34 16,-3-1 43-16,4-5-45 15,0-3 7-15,1-4-19 16,8-1 11-16,3-8 10 0,4-1-57 15,6-10 0 1,13-6 12-16,3-2-12 0,11-8 0 16,12-2 0-16,6-8 0 15,3-1 16-15,3 5-16 16,2 2 0-16,-8 8 21 16,-9 13-21-16,-2 4-6 15,-10 11 4-15,-10 8 2 16,-9 4-12-16,-6 3 12 15,-10 6-1-15,-1-2-7 16,-6 2 9-16,-3-2-2 16,-3 1-4-16,0 2-8 15,-4 0-20-15,0 2-116 16,-1 1-127-16,-1 1 0 16,-19 11-641-16</inkml:trace>
  <inkml:trace contextRef="#ctx0" brushRef="#br0" timeOffset="-196101.16">15361 6924 1671 0,'0'0'203'0,"6"2"-187"16,4-2 40-16,-1 0-26 0,8 4 19 0,5-4 14 0,1 0 12 0,8 2 9 0,0 2-33 15,1-2-21 1,-8 2 35-16,3 2-65 0,-7 2-1 16,2 0 1-16,-6 2 0 15,-1 2-4-15,-3 4 4 16,-5 0 0-16,-1 6 6 15,-6-2-6-15,-2 6 0 16,-5 2 15-16,-4 8-8 16,-7-1 40-16,2 1-47 15,-4-4 0-15,0-4 9 16,2-2-9-16,1-2-45 0,1-2-138 16,3 0-56-1,4 4-324-15</inkml:trace>
  <inkml:trace contextRef="#ctx0" brushRef="#br0" timeOffset="-194903.28">16080 6868 600 0,'3'2'532'0,"-3"-2"-415"0,0 0-106 0,0 0 43 0,0 0 60 16,0 0-6-16,0 0-39 15,0 0 36-15,0 0-63 16,0-2 64-16,0-1-59 16,5 2-20-16,-5 1 49 0,0-2-31 15,0 4-15 1,0-1-30-16,4 8 17 0,2 9 25 15,4 4-14-15,3 6-27 16,-2 0 30-16,-3-2-29 16,-4-2-2-16,-2-8-12 15,-2-8-54-15,-6 0 57 16,2-8-30-16,-7 0-18 16,1-2 33-16,-2-8-24 15,3 0 25-15,5-6-11 16,2 6 31-16,4-2 2 15,4 4 1-15,5 2-3 0,7-4 3 16,7 0 2 0,2-2-2-16,-4 2 0 0,2 0 6 15,-4-2 32-15,-5 0-20 16,-3 0-9-16,-2-4 34 16,-5 2-22-16,1-3 0 15,-4-2 13 1,-3 2-33-16,0 2 61 0,0 1-37 15,-3 3-25-15,-2 4 30 16,5 4-24-16,0 2-4 16,-2 1-4-16,4 0 4 15,-2 0-4-15,5 0 2 16,-5 1-29-16,0 7 29 16,3 6 30-16,1 9 10 15,2 7-20-15,-1 8-5 0,3-6 38 16,0 4-53-16,0-8 0 15,-3 0 5-15,-3-2-5 16,-4-2-14-16,-7 0-187 16,-34 22-287-16</inkml:trace>
  <inkml:trace contextRef="#ctx0" brushRef="#br0" timeOffset="-194436.64">16510 6760 1402 0,'0'-3'366'0,"2"3"-180"0,4-1-129 0,5-3-3 0,9-1 33 16,7 0-42-16,6-2-5 0,3 1-35 16,1 2 13-16,-3 0-11 15,-1 3-7-15,-6-2-151 16,-9 7-106-16,-9 6-397 15</inkml:trace>
  <inkml:trace contextRef="#ctx0" brushRef="#br0" timeOffset="-194254.36">16674 6774 1542 0,'0'0'277'15,"2"4"-211"-15,-2 2-24 16,6 7 42-16,-1 8 14 15,1 4 8-15,2 4-55 16,0 1 47-16,-1 2-77 16,2-2-20-16,-2 0 12 15,-7-2-13-15,-6 4-133 16,-29 24-363-16</inkml:trace>
  <inkml:trace contextRef="#ctx0" brushRef="#br0" timeOffset="-193517.26">17037 6824 1559 0,'-3'0'293'16,"6"0"-221"-16,-3 4-26 0,0 4 31 15,2-1 37-15,0 10-48 16,1-3 3-16,-3 2-59 15,2 0 31-15,0-6-41 16,0-2 0-16,-2 0 1 16,0-6 8-16,0-2 16 15,0 0-25-15,0-2 6 16,-2-6 81-16,-2 0-81 16,-3-8 2-16,3-6-8 15,1-6 6-15,3-2-12 16,7-1-20-16,4 2 26 15,2 3-10-15,1 9 10 0,-1 3-15 16,-2 10 15 0,2 2 0-16,-1 7-7 15,3 2-4-15,1 9 11 0,-1 4-6 16,-4 0 6-16,-1-3-16 16,-4 3 16-16,-1-4 0 15,-1-5 1-15,0 0-1 16,-2-8-24-16,0-3 0 15,2-3 24-15,2-9-45 16,3-9 6-16,2-7-55 16,0-4 71-16,0-4-2 15,0 4 20-15,-2 4-7 16,0 8 12-16,-2 10-8 0,-7 4 7 16,2 8-26-1,-2 10 26-15,4 6-10 0,4 6 11 16,-2 2 18-16,3 2 0 15,-1-1-15-15,4 0 29 16,1 0-19-16,-1-4 4 16,-4 2-17-16,-1-1-105 15,-3-6-93-15,-6 6-436 16</inkml:trace>
  <inkml:trace contextRef="#ctx0" brushRef="#br0" timeOffset="-193204.69">17466 6669 1601 0,'0'4'174'0,"3"4"-132"0,-3 10 11 0,5 7-16 0,-3 0-11 0,2 1 107 0,0-1-59 0,1-5 22 15,-1-4-20-15,3-5-16 16,0 0 15-16,-3-5-4 16,5 0-49-16,5-4 97 15,3 0-76-15,12-2-4 16,11-4-9-16,5-2-29 16,1-6-1-16,-3 2-16 15,-5 0-164-15,-7 2-126 0,2-2-405 16</inkml:trace>
  <inkml:trace contextRef="#ctx0" brushRef="#br0" timeOffset="-192886.5">16582 7377 1533 0,'7'-4'318'15,"4"0"-212"-15,9-6 11 16,9-2 33-16,6 2-63 15,6-2-6-15,6 2-55 16,1-2-19-16,4 2-1 16,-5 4-6-16,-7 2-198 15,9 10-253-15</inkml:trace>
  <inkml:trace contextRef="#ctx0" brushRef="#br0" timeOffset="-192768.45">16624 7433 668 0,'0'-2'1232'0,"7"0"-1035"16,13-4-119-16,9 2-68 16,13-2-10-16,12-6-112 15,97-30-345-15</inkml:trace>
  <inkml:trace contextRef="#ctx0" brushRef="#br0" timeOffset="-188653.69">19350 9228 1657 0,'-2'-2'756'0,"2"0"-591"0,-5 0-37 0,10 2-98 0,-5 2-17 0,2-2-13 16,-2-2 11-16,-2 2-7 15,4 2-4-15,-4-2-21 16,4 0 11-16,-2 0-127 16,0 0-148-16,0-4-331 15</inkml:trace>
  <inkml:trace contextRef="#ctx0" brushRef="#br0" timeOffset="-188153.58">19688 9050 1841 0,'0'0'220'0,"3"0"-188"16,-1 0 1-16,2 0 6 16,0-4-24-16,3 0 22 15,-4 0-35-15,6-1 29 16,-5 0-31-16,2-4 0 15,-6 3 14-15,-6 0 11 16,-1 2 35-16,-2-2-1 16,-6 6-46-16,-10 6 64 15,-4 4-67-15,-7 10 2 16,1 7 53-16,4 1-38 16,6-2-26-16,16-2-1 15,7-4 12-15,9-2 2 0,6-8-14 16,5 2 0-16,9-6 12 15,10-2-12-15,8-2-62 16,4-4-112-16,7-4-147 16,75-27-179-16</inkml:trace>
  <inkml:trace contextRef="#ctx0" brushRef="#br0" timeOffset="-187836">20140 8949 1414 0,'-9'0'637'0,"1"6"-556"0,-15 2-9 16,1 6-72-1,-3 2 1-15,10 2 10 0,8 0-11 16,7-1 1-16,5-3-8 16,3 0 16-16,8-5 34 15,6 1-34-15,5 3-1 16,-5-5 38-16,-7 2 7 15,2-4-17-15,-13-3-23 16,-4 2 1-16,-7 5 28 16,-11-2-42-16,-6 5-2 15,-12 2-5-15,-2-3 7 16,1-6-24-16,1-2-35 16,9-6-73-16,5 0 6 15,11-6-130-15,22-30-1024 0</inkml:trace>
  <inkml:trace contextRef="#ctx0" brushRef="#br0" timeOffset="-187520.13">20356 8935 780 0,'0'2'1287'15,"2"0"-1140"-15,6 6-132 16,-2 4 70-16,5 8-43 16,5-2-1-16,1 2 32 15,2-2-37-15,3-2-4 0,-3-7-32 16,6-5 15-16,-2-7 27 16,4-5-41-16,-2-10 8 15,0-4 39-15,0-6-9 16,-7-4 5-16,-1-2 28 15,-3-2-71-15,-5 2 51 16,-3 4-52-16,-3 10-35 16,-6 8-29-16,-7 6-172 15,-53 24-571-15</inkml:trace>
  <inkml:trace contextRef="#ctx0" brushRef="#br0" timeOffset="-186299.68">19421 9607 1386 0,'0'0'319'0,"0"0"-128"0,0 2-173 0,0 2 13 0,2 6 53 0,0-2 17 0,4 8 22 0,-1 2-68 16,2 12-16-16,0 2 69 16,-1 15-82-16,1 8 4 15,0 8 6-15,4 5-20 16,-3 0 2-16,0-6-18 16,1-2 0-16,1-14 0 15,-3-11 0-15,-1-15-1 16,-3-6-9-16,-3-10-28 15,0-2-26-15,-3 0-76 16,-1 0-109-16,-24-10-40 0</inkml:trace>
  <inkml:trace contextRef="#ctx0" brushRef="#br0" timeOffset="-185136.17">19448 9565 1221 0,'0'0'276'0,"0"0"-153"0,0-2-24 0,0 2 18 0,2 0-43 0,-2-2-32 0,2 2 55 0,2-2-50 0,6 0 28 0,3 2 9 0,5-2-32 0,8 0 46 15,11 0-70 1,13-5-26-16,17 7 72 0,17-1-74 16,20-1 0-16,71-2-1 15,16-4 2-15,8-2-10 16,-53 2-9-16,-11-4-30 15,-4 3 35-15,-2 2-26 16,-73-1-14-16,2 1 22 16,-4 4 17-16,50-8 1 15,-2 0 13-15,-15 3 0 16,-10-2 9-16,-19 6-9 16,-14-3 0-16,-9 6-11 15,-10-4 26-15,0 3 2 0,-10-1-17 16,1-1 0-16,-8 4 50 15,-3-3-23-15,-3 3 13 16,1 0 20-16,-3 0-27 16,-3 0 45-16,3 0-44 15,-2 0-33-15,2 0 73 16,-2 0-59-16,2 0-5 16,0 0-8-16,0 0 19 15,0 0-18-15,0 3-3 16,-3 6-6-16,1 9 6 15,0 14 19-15,0 13-13 16,0 5 14-16,2 2-20 16,4 4 45-16,3-2-45 15,0-4 0-15,0-1 13 16,3-7-13-16,-5-2 0 0,1-4-6 16,2-6 15-16,-4-6 0 15,0-4-9-15,-2-4 0 16,1-4-4-16,-1-2 4 15,0 0-5-15,2-4 4 16,-2-2 2-16,-1 0 7 16,-1 2-8-16,4-2 0 15,-1-2-2-15,-3 2 2 16,2-2-1-16,-2-2 1 16,0 2 0-16,0-2 3 15,0 0-3-15,0 0 0 16,0 0 4-16,0 0-4 0,0 0 0 15,0 0-1-15,0-2 3 16,0 2 11-16,0 0-13 16,0 0 0-16,0 0 13 15,0 0-13-15,0 0-1 16,0 0 1-16,0 0 0 16,0 0 11-16,0 0-11 15,0 0 0-15,0 0 3 16,0 0-3-16,0 0 0 15,0 0-1-15,0 0 1 16,0 0-11-16,0 0 11 0,0 0 0 16,9 4-31-1,-5-2 23-15,-6 6-227 0,-54 32-315 16</inkml:trace>
  <inkml:trace contextRef="#ctx0" brushRef="#br0" timeOffset="-183953.2">19583 10327 1398 0,'0'2'300'0,"0"-4"-198"0,-2 2-25 0,2 0-40 0,2 0 65 0,-2-2-63 16,0 2 6-16,0 0 44 0,0 0-26 0,0 2-24 16,0-2 13-16,0 0-29 15,0 0 71-15,2 0-77 16,-4 0-4-16,2 0 10 16,14 4 1-16,-1 2-15 15,5-2-9-15,13-2 13 16,9-4 26-16,10 0-39 15,7-6 0-15,10 0 0 16,2 0 1-16,4-2-1 16,8 2 0-16,4 0 0 0,6-2-9 15,5 0 9 1,0-1-24-16,-3 2 24 0,-4 0-9 16,-5 0-6-1,-5 3 8-15,-8 2 7 0,-9-5 4 16,-2 5-4-1,-8 0-3-15,-3-1 3 0,-2-1 12 16,0-2-12-16,-3-1 0 16,0 4 0-16,-3-4 6 15,-1 3-6-15,-5 0-1 16,-4 0 1-16,-6 2 1 16,-2 0-1-16,-8 3 0 15,1-2 1-15,-3 2 11 16,3 1-12-16,-1-3-6 0,1 1 6 15,-3 0 1 1,1 2-1-16,-1 0 0 0,-2-2 0 16,2 2 6-16,-4 0-6 15,2-2 0-15,-4 2 0 16,2-3 0-16,4 3 0 16,-6-3-1-16,2 1 8 15,0 2-1-15,5-2-6 16,-4 2-7-16,3 0 7 15,5 0 0-15,-1 0 0 16,-4 2 0-16,5-2 0 16,-5 0 3-16,-5 0-3 15,-1 0-12-15,-2 0 12 16,-5 2 11-16,0-2-5 16,-5 0-6-16,3 0 0 0,-1 0-23 15,-3 0 23-15,-9 3-168 16,-95 12-171-16</inkml:trace>
  <inkml:trace contextRef="#ctx0" brushRef="#br0" timeOffset="-183219.37">19720 9575 1270 0,'2'-6'252'0,"0"4"-75"0,6-6-45 0,-3 4 5 15,0 0 14-15,4-3-20 0,-3 6-1 0,3-3-46 0,5-2-31 0,-3 2 86 16,-3 1-91-16,-1 2-7 0,2 1 4 16,-2 6-35-16,1 7 28 15,-1 16-31-15,2 9 5 16,0 12 47-16,-5 8-59 16,1-2-1-16,-1 1 1 15,-1-2 1-15,1-4 13 16,1-1-14-16,-3-6 0 15,2 0-9-15,-2-6 9 16,1-2-38-16,2-5-20 16,1-9-7-16,-4-7 35 15,1-7-61-15,1-3-37 16,-4-1 13-16,4-3-103 0,1-1 11 16,1-3-37-1,21-22-642-15</inkml:trace>
  <inkml:trace contextRef="#ctx0" brushRef="#br0" timeOffset="-182785.66">20341 9579 1708 0,'-2'0'282'0,"2"0"-192"0,0 2 22 0,0-2-58 0,0 4-40 0,0 10 104 0,0 4-20 0,4 16-19 0,0 8-8 16,3 7-41-16,5 1 28 15,-4 4-58-15,1-6 1 16,0 0 2-16,-2-6-3 0,-1-10-51 15,-3-8-50 1,-3-6-62-16,-7-2-73 0,-13 2-319 16</inkml:trace>
  <inkml:trace contextRef="#ctx0" brushRef="#br0" timeOffset="-182350.7">20833 9440 1283 0,'0'-1'623'0,"0"1"-500"15,0 0-38-15,3 10-35 16,-1 8 74-16,4 9 11 0,3 16-46 15,3 5 20 1,7 4-59-16,1 0-35 0,3 2 49 16,-4-4-63-16,2-1-1 15,-3-5 0-15,-3-6-4 16,-1 0-13-16,-5-8-85 16,-1-6-106-16,-2-2-58 15,-12-2-457-15</inkml:trace>
  <inkml:trace contextRef="#ctx0" brushRef="#br0" timeOffset="-181900.48">21459 9463 1634 0,'0'-2'275'0,"0"2"-151"0,0-3 65 0,0 3-64 0,0 0-65 0,0 3 9 0,4 4-54 0,-4 11 28 15,5 13 41-15,0 9-55 16,2 4 65-16,1 2-94 15,3 2 14-15,1-1-13 16,-4-2-1-16,-1-4-99 16,-5 3-121-16,-11 2-232 15,-51 52-475-15</inkml:trace>
  <inkml:trace contextRef="#ctx0" brushRef="#br0" timeOffset="-180885.76">19431 9711 1092 0,'-4'0'532'0,"4"-2"-367"0,4 2-72 0,-1 0-15 0,2 0-15 0,6 2-35 0,9 4 131 15,11 0-72-15,9 2 0 16,6 0 12-16,10-4-9 0,2-2-21 15,5-4 14 1,13-2-65-16,8-8 85 16,17-4-102-16,68-10 0 15,22 0 8-15,8 12-9 0,-141 10 0 16,2 0 0-16,-5 4 0 16,59-4-3-16,-6-2 3 15,-4 0-27-15,-8-4 25 16,-5 0-7-16,-4-2 0 15,-5 0-4-15,-6-2 13 16,-11 6 1-16,-5-3-1 16,-9 6-9-16,-4 1 9 15,-8 2 9-15,0 0-9 16,-8 0-1-16,-6-1 1 16,-1-2 3-16,-6 3-3 0,-2-2-5 15,-5 2 5-15,0 0 1 16,-4-1 2-16,2 2-3 15,-1 1 0-15,-3-2 4 16,-1 2-4-16,0 0-3 16,1-2 3-1,-2 2 0-15,1 0 6 0,0 0-6 16,1 0 0-16,3 0 6 16,0 0-6-16,-2-4-3 15,-2 4 3-15,3 4 0 16,-5-8 0-16,0 4-2 15,-2 0 2-15,0 0-10 16,0 0 10-16,-2 0-80 16,0 4-49-16,-2-4-88 0,-9 4-92 15,-59 4-1303-15</inkml:trace>
  <inkml:trace contextRef="#ctx0" brushRef="#br0" timeOffset="-180266.86">4078 8967 1008 0,'-2'-2'252'0,"0"0"-252"0,-8 0-251 0,-32 24-629 0</inkml:trace>
  <inkml:trace contextRef="#ctx0" brushRef="#br0" timeOffset="-178436.25">5604 8821 626 0,'0'-2'1164'0,"-2"2"-952"0,2-2-113 15,0 0-21 1,0 2-5-16,0 0-38 0,0 0-35 15,0 2 21 1,0 0-8-16,2 4-13 0,-2 8 0 16,0 12 15-16,0 16 35 15,2 12-25-15,2 13-25 16,4 2 20-16,-2 2-8 16,3-5-12-16,1-8-17 15,-4-8-8-15,-2-16-28 16,3-7-80-16,-5-8-74 15,-2 9-156-15</inkml:trace>
  <inkml:trace contextRef="#ctx0" brushRef="#br0" timeOffset="-177450.52">5604 8763 1358 0,'0'0'358'0,"0"-5"-185"0,0 5-106 0,0 0-53 0,2 0 80 0,0 0-49 0,0 0 5 0,6 0 17 0,1 0-5 16,11 5 13-16,7-3-49 15,6-2-25-15,18 0 54 16,9 0-55-16,12-2 0 0,8-4 0 16,0 0 0-1,5 0 0-15,-3-3-3 0,-4 4 0 16,-2 0-23-16,-4 1 26 15,-4 3-7-15,3 2 6 16,3-1 1-16,-2 3 9 16,1-3-9-16,1 0 0 15,-3-3 2-15,-7 2-2 16,-1-2-8-16,-12-2 8 16,-5 3 0-16,-7-1 9 15,-13 2-9-15,-3 1 0 16,-5-3-5-16,-1 3 5 15,-1-1-6-15,-1 1 6 0,3-3 0 16,3 3 2 0,0-1-2-16,-2 1 0 0,0 0-7 15,-3 0 7-15,-3 0-10 16,1 1 10-16,-5-1 1 16,-1 0 7-16,4 3-8 15,-5-3 0-15,-3 0-2 16,2 1 2-16,0 2 0 15,0-2-1-15,-2-1 8 16,1 0-1-16,1 0-6 16,1 0 0-16,0 0 11 0,0 0-11 15,-3 0 0-15,0 3 0 16,1 3 1-16,0-1 9 16,3 4-10-16,-3 7 0 15,1 4 36-15,-1 2-30 16,1 6 37-16,4 4-4 15,0 6-38-15,-1 0 58 16,3 4-59-16,-1-2 16 16,-1 3 10-16,2-7-26 15,-3 2-1-15,-1-8 0 16,4-4 1-16,-5-4 15 16,-1-6-15-16,-2-4 0 15,0-6-10-15,-1 2 10 16,2-2-15-16,-7 2-117 15,-37 30-240-15</inkml:trace>
  <inkml:trace contextRef="#ctx0" brushRef="#br0" timeOffset="-175902.98">5638 9531 1393 0,'0'0'318'0,"0"0"-203"0,0-2-67 0,2 2 48 0,-2 0-30 0,0 0 30 0,3-3-10 15,-1 3-43-15,2 0 64 16,0 0-71-1,7 0-23-15,3 0 47 0,1 0-39 16,8 3-1-16,-1-1 19 16,7 2-39-16,9-2 73 15,6 2-73-15,8-2 11 16,8-1 1-16,4 4-12 16,1-5 0-16,2 0-1 15,-5-5 2-15,4 4 5 16,-9-1-6-16,5 2-1 15,-4-2-1-15,0 2 2 0,-6 2-11 16,-4-2 10-16,-3 0 2 16,-1 0 5-16,-1-2-6 15,-1 0-5-15,0 0 4 16,-1 0 1-16,1-2-13 16,0 0 13-16,-1-4 0 15,-4 4 10-15,-1 2-10 16,-3-1-7-16,-2 2 7 15,-2 1 0-15,-4-2-10 16,0 2 9-16,-2-2 2 16,0 2 6-16,4-4-7 15,-2 2-10-15,1 2 10 16,-5-3 0-16,0 3-1 16,0-1 1-16,-3-2 0 15,1 3 3-15,2 0-3 0,-6-1-7 16,1 1 7-1,-1-3 0-15,-3 2 1 0,3-3-2 16,-5 2 2-16,3-2 8 16,-3 1-9-16,4 2-8 15,-3-2 8-15,-2 2 2 16,-4 1-2-16,8 0 0 16,-7 0 1-16,-1 0-3 15,-1 0 2-15,0-2-3 16,2 2 3-16,-2 0 2 15,0 0-2-15,1 0 0 16,1 0 1-16,-4 0 2 16,3 0-3-16,-2-2-6 15,1 2 6-15,2 2 0 0,1-2-1 16,1 0 0-16,4 2-6 16,-5-2-19-16,-1 0 16 15,-1 0-20 1,-4 1 30-16,2-1-1 0,-3 0-7 15,0-1 7-15,0 1 1 16,3 1-3-16,-1-1 3 16,3 3-6-16,1-3 6 15,-2 1 0-15,-2-1 0 16,1 0 0-16,-6 0 1 16,3 0 9-16,0 0-10 15,0 0 0-15,-2 0 6 0,2 0 3 16,0-1 9-1,0 1-18-15,2-6 1 0,-2-1 11 16,0-2-12-16,0-4-6 16,-2-1 6-16,2-2 0 15,-2-2-10-15,-2-2 4 16,-3-2 6-16,0-2-14 16,3 0 14-16,1 2-10 15,3 2 9-15,-2 6 2 16,2 0-2-16,-2 6-10 15,0 4-44-15,2 0 49 16,-2 2-107-16,-3 0-115 16,-1 2-94-16,-35 2-1239 15</inkml:trace>
  <inkml:trace contextRef="#ctx0" brushRef="#br0" timeOffset="-175135.32">6115 8807 1227 0,'0'-4'318'0,"-2"0"-131"0,2-2-61 0,-3 0-46 0,1 0 26 0,0 4 20 0,-3-2-33 0,5 2 65 0,-1 2-86 0,1 0-35 0,0 3-12 0,-4 8-24 16,4 7 58 0,0 16-14-16,5 12-30 0,4 8 75 15,4 4-72-15,10 2-9 16,-1 1-3-16,1-3-5 16,1-2 17-16,-4 0-18 15,-7-6 0-15,-1-2-6 16,-6-8 6-16,-4-1-31 15,-2-11 2-15,0-4-32 16,3-4 28-16,-3-2-26 16,2-8-88-16,2 2 0 15,0-4-102-15,6-4-75 16,15-14-642-16</inkml:trace>
  <inkml:trace contextRef="#ctx0" brushRef="#br0" timeOffset="-174451.12">6877 8835 1141 0,'0'-4'537'0,"0"2"-391"0,0 0-73 0,0 2 20 0,0-2 69 0,0 0-63 0,0 0-19 0,0-2 35 0,0 2-67 0,0 0 0 15,0 2 2-15,0-2-44 0,0 2 31 16,0 0-37 0,-2 0 0-16,2 0-6 0,0 0 6 15,0 0 0-15,0 0-7 16,-3 0 19-16,3 0-15 15,-2-4 3-15,-3 2-21 16,3-2 6-16,0 2 9 16,0-2-15-16,-3 2 15 15,5 0-8-15,-2-2 5 16,0 0 9-16,2 2 0 16,-2 0 6-16,2 2-6 15,0 0-8-15,-2 0 7 16,2 2 1-16,-2 4-12 15,-4 6 12-15,0 12 0 16,2 14 24-16,1 10-18 0,6 4-5 16,5 2-1-16,2-1 16 15,5-3-13-15,-4 0-3 16,0-6 0-16,-4 2 0 16,-5 0 0-16,-4-2-75 15,-5-4-63-15,-1-6-190 16,-13 19-416-16</inkml:trace>
  <inkml:trace contextRef="#ctx0" brushRef="#br0" timeOffset="-173968.33">7224 8791 1426 0,'0'0'296'0,"0"0"-119"0,0-2-122 15,0 2 10-15,0 0 43 0,-2 0-18 0,4 0-41 0,0 4-20 0,3 2 4 0,9 10 78 0,-4 8-68 16,3 10-25-16,6 10 48 15,-6 6-31-15,0 8-7 16,0 0-26-16,-3-1 13 16,-1-1 24-16,-1-6-39 15,-1-4 0-15,0-10-15 16,-5-4-12-16,-8-7-102 16,-2-4-123-16,-2-5-74 15,-33 2-400-15</inkml:trace>
  <inkml:trace contextRef="#ctx0" brushRef="#br0" timeOffset="-173285.44">5640 9115 1361 0,'3'0'315'0,"-3"0"-177"0,4-1-97 16,5 2 11-16,9-1 26 0,8 3 2 0,12 1 79 0,11-2-90 0,11 2-15 15,7-4 18-15,13-2-12 16,14-2 4-16,15-7-59 15,70-3 11-15,23-1 14 16,-11 8-30-16,-132 6-6 16,-4 2 6-16,-4-1 8 0,54 3 4 15,-13-3-12 1,-10 1 0-16,-8-1-11 0,-16 0 11 16,-14 0-3-16,-11-1 2 15,-13 1 2-15,-8-3 6 16,-5 2-7-16,-5 1-60 15,-2 0 30-15,-2 1-129 16,2-1-119-16,-2 3-205 16</inkml:trace>
  <inkml:trace contextRef="#ctx0" brushRef="#br0" timeOffset="-172219.72">5691 9376 52 0,'0'0'1080'0,"4"0"-831"0,1 0-102 0,6 2-51 16,9-2 20-16,9 7-62 0,7-7-11 0,15 0 70 0,9-3-79 15,10-3 4-15,3 0 7 16,9 0-11-16,3-4 43 16,8 4-77-16,3-2 10 15,0 2-4-15,7 0-6 16,-3 2 0-16,-2 0 0 0,-5 2 1 15,-3 0-5-15,-6-2 4 16,-6-2 0-16,-4 0 8 16,-7 0-8-16,-11 2-1 15,-6-4 0-15,-5 4 1 16,-3 0 0-16,-6 2 0 16,0 2 0-16,-2 0 2 15,-5-2-2-15,-2 2-7 16,-6 0 7-16,-3 0 0 15,-5 2 6-15,1-2-6 16,-7-2 0-16,-3 2 14 16,0 0-8-16,-2 0-6 15,-2 0 0-15,3 0 8 16,-3 0-34-16,0 0-19 16,0 2-117-16,-3 0-9 0,-7 12-282 15</inkml:trace>
  <inkml:trace contextRef="#ctx0" brushRef="#br0" timeOffset="-167432.78">8145 8526 1507 0,'0'0'255'0,"0"0"-186"0,-3 0-27 0,3 0-42 0,0 0 0 0,0 0 41 0,-2 0-22 0,4-4 11 16,-2 8 20-16,0-8-20 15,0 4 45-15,0 0-47 16,0-2-27-16,0-2 38 15,0 0-24-15,0 0 1 16,0 0 5-16,0 2-15 16,0-2 54-16,0 4-58 0,0 0 5 15,-2 4 17 1,2 0-24-16,0 8 8 0,-2 10-22 16,-1 12 28-16,3 9 34 15,3 3-48 1,-1-1 0-16,3-4 10 15,1-7-10-15,-2-6 0 0,1-12 0 16,-3 0 0-16,-2-10-15 16,0-2 15-16,0-2-33 15,0-2 24-15,0 0-3 16,-2 0-2-16,-1-2 14 16,-1 0-14-16,-2-6-11 15,-3-6 5-15,-1 0-43 16,0-8 0-16,3-6-12 15,0-4 9-15,-2-1 9 0,5 1 36 16,-5 2 6-16,5 5 15 16,-1 2 0-16,0 1 7 15,3 6-7-15,2 0 0 16,0 6 3-16,5 4 9 16,-3 4-4-16,3 4-8 15,6 6 0-15,-1 4 18 16,7 10-6-16,2 2-6 15,1 4-6-15,7 3 1 16,4-5 20-16,-4-4-21 16,2-7 0-16,0 2 28 15,-2-2 5-15,0-2-12 16,-5-1-21-16,0-4 15 0,-8-5-1 16,1 0-14-16,-6-1 0 15,-5-2 0-15,4 0 0 16,-6 0 24-16,2-5 15 15,0-2-31-15,3-7 61 16,-1-5-62-16,-1 0 29 16,-2-5 2-16,-6-5-20 15,-1 1-17-15,-3 0-2 16,0 0 8-16,-1 0 8 16,1 6-15-16,0 4-11 15,0 2 10-15,1 8 1 16,4 4-33-16,0 0-53 15,2 4-119-15,-3 6-64 16,3 16-415-16</inkml:trace>
  <inkml:trace contextRef="#ctx0" brushRef="#br0" timeOffset="-166418.72">8670 8572 1592 0,'-2'0'366'0,"2"0"-248"0,-2 0-117 0,0 6 48 0,0 6-36 0,-5 11 37 0,6 10 10 0,1 2-27 0,6 1-6 0,2-6-27 15,5-6 0-15,3-6 24 16,1-8-24-16,2-4 0 16,-5 0 10-16,5-6-9 15,1-4 26-15,0-2-27 16,-2-4 9-16,-1-5-18 15,-1-4 9-15,-5-3-30 16,-3-6 29-16,-6-1-7 0,-4 4-2 16,-6 3-1-1,2 4 11-15,-3 9-6 0,-1 3 6 16,4 4-24-16,2 4 3 16,-1 6-6-16,3 8 26 15,4 7-20-15,5 3-35 16,9-1 55-16,3 0-76 15,4-10 27-15,-1-2 32 16,3-7 18-16,-5-8-7 16,4-6-25-16,-6-4 8 15,-2 0 0-15,-6-9 24 16,-2 2-7-16,-4-4 7 16,-2 1 8-16,-2 3 20 0,0 4-28 15,-2 5 0 1,4 6-13-16,-2 4 13 15,5 8-23-15,1 0 23 0,6 10 0 16,1 5 27-16,-2 3-24 16,5-2 5-16,-8-6 49 15,-6-5-39-15,3-4-11 16,-8-8 29-16,3-1 54 16,-2-1 23-16,-2-3-70 15,0-5-32-15,-5-6 14 16,3-3-25-16,3-3-1 15,6-2-10-15,1 0-44 0,9 3-5 16,-2 6-21 0,3 6 45-16,-1 6 9 0,1 4 27 15,-6 4-21 1,3 4 15-16,-1-2 0 0,-4 1-2 16,1-5-20-16,-3-1 28 15,2-6 11-15,4-6-11 16,3-7 0-16,1-2 0 15,-1-10 1-15,1 0 16 16,-6 0-17-16,1 0 0 16,-5 0 50-16,-2 2-17 15,-2 1 21-15,-4 7-5 16,0 7-14-16,-1 4-1 16,3 7-34-16,-2 7 0 15,0 9-4-15,-2 12 4 0,6 8-2 16,2 4 2-16,2 4-12 15,0 2-47-15,0 0-116 16,-2 55-142-16</inkml:trace>
  <inkml:trace contextRef="#ctx0" brushRef="#br0" timeOffset="-164001.12">21931 9174 1134 0,'0'2'346'0,"0"2"-244"0,0 2-10 0,0 4 4 0,0-6-44 0,3 0 50 0,-3 0-52 16,0-4-34-16,2 2 61 15,-2-2-56-15,-2 0 28 16,4-2 1-16,-2 2-37 0,0 0 28 16,0 0-41-1,0 0 0-15,0 0 38 0,-2-2-25 16,2-2 16-16,-3-4-16 16,-3-6-4-16,1-4-9 15,1-4 0-15,-2 0-7 16,-1 1-8-16,3-2 15 15,-1-1-12-15,2 2 12 16,3 0 0-16,3 4-3 16,-1 3 3-16,2 7-6 15,-1 2-18-15,-1 6 24 16,0 0-28-16,3 6-10 16,1 6 8-16,7 6 17 15,1 12 13-15,-1 1 0 16,3 1-2-16,0-2 2 15,1-2-12-15,6-5 11 16,-6-8-8-16,4-3-6 0,-5-6 9 16,-1-4-18-16,-2 0 18 15,-4-2-3-15,2-2-14 16,0 0 22-16,-4-6 2 16,0-2 11-16,-3-5-12 15,-2 0 0-15,1-3 34 0,-3-3-34 16,-3 3 0-1,1 0-11-15,2-1-34 0,2 1 45 16,3 5-66-16,-5-1 46 16,0 5-1-1,0-2 18-15,-2 8-5 16,2-1 7-16,-3-1 2 0,1 3 23 16,2-2-24-16,-2-2 17 15,2 4 20-15,0-2-22 16,0 2-6-16,-2-2-9 15,2 2 1-15,0-2 2 16,0 0-3-16,0 4-23 16,-2-2 22-16,2 4-80 15,-2 2-24-15,-7 0-65 16,-9 6-533-16</inkml:trace>
  <inkml:trace contextRef="#ctx0" brushRef="#br0" timeOffset="-162517.41">22342 9068 836 0,'-2'1'847'0,"-3"5"-764"0,0 5-64 0,1 3-2 0,-1 0 70 0,5 0-63 0,0 2 1 0,5-6 17 0,4-2-13 0,0-1 20 0,2-4 4 16,3-3-17-16,-1-3 46 15,3 2-80-15,-1-7-2 16,-1 2 30-16,1-2-15 16,-7-6 3-16,0 4 2 15,-4-2-2-15,-2 3 10 16,-2 1-28-16,-2 7-7 16,0-1-1-16,2 4 5 15,-2-1-9-15,-1 7-10 0,0 2-14 16,-1 5 19-1,4 3-26-15,2-4-16 16,3 0 38-16,4-4 3 0,2-4 5 16,3-2 4-16,-1-8 9 15,0-2 24-15,3-2-24 16,-3-6-1-16,-3 0 1 16,0 0 1-16,-3 4-1 15,-3-1-1-15,0 8 1 16,4 1-6-16,-2 0 6 15,3 4-24-15,3 2 24 16,-1 1 0-16,-5 6-16 0,3-1 10 16,-4 2 6-1,1-2 22-15,-3 0-10 0,-6-2-11 16,3-2 29 0,0-2-13-16,0 2 7 0,0-4-24 15,-2-2 9 1,4 0 55-16,1-6-55 0,1 0-9 15,2-4-10-15,6-6-29 16,3 0-11-16,4 2-7 16,-4-1-97-16,3 5 154 15,-3 1-36-15,-3 5 23 16,1 4 12-16,-4 4 1 16,-2 1-13-16,-1 4-22 15,-1-1 26-15,5 2-9 16,2-6 18-16,1-2-6 15,5-2 6-15,0-6 11 16,0-4 5-16,2-3-16 0,-3-5 15 16,4-1 78-16,-6-6-59 15,1 3 10-15,-5-2 8 16,-5-2-38-16,2 2 35 16,-4-2-47-16,-2 4 4 15,0 6 76-15,-4 6-53 16,2 4-10-16,-4 4-11 15,-3 4-7-15,-4 6 13 16,-9 12-14-16,2 6 0 16,0 10 0-16,9 4 0 15,3 0-6-15,3 1 6 0,3-7 1 16,3-6 7-16,1-8-8 16,0-7 0-16,-2-6 13 15,1-5-13-15,-3-2-3 16,2 0 3-16,4-2 17 15,2-5 1-15,2-6-18 16,3 1 0-16,1-4-29 16,-3 2 19-16,1 0-73 15,5 0 5-15,-1 6 6 16,4-2 35-16,2 6-35 16,3 0 43-16,-5 0 16 15,-3-1 17-15,0 0-4 16,-9 1 35-16,-3 0 14 15,-5 1 47-15,-3 1-14 0,1 2-81 16,-4 5 29 0,-3 0-30-16,-3 8-6 0,4-1-1 15,6 3 7-15,2 3-9 16,4-5 9-16,2-1-29 16,6-6 1-16,-3 0 25 15,2-4-23-15,-2-2 20 16,4-2 6-16,-2-4 18 15,-4 0-18-15,6-5 0 16,0 4 12-16,-1-1-12 16,1-2-37-16,0 3 11 15,3 3 16-15,-2 3-13 16,1 2 23-16,-1 2 0 16,-1-2 19-16,0-1-18 0,-5 0 22 15,2-4 62-15,-4-6-16 16,1-2 15-1,5-6-60-15,-4-2-16 0,-1-2 32 16,-3 4-40-16,0 2-10 16,-4 2-47-16,-2 4-123 15,-27 14-158-15</inkml:trace>
  <inkml:trace contextRef="#ctx0" brushRef="#br0" timeOffset="-162146.84">22569 9454 1703 0,'8'0'210'0,"6"-4"-176"0,13 4 47 0,4 4-72 0,3-4-9 0,-3 4-21 0,0-1-139 0,21 3-320 0</inkml:trace>
  <inkml:trace contextRef="#ctx0" brushRef="#br0" timeOffset="-162018.45">22548 9549 1200 0,'10'0'800'0,"7"-5"-677"16,10 4-55-16,9 1 41 16,2 0-109-16,0 0-39 15,53-22-449-15</inkml:trace>
  <inkml:trace contextRef="#ctx0" brushRef="#br0" timeOffset="-160451.34">8708 9007 1449 0,'-2'-1'286'0,"0"-2"-136"0,2-5-73 0,-3 6 25 0,6 2-64 0,-1 0-37 0,4 0 60 0,8 0-52 15,3 0 13-15,6 0 14 0,2-1-34 16,4 1 13-16,0 0-15 16,-6 0-39-16,0 3 10 15,-7 3-127-15,-9 4-43 16,-10 4-76-16,-46 30-241 15</inkml:trace>
  <inkml:trace contextRef="#ctx0" brushRef="#br0" timeOffset="-160285.47">8722 9110 679 0,'-14'0'523'0,"3"0"-269"0,-5 0-71 16,5 0 22-16,7 0-91 16,6 0-40-16,2 0 50 15,9-2-86-15,3 0-22 16,9-3-16-16,2 4 12 0,4 1-21 15,3-3 9 1,-1 6-171-16,-6-3-28 16,35-7-694-16</inkml:trace>
  <inkml:trace contextRef="#ctx0" brushRef="#br0" timeOffset="-158565.6">9406 8658 1561 0,'-2'0'193'0,"2"-1"-155"0,-3 1-38 0,-4 3-9 0,-35 22-327 0</inkml:trace>
  <inkml:trace contextRef="#ctx0" brushRef="#br0" timeOffset="-153101.81">7864 10726 1354 0,'0'-2'318'0,"0"2"-124"0,0-4-88 0,0 4-32 0,2-2 55 0,2 0-93 0,7-2 6 0,5 2 33 16,6 0-2-16,5-2 22 15,8-2-40-15,8 2-49 16,4-4 68-16,2 4-74 0,2 0-8 16,-6 6 7-16,-10 0-6 15,-10 2-116 1,-12 6-99-16,-10-2-112 0,-13 6 104 16,-56 20-605-16</inkml:trace>
  <inkml:trace contextRef="#ctx0" brushRef="#br0" timeOffset="-152902.91">8047 10776 805 0,'0'-2'861'15,"0"2"-603"-15,0-2-164 0,0 0-43 16,2 4 56-16,0 0-80 16,2 4 36-16,3 8 13 15,-1 4-32-15,2 6 20 16,-4 6-64-16,-2 4-22 15,2 2-4-15,-4-1-149 16,0-3-118-16,-10 18-377 16</inkml:trace>
  <inkml:trace contextRef="#ctx0" brushRef="#br0" timeOffset="-151864.45">8226 10979 1351 0,'0'0'495'15,"0"0"-354"-15,6 0-100 16,0 1-34-16,7 2 98 15,3-1-61-15,1-2-7 16,6-2-4-16,-3-1-31 16,2-2 43-16,-4-2-45 15,0 0 0-15,-5 0 14 16,-4-3-14-16,-2 2-27 16,-4-3 15-16,-1 0-33 0,-2 0 36 15,-8 2-2 1,2 1 11-16,-7 0-1 0,-8 8 1 15,-1 8-8 1,-9 5 7-16,2 6 2 0,7 3 4 16,4 0-5-16,9 5 0 15,9-5-3-15,9 0 3 16,7-2 0-16,1-8-1 16,8-2 7-16,2-6-7 15,2-6 1-15,2-6-42 16,-6-2 36-16,2-6-48 15,-3-1 16-15,0-1 28 16,-1-4 10-16,-6 3-2 16,-3 1 2-16,-1 4-1 0,-4 4-8 15,0 3 9 1,2 7-1-16,0 3-1 0,-2 6 2 16,0 5 8-16,-5 6-8 15,-3 1 0-15,2 1 29 16,-3 0 2-16,-3-8-7 15,0 0-10-15,-1-6-5 16,1 0 12-16,3-6-21 16,0-2 0-16,0 0 20 15,5-6-20-15,0-2-38 16,8-10-23-16,4-4 41 16,4-2 8-16,3-2 12 15,1-2-30-15,-6-1 14 0,2 3-11 16,-7 2 18-1,-3 4 8-15,-5 4 1 0,-2 8 5 16,-4 2-5 0,0 4 0-16,0 2 34 0,-2 4-25 15,-2 4 2-15,-3 8 20 16,2 4-22-16,2 5 27 16,6-2-36-16,5-5 0 15,0-1 3-15,3-6-2 16,3-4 5-16,-1-6 3 15,5-1 3-15,-3-5 13 16,3-6-25-16,3 0-66 16,-6-6 42-16,1-1 14 15,-10 0 4-15,-1-4 6 16,-5-2 0-16,-2 0-9 0,-3 4 9 16,-2 0 0-1,-2 6 5-15,5 6-4 0,2 6 17 16,2 2-18-16,0 4 1 15,0 8 18-15,-2 4-14 16,2 8 1-16,0 4 7 16,4 0-7-16,2-2-6 15,1-4 0-15,-2-4-60 16,-5 2-31-16,-5-4-185 16,-23 1-524-16</inkml:trace>
  <inkml:trace contextRef="#ctx0" brushRef="#br0" timeOffset="-151674.41">8878 10794 1608 0,'15'-10'338'0,"1"4"-194"16,19-4-119-16,3 2 38 0,0 8-63 0,-5 6-33 0,-8 0-97 0,-7 26-353 0</inkml:trace>
  <inkml:trace contextRef="#ctx0" brushRef="#br0" timeOffset="-151180.87">7888 11297 1528 0,'-3'3'295'16,"3"0"-248"-16,-2 12 28 15,-2 4 88-15,2 9-34 16,-5 5-37-16,7 1-49 16,5-2-41-16,-1-2 76 15,2-4-77-15,4-6 0 16,-1-4 25-16,4-8-1 16,-2 2 44-16,2-6-49 15,8-2-20-15,-2-2 62 16,8-2-62-16,2 0-16 0,5-6-50 15,2 2-176-15,41-34-272 16</inkml:trace>
  <inkml:trace contextRef="#ctx0" brushRef="#br0" timeOffset="-150397.18">8193 11472 1731 0,'-2'6'273'0,"0"2"-228"0,0 4 12 0,-1 8 12 0,3-2-17 0,3 0 17 0,1-6-43 0,0-4-20 0,6-2 48 0,5-6-32 0,1-2-2 0,4-6-11 0,2-2 0 15,0-4-17-15,-2-2 8 16,-6-2-34-16,-3 2 16 16,-7 6 0-16,-1 2 1 15,-3 4-2-15,-5 8-11 16,-6 4 13-16,0 4 17 0,-3 4 0 16,6 2-21-1,5-6 21-15,3 0-51 0,3-4 30 16,3-4 18-16,1-4 2 15,4 0 1-15,4-2 0 16,1-4 30-16,0-2-28 16,6-6-2-16,-4 2 0 15,4-4-19-15,-4 2 18 16,2 2-63-16,-2 0-26 16,2 6 72-16,1 2-18 15,0 2 11-15,2 4 24 16,1 0 1-16,-2 2 10 15,5-2-10-15,2-2 0 0,-2 2 15 16,0-4-14 0,-5 0 1-16,-2 2 40 0,-4-2-27 15,-10 0 48-15,-2 2-53 16,3-2 17-16,-6 2 36 16,2-2-46-16,3-2-4 15,0-2-13-15,3 0 14 16,7-2 1-16,-5-2-15 15,1 2-5-15,0 0 5 16,1-2 2-16,-6 4-1 16,0 2-1-16,-7 0 7 15,0-3 5-15,0 6-12 16,-4-4 0-16,1 1 18 16,-2 0-16-16,-1 3 2 0,-1-3-4 15,5 4 9-15,0 0-15 16,2 0 6-16,0 1-43 15,0 2 22-15,0-2-21 16,2 3-86-16,0 5-7 16,13 7-378-16</inkml:trace>
  <inkml:trace contextRef="#ctx0" brushRef="#br0" timeOffset="-148518.28">9219 10483 1407 0,'-10'-2'208'0,"6"2"-148"0,-7-4-49 0,-1 4 11 0,3 0-20 0,3-4 26 0,-3 2 76 0,0 0-82 0,-6-2 1 0,-4 4 14 0,-2-2-19 16,-4 2 21-16,-6 0-39 15,-2 2 1-15,-3-2 20 16,-1 2-21-16,-2 0 0 16,-3 0 0-16,-3-2 9 15,3 0 7-15,2-2-16 16,-3 2 0-16,-1 2 9 15,-5 4-9-15,-5 0 0 16,-10 2 0-16,-1 2 7 16,-4-1-7-16,2-2 0 15,1 4 0-15,3-2 2 16,-1 0-2-16,4 5 0 0,-1 1 33 16,3 2 0-16,0 5 8 15,0 1-41-15,2 2 0 16,8-1 16-16,1 2 11 15,9 2-9-15,7-2 15 16,2 0-27-16,6 2 57 16,-2 6-46-16,4 8-17 15,-4 5 56-15,3 0-56 16,-2 4 11-16,10 1 3 16,8 0-13-16,3-2 55 15,6-2-46-15,3 1-1 16,5-2 47-16,1 1-47 0,3 1-8 15,1-3-1 1,3-2 6-16,-1-8 8 0,9-6-14 16,0-6 0-16,9-2 27 15,6-2-20-15,9-2-6 16,9-1-1-16,5-3 10 16,8-4 4-16,5-2-14 15,4-7 0-15,3 2-6 16,4-6 6-16,1-2-14 15,3-8 13-15,-4 1 1 16,1-4-10-16,-3-4 10 16,-2-4 0-16,3 0-14 15,1-8 14-15,2-4-18 16,-1-2-10-16,-1-4-28 16,-12 1 38-16,-9 5 18 0,-13-1-7 15,-12 5 7 1,-14-3 0-16,-4 3 1 0,-10 2-7 15,-2-6 20-15,-2 0 14 16,-2-2-28-16,-3 0-15 16,6-5 15-16,-3 2 0 15,-5-4-10-15,0 4-27 16,-6 0-14-16,-4-1 45 16,-5 2-54-16,-9 8 12 15,-3 4 48-15,-6 6 0 16,-4 2-6-16,-3 0 5 15,1 2 2-15,-1 2-1 0,-5 2 0 16,4 1-30-16,-5 8-19 16,-3 6-73-16,-6 11-79 15,-100 31-476-15</inkml:trace>
  <inkml:trace contextRef="#ctx0" brushRef="#br0" timeOffset="-146468.68">8685 11812 1190 0,'-2'0'264'0,"2"0"-51"0,0 0-138 0,0-1-23 0,0 1 16 0,0 0-1 0,0 0-37 0,0 0 10 0,0 0-39 0,2-4 58 15,1 4-59-15,-3 0 0 16,3-2 1-16,-1 2 5 15,0 2-5-15,-2-2-1 16,0 4 9-16,2 0 29 16,0 6-2-16,0 10-2 15,1 10 40-15,-3 10-40 16,-3 6-13-16,3 6-21 16,0 3-103-16,-2-5-24 15,2-4-113-15,0 36-383 16</inkml:trace>
  <inkml:trace contextRef="#ctx0" brushRef="#br0" timeOffset="-146083.65">8559 12212 1458 0,'0'0'373'0,"-3"0"-226"16,6 4-130-16,-1-4-7 16,2 4 53-16,8 2 5 0,1 0-23 15,7 4-3 1,3-2-24-16,-1-2-8 0,6-2-10 15,-5 0 0-15,2-4 15 16,-6-8-15-16,3 2-3 16,-3-4 2-16,-2-6 2 15,-3 2 4-15,-1-2-5 16,1-2-24-16,-6 0 12 16,-1 1-72-16,-3 5-41 15,0 6-107-15,-4-3-1000 16</inkml:trace>
  <inkml:trace contextRef="#ctx0" brushRef="#br0" timeOffset="-145317.5">8784 12504 1683 0,'-9'7'366'0,"-2"3"-289"0,-7 10-77 0,0 8 25 0,0 4-25 0,9-4-4 0,3-4 3 0,4-6 1 0,2-8-30 16,0-2 18-16,2-2-51 15,-2-6 53-15,2 0-11 16,0-8 15-16,3-2 0 16,1-8 6-16,6-8-8 15,3-8 8-15,3-6 0 0,8-4 12 16,-1 4-3-1,0 4 17-15,-3 9 14 0,-5 7-1 16,-5 12 51-16,1 2-90 16,-7 10 11-16,2 4 13 15,1 5 4-15,-1 5-11 16,4 5-17-16,-3 1 15 16,-1 1-3-16,0-2-12 15,5 2-21-15,-7-1 10 16,-2 2-145-16,-4-6-31 15,-8 18-127-15</inkml:trace>
  <inkml:trace contextRef="#ctx0" brushRef="#br0" timeOffset="-145117.72">8764 12589 1787 0,'-4'0'458'0,"8"0"-372"15,-2 0-76-15,2 0 23 16,7 0-33-16,3 2 0 16,6-2-9-16,0-2-13 15,5 2-166-15,-1-4-97 16,45-16-905-16</inkml:trace>
  <inkml:trace contextRef="#ctx0" brushRef="#br0" timeOffset="-144916.78">9161 12406 358 0,'0'0'1504'0,"0"0"-1278"16,0 0-115-16,2 6-111 16,2 3 47-16,2 5 37 15,1-1-8-15,3 3 26 16,-2 0-93-16,1 1 15 15,-3-2-48-15,2 3-21 16,-4-4-168-16,0-1-136 0,-17-9-1256 16</inkml:trace>
  <inkml:trace contextRef="#ctx0" brushRef="#br0" timeOffset="-144631.36">9022 12318 1549 0,'4'-4'286'0,"4"2"-85"15,9-8-151-15,10 4-7 0,8-2 58 16,6-2-59-16,1 4-23 16,0 2-19-16,-3 2-180 15,29 6-117-15</inkml:trace>
  <inkml:trace contextRef="#ctx0" brushRef="#br0" timeOffset="-144416.68">8926 12617 1696 0,'6'0'244'0,"4"4"-155"0,8-2-2 15,11 0-8-15,4 0 47 16,0-2-73-16,8 0-38 15,1-2-6-15,2-6-9 16,3 4-24-16,-5-2-225 16,26-4-429-16</inkml:trace>
  <inkml:trace contextRef="#ctx0" brushRef="#br0" timeOffset="-144117.83">8614 12932 1547 0,'5'-4'304'0,"0"4"-149"16,12-2-113-16,6-1-41 16,10 2 52-16,5-3-53 15,4-2 0-15,3-5-1 0,-1 4-108 16,37-14-254 0</inkml:trace>
  <inkml:trace contextRef="#ctx0" brushRef="#br0" timeOffset="-143953.75">8664 13008 2133 0,'11'-4'234'0,"11"-2"-207"0,22-2-27 15,16-2-175-15,110-47-809 16</inkml:trace>
  <inkml:trace contextRef="#ctx0" brushRef="#br0" timeOffset="-136761.55">2222 12669 1221 0,'-2'-4'476'0,"-1"4"-365"0,1-2-24 0,0 0 38 0,4 2-38 0,-2 0 4 0,2-2-28 0,1 2-28 0,-1 0 79 16,3-2-36-16,4 2-39 15,6-2 45-15,7 0-24 16,14-2-17-16,11 0-17 15,15-4-13-15,5 0 14 16,5 0-27-16,-1 0-27 16,-16 10-31-16,-14 8-160 15,-20 6-145-15,-36 52-244 16</inkml:trace>
  <inkml:trace contextRef="#ctx0" brushRef="#br0" timeOffset="-136564.33">2387 12829 1820 0,'0'0'465'0,"0"-1"-337"15,4-4-76-15,5 3-52 16,11 0 37-16,5 1-37 16,9-3 0-16,5-3 27 15,6 1-14-15,4 2-13 16,2 4-7-16,3 0-220 15,86 2-275-15</inkml:trace>
  <inkml:trace contextRef="#ctx0" brushRef="#br0" timeOffset="-132517.4">2354 12731 1171 0,'0'-2'600'0,"-2"2"-451"0,-3-2-76 0,5 2 11 0,0 0-42 0,3 0-25 0,-3 0-8 0,2 0-9 0,0 0 81 0,2-2-34 0,3 2-34 0,7 0 62 16,1 2-40-16,7 0-14 16,3 0-6-1,6 0-2-15,5 0 34 0,6 0-47 16,3-2 0-16,3 0 11 15,4-2-10-15,8-2-1 16,2 0 0-16,5-4 14 16,2 0 43-16,5 4-57 15,1-2-4-15,0 4 3 16,-3 0 1-16,-1 2 0 16,-1 0 0-16,-8 0 0 15,-4-2 5-15,0 0-5 16,-5-2-14-16,-1 2 14 0,-4 0 1 15,2 2 0-15,-6-2-1 16,1 2 0-16,-1-2 3 16,3 4-3-16,0-2-9 15,4 2 9-15,-3-2 0 16,0 0-6-16,-2 0 5 16,-7 0 1-16,-6 0-9 15,-2 0 9-15,1 0-6 16,-5-2 6-16,2 2 0 15,4 0-1-15,2-2 1 16,5 0 0-16,5-2-3 16,2-2 3-16,0-4-17 15,1 2 17-15,2-6 0 0,0 4-3 16,6-2 2 0,-2 2 2-16,0-2-20 0,-5 4 19 15,2 2-25-15,-4-4 24 16,-5 2 1-16,-2 0 0 15,3-4 0-15,-4 0 0 16,3-5-6-16,-1 2 6 16,-7-2 0-16,3-1 0 15,-4 0 0-15,1 0 0 16,-3 0 0-16,-4-2 0 16,4-4-3-16,-2 2 3 15,0 0-24-15,0 0 24 16,0 2 1-16,-5 2-1 15,-2 2 0-15,-3 0 0 16,0 4-15-16,-5-4 15 0,-3 0-2 16,-2-2 2-16,-2 2 1 15,-3-6 5-15,-2-1-6 16,3 1 0-16,-3-1-2 16,0-2 2-16,-2 1-7 15,0-2 6-15,-2 0 2 16,-2 0-2-16,-3 2-8 15,-6 0 9-15,-1 0-12 16,0 2 12-16,-3 0-20 16,-1-1 19-16,-4 4-21 0,-3-2 21 15,-4 3-25 1,-4 4 26-16,-2-4-9 0,-2 0 9 16,-3 3-3-16,-2-6 3 15,-3 3 0-15,-3-2 12 16,1 0-12-16,-2 4 0 15,0-2 14-15,-1 2-14 16,4 4 0-16,2 2 0 16,-3 2 0-16,3 4 11 15,-6 0-11-15,6 2 0 16,-1-4 4-16,3 2-4 16,-1-2 0-16,1 2 1 15,-3-4 0-15,-1 4 13 16,-2-2-14-16,0 2 0 15,-4 0 0-15,-1-4 0 0,2 6-6 16,-1-2 6 0,-1 4 0-16,-4 4 6 0,-4-2-6 15,-4 6 0 1,0-2-3-16,-6 0 3 0,3 4-3 16,-3-4-4-16,-1 0 14 15,3 2-2-15,-2 0-5 16,-1 2 0-16,-1 0-5 15,6 0 5-15,-7-2-6 16,9 4 5-16,-1-4 2 16,-1 2 3-16,0-2-4 15,-5 0 0-15,6 6 0 16,-5-4 0-16,2 4 0 0,4-4 0 16,3 2 1-1,4-2 3-15,2 1-4 0,-2-2 0 16,4-3-3-16,4 4 3 15,0-2-6-15,-1 5 5 16,4-4 2-16,0 1-1 16,1 7 0-16,-4-1 0 15,4-2 3-15,-3 1-3 16,-3 2-5-16,-1-3 4 16,-7 6 2-16,-6 4 7 15,-2 0-8-15,-3 2 0 16,2 2 6-16,7 2-6 15,-3 2 0-15,7 4-3 16,2 4 18-16,3 4 30 0,11 5-45 16,8-1 0-16,10 0 24 15,15 2-12 1,13 0-3-16,13 4-9 0,15-3 11 16,11-4 14-16,10-2-25 15,14-7 1-15,14-4 20 16,11-6-9-16,11-4-6 15,10-2-6-15,68 4 0 16,20-14-33-16,34-14-12 16,-56-14-125-16,4-12-113 15,-3-16-414-15</inkml:trace>
  <inkml:trace contextRef="#ctx0" brushRef="#br0" timeOffset="-131195.54">4378 11558 1384 0,'4'-2'353'0,"-4"0"-203"0,4-2-89 15,2-4-16-15,1 2-3 0,7-4 32 0,-1-4 10 0,0 0-63 0,5 0 55 0,-2-6-64 0,3-2 14 0,2-4 5 0,6-3-11 0,-1-7-4 0,12-1-16 0,4-12 0 16,5-5-9-16,6-2 9 15,-4-2-12 1,1-4 11-16,0-1 2 16,4-3-2-16,6-4-23 0,1-8 18 15,1 4-19-15,-6 4 25 16,-8 11-18-16,-5 11 18 16,-12 8 1-16,-2 8 9 15,-9 4-10-15,0 0 0 0,-5 8 12 16,-3-2-12-16,5 2-1 15,-3 0 1-15,7-2 0 16,0 0 8 0,4 2-8-16,0 5 0 0,-1 1 0 15,-2 3 0-15,-4 0-5 16,-7 4 5-16,-5 3 0 16,0 1 23-16,-4-1-23 15,-2 4 0-15,0-2 22 16,0 2-22-16,0 0 0 15,2-2-1-15,0-2 8 16,0 1 2-16,1-1-9 16,1-5 0-16,-2 5 2 15,-4-1-2-15,-2-2-18 16,-1 3 17-16,-1-4-32 0,-4 2 21 16,-5-2-51-16,-3-2-51 15,5 2 105-15,-5-4-38 16,5 0 5-16,1 0 8 15,1 2 16-15,-4 2 6 16,5 0 12-16,2 4 0 16,-1 2-2-16,0 2 2 15,6 0 0-15,1 0-1 16,2 0 2-16,2-2 5 16,4 2-6-16,7 0 0 0,2 0 34 15,7 0 1-15,1 0-10 16,2 2 5-16,-6 0-3 15,-3 2 32 1,-5 4-38-16,-5-4-9 0,-4 4 55 16,-2 0-44-16,-4 6 13 15,-2 6 4-15,-9 4-23 16,1 3 50-16,1 0-67 16,-3 1 1-16,7-2 11 15,3-2-12-15,-6 5-17 16,-3-1-110-16,-30 46-360 15</inkml:trace>
  <inkml:trace contextRef="#ctx0" brushRef="#br0" timeOffset="-129693.73">11910 12922 857 0,'-2'-4'944'0,"2"0"-656"0,-3-1-165 0,1 4-39 0,4-3-11 0,-2 4-40 0,0 0 72 0,0 0-37 0,0 0-37 0,0 0 49 0,3 4-74 0,-3 4-5 0,4 12-2 15,0 10 7-15,3 10 25 16,2 6-31-16,0-4 0 16,-3-2-18-16,1-10 18 15,-2-12-24-15,-3-7-9 0,0-10 6 16,1-2 12-16,1-8 9 15,7-3-57-15,5-7 53 16,4-8-19-16,4-5 26 16,1 4-4-16,-3 0 14 15,3 0-5-15,-6 4-2 16,2 2 0-16,-3 4 3 16,-3 4-3-16,1-2-6 15,-5 4 4-15,0-1 4 16,-5 5 44-16,4 1-22 15,-8 3-1-15,-2 1 58 16,0 2-42-16,0 2-8 0,-2 2-31 16,2 1 20-16,2 7-14 15,2 3-3-15,1 13 6 16,1 4 24 0,4-2-33-16,0 1 0 0,-1-4-1 15,-1-2-29-15,-2-2 8 16,-6-2-157-16,0-2-73 15,-11 18-217-15</inkml:trace>
  <inkml:trace contextRef="#ctx0" brushRef="#br0" timeOffset="-129450.96">12541 13014 1988 0,'-3'0'478'0,"3"0"-424"0,0 4-53 0,0 0 30 0,5 6 1 0,-1 2-2 0,3 8-30 0,-1 0-9 0,0 0 9 0,4 0-225 0,-5-4-229 16,-8-6-507-1</inkml:trace>
  <inkml:trace contextRef="#ctx0" brushRef="#br0" timeOffset="-129260.92">12518 12912 1928 0,'0'0'468'16,"0"0"-422"-16,-2 0-1 16,2 2-45-16,2 0-63 15,-4 4-42-15,2 6-87 16,2 22-165-16</inkml:trace>
  <inkml:trace contextRef="#ctx0" brushRef="#br0" timeOffset="-128864.35">12870 13004 1708 0,'-4'0'448'15,"4"0"-324"-15,-3 2-70 16,-3 2-39-16,-6 2 30 15,-1 6-24-15,-7 0-12 16,9 4 74-16,2-4-83 16,9 6 0-16,7 0 0 15,6 0 1-15,9-4 35 0,3 3-36 16,8-6 0-16,1 3 27 16,-1-6-27-16,-10 0 0 15,-6-2 11-15,-10-2-4 16,-7-1 19-16,-2-3-26 15,-3 1 0-15,-4 2 30 16,-6-2-30-16,-10 3-22 16,-4 1-26-16,-2-5-33 15,4-3 19-15,7-3-110 16,7-2-85-16,13-28-198 16</inkml:trace>
  <inkml:trace contextRef="#ctx0" brushRef="#br0" timeOffset="-128616.39">13196 12879 1823 0,'-3'0'362'0,"3"0"-253"15,0 7-89-15,0-2 14 16,0 12 22-16,0 3-13 15,3 8 73-15,-1 0-83 16,4 4-26-16,3 4-7 0,0-6-1 16,2 0-59-1,-4-6-116-15,-5-2-136 0,-4-8 18 16,-29-8-1088-16</inkml:trace>
  <inkml:trace contextRef="#ctx0" brushRef="#br0" timeOffset="-128466.65">13155 13016 646 0,'5'-6'1192'15,"8"0"-1005"-15,10-6-106 16,6 6-81-16,6 2-37 16,1 4-44-16,-5 0-125 15,42 2-399-15</inkml:trace>
  <inkml:trace contextRef="#ctx0" brushRef="#br0" timeOffset="-128215.98">13451 13032 1326 0,'0'2'636'16,"-2"0"-542"-16,-2 6-41 15,2 6-40-15,0 2-12 16,2 0 68-16,4-2-12 15,2-4-2-15,8 0 37 16,-1-6-61-16,2-4 73 16,6-2-52-16,-3-6-19 15,-1 2 29-15,-9-2-35 16,-6-4-12-16,-7-2-15 16,-10-2-83-16,-12 4 23 0,-9 2-136 15,-6 8-116-15,-61 10-261 16</inkml:trace>
  <inkml:trace contextRef="#ctx0" brushRef="#br0" timeOffset="-127879.7">13675 12980 1904 0,'9'2'349'0,"1"0"-298"16,15 6 39-16,6 8-43 0,7 4-14 16,-3 2 28-16,-1 2-14 15,-9 0-31-15,-5-4-16 16,-11 0 1-16,-3-5-2 16,-6-8 1-16,0-5 0 15,-2-2 1-15,-5-2 14 16,1-2 5-16,-2-4-20 15,2-6 7-15,4-6-29 16,6-2 10-16,12-2-92 16,9 0-26-16,6 0-100 15,9 8-43-15,51-22-383 16</inkml:trace>
  <inkml:trace contextRef="#ctx0" brushRef="#br0" timeOffset="-127708.27">14147 12936 1641 0,'0'0'506'0,"-2"0"-407"16,2 5-72-16,-2 10 72 16,2 3-30-16,2 10-16 15,2 0-52-15,1-2 19 16,3 0-37-16,-1-4 17 16,0-4-174-16,0 10-178 15</inkml:trace>
  <inkml:trace contextRef="#ctx0" brushRef="#br0" timeOffset="-127546.47">14220 12854 1736 0,'-2'0'705'16,"2"-3"-580"-16,0 3-77 15,0 8-48-15,2 1-44 16,3 2-139-16,11 29-277 16</inkml:trace>
  <inkml:trace contextRef="#ctx0" brushRef="#br0" timeOffset="-127249.59">14550 12980 1958 0,'-20'10'276'16,"3"4"-192"-16,-18 12-18 15,7 2-66-15,4 0 1 16,12-4 52-16,5 0-53 15,9-2 0-15,3-4-2 16,9-6 4-16,8 0-19 0,9-6-47 16,5-6-131-16,4-1 0 15,-3-8-122 1,1-7-197-16,43-34 18 0</inkml:trace>
  <inkml:trace contextRef="#ctx0" brushRef="#br0" timeOffset="-126865.39">14781 13032 30 0,'-2'-2'1052'15,"0"0"-599"-15,-4 2-294 0,-5 4-70 16,-7 6 43-16,-9 10-69 16,-2 2-35-16,6 2 47 15,8-2-67-15,4-2-7 16,9-8 2-16,6 2 9 16,9-8 48-16,4-4-12 0,8-2-37 15,3-6 42 1,12-4-53-16,-2-4 0 0,-5-4 0 15,-2 0 12-15,-2 0-3 16,0-2-9-16,0 0-42 16,-4 0 36-16,-3 2-69 15,-6 6 24-15,-8 0 36 16,-1 4 3-16,-12 6 0 16,3 0 12-16,-4 6 0 15,-8 2 24-15,-1 4-16 16,-2 2-7-16,0 4-1 15,9 0 1-15,-2-4-7 16,8 0 6-16,2-6-15 16,2-4-6-16,3 0 3 15,4 0-33-15,0-2 3 16,3 0-72-16,-2-2-68 16,19-16-521-16</inkml:trace>
  <inkml:trace contextRef="#ctx0" brushRef="#br0" timeOffset="-126667.27">15056 13020 1386 0,'-3'0'752'0,"-1"6"-645"0,-2 0-64 0,1 4-28 0,3 4-9 0,2-2-6 0,5 0 0 0,5-4-33 0,6-4-23 0,12-6-143 0,57-30-256 0</inkml:trace>
  <inkml:trace contextRef="#ctx0" brushRef="#br0" timeOffset="-124813.92">1951 11383 1692 0,'0'-5'344'0,"0"0"-94"0,0 0-137 0,0 1-8 0,0 1-29 0,2 3-52 0,2-6-7 0,-2 5-17 0,0 1 0 0,1-3-11 15,-1 3 11-15,-2 0-33 16,2 0-108-16,2 0-175 15,14 0-271-15</inkml:trace>
  <inkml:trace contextRef="#ctx0" brushRef="#br0" timeOffset="-124026.33">5921 11171 1976 0,'-2'-6'457'0,"-1"6"-378"0,3-4-79 0,0 6-126 0,0 6 21 0,0 2-90 0,0 4-64 15,18 0-748-15</inkml:trace>
  <inkml:trace contextRef="#ctx0" brushRef="#br0" timeOffset="-123297.74">12525 11568 1554 0,'0'0'294'16,"0"0"-242"-16,-2 0-52 0,2 0-6 15,2 2-7-15,-2 2-2 16,6 2-54-16,6 0-122 15,63-4-493-15</inkml:trace>
  <inkml:trace contextRef="#ctx0" brushRef="#br0" timeOffset="-122822.61">15974 11676 1855 0,'-9'-2'210'0,"-3"8"-210"0,-38 21-581 0</inkml:trace>
  <inkml:trace contextRef="#ctx0" brushRef="#br0" timeOffset="-115375.52">1529 13276 1199 0,'0'0'321'15,"0"0"-135"-15,0 0-114 16,-2 0-50-16,2 0 49 16,0 0-46-16,0 3-13 15,0-3-3-15,0-3 9 0,0 3 12 16,0 0-12-1,0 0-7-15,0 0 79 0,0 0-66 16,0 0 15-16,0 0 24 16,0 0-14-16,0 0 10 15,0 0-19-15,0 0-34 16,0 0 68-16,0 0-67 16,0 0 8-16,0 0-7 15,0 0-2-15,0 0 10 16,0 0-16-16,0 8 0 15,2-1 33-15,-2-4-32 16,0 0-1-16,2-2 12 16,-2 2-11-16,0-3 29 15,0 2-30-15,0-2 0 16,-2 0 45-16,2 0-39 0,-2 0-5 16,2 2 22-16,0 0-23 15,0 3 31-15,-2 2-31 16,-2 1 8-16,1 8 28 15,1 2-21-15,-4 6-3 16,3 2 0-16,-2 0-6 16,3 2 9-16,0 0-15 15,0 0 0-15,0 8 15 16,-3 0-14-16,1 4 9 16,-3 0 4-16,2-4-5 0,1-1 4 15,2-9-13-15,0-6 0 16,2-8 2-16,0 0-2 15,0-8-6 1,0 2 6-16,0-2 0 0,2 0 5 16,-2 2-5-16,0 0 0 15,0-2 0-15,2 0 0 16,-2 0 0-16,0 0-2 16,0 0 4-16,-2-4 1 15,2 0-3-15,0 0 0 16,2 0 6-16,-2 0-6 15,0 0-9-15,0 0 8 16,0 0 2-16,0 0 12 0,2 0-13 16,-2 0-9-1,2 0 3-15,3 0 12 0,6-4-4 16,0 0-2-16,2 2 6 16,5-2 27-16,1 0-33 15,2-2 0-15,0-2 17 16,1 4-16-16,-3 0 0 15,6 0-1-15,-2 0 1 16,-1 0 0-16,0-2-1 16,-2 2-30-16,-5 2-57 15,-1 0-106-15,1 2-118 16,17-6-237-16</inkml:trace>
  <inkml:trace contextRef="#ctx0" brushRef="#br0" timeOffset="-114362.95">2059 13479 298 0,'0'-6'1458'0,"-2"4"-1170"0,2-4-118 15,-2 2-52-15,2 2-22 0,-2 0 23 0,2 2-28 0,-2 0-19 0,2 0 47 0,-3 0-91 0,-3 2-20 0,-8 8 25 0,-8 14-26 0,-10 14-2 0,-1 8-5 0,4 4 0 16,5-5-2-16,10-9 2 16,6-2-7-16,6-10-1 15,2-8 8-15,2-6-1 16,2-6-27-16,2-4 19 0,4-4-24 15,5-10 33-15,8-6-30 16,-4-8 16-16,6-6 14 16,-7-7 6-16,0 9-6 15,-7 0 0-15,-4 16-6 16,-5 6 6-16,-2 9-19 16,-2 2-29-16,-3 13 46 15,1 11-17-15,0 3 19 16,4 4-63-16,6 0 54 15,3-8-48-15,4-8 7 16,-2-2 43-16,2-8 7 16,1-4-2-16,-3-8-1 0,2-4 3 15,5-6 39 1,-2-8-33-16,-1-5 3 16,4-3 12-16,-4-2-6 0,-1-4 17 15,-1 0-32-15,-2-8 0 16,-4-2 4-16,2-2-4 15,-1 0 0-15,-1 2 15 16,2 6-15-16,0 3 18 16,-3 11-18-16,1 10 0 15,0 10-7-15,-7 7 7 16,0 2-27-16,0 7 9 16,0 12 18-16,0 16 48 15,5 12-48-15,-1 7 6 16,5 1 18-16,2 0-24 15,4-4-6-15,-4-6 0 0,3-4 12 16,0-10-7-16,-3-5 1 16,0-12 0-16,-3-4 6 15,0-10-5-15,0-1-1 16,3-4 19-16,3-5-17 16,5-8 58-16,0-5-38 15,1-2-11-15,-9 0 53 16,-3 2-51-16,-5 2-12 15,-8 6 19-15,-1 2-20 16,-5 6 37-16,-5 0-37 16,-2 0-12-16,-8 4 2 15,-1 4 4-15,-4 4-42 16,0 0-35-16,4 2-145 0,9 2-229 16,0 8-533-16</inkml:trace>
  <inkml:trace contextRef="#ctx0" brushRef="#br0" timeOffset="-112548.66">2668 13509 1696 0,'0'0'376'0,"2"0"-202"0,0 0-118 0,5 2 26 0,2 0-58 0,4 0-18 0,5-2 26 0,-3-4-14 0,8-2-6 0,-8-8 6 0,3-2-12 0,3 2 70 0,-10-6-75 0,-3 2-1 0,2 4 10 16,-8-2-1-16,-4 6 12 15,-1 2 26-15,-4 4-46 16,-1 2 40-16,-5 6-41 16,-8 12-29-16,-1 10 29 0,-3 6-9 15,6 8 8 1,8-2 0-16,5-6-18 0,15-2 4 15,3-3-9 1,3-8-9-16,7-5 31 0,3-10 4 16,2-5 4-16,2-8-6 15,0-3 0-15,0-8 25 16,-3-6-24-16,1-2-1 16,-2-6 12-16,-5 0-12 15,-3-2 21-15,-5-2-21 16,-3-2 0-16,-3 1 5 15,-2 2-5-15,-2-2-7 16,1 7 7-16,0 2 1 0,1-2 8 16,-2 2-9-16,3 4 0 15,-1 2 18-15,0 4-17 16,-2 2-1-16,1 4 15 16,-1 8 0-16,-2 0 14 15,0 6-29-15,0 8-5 16,-2 6 5-16,2 14 38 15,-3 10-5-15,3 7 0 16,0 0-20-16,5-3 11 16,4-3-24-16,-2-2 0 15,1-2 11-15,1-3-11 16,-1-6 0-16,-4-2 0 0,4-6 0 16,-3 0 8-1,-1-2-8-15,1-6 0 0,-2 2-29 16,1-6 20-16,0 0-37 15,3-4 13-15,-3-2-7 16,8-2 39-16,-6-8-9 16,3-6 10-16,3-4 23 15,-4-8-23-15,-1 0-5 16,-3-6 5-16,3-6 1 16,-2 0 14-16,1 2-15 15,3-2 0-15,2 8 0 16,-2 3 1-16,0 11-1 15,-5 4 0-15,1 8 1 16,-3 4 37-16,-2 0-38 0,0 4-14 16,-2-2-4-16,2 8 6 15,0 8 7-15,-3 10 4 16,3 11 2-16,0 3 14 16,0 2-15-16,3-4 0 15,1 2 6-15,3-8-6 16,0 0 0-16,-1-8-1 15,3-4 7-15,3-6 6 16,-2 0-12-16,1-6 0 16,3-2 11-16,3-2-10 15,2-8 0-15,8-2-1 16,2-10 10-16,4-2 30 16,2-8-40-16,-1-6-2 0,-10 0 2 15,3 2 0-15,-9 0 8 16,-2 8-19-16,-10 6 22 15,-4 3-8-15,-4 9-3 16,0 3-5-16,-5 1-5 16,-6 1 10-16,-5 7-12 15,-2 9 11-15,-4 5-9 16,8 6-20-16,2 0 13 16,8 0-56-16,6-4 34 15,6-4-2-15,8-2 11 16,-1-6 15-16,5-4 6 15,7-2-4-15,4-4 13 16,2-4-36-16,7-4 16 0,-5-2-22 16,0-6-6-1,-1-2 23-15,-8 2 25 0,-1-2 19 16,-6 4-19-16,-5-2-18 16,1 6 18-16,-7-4-36 15,0 4-30-15,0 2 2 16,-4 0 49-16,-2 2 3 15,0 2 12-15,0-2 0 16,-2-2 21-16,-1 1 60 16,0 0-2-16,0 1 1 15,-2 4-35-15,-3 0 24 16,-9 6-69-16,-2 6-2 16,-6 8 2-16,3 4 0 15,1 6 0-15,8-2-2 16,7 0 2-16,4-4-28 0,6-6 22 15,7-4-32-15,1-8 32 16,5-6 6-16,1-4 6 16,7-10-6-16,-4-6 0 15,6-6 48-15,-4-6-34 16,2-6 16-16,-6 2 42 16,1-6-17-16,-3-2-7 15,-2-3-42-15,-5 4 9 16,-2 2 6-16,-4 5-21 15,-4 10-13-15,0 8 12 16,-2 10 1-16,2 4 0 16,-2 4-15-16,0 8 9 15,-6 12 5-15,2 10 1 0,-3 9 0 16,5 2 24-16,2 1-12 16,4 2 8-16,2-1-20 15,3-1 0-15,-3-6-6 16,2-2 6-16,0-6-57 15,0-6-108-15,-2-2-114 16,23-8-227-16</inkml:trace>
  <inkml:trace contextRef="#ctx0" brushRef="#br0" timeOffset="-111328.72">4990 13280 1512 0,'-1'0'288'0,"1"-1"-177"0,-6-2 36 0,-3 6-39 0,-9 2 1 0,-8 9-10 0,-9 11-27 0,0 3 8 0,4 4-68 0,4-4 0 0,12-2 9 0,1-6-21 0,10-4-1 15,1-2 0-15,3-8 2 16,3-4 14-16,-1-2-15 16,3-2 0-16,6-6 25 15,6-8-25-15,10-8-11 16,-2-8 10-16,4-6 2 15,-2-3 2-15,-8-2-3 0,4-5-6 16,-7-1-12 0,-6 3 15-16,0 0-18 0,-1 4 20 15,-7 4 1-15,0 8-14 16,-2 8 14-16,0 10 0 16,0 8-21-16,-2 8 12 15,0 12-18-15,-7 18 26 16,6 14 2-16,-1 8 31 15,1 4-32-15,10 0 0 16,5 1 4-16,-4-7-3 16,5-4-2-16,-1-10 1 15,3-12 0-15,1-10 9 16,1-8-9-16,4-8 0 16,4-4 9-16,1-8 6 0,6-6-7 15,1-8-8-15,-4-4 19 16,-5 0-11-16,-10 0-8 15,-4 6-10 1,-10 1 9-16,-8 12-18 0,-5 5 7 16,-5 8-4-16,-9 10 2 15,0 8-7-15,4 4 21 16,6 2-12-16,6 0 11 16,5-2-12-16,9-4-15 15,2-6-4-15,4-6 11 16,5-2 15-16,1-10 7 0,10-4-1 15,-4-4 21 1,6-6-5-16,-2-2-1 16,0-2-15-16,-10 2 17 0,-1 4-37 15,-10 10 20-15,-2 6-90 16,-4 8-16-16,-2 2 82 16,1 10 7-1,3 0-37-15,7-2-57 0,4-4 62 16,3-8-11-16,5-8 18 15,4-4 42-15,3-12 15 16,1-2-8-16,0-4 46 16,-3-4-7-16,-1 0 82 15,-1-4-34-15,-5 2-41 16,2-6 32-16,-7-1-50 16,0-3 7-16,1 2-42 0,-5-8 6 15,-4 4 9 1,2 0-15-16,-1 2-8 0,-3 6 8 15,-2 10 0-15,0 8 8 16,-4 16-8-16,-5 14 0 16,-5 12 49-16,-5 12-40 15,3 8-8-15,7-2 7 16,2 2-7-16,7-4-1 16,3-4-15-16,1 3-61 15,0-7-11-15,-2-8-206 16,1 2-269-16</inkml:trace>
  <inkml:trace contextRef="#ctx0" brushRef="#br0" timeOffset="-111071.7">5624 13132 1780 0,'19'-4'339'0,"-2"0"-233"15,21-6-59-15,7 4-40 0,1 0-5 0,8 2-2 0,-5-4-132 0,-3 6-38 0,41 0-813 0</inkml:trace>
  <inkml:trace contextRef="#ctx0" brushRef="#br0" timeOffset="-110862.88">5946 13212 1291 0,'-16'13'566'0,"-2"-2"-403"0,-14 18-110 16,8-1-38-16,4-2 10 15,12-4-8-15,4-8 73 16,8-4-5-16,0-6 8 16,7-2 35-16,2-4-77 15,5-4-20-15,7-6-29 16,-1-2 10-16,3-2 14 15,-3-2-26-15,-8 6 0 16,-3 0 15-16,1 8-15 16,-6 1 0-16,1 6-9 0,3-2 3 15,7 7-15-15,0 2-18 16,3 1-126-16,3 3-99 16,25 8-235-16</inkml:trace>
  <inkml:trace contextRef="#ctx0" brushRef="#br0" timeOffset="-110049.98">3539 13984 1843 0,'2'-2'354'0,"10"0"-209"0,11-3-83 0,20 1 7 0,13-1 22 0,13 1-47 0,6-1-20 0,4-4 66 0,-2 1-68 0,-5 2-20 0,-9 2-2 0,-15 4-130 0,-21 4-200 15,-19 4-221-15,-81 34-608 16</inkml:trace>
  <inkml:trace contextRef="#ctx0" brushRef="#br0" timeOffset="-109902.46">3599 14115 1969 0,'0'0'635'0,"0"-2"-468"15,12 0-100-15,19-2-10 0,19-1-19 16,27 4 12-16,18-11-50 15,74 0-79-15,26-10-262 16,-26-11-1129-16</inkml:trace>
  <inkml:trace contextRef="#ctx0" brushRef="#br0" timeOffset="-65297.87">1743 14267 1519 0,'-2'-2'267'0,"2"2"-69"0,0-6-111 0,0 6-15 0,2 0-9 0,-2 0-41 0,4 0 28 16,1-2-47-16,7 2 4 16,5 2 34-1,3 0 2-15,11 6 1 0,3-2 5 16,1 2-19-16,12 2 26 16,2-4-47-16,5-2-8 15,8-2 38-15,11-4-38 16,10-2 1-16,15-2 1 15,9 0 7-15,6-2 25 16,-1 0-35-16,2 2 0 16,-5 2 29-16,-9 2-29 15,-7 2 0-15,-2 0 0 16,-3 0 1-16,-6 0 16 0,1 2-17 16,-1 2 0-16,1-2-2 15,4-4 2-15,4 2-7 16,5-6 7-16,-7 4 0 15,-4-4 3-15,-14 4-3 16,-9-2 0-16,-10 0 7 16,-10-2-6-16,-9 2-1 15,-4 0 0-15,-4 0 1 16,2 0 28-16,-1-2-29 16,8 0 0-16,8 0 15 15,9 0-15-15,10-4 1 16,3 2-1-16,5-6 11 15,-2 2-8-15,-3 2-3 16,1-2 0-16,-9 2 1 0,-7 0-1 16,-5 2 0-16,-5-2 0 15,3 3 1-15,-2 3-4 16,4-5 3-16,7 3-9 16,7-2 9-16,7-5 0 15,6 2 0-15,5-6 0 16,-3 3 9-16,6 1-20 15,-4-4 11-15,-1 7-9 16,-9 2 9-16,-3-2 0 16,-6 5-7-16,-8-2 7 15,-3-1 0-15,2-2-11 16,9 0 11-16,6-8-4 16,11-2 4-16,8 0 10 15,1-2-10-15,0-2-5 0,-5 0 5 16,-7 4 8-16,-7 0-8 15,-12 4-3-15,-11 1 3 16,-13 4 7-16,-4-1-7 16,-8-2 0-16,1-7 0 15,1-3-21-15,6-6 21 16,-3 6 0-16,2-6 2 16,-4 4-1-16,-5 0-1 15,1 2 0-15,-6 0 1 16,-1-2 2-16,-4 0-3 15,-6-6-24-15,-2 0 24 0,-5 2-12 16,-2-2 1 0,1 1 10-16,-2 4 1 15,1 0 3-15,-3 1-3 16,1 0-3-16,-3 0-3 0,-5-2-5 16,-10 0 10-16,-3 2 1 15,-5 2-11-15,-5-2-8 16,-7 4 19-16,-2-4-8 15,-11 2 8-15,-7-1 6 16,-13 2-5-16,-15-2-1 16,-67-15 1-16,-22 2 4 15,-10 2-5-15,68 14-2 16,-2 2 2-16,10 6 0 16,65 8 6-16,0-4-6 15,7 4 0-15,-54-10 7 0,7 2-7 16,7 2 0-1,6 0 0-15,-2 2 0 0,0 4 3 16,-4 0-3-16,-3 6 0 16,-4 2-10-16,0 0 10 15,5 2-15-15,1-3 15 16,5 2 0-16,7-3-6 16,0 0-4-16,3-3 10 15,3 3 3-15,-7-1-3 16,-1 2-7-16,-5 2 7 15,-4-2 9-15,-3 6-9 16,1-3 0-16,-3 4 0 16,2-2-4-16,5 6 4 15,2-2-8-15,4 0 8 16,6-2 1-16,3-2 8 0,1 4-9 16,-7-2 0-16,4 6 0 15,-5 0 0-15,-1 6-8 16,2 4 8-16,7-2 0 15,-4 4 6-15,8-2-6 16,3 0 0-16,-4 0 9 16,3 1-9-16,-2 0-9 15,-2 6 9-15,-3 3 0 16,-1 2 12-16,2 4-12 16,-1 0 0-16,1-2-3 15,8 2 3-15,3-2-6 16,8 0 6-16,8 6 0 0,3 1-1 15,3 3 1-15,4 4 0 16,0 0 1-16,12 6-1 16,0 4-6-16,5 7 6 15,9 1 0-15,1 0 0 16,6-2 0-16,3-6 0 16,3-4-1-16,-1-4 1 15,7-1-9-15,1-5 9 16,2-10 0-16,10-8 7 15,-2 0-7-15,7-4 0 16,6 2 12-16,3-4-12 16,6 0 0-16,9-1 2 15,1-5 7-15,-1-3 10 0,2-1-19 16,1-6 0 0,0 1 2-16,-4-9-2 0,2-5 0 15,0 1-8-15,-2-1 17 16,0 2-28-16,-8 2 8 15,-4 1-148-15,-10 0-159 16,26 0-566-16</inkml:trace>
  <inkml:trace contextRef="#ctx0" brushRef="#br0" timeOffset="-60147.44">5209 14534 1598 0,'0'0'259'0,"0"0"-148"0,0 0-64 0,0 0-34 0,0 2 29 0,-2 4-6 0,-4 8 21 16,4 0 11-16,0 4-7 15,-1 8 26-15,1-2-1 16,0 10-52-16,0 2 53 16,2 4-64-16,0 1-10 15,0 0 7-15,0 4-13 16,-2-3-1-16,2-2-6 16,0-6 0-16,0-4 17 15,0-2-17-15,2-8-8 16,0-2 8-16,0-4 0 0,0-8 3 15,1 0-3 1,-3 0 0-16,2-2-12 0,-2-4 12 16,-2 0-98-16,-1 0-148 15,-17-22-421-15</inkml:trace>
  <inkml:trace contextRef="#ctx0" brushRef="#br0" timeOffset="-59030.95">5119 14614 1431 0,'0'0'473'0,"0"-4"-247"0,4 0-103 15,3 0-70-15,1 0 25 16,6-2-3-16,4-2 3 16,2 2-2-16,7-2-44 15,8-2-4-15,7 4-28 16,8 4 0-16,-2 2-13 16,2 0 13-16,-3 4-8 15,-1-2 8-15,1 2 0 16,-2-2 6-16,2-2-6 15,-12 2 0-15,-1-2-5 0,-3 0 5 16,-4 0 0-16,-10 4-1 16,-5-4 1-16,-4 0 6 15,-3 4-6-15,-3-2 0 16,2 4 3-16,-2 6 10 16,1 4 5-16,2 6 12 15,-1-2-6-15,3 8 14 16,-3 4-38-16,2 4 1 15,6 0 6-15,-5 5-7 16,1-1 0-16,-1 0-1 16,-2-6 7-16,-1-6 8 15,1-2-14-15,-1-6 1 16,-2-6-2-16,-2-4 1 0,2-4 0 16,-2-6 0-1,0 0 0-15,0 0 19 0,0 0-7 16,-2 0-3-16,0 0 42 15,0 0-40-15,2 0-5 16,-2 0-2-16,-5 0 5 16,-7 0 18-16,-13 0-27 15,-4 0-4-15,-9 0 4 16,-2 0 0-16,-3 0 0 16,-1 0 0-16,-6-4 0 15,3 4 8-15,-2-2-8 16,6 2 0-16,8 0 0 15,10 0 0-15,14 0 0 0,5 0 0 16,6-2 0 0,2 4 2-16,0-4-2 0,2 2-2 15,-2 2 1 1,0-2 1-16,0 0-1 0,0 0 1 16,0 0 0-16,0-2 2 15,0 2-2-15,0 0-10 16,0 0 10-16,0 0 1 15,0 0-1-15,0 0 0 16,0 0 1-16,0 0 13 16,0 0-14-16,0 0-11 15,0 0 10-15,0 0 1 16,-15 4-2-16,-3 0 1 16,1 0 1-16,-4 2-2 0,4-2 2 15,-1 0-3-15,5 0 3 16,-1-2 1-16,5 0 0 15,-1 4-2-15,2-6 3 16,2 2 2-16,-1 0-4 16,1 2-7-16,0-4 7 15,4 0 0-15,2 0 0 16,0 0 0-16,0 0 1 16,0 0-1-16,0 0 0 15,0 0-11-15,0 0 11 16,2 0 7-16,-2 0-7 15,0 0-1-15,0 0-19 16,-2 0-25-16,-6 6-297 0,-32 10-655 16</inkml:trace>
  <inkml:trace contextRef="#ctx0" brushRef="#br0" timeOffset="-54129.24">2019 14949 1458 0,'0'-4'346'0,"0"4"-220"0,0 0-21 0,0 0-4 0,3 0-26 0,-6 0 9 0,6 0 9 0,-3-4-26 0,0 4 47 15,0 0-55-15,0-2-4 16,-3 2 5-16,3 0-10 15,-2-2-26-15,0 0-17 16,-2-2 2-16,-3 0 3 16,-2-4-12-16,-4 4-4 15,-1-2 4-15,-1 2 0 16,-8 0 1-16,3 2-2 16,-7 2 3-16,3 2 7 15,0 2-9-15,-1 0-8 16,8 0 8-16,-2 2 1 15,5 2 0-15,1 0-1 16,3 2 0-16,-2 2-5 0,3-2 5 16,3 4-21-1,2 0 21-15,-1 0 0 0,0 2 0 16,3-4-1-16,-3 6 3 16,1-4-4-16,4 4 2 15,-2-4-10-15,4 0 10 16,0 3-1-16,0-2 1 15,7 1 0-15,-4-2 0 16,2 3 13-16,-1-6-13 16,1 6-7-16,-1-9 7 15,6 2 9-15,-3-2-9 16,-1 2 0-16,8 0 0 16,5-2 3-16,0 0-3 15,6 0 0-15,-2 2 1 0,-3-6-1 16,0 2 0-16,-4-2 0 15,5 0 9-15,-4 0-15 16,4-2 6-16,-3-2 0 16,5-2 2-16,-6-2-1 15,6 0 14-15,-2 0-15 16,1-2 0-16,-2-2-10 16,5 0 10-16,-3-2-20 15,-1 0 19-15,1-2-12 16,-6 2 12-16,2-2-7 15,-5-2 8-15,1-3 2 16,-5-2-2-16,-2-2-11 16,-2 1 10-16,-4-2 2 0,-1 0-6 15,-4 0 5 1,-4 4 0-16,2-4-16 0,-5 4 16 16,-2 0-15-16,0 0 9 15,-2 2 6-15,-5 4 9 16,0 4-9-16,-2-2 0 15,-3 6-7-15,-4 0 7 16,2 0-7-16,-7 4 7 16,1 0 2-16,0 4 8 15,0-2-10-15,2 4 0 16,4 0 6-16,3 0-6 16,1 6 0-16,6-8 1 15,1 2 0-15,6 0 6 0,-3 0-7 16,6-2 0-1,-2 0-7-15,3 2 7 0,-1 6-6 16,1-2 5 0,2 0 1-16,-2 2-9 0,-1 0-104 15,5 0-178-15,11 14-76 16</inkml:trace>
  <inkml:trace contextRef="#ctx0" brushRef="#br0" timeOffset="-53711.54">2061 14923 1515 0,'-2'-4'299'0,"0"2"-146"0,0-4 19 0,0 4-55 0,2-10-3 0,2-2-37 0,2-4-17 0,3-8 36 0,7-2-44 0,1-3-19 15,7 3-6-15,3-6-27 16,11 0 22-16,6 4-22 16,3 0 0-16,-1 0-6 15,-1 6 6-15,-6 8-12 16,-6 2 11 0,-8 8-32-16,-6 6 0 0,-5 4-75 15,-5 4-102-15,-5 8-9 16,-31 32-96-16</inkml:trace>
  <inkml:trace contextRef="#ctx0" brushRef="#br0" timeOffset="-52697.05">2298 14712 1337 0,'2'0'345'0,"2"-4"-201"0,8 0-83 16,3 0-23-16,-2 2-10 0,1 0-22 0,-1 0 44 0,-3 2-14 0,-4-2 18 0,3 2 10 16,-5-2-13-16,-2-2 3 15,3 4-21-15,-2 0-32 16,3 0 41-16,1-2-33 0,-1 2-9 16,1-2 9-16,0 2-8 15,-3-2-1-15,1 2 0 16,-5 0 2-16,0-2 22 15,-2 2-24-15,-1 2 0 16,-1-4 15-16,-6-2-14 16,-3 2-1-16,-7-8-8 15,-1 2 8-15,-11 4-2 16,-3-4 8-16,-6 4-6 16,-1 2 6-16,-3 4-5 15,1 0 8-15,1 0-9 16,5 2 0-16,5 0 35 15,8-2-35-15,4 2-1 0,7 0 0 16,5 0 1-16,3 4 0 16,-2-2-9-16,6 0 4 15,2 2-16-15,2-4 18 16,6 2-13-16,0 0 16 16,3-2 18-16,9 4-3 15,3-2-15-15,8-2 0 16,3 0 18-16,1 2-18 15,0-3-15-15,1-2 5 16,2-1-16-16,-4-1-5 16,1-2-14-16,-6-3 31 15,3 2-4-15,-3 0 18 16,-10 4-24-16,-1 0 24 16,-9 0-18-16,-5 4 17 15,-2 2-22-15,-2 2 17 0,3 0-10 16,-6 1 16-16,3 0-9 15,-2-7 8-15,0 2 1 16,0-4 0-16,0 3 0 16,-7-3 0-16,-7 1 23 15,-3-1-23-15,-15 0 2 16,-4-1 14-16,-2-3 10 16,-4-1 26-16,1 1-52 15,5-5 12-15,5 0-25 16,6 1 8-16,9 0-140 15,5-2-172-15</inkml:trace>
  <inkml:trace contextRef="#ctx0" brushRef="#br0" timeOffset="-51043.83">2064 14969 1354 0,'-3'0'209'0,"1"-2"-142"0,0 2-52 0,-2 0 33 0,-1-4-22 0,1 4 31 0,0-6 48 15,-4 0-42-15,2 4-2 16,-1-2-40-16,1 0-15 0,-3 2 54 16,0 0-50-16,-4-2-9 15,-1 2 0-15,1 2-1 16,-7 0 4-16,4 2-4 16,-4 2 0-16,2 0-4 15,3 0 4-15,-6 6-8 16,4-2 8-16,-3 2 1 15,1 6 6-15,0 4-7 16,3 0-18-16,3 0 6 16,1-2 9-16,10 2-21 15,2 0 17-15,5 0 7 16,4 0-5-16,-5 2 5 16,5-1 0-16,3-2 10 15,1 2-10-15,3-6-1 16,-1 2 0-16,7-3 2 0,-2 0-10 15,2-2 4-15,1-2-5 16,-1 2-2-16,0-8 12 16,3 0-1-16,2-4-14 15,-1 0 15-15,6-4 0 16,1 0-4-16,-4-4-2 16,4-6-3-16,1 4 1 15,-3-2 2-15,-6 0 5 16,-1 2 1-16,-9-3-2 15,1 2 2-15,-7-1 0 16,-5-2 9-16,4 0-9 16,-7-3 9-16,2 3 3 15,-1-2-1-15,-4 1 35 16,-2 2-20-16,-1-1-17 0,-4 0 26 16,-2 2-35-16,-5-2 0 15,3 4 0-15,-7-2 1 16,2 4-2-16,0 2-7 15,-2-2-64-15,5 8 6 16,-8 0-123-16,-28 8-444 16</inkml:trace>
  <inkml:trace contextRef="#ctx0" brushRef="#br0" timeOffset="-48947.75">2776 15109 1326 0,'0'0'311'0,"0"0"-175"0,0 0-79 0,0-2-7 0,4 4-29 0,0-2-5 0,2 0 38 0,5 0-18 15,1 0 15-15,3 2 33 16,5-4-36-16,5 2-9 16,6 0-4-16,5-2-13 15,6 2 22-15,7-2-44 16,7-2 9-16,6-4 0 15,1 2-9-15,3 2-1 16,1-2 1-16,2 2-22 16,-2-2 11-16,0 4-8 15,-2-2-8-15,-3 4 26 16,-2-4-26-16,-7 2 4 16,1 2 22-16,-7-2 1 15,-3 0-3-15,3 2 3 0,-2-4 0 16,-4 0 15-16,5-2-9 15,-4 0 6-15,1 2 1 16,-1-2-13-16,-5 2 28 16,-3 0-28-1,-1 0 0-15,-2 2 10 0,-8-2-9 16,1 0 0-16,-6 0-1 16,2 0 6-16,-2-2 2 15,2 2-8-15,-2-4 0 16,-1 2 4-16,-1 2 5 15,-3 0-8-15,3 0-1 16,-5 0 10-16,-1 2-7 16,-2 2-3-16,3-4 0 15,1 4 2-15,1-4-2 16,7 4 0-16,0-2-6 0,2 2 6 16,1-2 9-16,-4 0-9 15,-1 0-1-15,-2 2 1 16,-3-2 0-16,-4 2 0 15,-6 0-1-15,0 0 1 16,-3 0 9-16,0 0-9 16,0 0-12-16,-3 0 11 15,0 0-67-15,-4-4-17 16,-3 0-29-16,-4-4-6 0,-3 2 63 16,-4-4-26-1,3 4 41-15,-2-4 11 0,7 2 5 16,-3 2 12-16,3-4 13 15,4 3 2-15,5 6 62 16,-1 1 6 0,5-4 0-16,0 4-29 0,0 0-14 15,2 0-8-15,3 4-17 16,1-3 8-16,8 8 11 16,3-1-20-16,8-2-6 15,-2 2 6-15,4-4 7 16,-5 0-5-16,0 0-2 15,-8 0 1-15,-4-2 24 16,-3 2 2-16,-5 0 17 16,-4-4-2-16,-5 4 31 15,-3 6 4-15,-7 2-23 16,-2 2-36-16,-3 0 45 0,-3-2-63 16,0 2 0-16,0-4-1 15,4 4 1-15,-2 0-135 16,5-4-114-16,-8 10-331 15</inkml:trace>
  <inkml:trace contextRef="#ctx0" brushRef="#br0" timeOffset="-47381.1">5444 15292 1687 0,'0'0'285'0,"0"0"-155"0,4 0-50 0,10-2-80 0,3 0 6 0,10-2-8 0,2 0 2 0,-2 4 0 0,-4-4 4 16,-2 4-4-16,-9 0-40 16,-6 4-58-16,-6 0-31 15,-14 10 42-15,-7 4-54 16,-12-2-201-16,-8 2 33 16,-1-6 309-16,2 0 137 0,7-8 101 15,10 4-59 1,7-6 14-16,14-2-70 0,4-2-19 15,8 0-41-15,9-4-29 16,10-2 22-16,7 2-56 16,7-2 6-16,-1 2-15 15,0 2-128-15,34-14-137 16</inkml:trace>
  <inkml:trace contextRef="#ctx0" brushRef="#br0" timeOffset="-46263.39">6373 14752 1652 0,'-2'0'283'0,"2"0"-118"0,0 0-84 0,0 0-60 0,0 2 9 0,2-4-16 15,0 2 17-15,-1 0-8 0,5 2-8 16,5 1 51-16,6 1-36 15,18 1 9-15,11-5 15 16,14 0-32-16,9 0-16 16,9 0-6-16,4-5 6 15,1 2-1-15,-7 2-5 16,-3-2-3-16,-6 1 2 16,-9 2 1-16,-11-4 0 15,-7 4 0-15,-13 0 0 16,-12 0-9-16,-8 0 9 15,-4 0-30-15,-6 0 9 16,1 0-29-16,-1 0-26 16,-3 0 16-16,-3-4-11 15,-6 0 13-15,-3-2-20 16,0 2 6-16,-5 0 37 0,6 4 14 16,-4-4-6-1,4 2 20-15,-1 0 7 0,3 2 10 16,3-2-10-16,3-2 0 15,3 4 0-15,4 0 14 16,2 0 2-16,0 0-16 16,4-4 8-16,0 4-5 15,-1 0-3-15,-1 0-5 16,2 4 5-16,3-4 15 16,0 0-7-16,2 6 2 15,-5 2-8-15,5-2 53 16,-7 5-19-16,3-2-16 0,-1 5-7 15,-4-4-2-15,0 4 14 16,-2-2-7-16,-10 2-9 16,-7 0 12-16,-10 7-21 15,-11-7-208-15,-63 12-1021 16</inkml:trace>
  <inkml:trace contextRef="#ctx0" brushRef="#br0" timeOffset="-43730.15">8071 14540 1465 0,'0'-2'258'0,"0"2"-156"0,0 0 1 0,-3 0-70 0,3 0 6 0,-2-2 11 0,2 2 10 16,-2 0 40-16,2 0-53 15,0 0 2-15,-4 0 19 16,-1 2-29-16,-3 2-2 15,-11 6 8-15,1 4-12 16,-3 4 36-16,0 4-45 16,-1 4-23-16,7-4 23 15,3 0-24-15,3-2-14 16,5-4 7-16,2-2-17 16,4-8 12-16,0 2 6 15,-2-4 0-15,2 0-3 16,-2-4 9-16,0 6 0 15,-2 6-1-15,0-2 3 0,0 7 11 16,0-3-13-16,2-2-3 16,0-2 3-16,2-2 0 15,-2-4-5-15,2-2-48 16,-2 2-106-16,0-4-18 16,2-4-22-16,0-19-119 15</inkml:trace>
  <inkml:trace contextRef="#ctx0" brushRef="#br0" timeOffset="-43447.87">7986 14554 857 0,'0'-2'881'0,"3"2"-680"16,1-8-111-16,0 6-36 15,7-2-12-15,-3 2 24 16,0 2 0-16,3 2 0 15,3 2 34-15,1 6-38 16,1 0-1-16,3 8 2 16,0 4-22-16,3 4-23 15,-2 0-18-15,0 2 7 16,-5-2-26-16,-3-2-2 16,-1-2-68-16,-9-4-80 15,-6 0-86-15,-9-6-110 16,-41 2-1159-16</inkml:trace>
  <inkml:trace contextRef="#ctx0" brushRef="#br0" timeOffset="-43280.12">7981 14684 1708 0,'10'-4'307'16,"5"0"-187"-16,10 0-36 15,4 0-67-15,2 0-17 16,-2 4 0-16,-2 4-41 16,0-4-101-16,31 0-164 15</inkml:trace>
  <inkml:trace contextRef="#ctx0" brushRef="#br0" timeOffset="-42788.96">8356 14624 485 0,'0'2'1284'0,"2"6"-1062"16,1 14-31-16,1 12-46 15,2 10-16-15,6 11-84 16,-1-5-22-16,5 0 2 16,1-4-13-16,2-6 0 15,-4-4-12-15,-2-8-21 0,-4-6 8 16,-7-8-92-16,-2-6-50 15,-2-4-2-15,-7-2 85 16,-9-4 42 0,0-8-18-16,-9-6 39 0,1-8 7 15,2-6 3-15,-1-6-2 16,9-8-9-16,7 4 10 16,5-10 17-16,8 3-17 15,8 9 0-15,7 2 6 16,0 12-6-16,5 6-1 15,-2 6 1-15,5 8 0 16,-2 4-1-16,4 4-1 16,-3 6 2-16,1-2-3 15,0 6 3-15,-5 0 0 16,-2 0 7-16,-6-2 5 0,-1 6 39 16,-9-9-30-16,-6 5 15 15,-13 0 56-15,-1-2-40 16,-9 3-32-16,-4-2-19 15,-4-3 0-15,4-6-2 16,4 0-66-16,6-8-87 16,3-19-154-16</inkml:trace>
  <inkml:trace contextRef="#ctx0" brushRef="#br0" timeOffset="-42290.04">8733 14694 1823 0,'4'14'254'0,"2"4"25"0,8 13-150 0,-1 10-68 0,1 4-5 0,-3-1-44 0,0-4 0 0,-5-4-12 0,2-8 9 15,-4-4-6-15,-2-8-3 16,-2-8-2-16,-2-4 2 16,-2-4 8-16,-4-4 16 15,-7-8-12-15,2-8 3 16,-5-16 8-16,-1-4-23 16,5-8 0-16,3-6 2 15,-1 4-2-15,8 1-18 16,8 9-3-16,8 4-24 0,1 10 36 15,5 8-35-15,6 2-4 16,0 10 24 0,8 6 24-16,-3 6 1 0,-7 10 7 15,1 0-7-15,-10 8 49 16,-5 0-35-16,-4 4-14 16,-8 0 34-16,-4-6-13 15,-11-2-1-15,-6-3-21 16,-2-8 15-16,-4 0-4 15,4-5-11-15,4-8-66 16,2-2-89-16,9-5-221 16,8-43-800-16</inkml:trace>
  <inkml:trace contextRef="#ctx0" brushRef="#br0" timeOffset="-41777.86">8926 14325 1851 0,'0'0'454'0,"2"0"-337"0,-2 0-15 0,4 2-78 0,-4 8-23 0,6 4 94 0,-2 14 8 0,1 11-22 0,3 5-12 0,3 2-42 0,7-2 32 0,3-4-59 0,-2-6 0 15,1-8 0 1,-1-6 6-16,-9-6-5 0,1-4-1 16,1-6 0-16,3 0-3 15,-1-4 3-15,1-2-24 16,6-2 9-16,-2-8-8 16,4 0 2-16,3-6-6 15,-1-4 18 1,-2-2-12-16,-8 2 21 0,-4 4-21 15,-6 0 14-15,-8 6-8 16,-4 6-11-16,-6 2 17 16,-11 8 9-16,-1 0 15 15,-6 10-13-15,-1 4 4 0,13 4 7 16,3 4-4-16,14 2-2 16,10 0-7-16,11 0 0 15,14 0 12-15,9-6-12 16,12-4 0-16,6-8-6 15,4-1 0-15,-5-5-44 16,-6-3-92-16,-17-1-214 16,-30-5-927-16</inkml:trace>
  <inkml:trace contextRef="#ctx0" brushRef="#br0" timeOffset="-40214.26">2304 15883 821 0,'-4'-6'1132'0,"2"2"-917"0,-2-4-67 0,-3-2-4 0,0 6-52 0,2-6-67 0,-1-2-19 0,-1 0 26 0,-2-6 29 15,-6-4 5 1,-1-6-1-16,-4-2-38 0,-2-6 33 16,-3 0-48-16,6-6-3 15,-4-2 15-15,7 3-3 16,3 7-6-16,4 10-15 16,0 6 1-16,4 10 23 15,3 2-24-15,-2 2-9 0,4 4 9 16,0 0-7-1,-2 0 6-15,2 0-15 0,2 0 16 16,-2 0-18 0,0 0 18-16,2 0-9 0,-2-2 8 15,0 4-8-15,0 4 9 16,0 2-6-16,0 10 6 16,-2 4 6-16,-2 2-6 15,-1 1 0-15,-1 3 0 16,-6-5 0-16,3 2 6 15,3-5-6-15,-1 0-12 16,2-10 0-16,3 0-36 16,0-2-7-16,2-4 20 15,0-4 10-15,2-4 4 16,3-10-51-16,0-4-24 0,1-4 57 16,1-10 6-16,-1 2 19 15,1-5 14-15,-2 3 8 16,-1 6 19-16,-2 4-8 15,3 4-19-15,-3 8 48 16,-2 6-47-16,2-2-1 16,4 10-6-16,4 2 6 15,12 4 8-15,4 6-8 16,3 2 0-16,7 4-18 16,-5 0 18-16,-2-2-138 15,-4 1-183-15,18 15-690 16</inkml:trace>
  <inkml:trace contextRef="#ctx0" brushRef="#br0" timeOffset="-39347.33">2246 16022 1722 0,'-6'12'249'0,"2"-2"-68"0,-5 20-37 0,-1 6-67 0,4 4-16 0,-1 0-52 0,5-4 2 16,-2-4-4-16,2-6-7 0,0-4-16 15,2-8 10-15,0-5-15 16,0-5 15-16,0 1-53 16,-4-10-10-16,3-3 20 15,1-11-113-15,-3-3 115 16,6-14 41-16,2-4 6 16,5 0 14-16,1-4 1 15,5 4-5-15,4 4 19 16,-6 10 4-16,-1 8 33 15,-4 8-15-15,0 10-33 16,-1 4 30-16,8 11-8 0,4 10-14 16,0 7-5-1,7 4-8-15,0 0-5 0,-2 4-8 16,2-4-22 0,-8-10-8-16,-1 0-118 0,-9-6-67 15,-13 15-238-15</inkml:trace>
  <inkml:trace contextRef="#ctx0" brushRef="#br0" timeOffset="-39163.18">2275 16196 1725 0,'7'-10'363'0,"2"6"-175"15,12-10-91-15,3-2-47 0,5 2-50 16,2 4-12-1,0 2-89-15,0 0-46 0,-2 2-93 16,27-12-285 0</inkml:trace>
  <inkml:trace contextRef="#ctx0" brushRef="#br0" timeOffset="-38713.89">2643 16110 1456 0,'0'22'370'0,"4"-2"-170"16,1 24-56-16,2 4-95 15,6 1 13-15,1 1-43 16,1-6-13-16,1-8 8 16,-3-10 1-16,-6-6-15 15,-3-4-8-15,-3-12 1 16,-1-2 7-16,-3-6 15 0,-6-6-5 16,-2-8 2-16,-9-14 3 15,1-2 6-15,2-11-21 16,5-1 9-16,4-2-22 15,8 2-25-15,4 2 2 16,12 4 14-16,4 8-2 16,7 6 24-16,-5 12-7 15,5 6 7-15,-4 12-11 16,-2 10 11-16,2 12 0 16,-3 10 8-16,-5 0 11 15,-5 4 67-15,-8-8-31 16,-4 2-19-16,-8-10 62 15,2-3-67-15,-8-3 4 0,-8-4-8 16,-3-5-9-16,-2 0-2 16,-2-5-16-16,0-4-1 15,4-9-16-15,4 0-56 16,10-9-107 0,11-9-135-16,24-53-317 0</inkml:trace>
  <inkml:trace contextRef="#ctx0" brushRef="#br0" timeOffset="-38277.56">2984 16156 1666 0,'4'12'354'0,"2"2"-116"0,2 14-83 0,3 6-47 0,-5-2-54 0,4-2-33 0,-1 2-5 0,3-1-8 16,-2-12 10-16,-1 2-18 16,-3-11-9-16,-4-6-3 15,-2 0 12-15,-4-8 0 16,-7 0 22-16,-7-10-21 16,-1-8 9-16,-6-5-10 15,5-4 0-15,-1-10 17 16,13 5-17-16,5-4-6 15,12 4 6-15,11 0-20 16,5 6 14-16,8 4-30 16,3 12 6-16,-3 6 18 0,-2 8 9 15,-4 12-6-15,-2 6 9 16,-8 6 0-16,2 6 12 16,-9 0-6-16,-5-6-5 15,-5-2 30-15,-5-4-9 16,-8 0 8-16,-11 0-16 15,-12 0-5-15,-6-6-18 16,-5 2-33-16,5-10-72 16,3-8-48-16,13-10-176 15,4-48-623-15</inkml:trace>
  <inkml:trace contextRef="#ctx0" brushRef="#br0" timeOffset="-37831.51">3198 15875 190 0,'0'0'1757'0,"0"0"-1418"0,0 12-180 0,2 10-1 0,0 9-65 0,6 15-36 0,2 2 10 0,3-2-49 0,3 2-9 16,4-12-9-16,0 0 8 15,5-14-1-15,-5-10-7 16,2-2 0-16,-2-10 6 0,3-8-5 16,-4-2 5-1,6-8-6-15,-5-4 1 0,2-4 14 16,-4-2-15-16,-2-6-21 16,-5 2 14-16,-4 2-19 15,-3 10 11-15,-4 12 9 16,0 4-4-16,-4 4-7 15,-3 8 14-15,-2 14-1 16,-7 6 3-16,8 2 1 16,3 2 0-16,10-6-1 15,8-2 1-15,7-6-10 16,7-6 10-16,4-8-17 16,7-2 16-16,-1-4-12 15,2-6-84-15,-8-2-181 16,5-16-284-16</inkml:trace>
  <inkml:trace contextRef="#ctx0" brushRef="#br0" timeOffset="-34946.44">2097 16808 1578 0,'0'0'252'0,"-2"0"-129"0,2 0-31 0,0 0-50 0,0-4-14 0,0 4 28 0,0 4-41 16,0-4-8-16,0 0 19 16,0 0-26-16,-2 4 42 15,-1 0-5-15,-1 6 13 16,-4 2 10-16,-4-2-27 15,-1 8 4-15,-3 4-14 0,-2 4-7 16,3 6 26 0,-5 4-34-16,8 4-8 15,4 4 39-15,8-4-19 16,4 1-19-16,10-9 6 0,5 2-6 16,6-12 9-16,6-4-10 15,2-12 0-15,1-12 9 16,1-10-8-16,0-2-1 15,0-14 8-15,-4-4-7 16,-2-9 31-16,-5 1-7 16,-6-2 4-16,-6-2 29 15,-12 4-34-15,-10 4-1 16,-10 0-14-16,-4 8-2 16,-7 4-7-16,-5 16 0 15,0 8-54-15,1 8-49 16,8 8-107-16,7 6-268 0,9 28-613 15</inkml:trace>
  <inkml:trace contextRef="#ctx0" brushRef="#br0" timeOffset="-34594.86">2489 16940 1734 0,'2'0'347'0,"5"0"-167"0,5 0-71 0,4 14-22 0,10 12 11 0,-2 6-68 16,-1 8-23-16,-6 1 18 15,-3-5-24-15,-5-4-1 16,-7-10 0-16,-2-4 2 15,-4-10 10-15,-7 2 5 16,-3-10-16-16,-1-6 10 16,-3-10-11-16,7-8 0 15,6-12 0-15,8-13 1 16,5-1-11-16,13-8-29 16,0 2-102-16,6 10 7 0,-2 10-77 15,21-2-79 1</inkml:trace>
  <inkml:trace contextRef="#ctx0" brushRef="#br0" timeOffset="-33363.01">2944 16910 1858 0,'-2'0'475'0,"-2"-4"-313"15,-6 4-44-15,-5 4-17 16,-3 6-67-16,-6 12-1 16,-3 12 0-16,-2 6-1 0,9 0-31 15,5 2-1 1,9-7 8-16,12-7-8 0,0-2 0 15,9-12-28-15,-1-6 17 16,3-4 11-16,6-12 0 16,2-2 0-16,-1-12-16 15,2-8 5-15,-1-2-22 16,0 0 33-16,-9-9 0 16,-3 11 0-16,-9-2 8 15,-4 10-8-15,0 8 0 16,0 10-9-16,0 4 9 0,4 6-24 15,1 10 16 1,2 6 8-16,2 2 0 0,6 2-3 16,-1-4-57-16,-1-4 18 15,5 0-14-15,-1-8 36 16,1-6 20-16,-5-4 1 16,-1-5 17-16,-1-4-18 15,3-5 8-15,-6 2-2 16,1-2-6-16,1 0-12 15,-2 6 12-15,1 4 1 16,2 12-1-16,3 0-6 16,1 6 6-16,-1 4 13 15,-1 0-13-15,3-4-6 16,-1-1 1-16,1-8 5 0,1-1 24 16,1-8-24-16,3-1 22 15,3-8 20-15,9-5-40 16,5-4-3-16,0 4 1 15,0-4 0-15,-7 8 1 16,-6 0-1-16,-5 10 0 16,-9 0 0-16,-5 4 0 15,-4 0-15-15,2 0 13 16,-4 0 2-16,0 0 9 16,0 0-8-16,-4 0 14 15,4 0 64-15,-2 0-22 16,0-4 5-16,-2 2-19 15,-3-6-37-15,-7 4 3 0,1 4-9 16,-5 0 0 0,-1 8-12-16,3 2 12 0,1 8-12 15,10 0-3-15,7 4-33 16,11 0-3-16,3-4-12 16,4 0 10-16,2-1 52 15,3-3-4-15,-3 8 4 16,0 2 0-16,-6 10 1 15,-5 12 12-15,-11 2-12 16,-4 10 0-16,-10-4-11 16,-8-6 11-16,2-7-55 15,-5-13 10-15,8-10 6 16,3-14 21-16,3-8 10 16,5-14 16-16,6-6 26 15,4-11-10-15,9-5 27 0,3-4-34 16,11-2-5-16,0-6 4 15,6 2-16-15,3 0 0 16,-1 2 17-16,1 3-16 16,-3 9 12-16,-4 4-2 15,-4 10-5-15,-8 14-2 16,-7-2-4-16,-8 10 0 16,-4 4 2-16,-5 6 16 15,-7 4 27-15,-3 8-6 16,-1 0-24-16,2 5 29 0,3 0-44 15,11 0 0 1,4-5 7-16,6-4-7 16,11 0-18-16,-3-4 18 15,5-6 0-15,-3-4-21 0,0 0 12 16,0-4-101-16,-1-4-82 16,41-26-303-16</inkml:trace>
  <inkml:trace contextRef="#ctx0" brushRef="#br0" timeOffset="-32597.09">4363 16960 1624 0,'0'0'334'0,"2"0"-73"0,-2-2-27 0,7 2-100 0,7-4-83 0,5 0-3 0,6 0-21 0,8-2 42 0,5 2-47 15,3-4-22-15,3-2 22 16,5 2 1-16,2-6-1 16,5 0 7-16,-3 2-28 15,1 2 49-15,-3 2-50 16,-2 0 1-16,-8 2 4 15,-3-2-4-15,-12 4 5 16,-10 0-6-16,-6 2 0 16,-5 2 2-16,-2 0-2 15,-3 0-14-15,2 0 14 16,-2 0 0-16,0 0 0 16,-2 0-5-16,2 0-4 15,0 0-9-15,-3 0 9 16,2 0-33-16,-7-4 10 15,2 0 5-15,-3 0-7 0,-5-2 10 16,-1 2 22-16,3 0-5 16,4 0 7-16,-3-2-1 15,0 2 1-15,8 0 0 16,-1 4-1-16,4 0 1 16,0 0 0-16,0 0 9 15,2 0-9-15,0 0-4 16,0 0 4-16,-1 0 1 15,6 4 14-15,-3 0-15 0,-2 6 0 16,2 4 25 0,-4 4-13-16,-4 12-3 15,-10 2 8-15,-3 4-8 16,-8-6-2-16,-2-2-7 0,-4-2-76 16,2-12-86-16,4-2-318 15,-15-12-598-15</inkml:trace>
  <inkml:trace contextRef="#ctx0" brushRef="#br0" timeOffset="-31196.36">8552 15218 1647 0,'0'4'250'0,"2"-4"-211"0,0 4-38 0,3 2-1 0,-1 6-29 0,1-2-125 0,-14 12-392 0</inkml:trace>
  <inkml:trace contextRef="#ctx0" brushRef="#br0" timeOffset="-30378.94">8193 15414 871 0,'-2'0'1112'0,"-2"4"-904"0,-3-4-95 0,-7 8-13 0,3 8-1 0,3 8-37 0,-1 8-31 15,2 4-8-15,0 0-5 16,14-1-8-16,0-3-10 0,4-10 0 16,4 0 6-1,5-8-6-15,1-4 0 0,6-6 0 16,-2-4 6-16,5-8 10 16,-1-6-16-16,-3-4-12 15,-3-4 2-15,-3-5 11 16,-5-5-1-16,-10 5 7 15,-7-5-6-15,-7 1 8 16,-11 5-9-16,-2 12-6 16,-12-2-7-16,-2 14-22 15,-1 8-109-15,8 10-154 16,-13 30-488-16</inkml:trace>
  <inkml:trace contextRef="#ctx0" brushRef="#br0" timeOffset="-30046.7">8559 15588 1762 0,'9'10'318'15,"0"3"-165"-15,15 13-9 16,-2 6-63-16,3 4-67 15,-11 0 7-15,-8-2-21 16,-8-6-50-16,-4-6 5 16,-4-10-28-16,1-10 73 15,-5-6 0-15,4-6 9 16,3-14 28-16,1-2-7 0,6-8-9 16,2-2 17-16,4 4-38 15,9-3-31-15,6 8-16 16,1 0-65-16,5 13-1 15,0 5-13-15,-4 5-67 16,5-1-136-16,32 14-805 16</inkml:trace>
  <inkml:trace contextRef="#ctx0" brushRef="#br0" timeOffset="-29741.95">8897 15547 1477 0,'0'-3'451'0,"-2"3"-256"15,0 0-19-15,-5 8-44 0,-1 2-42 16,-6 11 42-16,1-2-71 15,-1 4-31-15,10-7-1 16,6 2-17-16,4-4-12 16,6-6 0-16,3-4 1 15,8-2 2-15,-1-6-3 16,7-6-23-16,-2-4 17 16,-1 2 6-16,-3-2 0 15,-9 0 0-15,-6 2 7 16,-1 3 13-16,-5 8-20 15,0-3-9-15,-2 8 8 16,4-3-7-16,8 6 2 16,1-1 6-16,10 6 0 15,3-2 2-15,6-6-2 16,-1 4-108-16,-2-6-75 0,0-4-114 16,35-6-155-1</inkml:trace>
  <inkml:trace contextRef="#ctx0" brushRef="#br0" timeOffset="-25646.09">5863 13627 1402 0,'4'-5'313'0,"5"-3"-191"0,9-5-58 0,0-1 14 0,6 4-31 0,-1 2 26 0,-1 0-25 16,-2 4-7-16,2 2 32 15,-1 8-31 1,0 2-3-16,0 9 14 0,1 8 20 16,1 10 32-16,0 6-36 15,-2 12-42-15,1 3 26 16,-4 0-52-16,-2-2 5 16,-3-6-6-16,-5-8 0 15,-2-4 6-15,-4-5-6 16,-4-12 0-16,-4 2 6 15,0-7-6-15,-1 2 0 0,-3-2-1 16,-4 0 10-16,3-2-3 16,-2 2-6-16,6 0 0 15,-4-2 14-15,6 0-14 16,0-4-1-16,1-4-7 16,2 2 8-16,-3-2 19 15,1 0-19-15,0 4-9 16,-1-6 8-16,-3 8 1 15,-4 0 0-15,1 0 0 16,-1 4 7-16,-3 0-8 16,7-2 1-16,-2-2 0 0,4-4 2 15,3-1-2 1,-1-4 0-16,4 3 0 0,-2-4 0 16,2 0 0-16,0-4 0 15,0 4 0-15,-2-1 20 16,0-4-20-16,-8-3 2 15,1-4-10-15,-1 2 2 16,-4-8-13-16,5-4 5 16,3 0-38-16,1-2 28 15,5 0-12-15,2 0 19 16,3 4 17-16,1 4 0 16,-1 0 12-16,-1 8-12 15,1 0-8-15,0 4 8 16,-5 2 8-16,2 0-8 15,-4 2 0-15,2 2 10 0,2 10-10 16,0 4 15-16,0 12-4 16,2 8 13-16,-4-2-23 15,2 4 7-15,-2-8-8 16,0-4 1-16,-2-6 3 16,0-6-4-16,0-2-4 15,-2-8 4-15,-3 2 6 16,4-3-5-16,3-3 2 15,3 0 5-15,2-3 22 16,-1-1-30-16,4 2 0 16,8-6 4-16,6 0-4 15,5-3 2-15,0 2-10 16,0 0 13-16,-3 0-16 16,2 3 11-16,-3 0 0 0,-3-2 0 15,-5 2 0-15,-5 2 0 16,1 2 0-16,-7 2 0 15,-4-2 6 1,2 2-6-16,-4 0-3 0,2 0 3 16,-2 0 1-16,0-2 5 15,2 4-6-15,0-2 6 16,-2 0 24-16,-1 0-30 16,-5-6 1-16,-4 4 2 15,-5-4 7-15,-6-4 4 16,-1-4-14-16,-3 4 12 15,1-4 0-15,-4 4-12 0,-1 2-14 16,-3 2-14 0,-1 6-136-16,-1 6-307 0,-37 6-1051 15</inkml:trace>
  <inkml:trace contextRef="#ctx0" brushRef="#br0" timeOffset="-14229.27">1832 5007 1666 0,'0'0'243'0,"-2"0"-150"0,2 0-63 0,2 2-8 0,-2-4 74 0,0 2-45 16,3 2-30 0,-3-4 15-16,0 4-9 0,2 6 3 15,0 12 48-15,-2 16-24 16,0 20 27-16,0 18-81 15,0 2 1-15,2 5 10 16,-2-15-9-16,2-6 5 16,0-12-7-16,0-14 0 15,-2-10 2-15,0-10-2 16,-2-7 0-16,2-6 6 16,-2 2 7-16,2-10 7 15,-4-4-20-15,-5-14-15 16,0-15 3-16,-4-6 12 15,4-4-4-15,-1-10 4 0,2-4 6 16,-1-8-5-16,7-3-1 16,4 1 0-16,9 14-4 15,1 8 4-15,5 12-6 16,1 9 4-16,-3 12 4 16,4 6-4-16,-4 12 1 15,3 9 1-15,7 14 8 16,-4 16-7-16,10 18-1 15,1 10 21-15,-1 10-14 16,-4-3 1-16,-1-7-8 16,-3-6 0-16,-3-10 4 0,-5-12-4 15,-1-12-7 1,-7-8 1-16,-3-2-77 0,-4-4-106 16,-6-2-130-16,-37-2-556 15</inkml:trace>
  <inkml:trace contextRef="#ctx0" brushRef="#br0" timeOffset="-14042.51">1922 5388 1 0,'4'-2'1829'0,"5"0"-1614"0,9-4-118 0,3 2-59 0,9 2 31 0,-2 0-48 15,-1-2-8-15,4 2-13 0,-2-4-70 16,3-2-175-16,32-17-388 16</inkml:trace>
  <inkml:trace contextRef="#ctx0" brushRef="#br0" timeOffset="-13580.21">2331 5161 1589 0,'0'6'360'0,"2"4"-282"15,3 11-33-15,4 8 36 16,6 10-14-16,6-5-25 16,-1 0-10-16,4-8 55 0,-6-8-56 15,-3 0 2-15,-5-6-10 16,-4-6-17-16,-3-2 21 15,-3-2-21-15,-3-2-5 16,-1-2 44-16,-2 0-27 16,-8-2-4-16,1-8-14 15,-3-6 0-15,-4-12-1 16,11-8-2-16,0-6-21 16,9-5 23-16,4 5-20 15,9 4-29-15,12 8-8 16,6 4 4-16,2 10 42 0,2 12 4 15,-1 14 7-15,-3 10-13 16,-8 10 15 0,2 8-1-16,-5 0 13 15,0 2-13-15,-4-3 53 0,-1-5-53 16,-6-5 1-16,-2-7-7 16,-1-5 1-16,-4-9-71 15,1-4-71-15,2-8-69 16,23-48-395-16</inkml:trace>
  <inkml:trace contextRef="#ctx0" brushRef="#br0" timeOffset="-12680.17">2837 5021 982 0,'0'0'273'0,"0"0"-125"0,0 4 1 0,0-4 11 0,0 0-35 0,0 0-25 16,0 0 8-16,0 0-9 16,-5 0-16-16,5-4 7 15,5 4-35-15,-5 0 61 16,0 0-47-16,0 0-32 15,0 0-17-15,0 0-20 16,11 8-4-16,-2 2 3 16,5 10 2-16,8 4 4 15,-4 4-5-15,1 0-7 0,-3 0 7 16,-5-4 8 0,1-8-7-16,-8-2-1 0,-2-6 1 15,-2-3 3-15,0-4 2 16,-2-1-6-16,0-1 15 15,-5-4 14-15,-4-4-29 16,0-9-6-16,-1-7 6 16,4-5-12-16,-1-6 12 15,5-2-36-15,6-2 12 16,2 4 9-16,9 4-3 0,1 3-6 16,3 6-36-16,6 2 58 15,1 7-14-15,-3 9-10 16,-4 9 25-16,1 11-5 15,0 10 6-15,2 11 0 16,-2 2 1-16,4 2 3 16,-2-4-4-16,3-4 0 15,-8-8 4-15,-1-12-3 16,-1-4-2-16,0-6-5 16,3-10-26-16,4-2 11 15,0-10-57-15,4-4 24 16,-1-4 39-16,-1-6 15 15,-4 2 10-15,-4 0-10 16,-8-2 0-16,-4 6 42 16,-2 7 2-16,-4 11 22 15,0 9-45-15,-10 9-21 16,1 12-1-16,-6 7-24 0,-1 12 16 16,14-3-6-16,10 0-15 15,10-8-17-15,13-6 34 16,6-4 13-16,3-10 6 15,1-6 3-15,-6-6-9 16,-2-2 60-16,-10-6-15 16,-6 0 40-16,-9-4 10 15,-6-4-20-15,-13-4-21 16,-8-2-54-16,-10 0 10 16,-7-3-17-16,-3 7 7 15,7 3-23-15,10 5 1 16,8 5-65-16,11 4-57 15,9-6-72-15,14 1-146 0,62-36-205 16</inkml:trace>
  <inkml:trace contextRef="#ctx0" brushRef="#br0" timeOffset="-12428.72">3617 4416 1365 0,'-4'-27'313'0,"-2"5"-206"0,-2-22-10 0,1 10 1 0,5 10 1 0,0 6 72 16,2 12-72-16,0 4-62 0,0 4-37 16,4 8 6-1,7 14-1-15,3 20 31 0,1 14-36 16,6 10 49-16,1 3-49 16,2-5-6-16,3-2 5 15,-5-8 1-15,3-2-9 16,-6-5-4-16,2-9-119 15,-9-14-21-15,-6-8-77 16,-20-18-100-16</inkml:trace>
  <inkml:trace contextRef="#ctx0" brushRef="#br0" timeOffset="-12279.29">3566 4616 1703 0,'4'-8'382'16,"2"2"-290"-16,10-10-86 0,7 4 52 15,8-2-25 1,7 0-33-16,4 2 0 0,11-2-163 16,97-39-445-16</inkml:trace>
  <inkml:trace contextRef="#ctx0" brushRef="#br0" timeOffset="-11396.12">4201 4588 1619 0,'-2'0'784'16,"0"0"-648"-16,-2 0-106 15,2 0 14-15,-6 2 52 16,-5 0-60-16,-14 10 12 16,-13 10-48-16,-5 10 0 15,3 8 1-15,9 2-1 16,12-4-15-16,17-4 8 16,6-4-11-16,9-8 4 15,7-8 14-15,-1-6-18 0,6-5 18 16,2-14-6-1,2-4-39-15,-1-10-6 16,-6-7 21-16,-2 0 14 0,-3-2 8 16,-7-2-1-1,-4 6 9-15,-6 6 0 0,0 10-7 16,-1 8-59-16,0 6-68 16,1 4 68-16,0 6 6 15,4 0 5-15,3 0-4 16,8 2 28-16,6-6 19 15,0-6 11-15,4-4 1 16,-1-6 15-16,0-8-9 16,-6-4 28-16,-5-4 52 0,-2-2-22 15,-5-8 20 1,-6 0-25-16,-5-7-52 0,-2 0 59 16,-4-6-51-1,-9-5-14-15,-1-4 19 0,-2 2 4 16,6 2-15-16,1 0-9 15,9 5 1-15,3 11 25 16,6 6-25-16,0 14 9 16,2 8-10-16,-2 10-8 15,4 12-19-15,1 14 17 16,1 18 10-16,8 18 22 16,-1 14-22-16,7 9 0 15,0 1 11-15,4-5-4 0,-5-8 1 16,-2-10-8-1,1-17 0-15,0-16 17 0,-3-10-16 16,-4-12 12-16,1-4 6 16,-3-6 4-16,5-6 5 15,-2-10-16-15,2-8 3 16,2-5 9-16,-6-2-24 16,0 7-8-16,-8 8 7 15,0 9 1-15,-2 9-21 16,2 7-57-16,7 8 51 15,2 8-3-15,5 3 21 16,4 0-81-16,0-2-33 16,2-6-39-16,1-12 0 15,1-6-46-15,18-34-440 16</inkml:trace>
  <inkml:trace contextRef="#ctx0" brushRef="#br0" timeOffset="-11195.77">4254 4168 1818 0,'0'-9'457'0,"5"0"-412"0,6-9-37 0,16 3 79 0,10 0-17 0,7 1-16 16,6 4-19-16,4 0-29 15,-1 6-6-15,-4-1-53 16,-2 1-257-16,51-13-250 0</inkml:trace>
  <inkml:trace contextRef="#ctx0" brushRef="#br0" timeOffset="-10996.06">4662 4168 1829 0,'0'0'280'16,"0"0"-215"-16,-2 3 13 16,2-1 10-16,2 0-77 15,0 2-11-15,0 2-48 0,3 4-162 16,8 4-378 0</inkml:trace>
  <inkml:trace contextRef="#ctx0" brushRef="#br0" timeOffset="-10279.18">5092 4267 2138 0,'-2'0'281'0,"0"6"-244"15,-12 4-23-15,1 10-14 16,-3 8 47-16,1 6-47 0,6-1 1 16,9-6 21-1,7-3-10-15,-1-6-3 0,5-5-9 16,-7-8 2-16,1-5 22 16,2-1-15-16,2-9 6 15,6-3 24-15,-1-9-27 16,3-1-12-16,3-8 0 15,-1 1 1-15,4 0-4 16,-2 2 3-16,3 6-30 16,-3 6 28-16,-2 10-53 15,-1 8-16-15,-2 12 37 16,-7 4 28-16,-2 8-9 16,-5 2 15-16,-2-2 0 0,0-2 7 15,-2-10-2-15,2-6-4 16,0-5 18-16,0-3 14 15,0-5 67-15,4-8-71 16,0-10-10-16,5-5-19 16,5-8 1-16,-1 0-1 15,1 6-1-15,3 2-16 16,3 4 1-16,1 8-5 16,-4 2-26-16,-1 8 20 15,-5 2-22-15,-3 1 26 16,0 3 22-16,-6-1 2 15,0-2 24-15,0-2-25 16,1-1 1-16,-1-5 45 16,2-4-2-16,0 5-10 15,-4-2 19-15,0 3-53 16,0 5 86-16,0 4-55 0,0-1-30 16,0 2-1-16,2 2-3 15,3 1-18-15,4 7 21 16,7 10 0-16,4 3-3 15,-3 7 3-15,-3 4-50 16,-16 7-16-16,-16 6-69 16,-22 2-199-16,-132 68-471 15</inkml:trace>
  <inkml:trace contextRef="#ctx0" brushRef="#br0" timeOffset="-9929.4">2556 5673 1430 0,'1'2'345'0,"2"-2"-288"0,3 0 28 0,4 0 109 0,9-2-47 0,4 0 7 0,16-9-23 16,14 0-46-16,11-7 43 15,15-7-67-15,10-3-28 16,4-2 3-16,1-2-22 16,2 4 2-16,-11 2-16 15,-14 8-46 1,-13 6-11-16,-21 10-116 0,-21 6-71 15,-20 10-31-15,-25 12 58 16,-127 78-384-16</inkml:trace>
  <inkml:trace contextRef="#ctx0" brushRef="#br0" timeOffset="-9762.6">2634 5897 1956 0,'13'-10'489'16,"14"-4"-465"-16,27-14 31 0,27-4 76 15,21-4-25-15,83-16-13 16,24 4-46-16,-22 7-17 16,-134 33 19-16,-6 3-49 15,-2-5-273-15,122-39-1202 16</inkml:trace>
  <inkml:trace contextRef="#ctx0" brushRef="#br0" timeOffset="553.79">10994 4215 1690 0,'-5'-4'189'0,"5"2"-144"0,-4-2 2 0,2 4-14 0,4 0-8 0,-2-2 46 0,2 2-26 16,0 0 0-16,1-3 1 15,-1 3-44-15,2 0 17 16,1-1-19-16,4-1 0 16,0 0-6-16,-1 2 6 15,2 0-36-15,-4 4-126 16,3 6-96-16,-20 30-479 0</inkml:trace>
  <inkml:trace contextRef="#ctx0" brushRef="#br0" timeOffset="2055.19">12282 6703 1244 0,'0'0'299'0,"0"0"-214"16,0 0-23-16,0 0-25 0,0 0 16 0,0 0 52 0,0-1-39 16,0 1-29-16,0 1-2 0,-2-1-8 15,4-1 64-15,-2 1-52 16,0 0-18-16,0 0 18 15,0 0-19-15,0 0 4 16,0 0-20-16,0 0 8 16,0 0 24-16,0 0-36 15,0 0-9-15,0 0 9 16,0 0 14-16,0 0-13 16,0 0-1-16,0 0 8 15,7-5-40-15,-7 5 32 16,0 0-54-16,-1-2-55 15,-3-24-131-15</inkml:trace>
  <inkml:trace contextRef="#ctx0" brushRef="#br0" timeOffset="6988.85">1369 6765 1295 0,'0'-1'283'0,"0"-3"-187"0,-2 0-45 0,0 0 62 0,2 1-22 0,-2 1-19 0,-2 2-4 0,4 0-47 15,0 0 54-15,0 2-51 16,-3 1-11-16,2-2-11 15,-5 11 4-15,-5 11 21 0,-10 17-12 16,-8 20 4 0,-6 10 40-16,-5 6-59 0,1-4-1 15,2 0 1-15,-3-5 12 16,4-1-1-16,-4-4-11 16,2 4 0-16,5 1-11 15,4-8 11-15,9 0 0 16,4-13-1-16,8-12 2 15,3-8-7-15,5-10-7 16,0-8 10-16,5-4-15 0,-3-4 22 16,9-2-4-16,5-4 11 15,5-8-10-15,10-2 8 16,8-6-9 0,3-4 0-16,7-6 15 0,9 0-15 15,2-2 0-15,12-2 0 16,5 0 0-16,14-3 14 15,7 1-14-15,12 2 0 16,0-2 3-16,65-18-3 16,14-10-6-16,14 0 6 15,-68 27 0-15,-2 1 6 16,-77 24-6-16,-6 1-1 16,2-4 0-16,46-9 1 15,-11 2-6-15,-10 4 5 16,-12 8 1-16,-9 2 0 15,-13 8 0-15,-14 0 0 0,-8 2-3 16,-9 0 3-16,-8 0-6 16,-4 0-6-16,-2 2-60 15,-7 4-69-15,-58 26-151 16</inkml:trace>
  <inkml:trace contextRef="#ctx0" brushRef="#br0" timeOffset="8488.33">1610 6667 1270 0,'-6'0'249'0,"6"0"-162"0,-2 2-87 0,0-2 0 0,0 2 8 0,-2 0 4 0,2 2 0 0,-3-2 4 0,-1 0-16 15,0 1 61-15,-2 0-44 16,-5 3-1-16,-1 0 1 15,-1 4-16-15,-3 2 25 16,0-2-20-16,2 2 0 16,3-6 19-16,4 2-25 0,0 0 0 15,3-3 2-15,4-4-2 16,4-1-6 0,2 0-8-16,2-1 14 0,8-4 50 15,13-7-31-15,13-2-17 16,14-8 29-16,12-4-22 15,10-4-8-15,9 0-1 16,8-8 6-16,15 0 6 16,5-6-12-16,72-28-2 15,22-4 2-15,-11 5 8 16,-138 51-8-16,-7 2 0 16,-7 6 9-16,41-14-1 15,-16 8-8-15,-15 8-8 16,-14 6 7-16,-7 2 1 15,-6-2 0-15,-2 2-10 0,-3-2 10 16,1 0 11 0,-2-2-11-16,2 0-9 0,-3 0 9 15,-5 0 1-15,-6 0 6 16,-2 6-7-16,-4-2 0 16,-3 2 34-16,0 0-25 15,0 2 27-15,0-2-9 16,0 0-1-16,0 0 1 15,0 0-27-15,0 0 6 16,-3 8 6-16,1 6-11 16,-5 20 65-16,-2 14 3 15,-4 16-3-15,2 12-9 0,2-1-57 16,9-3 6-16,4-4 2 16,10-14-8-16,-5-6 0 15,4-8 0-15,-4-9 1 16,-2-5 6-16,1-7-7 15,-3-6 0-15,-3-3 9 16,0-6-9-16,-2-4-1 16,2 1 1-16,-2-1 0 15,0 0 9-15,0 0-9 16,0 0 0-16,0 0 0 16,-2 0 0-16,2 4 0 15,0 1 9-15,0 5-3 16,0 0 12-16,2 2-18 15,1 0 0-15,-3 0 14 16,3 0-14-16,-3 0 0 0,2-4 5 16,-2-2-4-16,2-2 28 15,-2 2-29-15,2-4 0 16,-2 2 23-16,0-2-17 16,0 4-2-16,0 2 7 15,-2 0-11-15,0-2 21 16,2 0-21-16,0 0 0 15,0-4 22-15,-2 0-16 16,2-2 9-16,0 0 2 16,0 0-17-16,0-2 23 15,0 4-23-15,0-4 0 16,0 2 16-16,0 2-16 16,-3-2-1-16,0 0 1 0,-3 2 0 15,-1-2-5 1,-4 2 5-16,4-2 0 0,3 2 11 15,4-2-10-15,0-2-1 16,2 0 0-16,-2 2 6 16,0 0 3-16,0 0-9 15,0 2 0-15,2 0-2 16,-2 4 2-16,5 12-9 16,2 16 3-16,8 14 12 15,5 10 29-15,9 7-35 16,3-5 0-16,-1-4 1 15,0-8 1-15,-4-10-3 16,-5-6 1-16,-4-12 0 16,-9-4-22-16,-5-4-40 0,-4-2-130 15,-11 1-144-15,-65 0-420 16</inkml:trace>
  <inkml:trace contextRef="#ctx0" brushRef="#br0" timeOffset="9355.29">3314 6294 1487 0,'-2'-2'240'16,"0"-2"-138"-16,2-4-42 0,-3 0-25 0,6 2-13 0,-1-2-1 0,0 2 48 0,0 0-61 0,0 0-8 15,3-2 12-15,-1 0 27 16,0 2 0-16,-1-2-9 15,-1 2-17-15,-2 2 70 16,0 0-70-16,-2 2 10 16,2-4 5-16,0 4-10 15,0 2 2-15,-3-2-20 16,3 4 10-16,3-2 8 16,-3 0-18-16,0 0 0 15,0-2 7-15,0 2-6 0,0-2 3 16,2 2-4-1,-2-2 0-15,0-2 13 0,0 0-13 16,0 0-8 0,-2-4 8-16,2 2 1 0,-3 2 3 15,3-2-4-15,0-6 0 16,3 0-4-16,-3-2 4 16,2-2-11-16,1 4 5 15,-3 0 1-15,2 0 4 16,-2 1-23-16,-2 6-17 15,2 2 34-15,-3 2-26 16,3 2 12-16,0-1 13 16,0 0 8-16,-2 0 0 15,4 0-4-15,-4 0-8 0,2 0 4 16,2 0 8-16,-2 0-1 16,-2 0-5-16,2 0-21 15,-3 0-5-15,-1 4-8 16,-3 0-2-16,-1 7 34 15,-6 1-44-15,1 4-19 16,2 2 10-16,-1-2-37 16,2 0-28-16,-17 26-409 15</inkml:trace>
  <inkml:trace contextRef="#ctx0" brushRef="#br0" timeOffset="10323.78">3423 6152 1162 0,'0'0'474'0,"0"0"-406"0,0 0-68 0,3 0 33 0,-3 0 12 0,4 0-4 0,0 2 19 0,5 2 12 0,5 10 22 0,5 10-5 0,2 14-65 0,3 16 43 16,0 8-41-1,3 13-16-15,2 5 44 16,0 0-45-16,2-2-3 15,0-2-6-15,3-13 6 16,-3-7 14-16,0-12-20 16,-2-4 0-16,-4-4 1 0,-3-6-1 15,-7-6-1-15,-3-6-5 16,-3-4 6-16,-3-4 5 16,-3-4-5-16,-1-2 0 15,2 0 2-15,-1-2-2 16,-3 0 0-16,2-2 0 15,-2 0 1-15,0-2 20 16,0 2-21-16,0 0 0 16,0 0 0-16,2 0 1 15,-2 0 8-15,0-2-9 16,0 2 9-16,0-2 1 0,0 2-10 16,0 0 0-16,0 0 2 15,0 2-2-15,-2-2 0 16,2 0 0-16,0 0 0 15,-2 0-24-15,4 0 24 16,-7 16 0-16,-1 2 8 16,-3 6-1-16,-8 8 2 15,-4 3-9-15,-6 3 1 16,-2 2 15-16,-2-2-16 16,-4 0 0-16,-1-2 2 15,0 0-2-15,2-1 0 16,7-3-1-16,2-5 1 15,6-7 5-15,6-5-5 0,7-8-3 16,3-4 2 0,3-2 2-16,3-1 3 0,-2-1-4 15,-1 1 0 1,3 0-3-16,-3-3 3 0,0 3-6 16,2 0 6-16,-2 0 0 15,0 0 0-15,0 0-2 16,-2 0-28-16,4 3 30 15,-2 1-118-15,-2 6-107 16,-29 20-323-16</inkml:trace>
  <inkml:trace contextRef="#ctx0" brushRef="#br0" timeOffset="11489.71">829 7867 1337 0,'0'0'258'0,"2"-3"-128"0,1-1-106 0,2-4-12 0,-1 2 12 0,5-4 26 16,-1-2 2-16,2 2-52 0,-3 0 1 0,1 2 34 0,-1 4-27 15,-1 2 7-15,-1 4-14 16,0 6 15-16,3 8 67 16,3 8-10-16,3 6-41 15,-1 10 31-15,-1 4-47 16,3 7-5-16,1 3 2 15,3 4-13-15,0 6 28 16,5 2-28-16,-2-2 9 16,3-5 0-16,-7-11-9 0,1-8-13 15,-5-14 13 1,-3-12 0-16,-1-4 22 16,0-8-22-16,3-4 0 0,6-8 30 15,10 0-21-15,6-10-7 16,9-2 7-16,10-4 1 15,4 0-7-15,9-4-3 16,7-5 0-16,9-1-12 16,11-10 12-16,12-2-13 15,58-34 12-15,21 0 1 16,2 4-4-16,-69 39 4 0,-64 20 0 16,-5 5-12-16,-2-1 12 15,42-13-9-15,-9 6 7 16,-4 0-4-16,-5 0-10 15,-5 0 16-15,-5-2 0 16,-7 2 0-16,-5-2 0 16,-3 2-1-16,-8 4 1 15,-2 0 0-15,-7 2 17 16,-5 6-17-16,-4 0-11 16,-6 3 11-16,2 3 0 15,-4 0 0-15,2-1-1 16,4 0 8-16,-2 1 3 15,1-1-10-15,-1-1 0 16,-1-2 1-16,1 1 8 16,-5 1 8-16,-1 5 23 0,-8-2-34 15,0-1 89-15,-4 4-64 16,2 0-7-16,0 0 3 16,0 4-16-16,0-8-10 15,2 4-1-15,-2 0 8 16,4-4-8-16,1 2 0 15,4-2-3-15,2 0 3 16,-7 3 0-16,-2 1-30 16,-8 0-75-16,-6 0-76 15,-12 1-56-15,-89 7-409 16</inkml:trace>
  <inkml:trace contextRef="#ctx0" brushRef="#br0" timeOffset="12421.06">1587 7546 1172 0,'-2'0'383'0,"0"4"-232"0,-6-4-127 16,2 3-18-16,-3 5 33 0,3 1-22 0,-1 7 23 0,0 0 10 15,3-3-43-15,2 4 28 16,4-1-35-16,0-6 7 16,2 2 8-16,6-6-9 15,5 0-6-15,1-2 6 16,1-4 11-16,4-2 22 15,-1-6-27-15,-1-6-5 16,-3 0 31-16,-5-4-2 0,-2 0 36 16,-9 3-12-1,-9 4-44-15,-4 3 20 0,-7 4-36 16,-9 5-25-16,-7 7 17 16,-6 13-17-16,2 5-56 15,4 4-78-15,15-2-107 16,22 12-523-16</inkml:trace>
  <inkml:trace contextRef="#ctx0" brushRef="#br0" timeOffset="12910.55">2131 7539 632 0,'-7'0'1181'0,"2"3"-1032"16,-5 5-127-16,3 2-11 0,-2 4 14 0,4 0-24 0,3 2 0 0,9-5 20 0,4 2-1 0,9-8 4 16,7-2-17-16,6-7-1 15,10-13 21-15,-1-6-26 16,2-5-1-16,-3-3 10 15,-8 1-9-15,-13 1 16 16,-7 4 31-16,-10 11-11 16,-12 0 38-16,-9 8-75 15,-7 2-7-15,-8 4 6 16,-5 6-8-16,-4 6 9 16,1 2-26-16,8 4-77 0,11-2-1 15,6-5-109-15,23 7-305 16</inkml:trace>
  <inkml:trace contextRef="#ctx0" brushRef="#br0" timeOffset="13272.64">2848 7163 1944 0,'0'5'225'0,"0"-2"-208"16,3 4-13-16,3 0-3 15,5 5-1-15,9-6 17 16,5-2-8-16,6-4 21 15,2-7-20-15,3-8-9 16,-7-2 73-16,-2-5-34 16,-14 3-7-16,-1 1 36 15,-15 1-19-15,-8 7-49 16,-9 2-1-16,-18 11-99 16,-17 12-34-16,-16 21-194 15,-130 101-639-15</inkml:trace>
  <inkml:trace contextRef="#ctx0" brushRef="#br0" timeOffset="13756.23">1660 8021 1566 0,'-13'8'267'0,"7"2"-198"0,-8 10-60 0,8-2-1 0,6-6-7 0,6-2 14 0,8-4-15 0,5-6 0 0,4-6 36 0,6-6-35 16,2-10 12-16,-6-4 2 0,0 0-4 15,-10-2 41 1,-7 6 2-16,-3 6 15 0,-12 8 21 15,-1 5-61-15,-5 6-29 16,-8 5-8-16,1 8-17 16,-5 6-4-16,12 6-155 15,7-4-52-15,23 18-368 16</inkml:trace>
  <inkml:trace contextRef="#ctx0" brushRef="#br0" timeOffset="14127.13">2485 7696 789 0,'-6'-2'1364'0,"1"2"-1112"0,-3-2-194 0,2 2-13 15,4 0-19-15,2 0 40 0,2 0-66 0,0 0-30 0,2 0-15 0,0 2-114 0,7 2-104 16,53 0-188-16</inkml:trace>
  <inkml:trace contextRef="#ctx0" brushRef="#br0" timeOffset="14308.2">3077 7423 2222 0,'-4'0'278'0,"2"0"-211"15,-2-2-61-15,1 4-6 16,3 0-105-16,-4 8-228 15,-27 22-327-15</inkml:trace>
  <inkml:trace contextRef="#ctx0" brushRef="#br0" timeOffset="103464.57">12714 6958 1442 0,'0'-2'267'0,"0"2"-170"0,0-2-34 0,0 2-55 0,0 4-1 0,2 2 68 16,2 0 0-16,2 4 0 16,0-2-16-16,1-2-17 15,3 2 13-15,2-4-26 16,-1 2 2-16,7-2 40 0,2 0-58 16,6 2 5-1,4-2-3-15,7-2-1 0,8-2 5 16,13-4-18-16,7-6-1 15,12-2 33-15,13-8-33 16,12-2 1-16,7-2 0 16,5-2 8-16,5 0-12 15,-7 2 3-15,0 3 0 16,-3 6 6-16,-6 1-6 16,-3 2-1-16,-2 3-5 0,-5-2 12 15,-1 0-5-15,4 0-1 16,1-4 0-16,2-1-1 15,3-2 1 1,5 0-6-16,-2 0 6 0,4 2 0 16,-6-2 4-1,1 4-4-15,-8-2 0 0,-5-2-12 16,-1 0 12 0,-3-4-9-16,2-2 0 0,-2 0 3 15,-1 0 5-15,-3-7-25 16,0 6-16-16,-4-5 42 15,0-2-24-15,-6-1-6 16,-1 3 6-16,-8 0 24 16,-4 2-9-16,-9 2 9 15,-2 4 0-15,-4 0 20 0,-2 4-20 16,-4-2-8 0,-1 0 8-16,-3-2 1 0,-5-2 18 15,-4-1-19-15,-3-1 8 16,-10 1 13-16,-3-1-11 15,-6-1 10-15,-4-1 13 16,-2 2-26-16,-3 0 34 16,1-2-40-16,-3 2-1 15,0-2 39-15,-4 0-39 16,2-3 12-16,-2 2 10 16,-9-1-5-16,-4 2 13 15,-14-1-30-15,-11 1 0 16,-16 2 23-16,-15-4-23 0,-10 6-8 15,-7 0 7-15,-10 2 2 16,2 6-1-16,-9-4 0 16,3 4 0-16,-74-10-9 15,-16-2 9-15,-32-8 0 16,38 28-6-16,-7 6 6 16,-18-5-1-16,-4 16 0 15,-7 13 1-15,-10 0-8 16,12-16 8-16,-3 14-4 15,-11 8 4-15,5-4 0 16,6 6 0-16,3 18 0 16,-3 4 0-16,16 7 0 15,24 3 0-15,16 10-11 16,14 0 11-16,3 0 1 0,21 4 5 16,17-5-6-16,69-35 0 15,0 4 8-15,5-2-8 16,-42 38-12-16,11 2 12 15,9 6 0-15,5 1 3 16,8 3-3-16,11 2 0 16,14-4-7-16,16-3 7 15,17-5-3-15,18-4 3 16,22-12 1-16,18-8 14 16,20-9-15-16,19-12 0 15,77 0-6-15,39-33 6 16,32-29-14-16,-70 1 14 15,-14-3-54-15,10 4-72 16,-6 7-124-16,-4 0-116 0</inkml:trace>
  <inkml:trace contextRef="#ctx0" brushRef="#br0" timeOffset="108947.4">16023 5474 1503 0,'-6'-4'212'0,"0"0"-107"0,0-4-65 0,4-2 22 0,2 0-44 0,4-4 34 0,6 0-11 15,0-6 11-15,3-2 7 16,8-4-19-16,6-9 1 16,4-5-38-16,15-10 12 15,14-14-8-15,14-10-7 16,15-10 0-16,7-2 2 15,11-5-2-15,69-49 0 16,26-18 0-16,28-19 0 16,-72 55 0-16,-8 0 0 15,-3 11-3-15,-7 19-6 16,-82 56 15-16,-6 4-6 0,-10 8 9 16,40-24-8-1,-17 12 62-15,-25 14-30 0,-18 5-6 16,-7 11 9-16,-7 2-24 15,0 2-7-15,-1-4-5 16,-1 2 0-16,6 0 0 16,-5 0 0-16,-1 2-6 15,1 2 6-15,-3-1 0 16,-1 1 0-16,-1 0 0 16,-2 0 0-16,0 0-2 15,-2 0 2-15,-2 0-15 16,-6-5-30-16,-10 1-79 15,-14-6-5-15,-6-8 36 0,-1-4 54 16,2 0 33 0,10 6-9-16,12 6 15 0,8 6 6 15,2 2 9-15,12 2 7 16,6 0-1-16,9 0-7 16,16 2 73-16,15 0-62 15,8 0-14-15,6 8 7 16,2 6-18-16,-13 10-5 15,-18 24-113-15,-150 147-406 16</inkml:trace>
  <inkml:trace contextRef="#ctx0" brushRef="#br0" timeOffset="115764.4">20580 11241 1584 0,'-4'0'334'0,"4"0"-185"0,4-2-101 0,-2 2-2 0,4 0-46 16,5-4 0-16,1 2 30 16,5 0-12-16,-1 0-5 15,4 0 8-15,-2 0 9 16,9-2 33-16,4 0-27 15,11-6-22-15,14 0 37 0,10-4-45 16,17-4 6-16,15 4-11 16,6-2 0-16,73-4 20 15,-119 18-21-15,53-4 0 16,-6 2 3-16,-12 4-3 16,-3 0 0-16,-13 0 30 15,-5-2-23-15,-12 2 10 16,-16-2-17-16,-10 2 0 15,-12 0 4-15,-7 0-2 16,-5-2-2-16,-6 2 6 16,-2 0-5-16,-2 0 22 0,0 0-23 15,0 0 0 1,0 0-21-16,-2 0-65 0,0 4-256 16,-33 16-328-1</inkml:trace>
  <inkml:trace contextRef="#ctx0" brushRef="#br0" timeOffset="116426.32">20622 11538 1570 0,'-3'0'270'0,"6"0"-137"0,-3 0-83 0,4 0-4 0,5 2-1 0,7-2 68 0,13 2 34 0,13-2-80 15,18-4-4-15,20-2 9 16,20-10-30-16,79-14-22 16,31-10-20-16,21 2-38 15,-75 16-35-15,-7-3-134 16,-35 6-310-16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0T02:26:43.747"/>
    </inkml:context>
    <inkml:brush xml:id="br0">
      <inkml:brushProperty name="width" value="0.05292" units="cm"/>
      <inkml:brushProperty name="height" value="0.05292" units="cm"/>
      <inkml:brushProperty name="color" value="#FF0000"/>
    </inkml:brush>
  </inkml:definitions>
  <inkml:trace contextRef="#ctx0" brushRef="#br0">10700 3377 731 0,'0'0'285'0,"2"-3"-195"0,-2 2 33 0,0-3-31 0,0-1 5 0,0 1 14 15,-2 3-94-15,0-3-1 0,0 1-5 16,0 1-2-16,-1 1-2 16,-2-2 11-16,1-1 18 15,4 3 44-15,-2-3-13 16,2-2-26-16,0-1 50 15,0-1-62 1,0-3 5-16,0 0 4 0,0-1-2 16,0 4 30-16,0-2-30 15,-2 2-35-15,-1 2 64 16,-1 2-55-16,-4 2-2 16,0-2 22-16,2-2-23 15,-3 6 28-15,-3-2-29 16,-5 8 7-16,-3 0-1 0,-5 8-11 15,1 10 0 1,-3 13 0-16,3 4 0 16,3 2 10-16,10-3-11 15,5-4-21-15,10-8 10 0,3-6 5 16,1-6 0-16,6-2 5 16,4-8 1-16,2-4 32 15,7-8-32-15,6-4 1 16,-2-8-4-16,5-2 3 15,-3-4-1-15,-4 0 1 16,-6 4 0-16,-3 6 15 16,-9 0-15-16,-7 10 0 15,0 2 6-15,-1 4-6 16,4 10-6-16,4 16 6 0,0 14 1 16,3 18 44-1,-1 6-45-15,3 1 0 0,-6-3 5 16,-1-2-5-16,-6-6 0 15,0-4-1 1,-6-8-29-16,-2-6 22 0,-6-10-61 16,-7-8 17-16,-8-8 44 15,-1-8-2-15,2-6 10 16,1-8 5-16,3-8 7 16,6-10 15-16,4-10-16 15,6-2-11-15,5-4 24 16,2-2-24-16,8 2-45 15,5-1-78-15,1 8-151 16,39-46-474-16</inkml:trace>
  <inkml:trace contextRef="#ctx0" brushRef="#br0" timeOffset="411.29">11137 3292 1669 0,'0'0'231'0,"0"0"-178"0,0 0 53 0,0 0-31 0,-2 2-24 0,-3-2 0 0,3 0-27 0,-2 6-24 0,-2 4 0 0,-4 11 6 0,-1 8 4 0,-1 7-10 16,6 3-15-16,8-9 15 16,10-4 7-16,-4-10-5 15,3-8-2-15,1-4 0 16,1-8 23-16,-3-4-23 16,7-8 1-16,-1-4 5 15,-1-4 18-15,-2-4 0 16,-2 0 7-16,-8 0-31 15,-6 2 67-15,-8 2-67 16,0 3-33-16,-6 5 24 16,-2 4-54-16,-1 4-47 15,0 4-100-15,-2 4-255 16</inkml:trace>
  <inkml:trace contextRef="#ctx0" brushRef="#br0" timeOffset="800.05">11457 3164 1482 0,'0'-2'303'0,"0"2"-192"0,0 0-24 15,-2 2 6 1,-5 8-48-16,-1 8 59 0,-10 8-43 15,3 6-25-15,1 6-7 16,3-3-28-16,11-6 23 16,8-7-24-16,4-1 0 15,3-9 21-15,10-8-21 16,0-6 6-16,6-8-3 16,0-7-2-16,-7-1 19 15,-2-4-20-15,-8-1 0 16,-7 0 32-16,-9 0-32 15,-8 0-19-15,-5 3-7 16,-12 10 1-16,-4 6 13 16,-2 4-65-16,-3 6-20 15,5 4-52-15,10 2-86 0,13 10-423 16</inkml:trace>
  <inkml:trace contextRef="#ctx0" brushRef="#br0" timeOffset="1918.99">11816 3122 1638 0,'-2'0'222'16,"4"-2"-177"-16,-2 2 6 0,0 0 43 15,0 0-38-15,-2 0 41 16,0 0-14-16,2 0-17 16,-4 0 18-16,4 0-39 15,0 0 3-15,0-4-21 16,-3 2-26-16,3 0 11 16,-2 0-12-16,-1 2 0 15,3 0-4-15,-2 0 4 16,0 0-12-16,0 2 1 15,-5-2 11-15,-6 4-1 16,-5 8 1-16,-7 4-3 0,-6 4-3 16,4 4 6-16,3 0-8 15,6 2-8-15,10-6-8 16,3-2 22-16,7-2-32 16,3-3-9-16,3-2 42 15,8-4-40-15,-3-3 11 16,10-4-7-16,-1-7-31 15,7-3 56-15,-3-6-55 16,6-4 14-16,-6-4 25 16,-3 4 10-16,-3 2 13 15,-9 8 5-15,-6 6 8 16,-3 2 43-16,-2 8-51 16,-2 12 6-16,4 18 42 15,0 22-3-15,5 17-11 16,6 13-7-16,-2 2-27 15,1 0 33-15,-4-1-33 0,1-15 1 16,-7-10 9-16,-4-16-10 16,-2-14-11-16,-9-12 10 15,1-6 2-15,-1-12 49 16,-5-10-26-16,3-8-18 16,1-12 16-16,-1-10-16 15,7-6 0-15,8-14-12 16,10-6 12-16,5-11-28 15,3-11 13-15,5 0-15 16,1-4 21-16,2 1 1 0,-1 13 3 16,2 6-2-1,-2 6 2-15,-8 6-1 16,-1 2 0-16,-5 3 0 0,-3 4 6 16,-2 0-5-1,-2 7 31-15,-4 8-2 0,2 10-21 16,-2 8 46-16,0 8-55 15,0 4 1-15,0 2-2 16,0 4-8-16,0 10-12 16,0 14 13-16,0 16 8 15,2 8 12-15,5 8-11 0,7-1-1 16,1 1 4 0,3-4 2-16,1-6-6 0,2-8 0 15,1-13 1 1,-4-11 15-16,6-13-16 15,-3-7 0-15,6-5 3 0,-1-11 9 16,4-5 1-16,-2-5-13 16,-2-8-1-16,-5 6-16 15,-10 2 17-15,-9 8-15 16,-7 8 5-16,-7 8-7 16,-7 12 16-16,-1 4-6 15,0 10 7-15,2 4-18 16,14 0 18-16,6 0 0 15,7-4 12-15,13-2-1 16,3-4-4-16,8-8-7 0,3-4 0 16,-1-4-21-1,-1-2-67-15,-6-5-166 0,35-40-402 16</inkml:trace>
  <inkml:trace contextRef="#ctx0" brushRef="#br0" timeOffset="2563.6">10756 3938 1883 0,'0'2'258'0,"0"-2"-153"0,2 0-12 0,-2 0-3 0,5 0-21 0,7 0-50 0,13 0 86 0,13-2-51 0,7 2-21 0,8-2 2 16,3-2-28-16,8 2-6 16,-2-4-1-16,6 4-30 15,-12 4-24-15,-5 4-217 16,-12 4-80-16,-10 36-265 16</inkml:trace>
  <inkml:trace contextRef="#ctx0" brushRef="#br0" timeOffset="2782.14">10883 4241 1648 0,'-8'0'375'0,"4"0"-300"16,0 0-55-16,2 2 97 0,2-2-3 16,2-2-44-16,6 2-11 15,13-6-47-15,12 4 75 16,14-4-59-16,16 2-10 15,8-2 2-15,5 0-20 16,6 0-29-16,1-2-166 16,-1 2-312-16,87-22-461 15</inkml:trace>
  <inkml:trace contextRef="#ctx0" brushRef="#br0" timeOffset="7594.37">5733 5005 1582 0,'0'-2'502'0,"0"0"-383"0,-2-2-74 0,4 2 111 0,-2 2-23 0,0 0-25 0,0 0-31 16,-2 0-40-16,2 0 7 16,0 2-44-16,0-2 1 15,0 8-7-15,2 6 7 16,1 20-1-16,2 16 27 0,-1 20-5 15,4 10 19 1,3 3-41-16,1-9 1 0,1-4 14 16,3-12-15-16,-5-4-1 15,-3-7 1-15,-2-7 0 16,-4-8-9-16,-2-4 2 16,-2-8-91-16,-5-4-23 15,2-8-124-15,-1-8-109 16,-17-50-927-16</inkml:trace>
  <inkml:trace contextRef="#ctx0" brushRef="#br0" timeOffset="8660.74">5678 4947 1235 0,'-2'-2'476'0,"2"2"-386"0,0-2-49 0,0 2 40 0,0 0-12 0,2-2 4 0,-2 4-20 0,2-4-37 0,7 0-10 16,4-2 4-16,14 1-9 15,14 2 38-15,5 1-39 16,10-4 1-16,6 2 12 16,-2 0-12-16,-4 0-1 15,0-2 0-15,-8 0 1 16,0 0 6-16,-6-2-7 15,-5 2-6-15,-5 4 5 16,-14 0 1-16,-7 0-6 16,-8 1 6-16,3-1 0 15,-12-1 31-15,12 2-30 16,-6-2 9-16,0 2 39 16,0-1 1-16,0 0 5 0,-6 0-23 15,6 0-25-15,0 0 46 16,0 0-33-16,0 0-19 15,0-1 10-15,0 1 4 16,0 0-5-16,0 0-10 16,0 0 0-16,13 10 20 15,-7-5-20-15,1 4 0 16,1 7 4-16,2 8 5 16,3 18 2-16,-1 12 8 15,0 20-19-15,5 10 63 16,-2 1-57-16,7-5-5 0,0-12 10 15,5-10 1 1,0-12-1-16,-1-9-11 0,-1-5 0 16,-8-10 11-1,-3-8-11-15,-5-5 0 0,-5-4 1 16,-2-3 6-16,-2-2 4 16,0-2-11-16,0 2 0 15,0 0 48-15,0 0-48 16,0 2 9-16,0-4 24 15,0 2-21-15,0 0 12 16,0 0-23-16,0 2 10 16,0-4 20-16,0 2-31 15,0 0-9-15,0 0 9 16,0 0 1-16,-17 2 1 16,3-2-2-16,-13 0 0 15,-17 4 0-15,-16 2 0 16,-23 2 0-16,-9-2 1 0,-18 2 0 15,-4 0 11-15,5-2-12 16,4-2 0-16,19 0 26 16,21-2-26-16,18 0 0 15,20 0 14-15,17 2 2 16,5-4 8-16,5 0-24 16,2 0 0-16,1-4-7 15,-3 4 7-15,4 0-14 16,-2 0 14-16,0 0 0 15,3 0-9-15,-1 0 6 16,2 0-44-16,6 4-20 0,-3-2-175 16,-5 6-283-16,-8 10-583 15</inkml:trace>
  <inkml:trace contextRef="#ctx0" brushRef="#br0" timeOffset="9281.15">5930 6078 1673 0,'0'0'644'0,"0"1"-560"0,0-1-35 0,0 0-17 0,0 3 40 0,0-3-15 0,0 4-56 0,0 7 47 0,2 12-10 0,2 11-5 16,6 16 39-16,-2 6-48 16,1 6-11-16,5 2-13 15,-5 0 15-15,-1 1-1 16,-3-3-14-16,-1-4-5 15,-4-2-8-15,0-8 8 0,-2-13-76 16,0-9-25-16,-3-12-70 16,5-8-16-16,-2-6-66 15,-16-38-213-15</inkml:trace>
  <inkml:trace contextRef="#ctx0" brushRef="#br0" timeOffset="10211.54">5970 5985 745 0,'0'0'1040'0,"0"0"-922"16,4 0-83-16,3-1-14 15,4 1 70-15,5-3 14 16,8-1-54-16,3 1 62 16,10-4-50-16,2 1-33 15,10-2 9-15,2-4-21 16,0 5-9-16,0-4-9 16,-1 4 6-16,-2-2 9 15,-3 1-15-15,-9 2-8 16,-1 4 8-16,-6 0 2 15,-4 2-2-15,-8 2 0 0,-1-2 1 16,-3 0 17-16,-1 0-18 16,-6 0 0-16,1 0 32 15,-1 2-12-15,6 0-7 16,-3 0-1-16,2 0-6 16,-2 0 39-16,4 2-34 15,-4-2-10-15,0 4 13 16,2 2-14-16,4 12 9 15,1 13 3-15,-1 9-11 16,4 6 46-16,-3 8-47 16,-1-4 0-16,3-2 8 15,-3-4-6-15,6-8-2 16,-6-3-8-16,5-6 8 16,-5-3 10-16,-3-5-10 0,3-2-1 15,-7-6 1-15,-2 1 0 16,-2 0 3-16,1-4-3 15,-3 4 0-15,0-6 3 16,0 0-3-16,-2 2-8 16,0-4 8-16,3-2 1 15,-3 0 8-15,0-2-9 16,0 4 0-16,5 2 2 16,-3 0-2-16,-2 6-6 15,0 0 6-15,0 2 0 16,-2-2-1-16,-3-4 0 15,2-2-5-15,-1 0-18 16,2-4 10-16,-5 0-11 0,-1 0 24 16,-13-2-11-1,-1 4 12-15,-16-4-23 0,-11-2 23 16,-18 2 12-16,-11-2-11 16,-9 0-1-16,-2 2 18 15,0-4 18-15,8 2 22 16,10 2-53-16,11 0 4 15,14 0 19-15,7 3-28 16,11 2 0-16,10-3-2 16,5 3 2-16,-1-2 1 15,8-1-1-15,3 0-18 16,3-4 4-16,3 0-32 0,-1-4-38 16,0 4-44-16,0 6-134 15,8-3-94-15</inkml:trace>
  <inkml:trace contextRef="#ctx0" brushRef="#br0" timeOffset="10763.14">6050 7096 1685 0,'0'-4'560'0,"0"8"-516"0,4 4-19 0,-1 10-25 0,-1 14 23 0,2 14 16 0,-2 11 21 0,6 7-17 0,0-2-14 0,1-4 11 0,5-6-40 16,-3-3 33-16,-3-5-33 15,0-8-1-15,0-8-8 16,-3-8-38-16,-3-6-62 15,0-6-89-15,-2-8-111 0,2-40 69 16</inkml:trace>
  <inkml:trace contextRef="#ctx0" brushRef="#br0" timeOffset="11480.67">6258 7096 1582 0,'21'-4'196'0,"2"4"-145"15,30-4-31-15,2-2 20 16,9 1-20-16,0-6 59 0,-1 1-23 16,1-4-19-16,-4 2 22 15,3-6-4-15,-5 2 4 16,-8 2-17-16,-7 0-23 15,-12 6 47-15,-9 2-54 16,-10 2 5-16,-6 8 10 16,1 0 3-16,9 6-8 15,1 8 20-15,8 6-31 16,2 8 49-16,6 8-53 16,0 2 8-16,8 9 17 15,-1-1-11-15,0 2-8 16,4 0-13-16,-3-2 1 15,-2-4 1-15,-1-4-2 16,-9-6 0-16,2-7 0 16,-6-4 0-16,-9-4 0 0,-3-7-1 15,-6-4 1-15,-2-6 6 16,-2-2-6 0,-3 0 0-16,0-2 8 0,-3 0 11 15,3 0 1-15,-3-2-11 16,1 2-3-16,-1 0 73 15,1 0-59-15,0 2-1 16,-9 0-6-16,-11 6-12 16,-12 4 1-16,-24 10-2 15,-22 6-79-15,-71 16 64 16,-52-6-47-16,-20-8 38 16,70-12 24-16,18-6 8 15,83-6 13-15,9 0-21 16,5 0 1-16,-35 4 42 0,19 1-43 15,19-6 0-15,12-1 0 16,14-2 2-16,9-2 4 16,3 0-6-16,-1-2 0 15,2 2-11-15,0-2 11 16,1 2-12-16,-1 0 12 16,8-2 1-16,-4 1-1 15,4-2-46-15,-3 2-121 16,-3 1-80-16,15-11-322 15</inkml:trace>
  <inkml:trace contextRef="#ctx0" brushRef="#br0" timeOffset="12101.78">6146 8693 1566 0,'0'28'299'0,"2"0"-79"0,2 26-154 0,3 6-27 0,2-4 41 0,-2-2-34 0,2 1-20 0,-7-4-26 0,-2-2 7 0,0-5-1 0,0-12-6 0,0-8-87 0,-2-6-90 0,-5-10-124 0,-22-22-1085 0</inkml:trace>
  <inkml:trace contextRef="#ctx0" brushRef="#br0" timeOffset="12736.21">6293 8510 1654 0,'23'-6'262'0,"3"-4"-196"16,32-2-28-16,6-2 17 16,12 2 28-16,2 2-22 15,0 0-35-15,0 0 35 0,-4 0-48 16,-1-5-12-16,-2 4 41 16,-8-3-6-16,-12 3 0 15,-9 6-19-15,-11 1-17 16,-10 4 62-16,-11 0-61 15,-2 4 11-15,-2-3 12 16,3 6 0-16,3 7 9 16,1 4-3-16,2 14-12 15,7 8 49-15,7 10-65 16,2 10-1-16,12 7 14 16,6-3-14-16,7-2 5 15,2-6-6-15,2-8 6 16,-2-2-3-16,-10-6-3 15,-7-8-3-15,-5-4 3 16,-15-11 1-16,0-2 0 0,-7-7-1 16,-8 1 2-16,3-5 4 15,-7-3-6 1,-2-1-2-16,-2 0 2 16,2 0 2-16,-5 3 16 0,1-3-18 15,-2 6 10-15,-15 6 46 16,-16 6-56-16,-26 12-7 15,-17 2-25-15,-20 0-38 16,-77 14 53-16,-30-8 16 16,-22-12 2-16,81-14 45 15,93-8-23-15,8-2 1 16,10 0 10-16,-35 2-8 16,28-2-1-16,21 0-25 0,14-2 0 15,9 0-31 1,0-2 5-16,5 0-79 15,8-4-106-15,32-36-503 0</inkml:trace>
  <inkml:trace contextRef="#ctx0" brushRef="#br0" timeOffset="16112.95">7160 3818 1561 0,'0'-4'258'0,"0"2"-168"16,-2-6-23-16,2 4 89 0,-3 0-55 0,-1 1-25 0,1 2-2 0,3-2-52 0,0 2 44 0,0 1-64 0,0-4 7 15,0 4 7-15,0 0-16 16,0 4-12-16,0-3-6 16,-2 8-1-16,-5 13 19 15,-8 16 1-15,-9 14 11 16,-10 16 17-16,-1 4-28 0,-8 1 13 15,1-5-28 1,-3-8 26-16,-2-8-13 0,2-6 1 16,3-8-1-1,7-8 1-15,6-10-20 0,6-8-4 16,10-4 23-16,5-4 1 16,0-4 12-16,6 0-12 15,2-2 0-15,-2 2 11 16,2-2 2-16,0 2-2 15,2-1-11-15,0 1 15 16,-2 0 24-16,2-3-39 16,-2-2 0-16,0 0 3 15,3-1 2-15,-3 3-4 0,0 0-2 16,0 2 2 0,0 1 13-16,0 0-14 15,0 1 0-15,0-1 1 0,0 0 1 16,0 0-1-16,0 0-1 15,0 0 7-15,3-1 4 16,-1 1-11-16,0-7-8 16,4 3 8-16,3 1 0 15,5-4 0-15,-5-1 0 16,-3 6 0-16,-4 1-7 16,-2 1 7-16,0 1-21 15,0-1 20-15,0 2 0 16,-2-2 1-16,2 0-8 15,0 0 8-15,-2 0 2 0,2 0-2 16,0 0 0-16,0 0 5 16,2-2-4-16,-2 2 7 15,0 0-8-15,0 0 1 16,0 0 13-16,0 0-14 16,0 0 0-16,0 0 10 15,0 0 5-15,0 0 18 16,-6-8-33-16,3 0 1 15,-1-6 11-15,0-4-12 16,-4 4-13-16,6-6 13 16,0 0-1-16,2-2 0 15,2-2-1-15,2 0 2 16,4-3-12-16,-2 6 12 0,-1 3-12 16,1 7 12-1,-4 6 1-15,-2 5 0 0,0 0-1 16,0 0-9-16,0 1-18 15,0 3 20-15,3 7-8 16,-3 7 14-16,2 3 1 16,-4 6 9-16,-1-1-9 15,-3 2 0-15,-3-2 15 16,-7 2-15-16,5-4-15 16,-2-2 11-16,-3-4 4 15,2 0 3-15,4 4-3 16,1-5 0-16,3-7-2 15,3-2 2-15,3-5-12 16,0 0 12-16,0-3 9 16,3-3-1-16,1 3-8 15,-4 0 0-15,2-3-8 16,5 0 8-16,1-2-1 0,10-2 1 16,7-3 0-16,0 2 9 15,-4 1-9-15,4 3 0 16,-4-3 1-16,2 3-1 15,0 2-5-15,2 2 4 16,-5 2 2-16,-1-2-3 16,-5 2 2-16,-5 0 0 15,-7 0 11-15,-2-2-11 16,0 0 0-16,0 0 6 16,0 0-5-16,-2 0 41 0,2-2-15 15,0 0-17 1,-2-3 62-16,-5-6-72 0,1-7-2 15,-6-4 1-15,-5-4 1 16,1-6 11-16,-5 0-11 16,0-2 0-16,-2-2 1 15,5 8-1-15,-1 4-9 16,5 8 3-16,5 6 6 16,5 6-18-16,1 2 6 15,3 2-84-15,0 2-15 16,3 3-99-16,1 8 12 15,9 41-295-15</inkml:trace>
  <inkml:trace contextRef="#ctx0" brushRef="#br0" timeOffset="18861.58">6825 5195 1547 0,'-2'-2'265'0,"2"4"-178"0,0-4-7 0,0 0-8 0,0 4 10 0,0-4-5 0,2 4-26 0,-2-2 40 16,0 0-35-16,0 0-43 16,0 0 65-16,3 0-61 15,-1 0 5-15,2 0-16 16,10-2 5-16,13-2 7 15,8 1-18-15,7-2 0 16,8 1 5-16,3 0-5 16,4-4-8-16,-1 2 8 15,0-2 0-15,2 2 12 0,-4 0-12 16,-6 0 0-16,-2 2-12 16,-7 0 12-16,-5 2-6 15,-12-2 6-15,-5 2 0 16,-10 2 1-16,-2 2-1 15,-5-2 0-15,0 0 3 16,-2 0-3-16,2 4 0 16,0-8 0-16,-3 8 1 15,3-8 8-15,0 8-9 16,0-4 0-16,-3 0-30 16,3 0 11-16,0 0-47 0,0 2-50 15,-4 0-68 1,-8 4 25-16,0-2-116 0,-26-2-414 15</inkml:trace>
  <inkml:trace contextRef="#ctx0" brushRef="#br0" timeOffset="19178.68">7411 5041 1407 0,'0'0'232'0,"0"0"-154"0,0-2 8 0,0 2 7 0,0 0-53 0,0 0 23 0,2 0-54 0,1 0-9 0,3 2 0 0,4 2 1 0,5 4 17 15,3-2-18-15,1 2 0 0,4 2 3 16,-3-4 2 0,2 2-4-16,-4 0-2 0,3 0 7 15,-11-2 8-15,-3 4-5 16,-7-4-8-16,-9 4 70 15,-7 8 28-15,-8 4-69 16,-7 2 7-16,-4 2-31 16,4-3 20-16,-2-5-26 15,10-6-18-15,9-1-12 16,7-4-173-16,17-11-474 16</inkml:trace>
  <inkml:trace contextRef="#ctx0" brushRef="#br0" timeOffset="21080.04">8265 4864 1409 0,'0'-1'253'0,"0"-2"-134"0,0-5-14 0,0 5-26 0,0-4 82 0,0 3-83 0,0 0 4 0,-2-2 37 0,4 5-50 0,-2-2-9 0,-2 3-17 0,2 3-35 0,-2 8-4 16,-8 22-4-16,-1 23 0 16,-7 28 24-16,-4 12-18 15,6 0-6-15,6-15 0 16,0-17 0-16,3-22-7 0,5-18 7 16,2-14-45-1,0-4 43-15,0-14 1 0,2-12-41 16,1-14-59-16,1-16 101 15,6-8 18-15,-4-4-18 16,-2-3 0-16,-1 1 8 16,-1 0-8-16,0 0 0 15,5 5 1-15,4 4 5 16,2 10 41-16,1 15-47 16,1 10 0-16,-1 12-1 15,-1 8 1-15,3 10-6 16,3 10-1-16,4 17 14 15,6 8 35-15,0 10-42 0,2 7 0 16,-2-6 6-16,2-2 0 16,-2-2-5-16,-2-6-1 15,-4-1 1-15,-8-8-26 16,-4-5-58-16,-6-3-124 16,-15-4-34-16,-36 24-283 15</inkml:trace>
  <inkml:trace contextRef="#ctx0" brushRef="#br0" timeOffset="21264.78">8349 5209 1748 0,'3'-3'221'0,"1"-4"-157"0,5-1 25 0,5 1 25 0,3-2-53 0,6 3-37 0,8-4-7 0,4 4-17 0,7-2 0 0,6 0-152 0,0 2-110 0,72-18-619 0</inkml:trace>
  <inkml:trace contextRef="#ctx0" brushRef="#br0" timeOffset="21662.89">8928 4985 1638 0,'-4'0'261'16,"0"0"-192"-16,-5 2-44 16,-1 2 34-16,-5 2 80 15,1 6-67-15,-3 4-9 16,-1 0 0-16,3 6-40 16,1-4 5-16,3 0-28 15,9-2 6-15,4-2-9 16,9 0 3-16,5 0 0 15,1 0 2-15,12-1-2 16,8 2 5-16,0-3-5 16,1 2-6-16,-11 0-21 15,-2-4 27-15,-12-3-14 0,-7 1 13 16,-4-5 1 0,-4 1 5-16,-2 3-5 0,-9 3 0 15,-5-2 6-15,-11 3-6 16,-7-2 0-16,-4-1 1 15,3-7 7-15,2-2-8 16,12-3-2-16,2-2-64 16,10-2 30-16,9 0-169 15,4-1-98-15,27-35-1139 16</inkml:trace>
  <inkml:trace contextRef="#ctx0" brushRef="#br0" timeOffset="22645.03">9136 5017 922 0,'0'0'970'0,"0"-2"-811"0,-2 2-63 0,2 0-20 0,-2 0 23 0,2 0-21 0,0 0-37 0,0 2-16 0,2-2-11 0,-2 0-7 16,2 0 1-16,-2 4-8 15,2 4 0-15,0 4 12 16,5 8 10-16,-3 6-1 16,3 0-18-16,-2 8 14 15,-1-6 1-15,-2-1-18 16,2-5-2-16,-1-7-10 15,1-2-19-15,-2-1-101 16,-2-2-87-16,-2-2-98 16,-11-1-409-16</inkml:trace>
  <inkml:trace contextRef="#ctx0" brushRef="#br0" timeOffset="23211.58">9165 4791 1564 0,'0'0'377'0,"0"0"-271"0,0-3-38 0,0 3 43 0,0 3 1 0,2-3-32 0,-2 0-80 0,0 0 6 0,0-3-29 0,2 6-47 0,7 2-169 15,34 9-233-15</inkml:trace>
  <inkml:trace contextRef="#ctx0" brushRef="#br0" timeOffset="23829.06">9550 4867 1067 0,'-5'-3'1091'0,"1"6"-934"16,-4-2-125-16,-6 9 13 15,-4 11-25-15,-8 12-19 16,1 8 64-16,-2 3-44 16,12-2-12-16,5-2-8 15,6-8-1-15,8-6 13 16,4-6-13-16,2-6 0 15,7-7 9-15,2-7-9 0,1-11-7 16,5-3 1-16,-3-6-9 16,2-6 3-16,-5-2 9 15,-4 2 3-15,-6 4-14 16,-4 6 14-16,-5 10-16 16,-3 4-19-16,-1 4-19 15,0 8 54-15,-1 8-32 16,0 4-31-16,3 2 0 15,6-4-18-15,5-6 14 16,5 0 41-16,2-8 26 16,-1-4-1-16,-2-6 1 15,3-2 0-15,-5-6 10 16,1-2 5-16,-4-2 5 0,5-4-20 16,-3 2 7-16,1-2-14 15,-1 0-13-15,9 2-67 16,-2 2 56-16,3 10 13 15,1 4-2-15,-3 8 14 16,1 8 6-16,-4 6 14 16,2 2 8-16,-5 2-16 15,2-6 26-15,-1 0-32 16,3 0 0-16,-3-6-24 16,6-4-141-16,23-10-408 15</inkml:trace>
  <inkml:trace contextRef="#ctx0" brushRef="#br0" timeOffset="24022.15">10127 5017 1818 0,'4'0'260'0,"6"2"-227"15,3 0 15-15,7 2-3 0,2-2-17 0,5 0-28 0,2 0-12 0,-2-2-85 0,42-18-598 0</inkml:trace>
  <inkml:trace contextRef="#ctx0" brushRef="#br0" timeOffset="25048.48">10827 4614 1470 0,'0'0'363'16,"0"-2"-240"-16,-2 0 61 15,2 2-14-15,0 0-41 16,0 2-44-16,0 6-55 16,2 4 15-16,2 16 2 15,5 14-8-15,3 6 42 16,1 8-75-16,3 1 3 15,-3-7-9-15,3-4 0 0,-3-10-6 16,-7-10-96-16,-1-6-80 16,-3-8 2-1,-4-8-58-15,-7-4-16 0,-41-28-486 16</inkml:trace>
  <inkml:trace contextRef="#ctx0" brushRef="#br0" timeOffset="25230.35">10649 4734 1650 0,'0'-4'264'15,"4"0"-193"-15,6-6 71 0,9-2-58 0,12 4 9 0,9-4-12 0,11 6-31 0,12 2 4 0,6 2-54 0,3 2-30 0,-8 0-60 0,-6 4-201 0,36 12-509 16</inkml:trace>
  <inkml:trace contextRef="#ctx0" brushRef="#br0" timeOffset="26486.67">10858 5089 1654 0,'7'0'297'0,"0"0"-233"15,15 2 2-15,7-4 14 16,6 0-61-16,8-4 15 16,6-6-34-16,0 2-60 0,-1-8-48 15,-2 2-18-15,-2-4-9 16,-7 0-52-16,0-2-91 16,-8 2 89-16,-1 0 189 15,-1 6 149-15,-9 1 110 16,-5 9-140-16,1 7 10 15,-8 5-18-15,1 7-50 16,-1 8 28-16,0 1-19 16,2 4-17-16,-3-4-25 15,1-2-4-15,0-4 44 16,0-10-28-16,-2-4-13 16,-2-4 21-16,-2-2 17 15,2 0 4-15,3-8 22 16,3-12-89-16,4-6-1 15,3-10-1-15,8 2-121 0,-3-3-14 16,6 10 34-16,5 4-40 16,0 10 63-16,6 10 20 15,1 11 47-15,-3 6-40 16,-2 4-12-16,-1 3 33 16,-1-4-9-16,2-6 29 15,-4-4 10-15,-6-2 0 16,-4-6 64-16,-5 2-25 15,-5-6 23-15,0 1 5 16,-2-3 11-16,-5-1 17 16,-2-2-32-16,-7 2-38 15,-2 1 38-15,-4 7-63 16,-3 6-22-16,-8 8 21 0,1 9 1 16,10 7-18-16,6-2 18 15,9 2-6-15,10-10-9 16,5-2 15-16,6-8 0 15,4-2 15-15,2-10-3 16,-2-4-1-16,-2-8-1 16,-4 0-8-16,1-6 95 15,-9 0-71-15,-1-2 10 16,-3-2 19-16,-9-6-17 16,0-1-14-16,-9-1-8 15,4-2-16-15,-2 0 20 0,3-6-20 16,2 0-18-1,0 2 3-15,2 4-12 0,4 6-14 16,-2 2-4-16,2 7 9 16,1 9 12-16,-2 5 24 15,-6 4-18-15,3 3 2 16,-2 3-5-16,-1-3-6 16,3 0 27-16,-2 0 0 15,2 0 32-15,0 0-20 16,-2 0 3-16,4 0 16 15,-2 0-2-15,0 0 7 16,0 0-26-16,0 0-8 16,0 0 59-16,0 0-61 0,-2 5-10 15,-4 12 10 1,-1 11 29-16,1 9-22 0,-2 10-7 16,13-1 0-16,2 0 8 15,6-4-8-15,5-4-9 16,4-6 8-16,-2-6 2 15,3-6 14-15,-4-7-15 16,6-3 0-16,2-9 10 16,0-5-4-16,2-3-6 15,0-8 9-15,-5-1 3 16,0-4 16-16,-8-2-28 16,-7 6 0-16,-7 2 0 15,-6 8 0-15,-1 4-11 16,-3 2 10-16,-5 6-1 0,5 4-10 15,0 4-2-15,6 4 14 16,6-4-18-16,7-2 18 16,0-1-7-16,4-6 7 15,4-3 12-15,-4-2 18 16,5-7-30-16,-5-2 1 16,-3-1 63-16,-3-4-49 15,-7 0-14-15,-6 0-1 16,-13-4-34-16,-12 8-125 15,-104 4-429-15</inkml:trace>
  <inkml:trace contextRef="#ctx0" brushRef="#br0" timeOffset="28033.66">7503 6212 1570 0,'0'0'267'0,"0"-2"-197"0,0 0-4 0,0 0 74 0,0 2-26 0,0 0 9 0,0-2-33 0,0 2 34 0,0 0-83 0,0 0-34 16,2 2 11-16,2-2-16 15,12-4-1-15,13 2 22 0,22-6-23 16,19-4 73 0,9 0-65-16,11-6-8 15,-1 0 9-15,-4 0-9 16,-10 6 6-16,-13 0-6 0,-14 4-31 15,-19 5 31-15,-16 2-114 16,-11 1-39-16,-11 1 9 16,-9 2 31-16,-13-1-47 15,-9 0 61-15,-2 0 66 16,-1-4 27-16,7-2 7 16,3-3-1-16,11 0 32 15,9 0 43-15,-1 3 24 16,12 1-14-16,-1 1-20 15,6 2 56-15,-3-2-77 16,2-2-16-16,0 4-7 0,3-3-20 16,8 3 18-16,0-1-19 15,10-3 0-15,-1 4 39 16,3 1-33-16,-1 3 8 16,0 7 10-16,-3 1-5 15,1 6 5-15,-9 4-24 16,-2 4 0-16,-4 0 8 15,-7 0-7-15,-11-2-1 16,-4 2 0-16,-12-2-31 16,-5 0-94-16,-9-2-200 15,-51 2-587-15</inkml:trace>
  <inkml:trace contextRef="#ctx0" brushRef="#br0" timeOffset="30429.99">8940 5841 1491 0,'0'0'355'0,"0"-2"-272"0,0 0-1 0,0 2-20 0,0 0 55 0,0 0 9 0,-2 0-63 0,2 4-45 0,-3 4 3 0,-6 14-15 0,-2 16 102 16,-5 14-81-16,-3 8-12 16,5 3-6-16,3-9-8 15,5-12 16-15,0-14-17 0,2-10 0 16,4-10-5 0,-2-6 5-16,2 2-12 0,2-4-3 15,-2-4-13-15,0-4 26 16,0-8-124-16,2-8 74 15,6-8 37-15,-4-4 15 16,3-9-1-16,1-2-8 16,2-4-21-16,7-3 20 15,1 4 7 1,4 12 3-16,0 6 10 0,1 12-9 16,-6 10-1-16,-1 6 16 15,3 6-15-15,-2 8 40 16,5 12-17-16,3 6 0 15,4 10 41-15,-3 4-55 16,-4 0-9-16,3-2-1 16,-4 2 8-16,-2-3-22 15,-5-3 14-15,-5 0-196 16,-7-6-31-16,-25 14-315 0</inkml:trace>
  <inkml:trace contextRef="#ctx0" brushRef="#br0" timeOffset="30631.16">9038 6057 1683 0,'6'-1'266'0,"5"1"-205"0,14-2-19 0,4 0 26 0,6-4-11 0,1 3-57 0,3 2-25 0,5-6-34 0,3 4-79 0,4-9-174 0,67-27-540 16</inkml:trace>
  <inkml:trace contextRef="#ctx0" brushRef="#br0" timeOffset="30944.75">9769 5653 1573 0,'0'-7'260'16,"0"0"-110"-16,-3-4-24 15,2 6 46-15,-5-1-20 0,-2 2-97 16,-1 5 31 0,-11 8-50-16,2 0-5 0,-6 13 31 15,1 10-28 1,5 7-13-16,9 5-21 16,7 4 0-16,9 0 34 0,11 3-34 15,-1-1-6-15,8-2 6 16,-3-1 11-16,3 4-11 15,-8 1 0-15,0 6 6 16,-5 0-12-16,-4 0 6 16,-4-4-25-16,-4-5 23 15,0-9-28-15,-4-12-46 16,1-6-4-16,-4-10-100 0,-6-2-79 16,-32-26-399-1</inkml:trace>
  <inkml:trace contextRef="#ctx0" brushRef="#br0" timeOffset="31129.27">9606 6104 1388 0,'6'-2'714'16,"4"0"-649"-16,10-2-64 15,8-2 16-15,6 2-12 16,2 2-5-16,4 0-65 15,2-1-158-15,47-10-598 16</inkml:trace>
  <inkml:trace contextRef="#ctx0" brushRef="#br0" timeOffset="31484.44">10065 5923 1246 0,'2'0'747'0,"10"2"-690"16,3 2 11-16,10 4 8 16,-1 4-10-16,3 6 12 15,-5 4-18-15,-2 0 17 16,-7 2-56-16,-3 1-11 15,-8-6 29-15,-4-1-39 0,-4-5-4 16,-2-7 4-16,-3 0 0 16,-3-6 39-16,1-8-30 15,-3-6-1-15,1-11 59 16,8-7-67 0,10-4-13-16,9-4 4 0,7 2-39 15,10 0-38-15,4 8-73 16,9 6-129-16,54-10-363 15</inkml:trace>
  <inkml:trace contextRef="#ctx0" brushRef="#br0" timeOffset="31982.84">10593 5775 1538 0,'0'0'302'0,"0"0"-190"0,0 0-14 0,2 4-29 0,0 6 12 0,3 8 24 0,2 14-18 0,1 4-38 0,3 5-20 16,1-4-1-16,-3-5-28 0,-3-6 0 15,-2-3-22-15,-4-7-44 16,-6-9-233-16,-32-21-453 15</inkml:trace>
  <inkml:trace contextRef="#ctx0" brushRef="#br0" timeOffset="32181.76">10532 5609 1678 0,'-2'0'511'16,"2"0"-461"-16,0 1-35 16,0-1 111-16,0 3-87 15,0 1-32-15,5 3-7 0,2 4-13 16,4 4-157-16,33 12-451 16</inkml:trace>
  <inkml:trace contextRef="#ctx0" brushRef="#br0" timeOffset="32464.78">10925 5699 1953 0,'-11'8'241'0,"-1"3"-199"0,-3 10 33 15,-5-3-27-15,7 4 0 16,3 0 47-16,4-4-59 16,-1 0-18-16,7-4-6 15,7 2-2-15,-2-4 14 16,4 2-24-16,2-6-84 16,1 2-28-16,9-5-124 15,1-4-55-15,52-19-377 16</inkml:trace>
  <inkml:trace contextRef="#ctx0" brushRef="#br0" timeOffset="32928.05">11206 5699 1410 0,'-5'-2'487'0,"3"2"-360"16,-4-2-20-1,-7 6-8-15,-6 8 4 0,-7 8-38 16,-6 8 47-16,5 4-89 15,7-4-8-15,7 0 9 16,11-2-23-16,4-6 0 16,7-4-1-16,3-6 17 15,0-4-1-15,11-2-16 16,-1-8 0-16,2-2 20 16,1-4-4-16,0-6-16 15,-9 0-3-15,1 2-46 16,-8-2 43-16,-5 8-53 15,-3 4 7-15,-1 0 1 0,-1 8-32 16,-3 6 19-16,2 6 38 16,-3 0-58-1,7 2 53-15,3-6-8 0,-1-3 18 16,3-4 13-16,0-5 10 16,2-2-2-16,1-1 21 15,2-8-15-15,5-3 46 16,-1-4-43-16,2-2-7 15,4-2 8-15,3 2-10 16,2 2-8-16,4 4 7 16,0 8-23-16,-2 6 7 15,0 6-4-15,0 10-34 16,-5 6-40-16,7 34-259 16</inkml:trace>
  <inkml:trace contextRef="#ctx0" brushRef="#br0" timeOffset="33996.41">8026 7257 1587 0,'0'-4'215'0,"0"2"-160"16,-2-2-7-16,2 0 2 0,-2 1 44 0,0 2-5 0,0-3 1 0,2 4 64 0,0 0-95 0,2 0-4 0,0 0 10 0,-2 0-29 0,6 0-20 0,13-4-16 0,14 0 0 0,22-6 14 0,23-4-14 16,14-3-5-1,6 2 5-15,5-6 1 0,-10 3 14 16,-9 6-15-16,-20 1-52 15,-12 2 40-15,-16 5-87 16,-14 0-20-16,-13 4-22 16,-11-2 35-16,-9 2 14 15,-11-2-14-15,-8-2 16 16,-1 0 72-16,0 1 18 16,0-6 12-16,11 3 37 15,2 3-10-15,10-2 45 16,1 3-24-16,7 0-51 15,0 0 36-15,5 2-21 0,1 0-24 16,7 0 10 0,3 2 17-16,3 0 20 0,4 2-1 15,-3 2 10-15,0 0 40 16,-4 4-45-16,-3-2-9 16,-4 5 4-16,-2-2-26 15,-3 3 11-15,-6-3-31 16,-4 3 0-16,-17 1-25 15,-8 6 1-15,-15 3-246 16,-66 12-310-16</inkml:trace>
  <inkml:trace contextRef="#ctx0" brushRef="#br0" timeOffset="36170.83">9464 6802 1508 0,'0'-5'357'0,"0"4"-244"0,-2-7-14 0,2-1 34 0,2 1 23 0,0 1-9 0,-2-4-52 0,2 5-19 0,-2 1 67 16,0-2-71-1,2 6-21-15,-2 1-11 0,-2 5-40 16,4 8-5-16,0 13-24 16,9 21 29-16,1 20 21 15,1 7-21-15,5-6 0 16,-1-6 0-16,4-19 1 16,-4-10 11-16,-1-6-12 15,-2-15 0-15,-5-2-23 16,-1-4 23-16,3-8-40 15,5-2 7-15,7-13-6 16,5-5 13-16,0-7-31 0,0-7-8 16,-6-3 64-1,-6-7-64-15,-7 4-15 0,-5 8 49 16,-2 14 31-16,-2 10-9 16,0 8-15-16,2 8-11 15,5 4 19-15,3 6 16 16,7 6-9-16,5-2 7 15,5 0-8-15,2-6 9 16,2-6-23-16,-6-6 24 16,3-4 18-16,-3-4-18 15,-7-6 0-15,3 0 9 16,-11-6-1-16,-1-4 4 16,-5-4-12-16,-4-6 0 15,-2-4 22-15,-4 3-14 16,-1 8 5-16,3 4 11 0,2 8-16 15,4 7 1-15,2-1-9 16,5 1-72-16,9-3 60 16,11 0-62-16,7-3 5 15,1 2 0-15,3-4 9 16,-4 0 59-16,-10-4-7 16,-5 0 8-16,-10-2 82 15,-11 0-26-15,-3-2 8 16,-5 2-22-16,-8-2 23 15,3 4 28-15,0 8-36 16,1 0-41-16,6 6 55 16,6 4-71-16,0 0-11 15,4 12-23-15,5 16 31 0,4 16-14 16,10 18 17 0,10 8-78-16,5 2 63 0,0-7-45 15,-5-9 30-15,-8-12 29 16,-7-10 1-16,-7-14 2 15,-7-8-2-15,0-6 0 16,-4-6 18-16,2-6-17 16,8-10-1-16,-1-8 0 15,-1-4 0-15,4-6 3 16,1 0-3-16,0 6-57 16,3 4 57-16,4 7-45 15,0 16 22-15,0 9 13 0,1 8 10 16,0 10-5-1,0 2 5-15,1-2 0 0,0-4 20 16,2-6-16-16,-1-6-2 16,0-6 2-16,-8-6 7 15,5-8 64-15,-5-2-41 16,1-8-26-16,2-4 76 16,-7 0-42-16,-4 0 1 15,-3 2-22-15,-2 1-12 16,-2 10 12-16,0 3-21 15,0 5-35-15,0 6 34 16,2 9-34-16,5 6 24 16,0 6 10-16,4 6-106 15,2-4-8-15,5-2-206 16,9 2-448-16</inkml:trace>
  <inkml:trace contextRef="#ctx0" brushRef="#br0" timeOffset="36396.86">10885 6503 2191 0,'0'-2'327'15,"0"4"-257"-15,-2-2-70 0,2 6-21 0,2 10 0 0,5 10-123 0,3 8-144 0,48 65-60 0</inkml:trace>
  <inkml:trace contextRef="#ctx0" brushRef="#br0" timeOffset="36620.28">11257 6497 1676 0,'0'-18'308'16,"0"2"-235"-16,0-15 47 15,-2 12 84-15,2 2-18 16,0 13-46-16,0 3-68 16,0 1 28-16,0 4-100 15,0 11 0-15,2 14 11 16,5 17 28-16,1 14-27 16,8 6-12-16,5 2 18 0,-4-2-8 15,-1-8-10-15,-1-1-64 16,-7-9-32-16,0-14-119 15,-6-10-254-15,-2-12-376 16</inkml:trace>
  <inkml:trace contextRef="#ctx0" brushRef="#br0" timeOffset="36791.6">11357 6591 2140 0,'8'0'251'15,"7"0"-214"-15,14 0-37 16,6 0-22-16,1 2 11 0,-5 4-110 16,4-2-101-16,-3 2-48 15,28 16-357-15</inkml:trace>
  <inkml:trace contextRef="#ctx0" brushRef="#br0" timeOffset="37053.3">11669 6767 1395 0,'6'7'271'0,"6"-3"-131"15,1 6-23-15,3-5-66 16,4-1 63-16,0-4-9 16,5-1-6-16,-1-6-3 15,5-4-42-15,-5 0 3 0,-6 0 0 16,-7-2-5 0,-8 4 77-16,-10 2-99 15,-2 1-22-15,-9 5 10 0,-9 2-11 16,-4 9-1-16,5 4-6 15,4 8-5-15,10 4-17 16,19 3 22-16,10 1-35 16,24 2-14-16,19-10-46 15,9-6-77-15,11-8-121 16,114-18-295-16</inkml:trace>
  <inkml:trace contextRef="#ctx0" brushRef="#br0" timeOffset="38051.05">8400 8797 1787 0,'0'-2'301'0,"7"0"-196"0,7 0-96 0,7-6 9 0,16 1 57 0,7 0 11 0,8-5 22 0,10-2-66 0,0 0-29 0,5-2 16 0,-5 2-29 15,3 1-126-15,-5 3-230 16,67-17-802-16</inkml:trace>
  <inkml:trace contextRef="#ctx0" brushRef="#br0" timeOffset="40079.49">7877 2278 1760 0,'-2'0'294'0,"2"0"-225"0,0 2-31 0,2-2 14 0,-2 2 20 0,2 8-66 0,2 4 26 0,1 16 92 0,2 10-71 16,0 10-10-16,3 6-19 15,0 3-13-15,-4 1 16 16,-1-4-27-16,-5-6 0 15,0-6-24-15,-7-12 16 16,3-10-37-16,-8-8-27 16,-1-8-96-16,-1-6 78 15,1-6-36-15,-1-10 35 16,6-8 91-16,-3-10-29 16,1-6 17-16,8-10-4 0,4-13-5 15,10-3-9-15,5-10-20 16,12 8-34-16,8 10 84 15,9 14 0-15,2 20-14 16,-4 12 13-16,-5 12 2 16,-10 13 29-16,-12 19-29 15,-13 7 18-15,-11 11 14 16,-4-2 21-16,-7-2-4 16,0-8 10-16,-4-10 3 15,6-3 36-15,-2-10-41 16,10-5-26-16,3-2 25 15,5-1-36-15,9 0-2 0,9 6 28 16,9-1-5 0,11 2 28-16,8-2-61 0,10 0 0 15,0-3-7 1,0-4-2-16,0-1-138 0,-8-13-56 16,1 4-89-16,61-40-407 15</inkml:trace>
  <inkml:trace contextRef="#ctx0" brushRef="#br0" timeOffset="40529.94">8672 2362 1606 0,'-20'12'194'0,"-5"6"-77"0,-17 14-17 0,-4 8-25 0,1 2 17 0,10 0-49 0,8-3-16 0,6-3-27 0,13-8 8 0,8-6 4 0,4-4-12 16,3-6-9-16,6-6 9 15,1 2 9-15,4-10-8 16,8-6-1-16,1-4-30 16,0-8 24-16,-1-4-18 15,-1-4-12-15,-1-3 10 16,-11 2-20-16,-1 7-8 15,-10 7 24-15,-4 5-26 16,0 10 56-16,-11 8-45 16,6 6 9-16,-6 7 18 15,-1 7-46-15,9-5-22 16,8-1-13-16,10-5-139 0,7-9 167 16,5-8 8-16,1-4 27 15,3-4 3-15,1-9 3 16,-6-1 30-16,-2-4 5 15,-2 0 14-15,1-2 98 16,-4 2-117-16,8-4-21 16,-3 2-132-16,51-36-184 15</inkml:trace>
  <inkml:trace contextRef="#ctx0" brushRef="#br0" timeOffset="40964.51">9076 2400 210 0,'4'0'800'0,"0"0"-617"15,1-2-74-15,2-2 151 16,0 0-140-16,-3-2-11 0,-2-4-20 16,0 2-40-16,-4 2 1 15,-2 0-17-15,-7 4-32 16,-5 4 41-16,-11 8-42 16,-2 10 0-16,-9 8 3 15,5 6-2-15,8 2 10 16,12-2-11-16,9-2 1 15,8-3 13-15,5-5-14 16,9-8 0-16,-1-5 0 16,12-4 1-16,5-7-1 15,-1-4 0-15,8-4 6 16,-1-9 4-16,2-1-10 0,3-7 0 16,1-1-1-16,1-7 1 15,-5-1-30-15,-13 6 30 16,-10 4 0-16,-11 12-2 15,-10 4 2 1,-7 10-25-16,-7 10 25 0,-2 8 27 16,-1 6-11-16,5 2-16 15,12 0 8-15,11-1-2 16,11-5 6-16,4-4-11 16,10-7 16-16,4-2 1 15,4-7-18-15,0-2-48 16,72-21-188-16</inkml:trace>
  <inkml:trace contextRef="#ctx0" brushRef="#br0" timeOffset="41331.42">8236 3176 1321 0,'6'0'737'0,"13"-2"-653"0,7 2-40 0,14-4 38 0,7-4-16 0,6-2 3 0,5-2-69 0,0 2-9 0,3 0-98 0,-10 0-151 16,37-8-524-16</inkml:trace>
  <inkml:trace contextRef="#ctx0" brushRef="#br0" timeOffset="41480.94">8182 3411 1839 0,'-2'2'776'0,"2"-2"-766"16,0 0 11-16,7 0-21 16,9-4 0-16,15-9-6 15,22-1-186-15,130-54-797 16</inkml:trace>
  <inkml:trace contextRef="#ctx0" brushRef="#br0" timeOffset="43716.96">6324 10176 840 0,'0'-1'854'0,"0"-2"-671"0,-2 2-101 0,2-2-13 16,0 3 92-16,0-4-53 0,0 2-35 0,0 2 40 0,0 0-49 0,2-2-22 0,-2 4-10 16,0-2-32-16,0 10 15 15,0 11-14-15,2 15-1 16,1 24 82-16,-3 14-29 15,0 10-31-15,0 2-7 16,0 3-6-16,2-5 15 16,0 4-24-16,0-4 0 0,2-1-12 15,-1-11 12 1,-1-14-57-16,-2-10-22 16,0-12-85-16,-2-14 22 0,2-12-143 15,9-30-256-15</inkml:trace>
  <inkml:trace contextRef="#ctx0" brushRef="#br0" timeOffset="45049.49">6468 10185 1449 0,'0'0'222'0,"0"0"-116"0,0 0-94 0,3 1 27 0,-3-1 56 0,7 0-47 0,0 0-23 0,3 7 31 0,9-6-26 0,12 4 43 0,6-4-44 0,15 2-20 0,12-3 22 0,12-4-20 0,11 1-10 16,6-4-1-16,5 3 12 15,5-3 2-15,-3 4-14 16,0-1-15-16,-4-3 14 16,-7 5 1-16,-8 0-9 15,-14 2-4-15,-11 0 13 16,-15 2 0-16,-14 0 0 16,-12 5-6-16,2-3 6 15,-7-1 7-15,0 5 1 16,5 2-8-16,-1 1 1 15,1 4 34-15,3 6-35 0,-3 1 0 16,-1 4 18 0,1 6 2-16,-6 4 7 0,1 4 1 15,-6 4-8 1,5 2 65-16,-3 4-47 0,-2 1-8 16,8 7 4-1,-3 0-14-15,7 0-14 0,-1-6-6 16,1-4 1-16,1-4 11 15,-3-8-12-15,-3-5 0 16,2-2 6-16,-6-4-6 16,0-1 0-16,-1-2-1 15,1 2 1-15,-3-6 11 16,4 4-11-16,-2 0 0 16,-2 0 7-16,-1-4-6 0,1-6 0 15,0-4-1 1,-1-2 15-16,-1-4-7 0,1-2-8 15,-3 0 0-15,0 0 0 16,0-2 7-16,0 2 5 16,0 0-12-16,0 0 1 15,0 0 27-15,0 0-28 16,0 0 0-16,0 0 24 16,0 0 0-16,0 0 9 15,0 0-33-15,-3 0 9 16,1 0 9-16,-5-2-18 15,-6 0-34-15,-20 2-46 16,-19 2 16-16,-21 4 40 16,-19 4-3-16,-15 0 27 15,-64 8 36-15,113-14-23 0,-60 4 31 16,4 0-16 0,7-4-2-16,9-1-1 0,9 2-25 15,13-1 1-15,14 5 14 16,13-4-15-16,10 1-6 15,16-2 6-15,-2 3 1 16,7-4 0-16,1 4-1 16,5-3 0-16,3 0-4 15,1-3 4-15,1 4-5 16,0-1 4-16,0 0 2 16,-2 0 12-16,-5 0-13 15,4-1 0-15,-3 4 6 16,-5-3-6-16,-1-2-2 15,0 2 2-15,-1 0 9 0,-1-3 24 16,2 6-33-16,-2-5 0 16,4 2 16-16,1-2-16 15,3 0-6-15,1-2 6 16,6 1 1-16,2-1 12 16,1 0-13-16,3 0 0 15,0 0 6-15,0 0-6 16,0 0-1-16,0 0 1 15,0 0 0-15,0 0 6 0,3 0-6 16,-3 0-24 0,2 0 6-16,-2 0-50 0,-5 0-65 15,5 0-47-15,0 0-129 16,25-19-360-16</inkml:trace>
  <inkml:trace contextRef="#ctx0" brushRef="#br0" timeOffset="46851.98">13091 3106 1491 0,'-3'0'668'0,"3"-2"-558"0,-2 0-74 0,2 4 69 16,2-2 39-16,1 0-89 0,4-2-7 0,8 0 21 0,10-2-9 15,14-4-9-15,11 2-51 16,10-2 14-16,13-4 19 16,6 6-33-16,-2 0-2 0,4 0 2 15,-8 4 1-15,-1-1 0 16,-10 3-1-16,-16 0-55 15,-10 0 41-15,-18 0-68 16,-11 0 35-16,-7-1 35 16,-5-5-16-16,-3-1 2 15,-8-4 7-15,-3-1 19 16,-7-1-15-16,2 8 24 16,-5-2-9-16,8 4 16 15,8 0 14-15,9 3 9 16,4 0-39-16,2-1 2 15,5 1-17-15,5 1 15 16,9 5 0-16,10 1 0 16,5 3 1-16,-1 3 17 15,-8 1-18-15,-7 7-7 16,-7-3-7-16,-8 0 15 0,-8 4-1 16,-5-2 6-16,-7 4-6 15,-10-6-42-15,-6 2-165 16,2-8-268-16,-36-22-456 15</inkml:trace>
  <inkml:trace contextRef="#ctx0" brushRef="#br0" timeOffset="47954.41">14733 2741 511 0,'-4'-2'1286'0,"4"-2"-1116"0,0 2-67 0,-2 2 95 0,2 0-90 0,0 0-37 0,-5 2-17 0,5-2-32 0,5 0 44 16,-5 4-45-16,0-2-21 16,0 4 25-16,0 10-25 15,0 10 34-15,2 16-2 16,2 10-31-16,0 9 44 16,1-2-45-16,1-2 0 15,-2-7 2-15,-1-8-2 16,0-14-15-16,-3-8-13 15,0-12-49-15,-3-6 58 16,0-2-25-16,1-10-4 16,-4-10-27-16,-1-10 24 15,3-10 34-15,-2-4 16 0,6-5 2 16,0-2 13 0,0-3-14-16,6-7-23 0,3 5 22 15,4 6-11-15,7 6 12 16,0 14 0-16,7 8 30 15,-5 8-45-15,7 14 15 16,-4 10-24-16,1 12 18 16,1 10 6-16,-4 12 8 15,1 2-8-15,-6-4 6 16,-1-4 3-16,-3-9-9 0,-8-10 0 16,-1-11 5-1,-3-2-4-15,-2-6 11 0,0-6 21 16,0-2-9-1,-2-10 18-15,4-6-28 0,-2-6-13 16,2-8 22-16,3 0-16 16,6-4-7-16,0-4-6 15,5 2-14-15,7 8-5 16,0 9 11-16,6 13-29 16,-2 10 28-16,-2 14 15 15,0 11-21-15,-8 5 19 16,5 7 2-16,-5 2 15 15,2 3-15-15,1-2 0 16,3-2 3-16,-6-4 6 16,-3-6 0-16,-3-4-9 0,-7-6 14 15,-2 0 1 1,-2-6-15-16,-2 2-66 0,-2-3-116 16,2-6-128-1,6-23-525-15</inkml:trace>
  <inkml:trace contextRef="#ctx0" brushRef="#br0" timeOffset="48287.35">15695 2448 1743 0,'0'0'244'0,"0"0"-188"0,0 2-2 0,0 12-32 0,0 10 167 0,2 12-69 0,-2 9-45 0,3 7-30 15,-6-4 48-15,1 0-73 0,0-2-5 0,0-8 0 0,2-4 22 0,2-8-13 0,0-10-24 0,0-4 1 0,1-6 36 16,3 0-36-16,4 5 11 15,3-7 9-15,9-1 11 16,9 1-3-16,7-4-29 16,6-2-25-16,1-3 7 15,-5-10-227-15,22-25-297 16</inkml:trace>
  <inkml:trace contextRef="#ctx0" brushRef="#br0" timeOffset="49407.87">14879 3467 749 0,'-6'0'882'0,"-1"0"-719"0,-3 2-79 0,2 2-19 0,8 6 19 0,3 2 0 0,6 6 3 0,7 4-11 0,14 0-2 0,13-2 22 0,7-6-18 0,15-2-35 0,7-8 41 0,8-6-52 0,5-4 16 0,4-8-6 16,2-2-41-16,1-2 35 15,3-6-36-15,-3-6 1 0,-1 0 8 16,-2-6-8-16,-4-10-1 16,-2-11 0-16,-1-7 6 15,-7-4-16-15,-9-2 7 16,-12 1 3 0,-17 10 12-16,-11 5-12 0,-12 4-2 15,-8-1 1-15,-10-1 1 16,-5 0 18-16,-2-6-18 15,-7 1 0-15,-8 2 12 16,-4-2-12-16,1 7-12 16,-6 4 3-16,-1 6 9 15,-3 8 2-15,0 6-2 16,-7 0-2-16,1 4-4 16,-2 1 6-16,2 0-7 0,-1-1 6 15,-3-3 1 1,4-1 11-16,0 2-11 0,1 2-6 15,-1 8-3-15,-3 0 9 16,-4 2-2-16,-4 4 2 16,-8 6 0-16,-5 4-7 15,2 2 7-15,-5 8 0 16,6 0 0-16,-3 8 7 16,0 4-7-16,-1 6 0 15,-7 10 6-15,-6 9 18 16,1 5-24-16,-1 8 0 15,6 2 6-15,5 5-5 16,10 7-1-16,8 2 0 16,12 8 1-16,11 2 5 15,15 6-6-15,13 3-1 16,15-7-13-16,10-8 14 0,14-18 0 16,10-10-6-16,15-14 20 15,8-12 31-15,13-6-38 16,10-8-6-16,3-7 26 15,1-3-18-15,-7-4-9 16,-8-2 0-16,-8-2-84 16,-13-1-64-16,-10 0-370 15,5-17-448-15</inkml:trace>
  <inkml:trace contextRef="#ctx0" brushRef="#br0" timeOffset="53249.25">14548 3675 1363 0,'-2'0'182'0,"2"-2"-88"0,-2 2-34 0,-1 0-1 0,3 0 56 0,0 0-28 0,0-2-3 0,0 2 27 0,0 0-43 0,-4 0 8 15,4 0-31-15,-1 0-24 16,1 0 60-16,-2 4-67 16,-6 1-5-16,-10 10-9 15,-6 7 1-15,-14 10-6 16,-9 12 5-16,-11 7-3 16,-5 1-22-16,-6-4-2 15,5-6-23-15,2-8 22 16,8-4-6-16,7-7 33 0,7-8-28 15,6 3 29-15,8-3-11 16,3-5 11-16,4 4 0 16,0-4-1-16,4-1 1 15,1 2 9-15,4-4-9 16,3 2 0-16,-1-5-7 16,6-2 7-16,0 0 0 15,2-2-1-15,0 1 7 16,0-1 8-16,0 3-14 15,-4-1 0-15,-2 4 35 16,-1 2-35-16,3-2 6 16,-4 2-5-16,0 2 5 15,-1-4 20-15,-3 2-26 0,4 0 0 16,1-4 1-16,3 2-1 16,0 0 0-16,-3 0 0 15,2-2 2-15,0-2 14 16,3-2-16-16,0 2 0 15,2-2 15-15,0-2-14 16,2 2 0-16,0-2 1 16,3-8 12-16,3 0-25 15,0-8 11-15,3-2-16 16,3-2 4-16,-2 2 4 16,1-3-7-16,1 1 14 15,-1 4 1-15,-1-1 6 0,-1 2-6 16,-3 3 0-1,4-2 0-15,-5 6 1 16,-1 2 0-16,-4 5-1 0,-2 3 2 16,-2 0-4-16,0 3 2 15,-2 8 0-15,-3 7 5 16,-9 9 5-16,1 5-10 16,-1 7 0-16,-1-5 11 15,1-4-5 1,-3 2-6-16,4-6-2 0,-2-4 2 15,1-2 0-15,1-6-6 0,3 0 5 16,-1-6-11 0,6-4-6-16,2-2 18 15,5-2-15-15,3 0 6 16,-1-2 9-16,2 0-21 0,6-2 6 16,7-4 4-1,5-2-2-15,10 0 13 0,-1 0-5 16,0 2 5-16,-2 6 0 15,-2 0-7-15,-2 4 7 16,-4 4 0-16,0 4 0 16,1 0 0-16,-3 4-9 15,2-4 9-15,-5 0 0 16,-3-4 0-16,-4-2-18 16,-5-4 18-16,1 2 9 15,-5-2-8-15,0 0 0 16,0-2 27-16,-2 0-26 15,-1-6-2-15,-4-4 3 0,3-4 12 16,-9 0-6 0,1-4-9-16,-3-2-9 0,-7 0 7 15,-1-4-8-15,-1 0 2 16,-5 0 1-16,7 2 7 16,-1-2 9-16,6 4-9 15,3 4-11-15,1 1 4 16,7 11-8-16,3 2-65 15,0 3-64-15,3 2-93 16,6 8-416-16</inkml:trace>
  <inkml:trace contextRef="#ctx0" brushRef="#br0" timeOffset="59229.78">6420 12073 1640 0,'0'0'238'0,"2"0"-134"0,2 2-98 0,5 1 4 0,5 1 35 0,1-3 0 16,6 2 35-16,-1-6-26 16,4-1-27-16,-2-2 48 15,1-3-35-15,-6-2-4 16,3-1-25-16,-5 2-2 15,-1 0 10-15,2 0-19 16,-7 0 0-16,-7 0-22 16,-2 2 19-16,-4-2-30 15,-10 4 13-15,-9 0 8 16,-5 4-1-16,-6 8 10 16,-6 8 3-16,-2 8 7 15,-3 6-6-15,3 11 5 16,2 7-6-16,2 2 12 0,10 2 17 15,5 2-29-15,5-10 0 16,14-2 5-16,4-2-5 16,10-10 0-16,9-4 5 15,5-3 7-15,10-12 19 16,8-4-31-16,7-10 0 16,7-4 12-16,2-12-12 15,-1-1-52-15,-1-2-98 16,-2 2-144-16,52-42-216 15</inkml:trace>
  <inkml:trace contextRef="#ctx0" brushRef="#br0" timeOffset="59863.85">6959 11761 1792 0,'-5'10'316'0,"5"4"-166"0,-2 13-117 0,4 8-6 0,5 7 35 0,5 8 11 0,1 4-4 0,1 8-39 15,-4-2-19-15,4-2 20 16,-1-9-31-16,-2-13-10 15,1-10 10-15,-6-10 4 16,-2-10-3-16,-1-4-2 16,-1-2 2-16,-2-2 45 15,2-8-46-15,2-12-33 16,6-10 15-16,5-12-30 16,8-3 11-16,3 1 4 15,-2 1-2-15,3 10 13 16,-7 7 19-16,1 14-5 15,-6 10 2-15,-1 10 12 16,3 12 2-16,-1 8-2 16,7 9 4-16,3 1 14 0,3-4-24 15,4-6 0-15,-2-8 5 16,-2-12 5-16,-2-6-8 16,-2-6-2-1,-1-8 10-15,0-1 20 0,-3-4-30 16,-1-1 1-16,-9-2 26 15,-3 1-6-15,-2 5-5 16,-6-2-16-16,2 4 1 16,-4 7 44-16,2 0-44 15,0 5 0-15,0 2 2 16,0 6 5-16,2 6-8 16,4 12 0-16,3 8 0 15,3 3-12-15,1-5 12 0,-1-6-126 16,2-6-51-16,-5-9-168 15,-5-13-686-15</inkml:trace>
  <inkml:trace contextRef="#ctx0" brushRef="#br0" timeOffset="60064.18">7563 11744 1689 0,'-2'0'749'0,"2"-1"-572"0,-2 1-177 0,4 4-2 0,2 3-74 0,3 8-116 0,22 31-335 0</inkml:trace>
  <inkml:trace contextRef="#ctx0" brushRef="#br0" timeOffset="61264.28">7794 11993 1948 0,'0'0'352'0,"5"4"-242"15,2 6-92-15,1 4 19 16,5 8 67-16,-1 3-47 16,-3-2-21-16,-3 0-7 0,0-4-28 15,-4-5 22-15,0-7-23 16,0-6 0-16,0-5 38 16,0-6-29-16,7-3-3 15,-3-14-6-15,4-5 6 16,-1-2-15-16,6 0-14 15,-1 0 4-15,3 8-4 16,3 4 23-16,-1 10-16 16,0 4 8-16,1 10 8 15,3 6-21-15,-3 6 21 16,4 8 0-16,-1-2-6 16,1 0 6-16,-2-8 0 0,5 1-4 15,2-8 10 1,0-5 17-16,6-2-23 0,1-8 0 15,2-6 29-15,-2-4-11 16,-3-2-18-16,-4 0 0 16,-4-2 17-16,-10 4-7 15,-1 4-10-15,-12 4 0 16,-2 4 9-16,-2 4 0 16,-10 0-9-16,-1 8 0 15,-11 4-2-15,-3 12-9 16,-7 8 11-16,3 8 0 15,11-4-9-15,5-2 9 16,10-2-13-16,8-6 12 0,7-4 1 16,6-6-6-1,9-6 6-15,3-7 0 0,9-9 10 16,5-5-10-16,-3-5 0 16,2-2 0-16,-3-2 8 15,-3 0 14-15,-3-2-22 16,-1 2-3-16,-6 2 3 15,-10 0 0-15,-4 4 5 16,-2 2-5-16,-7 0-4 16,-2 0-17-16,-4 6 21 15,-3 0-14-15,0 3 7 16,0 4 7-16,1-1-20 16,0 4 20-16,1-2-19 15,5 4-10-15,2-2 25 16,3 6-16-16,1 4 19 0,10 8 1 15,6 2 0-15,7 0 0 16,4 4 8-16,4-2-4 16,-2 0-4-16,-2 0-7 15,-8-6 7-15,-5 2 0 16,-9 0 4-16,-9-6-11 16,-2 1 14-16,-7-2 58 15,-6 3-38-15,-9-3-21 16,-3-2 21-16,-3-3-5 15,-1-3-1-15,6-7-16 16,5-3 10-16,12-5 13 0,3-1-28 16,12-8-39-1,11 1 32-15,7-4-28 0,9 4 1 16,4 2-8-16,-3 4-53 16,2-2 83-16,-4 4-34 15,-1-2 28-15,-5-2 18 16,0 0 12-16,-2 0 3 15,-8 0 18-15,-3 4-33 16,-3 2 89-16,-9 6-80 16,-4 4-9-16,0 0 41 15,-4 4-19-15,-2 7-10 16,-7 7-12-16,1 7 15 0,3 1 5 16,9-4-20-16,11-4-21 15,14-2 19-15,4-4-23 16,13-8-13-16,3-6-44 15,-1-8-109-15,-1 0-88 16,10-8-75-16</inkml:trace>
  <inkml:trace contextRef="#ctx0" brushRef="#br0" timeOffset="61580.98">7311 12689 1349 0,'0'0'711'0,"5"0"-539"0,5 0-127 0,9 0-28 0,10 0 100 0,10-2-35 0,13-4-13 0,10-6 14 16,14-10-32-16,6-2 7 15,6-6-58-15,-11 12-24 16,-17 4-100-16,-17 14-328 16,-26 42-29-16</inkml:trace>
  <inkml:trace contextRef="#ctx0" brushRef="#br0" timeOffset="61747.94">7411 12937 1806 0,'-8'0'555'0,"8"0"-392"15,-5 0-49-15,16-3-1 16,12-8-82-16,17 0 1 16,13-10 10-16,12-2-41 15,10-6 16-15,-1-5-17 16,1 7-107-16,-4 0-233 15,56-25-1122-15</inkml:trace>
  <inkml:trace contextRef="#ctx0" brushRef="#br0" timeOffset="63450.71">9450 10633 1381 0,'-2'-1'328'0,"2"-2"-146"15,-3 0-106-15,3 3-20 0,0 0 83 0,0 0-53 0,0 0-1 0,0 0-13 0,0 0-6 16,0 0 5-16,0-2-45 16,7 2-25-16,3 0 67 15,7 0-38-15,14 0-6 16,9-2 5-16,11 2-16 16,16-7 13-16,12 2-26 15,5-4 0-15,8-2 13 16,-2-1-13-16,5-2-12 15,-5 0 12-15,-1-3 1 0,-4-1 2 16,-8 6-3-16,-9-2-54 16,-10 6 53-16,-11-2-54 15,-14 6-11-15,-13 0 12 16,-11 2 54-16,-7 2 4 16,-4-2-4-16,-2-6 0 15,-3 0-10-15,-7-4 10 16,-1-4-12-16,-1-2 11 15,-3 0 1-15,-2 0-1 16,1 4 0-16,5 2 1 16,-3 2-3-16,7 2 3 15,0 2 0-15,7 0-2 16,1 4 4-16,3 2-4 0,3 0-2 16,1 2-1-1,5 4 5-15,4 0 0 0,9 2 6 16,-1 6 14-16,5-2-19 15,-2 6 59-15,-1 0-48 16,-3-2-12-16,-2 6 50 16,-3 4-50-16,-4 0 0 15,-9 4 0-15,-4 0-7 16,-11 1 6-16,-3 1-149 16,-5-4-201-16,-29 16-562 15</inkml:trace>
  <inkml:trace contextRef="#ctx0" brushRef="#br0" timeOffset="64580.3">11747 10363 1720 0,'0'0'480'0,"3"0"-371"0,-1 0-49 0,2 4-28 0,5 2 43 0,7 8 16 0,1 8-26 0,3 4 26 0,1 2-59 0,0 2-31 0,-5 2 32 16,-1-6-16-16,-1-3-16 0,-9-10-1 16,-3-3 8-16,-2-3 13 15,-2-6-21-15,2-1 0 16,0 0 12-16,0 0 1 16,0-1 2-16,0-6-15 15,0-7-24-15,4-8 24 16,5-8-57-16,11-6-3 15,3-2 1-15,10 0-4 16,-2 6 36-16,-2 10 18 16,-2 8 9-16,-5 10 6 15,-2 8-6-15,-4 12 0 16,-1 10 6-16,-6 8 15 16,-4 6-20-16,-1-2-1 15,-4-6 18-15,-2-8-10 16,0-7-8-16,0-9 0 0,-1-4 28 15,3-7 9 1,3-5 34-16,1-10-71 0,5-10 28 16,5-12-34-16,3-8 6 15,3-2-27-15,2-2-15 16,7 6-16-16,0 7 16 16,2 14 40-16,-2 13 2 15,0 3 8-15,-4 15-8 16,4 7 0-16,-2 5 23 15,0 4-10-15,2 1-12 16,-4-2-1-16,6-1 6 0,3-6 6 16,-3-8-12-1,2-2 0-15,0-10 16 0,2-4-16 16,3-8 16-16,-3-2-16 16,-1-4 0-16,-7 0 15 15,-9 3-15-15,-9 6-1 16,-7 2 0-16,-9 8 2 15,-9 6-2-15,-11 12-5 16,-8 6 6-16,-7 18 39 16,2 5-39-16,7 2 0 15,14-6-1-15,13-2 2 16,8-6-2-16,9-4-5 16,5-5 6-16,11-10-18 15,8-1 18-15,3-8-6 0,-2-7 6 16,-1-8 6-1,-4 1 19-15,-2-8-16 0,-8-4 2 16,-11 0 89-16,-1-4-65 16,-13 0-22-16,-11 4-4 15,-10 6-9-15,-11 2-21 16,-11 10-81-16,-8 8-108 16,4 4-90-16,-28 14-309 15</inkml:trace>
  <inkml:trace contextRef="#ctx0" brushRef="#br0" timeOffset="66196.92">13111 10293 2249 0,'0'1'357'0,"4"4"-309"0,5 9-42 0,5 4 72 0,-2 6-63 0,0 4 9 0,-3-2-9 0,-5-4-14 0,0-6 30 0,-4-4-31 16,0-6 0-16,0-6 45 16,-2-6 15-16,4-12 21 15,1-8-61-15,1-14-19 16,8-6 29-16,5-2-30 15,3 2-3-15,7 4-24 0,7 3 27 16,-1 11-15-16,0 10 9 16,-2 10 9-16,-4 10-18 15,-4 13 5-15,2 8-1 16,-6 8-4-16,1 2 15 16,-6-2-16-16,-1-5 5 15,0-4 11-15,-6-6-21 16,-2-8 15-16,-1 0-13 15,1-6 2-15,1-2 17 16,5-6-7-16,11-2 6 16,7-4-32-16,0-4 32 15,5-1-63-15,1 2-8 0,1-3 63 16,-5-4-42 0,0 1 20-16,0-1 11 0,-2-2-1 15,-4 0 5-15,0-4 16 16,-5-2 0-16,0-2 0 15,-4 2 0-15,-8 2 0 16,3 2 0-16,-11 2 6 16,-2 4 76-16,0 0-64 15,-7 0-6-15,3 2 47 16,-1 1-25-16,5 4-1 16,-3 7-9-16,5 2-13 15,0 4 1-15,-5 7-12 16,3 14 0-16,-4 15 1 0,-1 14 0 15,7 8-1 1,2 10 0-16,9 2 1 0,1-1 5 16,1-4-6-16,2-6-2 15,1-11 2-15,-5-8 0 16,1-16-13-16,-8-12 1 16,-2-8 12-16,5-10 22 15,1-12-22-15,8-10-6 16,5-12 6-16,-4-12 8 15,6-2-8-15,-3-3 0 16,6-3-77-16,10 4 28 16,2 4-47-16,2 6 37 15,-9 10 43-15,-4 12 16 16,-16 13 19-16,-9 10 1 16,-9 9-7-16,-10 10 47 0,-12 8-36 15,-11 8-22-15,-5 2 22 16,5-4-15-16,4-6 3 15,12-6-12-15,4-4 10 16,13-4-7-16,7 5-3 16,7-2-4-16,11 3 4 15,6 3 10-15,14-2-10 16,6 2-13-16,10-3-23 16,4-4 15-16,-2-4 15 15,3-8 0-15,-5-4 6 16,-2-8 8-16,-5 0-8 15,-7-6 0-15,-7-4 0 16,-15 2 21-16,-1-3-21 0,-8-1-4 16,-9 4 4-1,-2 3 6-15,-5 2-6 0,-10 7-1 16,1 0 1-16,-6 14 28 16,-3 4-28-16,1 7 0 15,10 3 4-15,8 3-4 16,6 0-6-16,11-3-1 15,11-3 7-15,7-5 9 16,7-3-9-16,3-9-27 16,7-4 15-16,-2-6-3 15,1-2 0-15,-5-6 4 16,-3-1 2-16,-8-2-10 16,-11 1 19-16,-9 5-15 15,-7 3 13-15,-6 8-17 16,-5 6 8-16,-5 11-1 0,-3 4 12 15,5 8-30-15,10 1 21 16,9-2-70-16,11-2 7 16,7-4-6-16,10-4-2 15,5-8 19-15,5-4 26 16,-1-8 19-16,-4-4 16 16,-4-10 0-16,-4-2 1 15,-9-2 35-15,-2 0 33 16,-13 5-31-16,-2 10 55 15,-4 3 76-15,-4 4-124 0,2 8-36 16,0 13 8 0,-3 19 4-16,6 21 10 0,1 15-31 15,9 3 0 1,7 1 9-16,2 2-9 0,0-6-7 16,-3-10 7-16,-17-16 12 15,-18-22-5-15,-20-17-7 16,-12-15 0-16,-6-17 26 15,7-11-25-15,14-14 55 16,22-10-8-16,19-8-30 16,26 2 18-16,19 5-36 15,21 13-7-15,10 10 1 16,6 10-159-16,-3 6-152 16,75-10-434-16</inkml:trace>
  <inkml:trace contextRef="#ctx0" brushRef="#br0" timeOffset="66547.17">12641 10940 1902 0,'-14'4'314'0,"3"1"-184"0,-11 3-101 0,11-3 85 0,6 0 15 0,8-5-24 0,5 0 27 0,13 1-27 15,21-2-41-15,18-4 29 16,20-3-76-16,12-6-17 15,3-1 0-15,3-2 14 16,-4 1-44-16,-20 2 19 16,-17 8-155-16,-19 4-118 15,-27 6-276-15,-66 40-91 16</inkml:trace>
  <inkml:trace contextRef="#ctx0" brushRef="#br0" timeOffset="66679.48">12710 11175 1906 0,'0'0'642'15,"6"-2"-459"-15,14-6-52 16,25-6-61-16,21-6-5 16,19-6 2-16,11-2-67 15,9-5-21-15,2 1-121 16,138-55-452-16</inkml:trace>
  <inkml:trace contextRef="#ctx0" brushRef="#br0" timeOffset="67397.78">16302 9436 1771 0,'2'-5'471'0,"2"-4"-381"0,9-3 36 0,12-2-51 0,4 4-33 0,11 2-5 0,5 12-11 0,-3 13 14 0,-9 16 7 0,-10 24-2 15,-19 17 61-15,-19 14-86 16,-12 8-10-16,-12 0 23 16,-3-5-15-16,5-15 3 15,5-12-21-15,12-14 0 16,5-16 3-16,9-7-3 15,8-9-22-15,4-9-13 16,14 1-65-16,8-6-89 0,9-4-177 16,72-9-219-16</inkml:trace>
  <inkml:trace contextRef="#ctx0" brushRef="#br0" timeOffset="67680.92">16429 10574 1160 0,'0'5'522'15,"0"2"-354"-15,4 4-62 16,0-3 20-16,3-5-4 16,2-3-31-16,2-3 83 15,2-1-69-15,-3-4 14 16,0-2-1-16,-1 1-20 16,1-1 22-16,-8 3-63 15,0 5-42-15,-4 2 81 0,0 0-95 16,-4 2-1-16,-2 1 9 15,-3 5-3-15,1-1 12 16,-1 0-18-16,5-3 0 16,6-3-18-16,4-1 18 15,-4-1-59-15,2 1-95 16,-26-7-483-16</inkml:trace>
  <inkml:trace contextRef="#ctx0" brushRef="#br0" timeOffset="73464.45">10330 4150 1132 0,'0'0'308'0,"-4"0"-185"0,4 0-77 0,4-1 26 0,-4 1 41 0,0 0-76 0,0 0-1 16,0 0 8-16,0 0 16 15,0 0 0-15,0 0-17 16,0 0-23-16,0 0 82 15,0 0-60-15,0 0-9 16,0 0 21-16,0 0-17 16,0 0-5-16,0 0-3 15,0 0-28-15,11-10 47 16,-4 10-48-16,4-2-4 16,2 2 4-16,6 2 1 15,0 0 2-15,8 2-3 16,2 0 0-16,9 2 3 15,7 0-3-15,8 4 0 0,10-2 1 16,12 0 0-16,6 0 14 16,1-3-15-16,2 0 0 15,-5-5-6-15,-4-2 6 16,3-4-3-16,-2-6 3 16,4 4 0-16,0-6 1 15,-4 6-1-15,-5-2 0 16,-6 0-4-16,-5 3 4 15,-8 0-11-15,-2-5 11 16,-3 2 1-16,-2-5 10 16,-3 4-11-16,-2-3 0 15,1 3 0-15,1-3 0 16,0 0-9-16,5 2 9 16,4-2 1-16,11 2 8 0,2-4-9 15,-1 0 0-15,-3 4-3 16,-8-4 3-1,-10 6 0-15,-1-4 3 0,-6 2 6 16,1-4-3-16,-1-2-6 16,3 2 0-16,-2-4 6 15,-2 0 3-15,-1-2-9 16,0 1 13-16,-6 2-12 16,-7 1 34-16,0 0-35 15,-4 0 0-15,-5 0 57 16,-3-1-44-16,4-3-5 0,-3-6 14 15,-3 2-21 1,3-2 11-16,3 2-12 0,-2 2 0 16,1 0-9-16,3 2 9 15,-1 4 0 1,-3 2-2-16,-2-2 10 0,-1-4-2 16,-3-2-6-16,6-1 0 15,-6 3 4-15,-2-2-4 16,0 4 0-16,1-4 0 15,-1 0 1-15,0-4 8 16,0-2-9-16,0-6 0 16,0 2 4-16,-2-2-4 15,2 4-4-15,-2-1 2 0,-2 4 4 16,0 2 9-16,-2 4-11 16,-3 0 0-16,-1-1 15 15,-4-2-15-15,1 0 0 16,-1-4 0-16,2 2 8 15,-3-4-13 1,1 5 5-16,-1 2 0 0,-3-1 0 16,3 0 0-16,-5-1-1 15,0 1 1-15,-2 2 0 16,0 0-3-16,0 2 3 16,-2 4 0-16,1 0-2 15,2 4 2-15,-2-2-1 16,1 2 0-16,3 4 1 15,-6 0 0-15,1-2 0 16,-4 2 0-16,-5-2-1 0,-4 2 1 16,0-6-8-16,-3 0 7 15,-4 2 2-15,-1-2 5 16,-3 0-6-16,-3 4-4 16,-4-2 4-16,-1 4 0 15,-2-2-7-15,-2 3 7 16,7 1 0-16,2-2 9 15,5 5-9-15,-1-2-5 16,0 5 4-16,-1 0 1 16,1 2-8-16,-4 2 8 15,-3 0 0-15,4 2 2 16,-4 0-2-16,1 3-3 16,0 0 2-16,-2 0 1 0,1-2-1 15,1 4 0 1,2-4 2-16,0 2 3 15,-2 0-4-15,-1 6-9 16,4-4 9-16,-4 4 9 0,1-1-9 16,-3 2 0-16,1 0 2 15,-3 2 5-15,-2 0-7 16,-2 0-10-16,0 0 9 16,-2 4 1-16,1 2-1 15,-5 6 1-15,1 6 0 16,1 2-5-16,3 5 5 15,3-4-7-15,9 2 7 16,5-9 0-16,8-4 0 16,5-2 0-16,4 0 1 0,0 0 10 15,3 0-11-15,-2 4-8 16,3-2 7-16,1 2 2 16,-3 5-2-16,4 7 1 15,-6 7 0-15,0 12 12 16,-4 5-12-16,2 0-4 15,4-6 4-15,4-6 0 16,9-6 0-16,-1-5 0 16,5-3 1-16,2-4 9 15,-3 2-10-15,4 2-3 16,0 2 3-16,1 2 1 16,2 0 0-16,2 3-1 15,0-2 8-15,6 4-1 0,2-7-7 16,3-4-6-16,3 0 6 15,1-8 2-15,2 2 6 16,8 0-8-16,-5 2 0 16,7-1 10-16,0-6-10 15,0 1 0-15,4 0 0 16,2-3 15-16,3-3-4 16,-5-4-11-16,4-2 0 15,1-4 22-15,1 0-22 16,4 0 0-16,-1-2 2 15,2 0-2-15,3 2 4 16,-3-4-4-16,-2 2 0 16,-1 0 9-16,-10-2-9 0,2 0-3 15,-5 0 3-15,-4 0 1 16,3-2 6-16,-3-2-7 16,2-2 0-16,5 2 12 15,2 0-12-15,8-2-3 16,1 2 3-16,0 0 0 15,-2 2 12-15,-2 0-12 16,-5-2 0-16,-4 0 0 16,-1-2 0-16,-4 0-1 15,3 0 1-15,-7-2 1 16,-3 2 14-16,-6 0-15 16,-2 0 0-16,0-2 12 15,-3 2-12-15,3 0 0 16,-5 0 16-16,0-4 0 0,-2 4 22 15,0 0-38 1,0 0 0-16,0 4 23 0,0-4-23 16,0 0-8-16,-2 0 8 15,2 0 2-15,0 0-2 16,-2 0-5-16,2 0-67 16,-11 2-21-16,-10 6-289 15,-72 14-346-15</inkml:trace>
  <inkml:trace contextRef="#ctx0" brushRef="#br0" timeOffset="76481.92">13623 2805 1360 0,'0'-2'229'0,"0"0"-46"0,-2-2-94 0,2 0 7 0,-2-2 7 0,2 0-25 0,0 2 11 0,0 0-43 16,0 0-1-16,0 2 41 15,0 0-52-15,0 0 13 16,0-4-2-16,0 2-38 15,0 2 65-15,0 0-55 16,-3 0-16-16,6 2 33 16,-3 2-34-16,0 0-12 15,2 6-8-15,0 14 20 16,3 16-6-16,1 12 6 16,1 11 0-16,2-3 8 15,-2-8-8-15,1-4-1 0,2-10-8 16,-1-10 18-1,-5-4-1-15,-2-8-8 0,0-2-5 16,0-4 5-16,-2-2 1 16,3-2-1-16,-3 0 0 15,0 0 0-15,0 0 5 16,0-2-5-16,-3 4-5 16,3-4 5-16,-2 2 1 15,4-4 0-15,-2 0-1 16,0 0 1-16,3 2 14 15,-6-2-15-15,3 0-13 16,-2 0 12-16,2 4 2 16,-4 4-1-16,0 4 0 15,2 0 6-15,-2-1-6 16,4-6 0-16,4-1-5 0,-2 0 5 16,2 1 1-16,0-4 8 15,7 3-9-15,12-4 2 16,4-5 23-16,4-2-25 15,4 0 0-15,1-4 8 16,-9 5-7-16,-5 2-2 16,-9 0 0-16,-1 2 1 15,-6-4 20-15,-1 0-20 16,-1 0 0-16,0-2 0 16,3-4 1-16,-2 2 5 15,-1-8-6-15,3 0 0 16,-5-4 11-16,0-2-11 0,-2-4-14 15,-2-4 14-15,0-3 1 16,-7 2 3-16,2-2-4 16,-4 5 0-16,2 1 9 15,-5 2-9-15,4 3-10 16,1-2 9-16,-5 4 2 16,-1 2 1-16,3 2-2 15,1 6 0-15,-2 2-9 16,2 6 9-16,2 0-11 15,-2 2 11-15,-1 0 0 16,4 0 3-16,4 2-3 16,-5 0 0-16,1 0 4 15,-4 0-4-15,-2 0-15 0,-4 2 15 16,-2 2 1 0,-3 2-1-16,-5 0 0 0,-6 6-80 15,-6 2-53-15,-6 8-181 16,-84 46-347-16</inkml:trace>
  <inkml:trace contextRef="#ctx0" brushRef="#br0" timeOffset="102465.56">12924 2342 1165 0,'0'0'195'0,"0"0"-108"0,0 0-30 0,0 0 69 0,0 0-64 0,0-2-4 0,0 2 32 16,0-2-30-16,0 0-24 15,0 0 20-15,0 2-32 16,0-4 39-16,-3 4-41 15,3 0 4-15,0-4 50 16,3 2-44-16,-3-2-25 16,4-4-7-16,2-2 1 15,6-3 5-15,8-2-6 16,0-2 0-16,9 4 4 16,0-3-4-16,4 0-14 15,5-1 13-15,7 2 1 0,6-3 13 16,0 0-13-16,3 0 0 15,4-3 14-15,7 3-14 16,3 0 1-16,1 4-2 16,5 0 2-16,4 2 8 15,2-4-9-15,10 4 0 16,3-4 16-16,3 0-16 16,4 2-1-16,-7-2 1 15,-3 2 0-15,-5 0 5 16,-6 2-5-16,-5 2 0 15,-5-2 0-15,-4 2 0 0,-3-2-1 16,-4 2 1 0,-2-1 0-16,-4 0-3 0,-6 1 3 15,-4-2 0-15,1 3 6 16,-3 4-6-16,-3-4 0 16,3 4-1-16,5-2 2 15,7-1 7-15,8 5-8 16,-3-4-3-16,5 5 3 15,-4 0 0-15,-2 0-1 16,-4 2 1-16,-2 2 0 0,0 2 3 16,-1 0-3-1,2 2-3-15,3 0 3 0,1-1 1 16,-1-1-1-16,0-1 0 16,5 4 1-16,-1 1 3 15,9-1-4 1,3 0 0-16,7 1 0 0,8-2 1 15,0-1 0-15,1 2 13 16,-3 0-4-16,-7 0 25 16,-11-1-35-1,-5 3-4-15,-7 2 2 0,-2-4 2 16,1 6 0-16,-4-3-7 16,6 2 17-16,0-2-7 15,6 4-3-15,2-4 0 16,5 2 17-16,-3-4-4 15,5 4-2-15,-4 0-11 16,-5 2 9-16,-9 2 3 16,-11 4-12-16,-4 0-3 0,-11-2 3 15,-5-2 9-15,-7-6-8 16,-4-4-1-16,0-2 7 16,-7 0 38-16,-2-2-25 15,0-2 1-15,0 0 31 16,2-2-14-16,-2 2-13 15,0-4 7-15,3 2-31 16,1 0 56-16,0-2-57 16,1-2 0-16,2-4 0 15,-3 0 6-15,-2-2-4 16,1 2-2-16,-6-6 1 16,3 4 11-16,-4-4-12 15,0 2-12-15,-1-2 12 16,-2 2 0-16,3 2 0 0,2 0 0 15,-1 6 2-15,3-3 10 16,-2 2-12-16,2 5-6 16,0-2 6-16,2 2 9 15,-2 2-9-15,3-3-1 16,-3 2 1-16,2-1 14 16,0 0-14-16,-2 2-11 15,0 0 11-15,0 0 0 16,0 0 18-16,0 0-18 15,0-2 1-15,0 2 11 16,0 0-12-16,0 0 0 16,-2 0 20-16,2 0-12 15,0 0 7-15,0 0-15 0,0 0 0 16,0 0 35 0,-2-2-35-16,-1-2-6 0,1-1 6 15,0 4 7-15,0-3-7 16,-5 2-1-16,4-2 1 15,-1 2-11-15,2 2 11 16,2 0-9-16,0 0 9 16,0 0 2-16,0 0-2 15,2 0-3-15,-2 0-17 16,2 2-8-16,6 2 22 16,5 6 6-16,5 5 4 15,6 2-3-15,0-3 8 0,5 2-9 16,0-4 0-1,-4 2 6-15,-2-4-6 0,-6 0-7 16,-1-2 7-16,-8-2 0 16,-1 0 1-16,-5-2-1 15,1 0 0-15,-3-2-12 16,0 0 12-16,0 2-15 16,-5 2 15-1,3-2 1-15,-3 0 5 0,-3 2-6 16,-3 0 0-16,-3 4 12 15,-6-2-12-15,-11 4 0 16,-5 0 6-16,-2 0-5 16,3-2 23-16,6 2-24 0,2-4 0 15,7-2-8-15,2 6 8 16,2-3-12-16,-1 5 12 16,1 1-142-16,5 6-308 15,13 16-579-15</inkml:trace>
  <inkml:trace contextRef="#ctx0" brushRef="#br0" timeOffset="103800.05">18975 2153 996 0,'-5'-4'274'0,"5"0"-127"0,-2-6 45 0,0 2-82 0,-2 2 17 0,4-4-4 0,-3 2-18 0,-1 2 20 16,2-4-41-16,0 6 6 15,-4 0 33-15,4 2-74 16,-4 2-35-16,-7 4-14 15,-12 10 1-15,-4 2-3 16,0 8 2-16,2 3 0 16,10-1-4-16,3-5 4 15,10 0-20-15,6-9 1 16,-2-6-26-16,4-6 34 16,1 0-13-16,4 0 24 15,2-6 20-15,3-2-20 16,1-2 1-16,1-5-1 0,-3 5 8 15,-6 6 21-15,1 3-29 16,2 9-15-16,3 11 15 16,14 20 8-16,2 19 1 15,8 10-9-15,1 12 16 16,-2 5-4-16,0-8-12 16,-9-6 0-16,-10-15 2 15,-7-12-2-15,-10-6-8 16,-16-8 7-16,-18-6-20 15,-11-6 12-15,-10-10-31 16,-3-8 35-16,4-10 5 16,10-10 14-16,8-8 14 15,16-12-17-15,9-8 10 0,14-8 7 16,16-2-28 0,19 0 0-16,11 0 0 0,7 9 0 15,6 3-4-15,-3 12-2 16,-4 6 12-16,-4 6-3 15,-13 8-3-15,-14 4-2 16,-5 0 2-16,-9 6 1 16,-5-2-1-16,-3-2 0 15,0 0 8-15,-2-2 16 16,-2 4-24-16,0-2 0 16,0 4 0-16,-1 4 10 15,3 0-10-15,0 2-1 16,-2-2-16-16,2 2-1 15,-2 2 18-15,-2 2-7 0,-3 2-1 16,2 2 8-16,5 2 0 16,3 4-1-16,4-2 6 15,-1 4-13-15,5-6 8 16,1-2-1-16,1-2 1 16,-2-4 13-16,4-4-12 15,6 0-1-15,1-6 17 16,4-4-4-16,-1-4-13 15,0-2 0-15,-1 0 6 16,-6-2-4-16,0-4-2 16,-2 0-1-16,-5 2 1 0,-5 6-23 15,-6 0 23 1,-2 7-28-16,-4 2 28 0,-8 5-24 16,-9 4 13-1,2 4-2-15,-2 8 13 0,5 6-6 16,7 4 6-16,11 0-21 15,9-2 15-15,7-2-8 16,4-8 14-16,8-2-6 16,6-6 18-16,4-6 11 15,0-2-23-15,-7-6-2 16,2-4 2-16,-4-2 12 16,-6-4-4-16,-5-4-4 15,-7 0 4-15,-9-2 56 16,-6 3-64-16,-10 3-13 15,-12 7 5-15,3 4-1 16,-6 2 9-16,2 5-11 16,5 4-25-16,0 0 18 15,8 2-165-15,6 2-109 16,-13 2-370-16</inkml:trace>
  <inkml:trace contextRef="#ctx0" brushRef="#br0" timeOffset="104932.2">20017 2151 1510 0,'0'-3'194'0,"0"0"-80"0,2-3 48 0,-4 2 27 0,2 4-29 0,0-2-28 0,-2 2-51 16,2 0 45-16,0 0-78 16,0 2-48-16,0 12-21 15,0 14 21-15,2 21 39 16,8 19-39-16,-4 8 1 15,5 4 27-15,-2-2-28 16,5-14-5-16,-6-7 4 16,-1-15 2-16,0-18-10 15,-7-12 9-15,0-8-16 16,-2-6 10-16,-5-8 6 16,-4-10-48-16,-8-8 47 15,0-15-2-15,-3-7-16 0,1-4 19 16,0-10-52-16,5-2 51 15,9 0-69-15,9 8 3 16,15 8 4-16,11 14-17 16,10 11 62-16,6 11-21 15,1 13 24-15,0 6 2 16,-4 13 13-16,-2 9-9 16,-3 7 7-16,-7 4 4 15,-8-2 10-15,-7-4-12 16,-10-6 0-16,-6-8 43 15,-8 0 25-15,-13 0-28 16,-8-2 0-16,-9-2-39 16,-14-4 35-16,0-4-36 0,1-8 0 15,6-6-25 1,14-4-49-16,15-8-211 0,34-64-770 16</inkml:trace>
  <inkml:trace contextRef="#ctx0" brushRef="#br0" timeOffset="105581.85">20590 1919 1643 0,'0'-5'230'0,"0"0"-65"0,0-8 45 0,0 0-26 0,-2 1-82 0,2 1 39 0,0 4-64 0,-2 7 31 0,2 0-107 15,0 2-1-15,-4 12-18 16,-3 18 6-16,-7 16 12 15,4 20 0-15,3 4 2 16,7-4 22-16,1-4-24 16,7-11 0-16,-2-11 4 15,-1-12-4-15,1-12 0 0,0-8-14 16,-2-6-74-16,0 0 74 16,5-8-44-16,4-4-4 15,9-10-11-15,-2-6 22 16,3-6-21-16,-4-8-3 15,0 2-17-15,-6 6 80 16,-5 12 6-16,-5 9-6 16,-3 13-6-16,-3 9 2 15,-1 10 16-15,0 12-6 16,4-3 12-16,2-4 13 16,4-4-19-16,8-6 0 15,-3-10 13-15,3-6 8 16,3-4-5-16,1-6-1 0,0-6-6 15,2-2 41 1,-9-4-31-16,-4-3 8 0,-7-2 26 16,-8-1-1-1,-11-3-52-15,-10 5-3 0,-6 8-49 16,-8 4 26-16,1 17-101 16,9 0-76-16,14 8-25 15,35 6-453-15</inkml:trace>
  <inkml:trace contextRef="#ctx0" brushRef="#br0" timeOffset="106048.3">20936 1755 1652 0,'2'-4'225'0,"-2"-1"-65"0,0-1 50 0,2 4-120 0,-2 2-61 0,0 2-28 0,3 13 13 16,6 13 38-16,1 17 61 15,1 18-94-15,5-1 47 16,2 2-58-16,2-2-7 16,-2-8 12-16,-3-3-12 15,-1-11 10-15,-3-12-11 16,-2-9 0-16,-6-8-20 15,3-5 20-15,-4-5-3 16,3-8 3-16,1-4 14 0,7-11-8 16,-3-3-6-16,1-8 0 15,-5 4-18-15,-2 6 18 16,4 10-35-16,-8 6 16 16,2 9-20-16,2 8 4 15,5 8 11-15,5 6 24 16,3 5-3-16,3-3 3 15,3-5-57 1,-1-3 11-16,0-5-13 0,-2-5-28 16,-2-4-57-16,-6-4-16 15,-6-6 11-15,-8-6-41 16,-29-32-363-16</inkml:trace>
  <inkml:trace contextRef="#ctx0" brushRef="#br0" timeOffset="106200.38">21162 1987 1309 0,'0'-16'366'15,"6"2"-128"-15,0-14-17 16,7 4-46-16,5 2-119 16,9 8-49-16,7 0 52 15,3 8-59-15,3 2-9 16,-9 4 9-16,-2 4-182 16,5 24-199-16</inkml:trace>
  <inkml:trace contextRef="#ctx0" brushRef="#br0" timeOffset="106398.69">21279 1932 1661 0,'0'0'358'0,"0"0"-289"15,0-1 92-15,2 1-46 16,0 0-59-16,-2 1 5 15,2 2-28-15,-2-1-18 16,3 2-15-16,4 2-144 16,-5 8-66-16,15 16-268 15</inkml:trace>
  <inkml:trace contextRef="#ctx0" brushRef="#br0" timeOffset="107198.54">21686 2061 621 0,'-2'2'1197'0,"0"-2"-1050"16,-5 2 6-16,-10 2-69 16,-8 10-61-16,-8 2 40 15,-3 4-23-15,7-4-7 16,11 2-16-16,12-4-10 15,4 0 0-15,6 0-7 16,9-3 0-16,9 3 25 0,10-4-25 16,12-5-33-16,12-1-52 15,4-8-43-15,2-3 5 16,-4-4 6-16,-2-8-9 16,2-2 81-16,-12-5 9 15,-5 1 36-15,-17 0 8 16,-8 5 1-16,-16 4 111 15,-11 8-78-15,-7 4-2 16,-15 8 37-16,-9 8-44 16,-8 8-12-16,3 10-3 15,9 0-17-15,9-2 24 16,16-2-25-16,9-3 0 16,4-5 40-16,9-6-5 15,4-4 20-15,9-6 5 0,9-4-46 16,8-10 32-16,3-6-46 15,0 0 0-15,-9-7 9 16,1 1-9-16,-10 2-12 16,-5 4 11-16,-9 4-9 15,-1 8-7-15,-8 2 17 16,-1 2-27-16,0 4 26 16,3-2-14-16,0 2 7 15,2 0 8-15,6-2 0 16,1 0 39-16,11-6-39 15,4-8 0-15,0-6 12 16,2-4-11-16,-2-2 17 0,-6-4 0 16,0-4-9-1,-3-6 89-15,-5-2-73 0,-1 2 23 16,-12 3 3 0,-8 12-24-16,-1 7-7 0,-1 13-20 15,-4 10 7-15,-6 8-20 16,2 14 13-16,-1 9-15 15,16 8 9-15,5 4 7 16,7 0-1-16,11 0 0 16,0 2 2-16,7-4-25 15,0 0 10-15,0-4-49 16,1-6-53-16,-1-1-128 0,-3-9-38 16,24-2-515-1</inkml:trace>
  <inkml:trace contextRef="#ctx0" brushRef="#br0" timeOffset="107531.57">19957 3064 1678 0,'0'0'216'0,"0"0"-76"0,2-2-1 0,6-3-10 0,7-2-70 0,5-7-5 0,16-5 91 15,13 4-95-15,8-3-37 16,13 1 13-16,5 3-20 15,4 0-6-15,-4 5-14 16,-6 2-136-16,-11 14-42 16,-20 1-123-16,-16 10-65 15,-51 43-785-15</inkml:trace>
  <inkml:trace contextRef="#ctx0" brushRef="#br0" timeOffset="107665.23">20256 3122 549 0,'-25'-2'1124'16,"6"2"-799"-16,-14-4-89 0,14 4 20 15,13-2-109-15,8 2-75 16,2 2 27-16,9-4-82 16,21 2-7-16,15-2-10 15,22 2-177-15,146-6-449 16</inkml:trace>
  <inkml:trace contextRef="#ctx0" brushRef="#br0" timeOffset="108316.19">18850 3613 1865 0,'-2'0'287'0,"2"0"-214"0,-3 6-29 0,1 6-34 0,0 12-10 0,-6 14 81 16,1 11-66-16,-1 2 27 16,4 4-3-16,0-9-25 15,6-6 20-15,2-10-34 16,6-10 1-16,5-4 51 15,1-8-17-15,10-4 1 16,8-4 4-16,11-6-16 16,10-6 20-16,6-2-44 15,3-4-2-15,-4-2-29 16,-4 2-43-16,-14 2-199 16,-15 0-78-16,-36-14-513 15</inkml:trace>
  <inkml:trace contextRef="#ctx0" brushRef="#br0" timeOffset="108482.69">18872 3850 1804 0,'3'-4'326'0,"8"0"-235"16,9-4-38-16,9-1 19 16,11 2-62-16,5 1 48 15,6 0-58-15,2 2-23 16,-6 2-41-16,-5 0-203 15,14-8-337-15</inkml:trace>
  <inkml:trace contextRef="#ctx0" brushRef="#br0" timeOffset="108648.66">18933 3639 1923 0,'6'-2'224'0,"6"-4"-103"16,15-2-88-16,15-4-1 15,14 4-19-15,12 2 4 16,8 2-34-16,0 2-1 16,2 4-238-16,73 2-495 15</inkml:trace>
  <inkml:trace contextRef="#ctx0" brushRef="#br0" timeOffset="108915.37">19628 3703 1634 0,'-16'9'357'0,"1"6"-297"0,-14 11-19 15,-2 13 35-15,4 3-37 16,11-2-24-16,9 0 6 15,14-6-12-15,9-2 23 16,17-10-32-16,17-8 1 16,12-4-9-16,11-10-85 15,0-10-106-15,110-38-368 16</inkml:trace>
  <inkml:trace contextRef="#ctx0" brushRef="#br0" timeOffset="109299.09">20146 3727 1284 0,'-8'8'339'0,"1"5"-193"16,-6 6-22-16,-3 7-4 15,6-3 41-15,2-3-97 16,6-4 1-16,7-2 13 0,2-4-26 16,3 2 1-16,11-4-11 15,6-4-36-15,4-4 61 16,4-4-67-16,1-4 1 16,-3-2 20-16,-10-2 17 15,-6-4 13-15,-9 2-5 16,-8-2-38-16,-10-2 47 15,-15 0-55-15,-8 1-25 16,-16 3 8-16,-6 7-47 16,-4 0-107-16,13 2-104 15,-1-17-259-15</inkml:trace>
  <inkml:trace contextRef="#ctx0" brushRef="#br0" timeOffset="110504.3">20490 3748 1886 0,'3'1'239'0,"1"6"-202"15,7 8 47-15,3 10 9 16,5 1-49-16,-1 6 8 16,-1 0-46-16,0-4 2 15,-7-6 25-15,-2-4-33 16,-6-10 0-16,2-6 19 0,-4-6 35 16,-4-8 11-16,2-6-65 15,-3-10 0-15,2-4 10 16,6-2-10-16,2-4-15 15,8 4-36-15,9 0-69 16,12 10 29-16,5 9 19 16,7 12 21-16,0 13 37 15,-4 4 11-15,-1 9-5 16,-8 8 8-16,-2-1 1 16,-10 2-1-16,-9 0-8 15,-1-6 8-15,-6-4 12 16,-2-8-3-16,-1-4 14 0,0-4 13 15,0-4-9-15,-2-2 37 16,2-2-37-16,3 2-26 16,3-4 81-16,10-4-68 15,9-4-4-15,9-6 1 16,2-4-10-16,1-4 13 16,2-4-14-16,-3-6 0 15,-3 3 5-15,-8 5-5 16,-10 5-1-16,-9 2-5 15,-16 6-57-15,-13 4 57 16,-6 5-15-16,-13 4 21 16,-7 8-14-16,-3 8 14 0,8 7-11 15,7 4 10-15,6 5-1 16,14 1-13-16,5 1-2 16,12-6 17-16,12-2-13 15,-1-4 13-15,10-8 0 16,2-6 0-16,4-4 1 15,2-8 38-15,-2-6-39 16,0-2 1-16,-4-4 22 16,-2-6-22-16,0-1 0 15,-6 2-2-15,1-1-44 16,3 5-14-16,-2 9-40 16,4 5-42-16,-1 9 75 15,5 1 3-15,-5 8 44 0,-4 5 11 16,-5 4 8-1,-1 0 33-15,-10 0 0 0,0-2-3 16,-4-8 48-16,2-4-27 16,-2-4 18-16,-1-4 59 15,-2 0-13-15,5-4 44 16,-2-6-60-16,2-4-98 16,2-8-1-16,8-6-5 15,7 1-47-15,10 1-4 16,4 1-62-16,7 4 41 15,0 7-2-15,-9 10 38 16,-9 6 31-16,-4 9 2 16,-12 4-10-16,-2 6 18 0,-2-3 0 15,2 1 3 1,3-5-3-16,-3-3 0 16,2-5 8-16,2-2 1 15,2-8-8-15,1 2 18 0,7-6-17 16,3-2 50-16,2-6-50 15,3-5-2-15,-1 0 52 16,-1-1-38-16,-6 5-13 16,-8 3-1-16,-1 6 7 15,-2 6-19-15,-5 4 12 16,1 2-39-16,2 4 39 16,4 8 4-16,1 2-2 15,2 0-4-15,3 3 4 16,-2-3 2-16,-4-6-4 0,2-1-12 15,-1-4-15 1,3-3-166-16,16-15-103 0</inkml:trace>
  <inkml:trace contextRef="#ctx0" brushRef="#br0" timeOffset="110669.32">21965 3359 1899 0,'-3'-10'493'0,"3"3"-392"0,-3-1 98 0,6 5-73 0,-3 3-79 0,0 0-47 16,3 0-12-16,-3 6-2 15,7 3-175-15,4 12-87 0,36 57-391 16</inkml:trace>
  <inkml:trace contextRef="#ctx0" brushRef="#br0" timeOffset="110897.98">22292 3645 2109 0,'-2'3'310'16,"2"-3"-230"-16,-11 5-17 16,-9 9-3-16,-3 4-36 15,-6 4 60-15,10 1-60 16,5-5-11-16,12 0 17 15,8-2-30-15,15 2 13 0,12 0-13 16,17-6-60-16,126-20-241 16</inkml:trace>
  <inkml:trace contextRef="#ctx0" brushRef="#br0" timeOffset="111615.32">19991 4435 1587 0,'-7'-1'197'0,"5"1"-104"0,-9-3 129 0,7 3-24 0,2 0-3 0,0 0-54 16,6 0-44-16,0 0 46 0,0-1-125 16,9 1-17-1,8-5 28-15,14 3-28 0,15-2-1 16,-2 2-30-16,-3 2-121 15,-18 2 26-15,-14 0-131 16,-19 8 49-16,-21 2 178 16,-21 6 29-16,-9 2 18 15,-7-5-17-15,8-4 43 16,20-7 167-16,18-4-10 16,16 0-85-16,6 0-50 15,23 0-59-15,25 0 4 16,30 3-11-16,96 0-318 15,74-17-981-15</inkml:trace>
  <inkml:trace contextRef="#ctx0" brushRef="#br0" timeOffset="124115.69">12821 3124 1676 0,'0'0'273'0,"0"0"-97"0,0 0-61 0,0-2-14 0,-2 2 35 0,2 0-10 16,-3 0-30-16,3 0-39 15,-2 0-56-15,2 0 65 16,0 2-66-16,0-2-10 16,0 0 8-16,0 0-1 15,2 0 2-15,-2 0-38 16,0 0-89-16,-2 0-77 15,-2 0-178-15,-36-16-702 0</inkml:trace>
  <inkml:trace contextRef="#ctx0" brushRef="#br0" timeOffset="124949.25">13055 2811 777 0,'-2'-4'612'16,"-1"4"-391"-16,1-2-131 16,-2 0 4-16,2 2 4 15,2 2-64-15,0-2 31 16,-2 2-8-16,-6 2-30 16,0 2 47-16,-3 8-74 15,-5 6 0-15,1 10 12 16,1-2-6-16,7 2-6 15,7 1 12-15,2-5-6 16,5-2 31-16,2-6-19 16,4-4-7-16,6-6 46 15,-4-4-48-15,7-6-8 16,-1-3-1-16,2-4 0 16,0-5 30-16,0-4-30 15,-3-2 0-15,-1-2 29 0,-7 4-29 16,-3-3-9-16,-5 5 9 15,-4 9 0-15,0 2 19 16,-2 3-19-16,0 2 1 16,2 2-22-16,-5 3 13 15,3 4-1-15,-3 5 9 16,1-1-15-16,4-2 8 16,4-7-35-16,1 0-34 0,2-4 75 15,8-1-16 1,-1-8 17-16,4-4 0 0,6-10 18 15,-4-3-21 1,5 0 3-16,-1-4-14 0,0-2 7 16,1 8 7-1,-7 6-6-15,-3 8 0 0,-4 6-18 16,-1 8 18-16,0 4-17 16,7 2 23-16,-4 6 14 15,-1-4-14-15,5 0-10 16,-6-4 4-16,7-4 12 15,0-2 9-15,1-8-15 16,6-4 0-16,-3-6 12 16,5-8-11-16,-2 0 0 15,1-2-2-15,-1 2-11 0,-5 4 3 16,-5 6-114-16,-3 8-48 16,5 10-113-1</inkml:trace>
  <inkml:trace contextRef="#ctx0" brushRef="#br0" timeOffset="125382.67">13343 3186 1766 0,'0'0'243'0,"0"0"-188"0,0 0-55 0,0 2 15 0,-3-2-34 0,-2 4 4 0,1 2-119 15,4 6-43-15,12 24-974 16</inkml:trace>
  <inkml:trace contextRef="#ctx0" brushRef="#br0" timeOffset="125569.2">14486 2967 2077 0,'0'0'218'0,"-2"0"-148"0,-1 3-70 15,-4-3-96-15,0 4-78 16,-1 3-27-16,-44 6-557 16</inkml:trace>
  <inkml:trace contextRef="#ctx0" brushRef="#br0" timeOffset="127149.62">12504 3932 696 0,'0'0'737'0,"-2"-6"-648"0,2 2 19 0,0 0 10 0,0 0-26 15,0 0 25-15,-2 2-23 0,2 0 7 16,0 2 4-16,0 0-47 16,-2 0-23-16,2 2-5 15,0 0-29-15,0-2 25 16,2 4-26-16,4 8 0 15,11 8 28-15,9 14-14 16,10 6-14-16,6 8 0 16,5 8 8-16,5 1 10 15,3 1-18-15,3-4 0 16,4-4-5-16,3-6 6 16,1 0-2-16,6-5 0 15,1-2 1-15,1-1 6 16,2 3-6-16,2-5 0 0,4 4 4 15,5 2-4 1,2-4-8-16,3-2 7 0,3-7 2 16,-1-8 4-1,-5-6-5-15,-6-5-8 0,-10-1-8 16,-11-3 10-16,1 0-21 16,-5-1 15-16,2 0 12 15,0 4-8-15,-2-2 8 16,-7 2-6-16,-2-1-9 15,-8 2 11-15,-13-4-20 16,-5-2 22-16,-13-2 2 16,-4-2 12-16,-4 2-6 0,-4 0-6 15,-4-7 42-15,-2-2-36 16,-3-4-5-16,-5-5-1 16,1 0 20-16,-3 0-2 15,5 3-18-15,1 0-2 16,3 5 2-1,1 0 0-15,3 4 1 0,3 0-10 16,-1-2 23-16,2 2-14 16,1 0 0-16,0 0-39 15,-3-2 39-15,6 4-6 16,-3 4-5-16,0-2-7 16,1 2 14-16,2 0-22 15,1 0 26-15,7 0-21 16,-2 0 21-16,5-2 1 0,-1 2 0 15,3-2-1-15,-5 2 0 16,-2-2 15-16,4 2-15 16,-9 0 0-16,1-2 8 15,-1 2-1-15,-2 0-6 16,0 0-1-16,4 0 9 16,0 0-6-16,1 4-3 15,7 0-6-15,-1 4 6 16,-1 6 1-16,7 2 0 15,-4 0-1-15,3 2 0 16,-5-2 8-16,-1-2-8 16,-4-2 0-16,1-6 0 15,-5-2 1-15,-2 2 0 16,-2-6-1-16,0 2 0 16,-2-2 44-16,-2 0-23 15,-2 2-14-15,-7 5 55 0,-10-2-37 16,-6 8-13-16,-6-3-12 15,-1-1 1-15,7 0 7 16,0-4-8-16,4 2-129 16,8 3-113-16,-14-2-325 15</inkml:trace>
  <inkml:trace contextRef="#ctx0" brushRef="#br0" timeOffset="128817.04">15544 4626 870 0,'-2'0'796'0,"-1"0"-710"0,-3 0-35 0,6 0 1 0,-2 2-11 0,0-4 5 0,-3 2-16 16,2 0 80-16,-1-2-62 15,-3 4-27-15,-3 6 31 16,-15 10-50-16,-8 16-2 15,-13 16 16-15,0 14-7 16,3 3 2-16,12-3-11 16,18-14-9-16,13-12-8 0,7-16-44 15,11-14 22-15,3-20 27 16,14-18 24-16,0-12-9 16,3-10-3-16,-1-2 0 15,-10-5 16-15,-4 3-15 16,-6-4 13-16,-1 2 25 15,-9-7-27-15,-5 2 41 16,-2 0-53-16,-4-1 0 16,1 6 6-16,-3 12 0 15,4 12-6-15,-4 18 33 16,5 8-33-16,-2 14 0 0,1 12-8 16,0 24 8-16,0 20 24 15,4 18-17-15,2 10-7 16,14-1-1-16,3-9 1 15,10-14 0-15,4-14 0 16,3-18 0-16,-2-10 10 16,1-13-10-16,2-14-1 15,1-12-7-15,-3-7 8 16,-1-9 11-16,-5-5-11 16,-11-2-12-16,-7-2 11 15,-3 2 1-15,-10 8-3 16,-7 10-3-16,0 12 2 15,-2 8-20-15,-5 16 24 16,-9 10-9-16,-2 14 8 16,-2 6 1-16,9 0-6 0,7-10-2 15,11-12-51-15,7-6 58 16,4-11-25-16,-2-6 26 16,2-5 20-16,7-7 1 15,-1-6 1-15,6-7-14 16,-3-8 2-16,-7 0 28 15,1-2-38-15,-7 10-1 16,-5 10 1-16,-2 10 0 16,-2 4-8-16,2 4-37 15,2 8 17-15,4 6 10 16,4 4-65-16,5-4-79 16,5-10 119-16,1-8 26 15,5-8 17-15,0-10-7 0,-1-6 14 16,2-6 65-16,-10 2-27 15,4-6 59-15,-6 0-20 16,-1-2-36-16,-3 0 9 16,-2-7 4-16,-5 1-55 15,1-2 65-15,-1 6-19 16,-4 4-1-16,2 10 8 16,-2 10-17-16,-2 6-2 15,2 8-40-15,-2 10-26 16,2 10 13-16,0 14 13 15,2 14-2-15,5 5 2 16,6-2 1-16,5-2-1 16,6-5-24-16,-3-2-36 15,3-6 52-15,-8-6-125 0,-1-8-68 16,-10-8-57-16,-10-4-60 16,-37-34-423-16</inkml:trace>
  <inkml:trace contextRef="#ctx0" brushRef="#br0" timeOffset="128949.35">16252 4590 1024 0,'-21'-16'370'0,"-2"-2"-122"0,-13-17-32 0,8 7-74 0,14 5 74 0,16 1-111 0,14 4-97 0,15-1 34 15,11 1-42-15,5 2-15 16,4 6-2-16,3 6-143 16,2 0-41-16,86-4-429 15</inkml:trace>
  <inkml:trace contextRef="#ctx0" brushRef="#br0" timeOffset="129234.33">16620 4510 1699 0,'-11'10'213'16,"4"2"-162"-16,-8 10-13 16,10-4-32-16,3-8-5 15,4-4 92-15,5-4-45 16,4-2 20-16,2-4 68 15,7-7-53-15,7-7-20 16,4-7-63-16,0-4 0 16,-4-3 24-16,-2 6-24 0,-10 2 0 15,-3 8-1 1,-2 2 2-16,-1 10-2 0,1 6-13 16,0 7-4-16,9 6-13 15,1 7 11-15,4 4-107 16,-6 5-41-16,7 49-159 15</inkml:trace>
  <inkml:trace contextRef="#ctx0" brushRef="#br0" timeOffset="129532.7">15399 5426 1164 0,'2'0'649'0,"3"-2"-586"15,10-2-40-15,8 0 97 16,10-4-2-16,11-6-32 15,10 2-61-15,6-4-23 16,2-2 2-16,-1 6-4 16,-12 4-154-16,-20 14-101 15,-54 42-486-15</inkml:trace>
  <inkml:trace contextRef="#ctx0" brushRef="#br0" timeOffset="129649.48">15399 5606 1753 0,'11'-2'580'15,"4"-3"-538"-15,21-8 1 16,18-5-43-16,12-2-6 16,8-2-109-16,134-50-224 15</inkml:trace>
  <inkml:trace contextRef="#ctx0" brushRef="#br0" timeOffset="136417.1">14628 4827 1118 0,'0'-3'174'0,"0"3"-85"0,0-1 8 0,-2 1 28 0,2 0-22 0,0 0-19 0,-3 0-25 0,3 0 7 16,-2 0-53-16,2 0 2 15,-2 1 12-15,0 2-27 16,-2 6 0-16,-8 7-1 15,3 10 12-15,-4 6 4 16,1 1-15-16,2-5 0 16,3-2 2-16,3-6-2 15,2 0-10-15,2-6 9 16,-3-6 2-16,6-2-7 16,-1-6 6-16,-2 2-4 15,0-2-13-15,2 0 17 16,0 0-1-16,5-2 0 15,6-4 1-15,-2-2 19 0,5-6-19 16,4-2 0-16,0-2-14 16,6-2 14-16,1-2-6 15,0 0 6-15,2 1 0 16,-4 3 0-16,-1 9 0 16,-6 0 0-16,-2 1-10 15,-8 7 10-15,-3-1-9 16,-3 2 8-16,-4 2-8 0,-1-2-6 15,3 0 9 1,-2 1-15-16,-2 2 20 0,2-2 1 16,-2 6 0-1,-3-3 0-15,0-1 6 0,4 0-9 16,1-2 3-16,0-1 0 16,2 0-4-16,0 0 4 15,-2 3 0-15,0-3-15 16,0 0-3-16,-3 0 1 15,1-3-11-15,-1 2-2 16,0 1 24-16,1-3-35 16,-2 3-49-16,1 0-48 15,-1 3-31-15,-10 1-139 16</inkml:trace>
  <inkml:trace contextRef="#ctx0" brushRef="#br0" timeOffset="146636.81">9367 3106 576 0,'10'-6'232'0,"-2"-2"-206"0,15-8-26 0,-4-4-1 0,8-2 1 15,-4-5 5-15,4 4-5 16,-3-5-65-16,43-53-166 0</inkml:trace>
  <inkml:trace contextRef="#ctx0" brushRef="#br0" timeOffset="148566.28">9586 3720 1195 0,'0'-3'366'0,"-2"3"-228"0,2-5-75 0,-3 2 62 0,2 1-58 0,-2 1 64 15,1-2-35-15,2 2-54 16,-3-2 28-16,1 3-41 15,4 0-2-15,-4 0-9 16,2 0-17-16,0 0 34 16,-2 0-34-16,-7-1 8 15,-2-2-3-15,-9 3-6 16,-9 3-14-16,-12 1 13 16,-7-3-26-16,-17 3 21 15,-15 1-6-15,-16-1 12 16,-76 0 5-16,-41-4-5 15,-23-4-1-15,71 0 0 0,4 1 1 16,1 6 57-16,-17 1-40 16,6 4-16-16,2 2 38 15,16-1-38-15,14 1-1 16,1 3 20-16,13 3-11 16,2 4 12-16,63-8-21 15,5-2 0-15,4 2 0 16,-57 10 1-16,8-2-1 15,9 2 0-15,2 2 0 16,7-4 6-16,8 2-6 16,9-2 0-16,10-2-3 15,8 2 3-15,-2 0-9 16,0 2 3-16,-5 3 12 0,5-2-9 16,3 0 3-1,-2-1 0-15,4-2 4 0,-1-2-3 16,3 2-1-16,2-8 0 15,5 0 12-15,1-6 4 16,12-6-16-16,2 0 0 16,5 0 2-16,5 0-2 15,1-2-2-15,1 4 2 16,-4-2 0-16,1 4 3 16,-9 2-3-16,-2 4-13 15,-5 2 11-15,3 0 2 16,-5-4 0-16,4 0-1 15,8-2 9-15,0-4 1 16,5 0-9-16,1-4 0 16,5 2 0-16,4 0 0 0,2-2 1 15,2 2-2-15,1-2-5 16,-1-6-22-16,-2 2 5 16,0 0 7-16,1-4 15 15,-1 4 1-15,3-2-18 16,2-2 18-16,-2-2 0 15,3-4 1-15,3-4-1 16,-1-2 0-16,2 3 6 16,-4-3-6-16,1 4 6 15,-1 4-6-15,0 5 12 16,-4 4-6-16,-2 4-6 16,0 1-31-16,-6 3 13 0,-2 8-9 15,-3 11 27-15,-7 14-1 16,-7 4 15-16,-3 0-10 15,6-8-4-15,1-4 0 16,8-14 8-16,-1-2-2 16,3-4-6-16,1 0 0 15,-2 0 9-15,3-2-4 16,3-2-5-16,4 0-14 16,2-4 5-16,4 0 8 15,5-4-28-15,9-4 16 16,13-4 26-16,7 2 13 15,4-2-26-15,1 8-11 16,-6 6 10-16,-3 8 1 0,-8 2-3 16,-3 4-3-1,-6-6 12-15,-1 0-27 0,-5-4 21 16,-4-2-15 0,-3-1 15-16,-2-3 8 0,-4-3 10 15,0-3 45-15,-5-10-62 16,-1-8 49-16,-8-8-41 15,3-8 3-15,-2 2 24 16,1-6-20-16,3-1-16 16,-3 8 0-16,5 5 1 15,1 7-28-15,2 7 27 16,4 8-99-16,2 6-41 16,4 6-194-16,13 31-165 15</inkml:trace>
  <inkml:trace contextRef="#ctx0" brushRef="#br0" timeOffset="149567.01">1602 4517 1405 0,'0'-1'291'0,"0"1"-226"0,-2 0-14 0,2 0 45 0,0 0 37 0,2 0 4 16,-2 0-64-16,2-2-26 16,4 2 31-16,-2-4-78 15,7 0 0-15,3-6-5 16,7-1 14-16,0 0-12 0,-1 0 3 15,-5 4 0-15,-6 0 3 16,-5 3-3-16,-1 2 0 16,-3 2 5-16,-3 0-4 15,-1 2-2-15,-7 1-17 16,-14 6 11-16,-8 5-11 16,-11 17 18-16,-8 6-5 15,5 10-1-15,7 3 12 16,13 0-15-16,10-2 6 15,15-6 3-15,11-4-19 16,13-10 19-16,9-10 0 16,9-14 15-16,10-13-14 15,10-10 20-15,9-11-21 16,-3 0 0-16,1-2-28 16,-9-4-115-16,62-60-187 0</inkml:trace>
  <inkml:trace contextRef="#ctx0" brushRef="#br0" timeOffset="150233.22">1970 4235 966 0,'0'4'836'0,"4"4"-734"0,8 8-91 0,1 10-4 0,3 8 37 0,1 2-38 0,-3 3-5 0,-3-6 8 0,-2-3-8 15,0-7 10-15,-6-5-11 16,1-9 0-16,-4-4 2 15,0-1-1-15,0-4 19 16,-2 0 76-16,2-4-11 16,-5-5 2-16,1-9-87 15,1-5 18-15,6-9-24 16,10-7 6-16,5 3-18 0,13-2 17 16,5 10-2-16,4 8-13 15,2 12 16-15,-4 14-27 16,-7 14 18-16,-1 8 6 15,-5 4 1-15,-2 0-4 16,2-8 12-16,-7-12-9 16,-1 0 3-16,-1-9 0 15,-1-6 20-15,6-5-20 16,-6-4 2-16,3-8-2 16,-5-4 13-16,-3-4 13 15,-4 0-26-15,1-2 0 16,-3 2 10-16,-4 0-10 15,0 3-1-15,0 7 1 0,-4 9 0 16,1 4-12 0,3 5 12-16,0 5-43 0,3 3 35 15,5 8 7-15,2 4 2 16,3-2-2-16,3 2 13 16,-1-6-3-16,3-4-9 15,2-2-10-15,-4-8 10 16,-1-4-153-16,3-22-126 15</inkml:trace>
  <inkml:trace contextRef="#ctx0" brushRef="#br0" timeOffset="150418.06">2456 3926 1932 0,'-4'0'490'0,"4"0"-436"0,-2-2-3 0,2 2-51 0,0 2-30 0,2 2 24 0,4 4-90 15,6 8-191-15,41 20-523 16</inkml:trace>
  <inkml:trace contextRef="#ctx0" brushRef="#br0" timeOffset="151117.26">2890 4087 2009 0,'6'9'163'0,"2"0"-109"15,12 10-37-15,-2 3-7 16,-1-4-10-16,1 0 11 15,-5-1 7-15,-3-7-18 16,1-2 0-16,-7-4 6 16,-2-4-5-16,0 0 0 15,-2-4 37-15,3-6-11 16,2-10-9-16,-1-6-18 16,5-11-29-16,7-3-29 0,-1-2-35 15,10 2 9-15,2 4 49 16,-1 14 13-16,-4 10 2 15,3 10-7-15,-3 10-9 16,1 2 14-16,-2 10-4 16,2-4-8-16,-1 0 11 15,0-8 23-15,3-6 9 16,-3-6-9-16,3-6 0 16,-5-2 2-16,-2-6 13 15,-8-2 6-15,-2-2 27 16,-6 0 6-16,-9 2 79 15,-4 0-73-15,-9 4-27 16,-2 8-7-16,-5 8-26 16,2 6-11-16,-4 10 10 15,2 8 1-15,12 2-15 0,4 2 15 16,6-4-40-16,7-2 10 16,5-6-11-16,2-4 19 15,0-8 5-15,0 0 17 16,5-4 27-16,1-2-25 15,1-4 7-15,3-6 3 16,-1-4-2-16,1-2 7 16,-9 0 13-16,-3 8-21 15,-5 4 51-15,0 4-60 16,1 4-22-16,6 4 5 16,2 4 8-16,5 8-4 15,3 6 13-15,4-2-72 0,4 0 24 16,0-8-105-16,70-6-143 15</inkml:trace>
  <inkml:trace contextRef="#ctx0" brushRef="#br0" timeOffset="151399.87">2265 5007 1594 0,'0'2'266'0,"2"-2"-169"0,0 0 40 0,2-2-26 0,12-2-18 0,7-6 16 15,17-6 50-15,10-6-108 16,15-10-33-16,5 0 0 15,3-4-18-15,0 1-30 16,-11 3-171-16,-4 10-261 16,19 8 126-16</inkml:trace>
  <inkml:trace contextRef="#ctx0" brushRef="#br0" timeOffset="151569.12">2309 5342 1648 0,'-2'0'522'0,"2"0"-381"16,0-2-141-16,11 0 13 16,11-11 37-16,13-1-28 0,15-9 1 15,12-9-23-15,7 0-41 16,5-7-205-16,82-69-701 16</inkml:trace>
  <inkml:trace contextRef="#ctx0" brushRef="#br0" timeOffset="152134">3461 3363 1542 0,'-2'-13'282'0,"-3"5"-114"0,-2-11 9 0,5 1-44 0,2 4-16 0,2-7 12 16,8 1-94-16,7-2-20 15,8-4 4-15,13-2-7 16,7 4 24-16,3 8-36 15,1 18 6-15,-2 30-3 16,-12 32 11-16,4 95-13 16,-33 61 32-16,-20-21-21 15,6-147 12-15,1-4-24 0,1-10 0 16,-8 40 4 0,5-20-3-16,5-14-2 0,2-11 1 15,2-7 0-15,6-8-9 16,3-2-40-16,9-6-85 15,3 2-49-15,10-4-141 16,54 14-446-16</inkml:trace>
  <inkml:trace contextRef="#ctx0" brushRef="#br0" timeOffset="152286.25">4174 4606 2173 0,'-2'-2'702'0,"2"0"-609"0,-4 0-40 16,1 2 26 0,-2-2-62-16,-6 0-17 0,-9-2-210 15,-58-4-706-15</inkml:trace>
  <inkml:trace contextRef="#ctx0" brushRef="#br0" timeOffset="160869.1">2587 5448 1556 0,'-4'0'237'0,"-3"-2"-168"0,1 0 1 0,2 0 59 0,1-2-22 0,-3 0 47 0,5 0-67 0,1-2-7 15,-2 2-39-15,4 2-40 16,-1 0 22-16,12-4-23 16,5-10 0-16,15-8 2 15,16-12-2-15,11-10 0 16,15-11-6-16,8-3 21 16,2 0 1-16,-5 8-16 15,-15 10-30-15,-18 18 1 16,-21 14-184-16,-21 14-103 0,-24 20 133 15,-25 16-71-15,-151 112-481 16</inkml:trace>
  <inkml:trace contextRef="#ctx0" brushRef="#br0" timeOffset="161003.94">2570 5388 1405 0,'-4'-2'351'0,"4"0"-156"16,0-10-25-16,13-8-128 15,20-14 24-15,14-13-21 16,22-13 37-16,18-4-29 15,20-6-52-15,80-36-2 16,103-29-539-16</inkml:trace>
  <inkml:trace contextRef="#ctx0" brushRef="#br0" timeOffset="169002.61">10684 3774 1307 0,'-2'0'308'0,"2"0"-208"0,0 0-65 0,-2-3 17 0,2 3 53 0,0 3-49 15,-2-3 74-15,2 0-68 0,0-3-34 16,0 3 5-16,0 0-18 15,0 0-6-15,2 0-9 16,-2 0 0-16,0 0-6 16,0 0 6-16,0 0 0 15,0 0 0-15,0 0 6 16,0 0 16-16,-2 0-22 16,2 0 0-16,0 0 9 15,0 0-9-15,0 0 0 16,0 0 8-16,0 0-8 15,0 0 1-15,0 0-1 16,0 0 0-16,0 0 8 16,0 0-8-16,0 0-11 15,0 0 11-15,0 0 1 0,0 0 11 16,0 0-12-16,0 0 0 16,0 0 2-16,0 0-2 15,0 0-15-15,0 0 15 16,0 0 0-16,20-1-5 15,2-5 5-15,4-2 0 16,15 0 0-16,3-1 0 16,6-3-13-16,-2 2 1 15,4-1-4-15,-4 3 15 16,2-5-53-16,-5 8-17 16,-5-2 29-16,-5 1-37 15,-6 1-47-15,-9 0 25 0,-4 1-26 16,-8 2-11-1,-6 2-60-15,-4 0 69 0,-6 2-17 16,-50 14-92 0</inkml:trace>
  <inkml:trace contextRef="#ctx0" brushRef="#br0" timeOffset="169924.22">10642 3806 1087 0,'-4'0'192'0,"2"0"-62"0,-3 4-104 0,2-4 49 0,6 0-11 0,-1 0-38 0,5 0 55 15,6-4-26 1,14 2 16-16,13-4 34 0,13-3-77 16,12-2-10-16,4-1-6 15,5-2-11-15,-1 4 5 16,-3-2-6-16,-4 2 0 15,-5-1-5-15,-3 1 5 16,-10 4-13-16,-3-3 13 16,-7 5 0-16,-11 1-11 15,-6-1 8-15,-11 4 3 16,-6 0-3-16,-2-2 3 16,-2 4 0-16,0-4 0 0,0 2 8 15,0 2 16 1,0-2-24-16,0 0 0 0,0 0 49 15,-2 0-37 1,2 0-6-16,0 0 1 0,0 0-6 16,0-2 4-16,0 2-5 15,0 0 0-15,0 0-2 16,0 0 2-16,0 0-1 16,0 0 1-16,0 0 0 15,0 0 25-15,0 0-16 16,0 0-3-16,0 0 33 15,0 0-33-15,0 0-5 16,0 0 13-16,0 0-13 16,0 0 22-16,0 0-23 15,0 0 1-15,0 0 0 16,0 0 0-16,0 0-2 16,0 0 1-16,0 0 0 0,0 0 3 15,0 0-3-15,0 0-40 16,0 0 34-16,-8 4-38 15,-2-2-7-15,-5 5-4 16,-12 4-2-16,-6 1 21 16,-8 2-2-16,-1-1 16 15,-4-1 14-15,-4-1 9 16,0 2-1-16,5-3 7 16,-3-1-6-16,11 2 14 15,3-1-15-15,7-4 0 16,8 2-2-16,1-2 2 15,9 2 0-15,0-4 0 16,4-4 0-16,3 2 15 16,2-2-15-16,2 2 0 15,0-2 31-15,1-2-19 0,4 2-11 16,8-4 12-16,16 0 5 16,21-7 29-16,17 0-13 15,13-5-34-15,12-2 24 16,-3 5-24-16,-5-1 0 15,-9 7 0-15,-13 0 0 16,-10-1 3-16,-10 4-3 16,-11 2 0-16,-8 2-13 15,-11-1-41-15,-10 1-92 16,-11 1-115-16,-62 13-432 0</inkml:trace>
  <inkml:trace contextRef="#ctx0" brushRef="#br0" timeOffset="176652.01">19436 5677 1697 0,'0'0'215'0,"0"0"-140"0,-2 0 34 0,4-2 17 0,-2 2-33 0,0 0-30 16,3 0 60-16,-3 0-63 16,2 0-15-16,-2-2-3 15,2 4-13-15,-4-2-8 0,2 0-21 16,0 2 12 0,0 3-24-16,4 13 12 0,1 11 0 15,3 9 13-15,1 6-7 16,5-2 4-16,-6 2-10 15,1-7-84-15,-1-8 21 16,-4-7-135-16,-2-5-45 16,-2-8 5-16,-6-6-226 15</inkml:trace>
  <inkml:trace contextRef="#ctx0" brushRef="#br0" timeOffset="177152.36">19402 5639 462 0,'3'-8'1125'16,"-1"1"-912"-16,3-8-144 0,4 2-39 15,6 3-6-15,3 2-24 16,5-2 62-16,3 6-55 16,6 2 2-16,3 4 14 15,3 7 2-15,-3-1 8 16,-1 2-10-16,-8 5-10 15,-7 3-1-15,-9-1-12 16,-7 2 0-16,-10 0 3 16,-4-1-3-16,-5 0 0 15,1-8-1-15,-5-2 2 0,5 0 26 16,1-6-27 0,7 0-20-16,7-2 19 15,2 2-34-15,9 0-6 16,3 6 34-16,6 4 7 0,9 0 9 15,4 4-9-15,0 0-2 16,-2-2 2-16,0 6 6 16,-4 0 11-16,-8 2 19 15,-8 0-36-15,-6 1 57 16,-8-4-57-16,-6-1 25 16,-4 0 16-16,-3-1 4 15,-7-6-5-15,0 0-1 16,-2-4-39-16,-4-4 61 15,4-3-60-15,3-3 7 0,7 0 4 16,-1-8-12 0,7-3-102-16,7-4-102 0,39-46-135 15</inkml:trace>
  <inkml:trace contextRef="#ctx0" brushRef="#br0" timeOffset="177801.29">20214 5699 693 0,'-4'-2'1155'0,"4"2"-969"0,-6-2-83 0,2 2-43 0,-7 2 50 0,-5 5-76 0,-13 10 2 15,-4 7 23-15,-3 4-25 16,5 4-12-16,14 2-22 16,3-6 0-16,12-2-3 15,6-3 3-15,6-8 0 16,1-5 0-16,-1-4 0 16,4 0 12-16,6-10-12 15,-2-2-12-15,9-6 0 16,0-6-24-16,-4-6-6 15,0-2 12-15,-9 2 19 16,-5 6 10-16,-7 8 1 16,-2 2-32-16,0 10 14 0,-5 4-7 15,1 4 11 1,-3 10 14-16,2 4-9 0,7 0-8 16,10 0-71-16,1-6-3 15,8-6 90-15,-6-2-20 16,1-10 21-16,-1-8 19 15,-1-2 5-15,1-8 39 16,-1-2-28-16,-1-4-14 16,1-4 55-16,-8 2-13 15,1 0 8-15,-3 4-8 0,-2 4-29 16,-2 8 5 0,2 6-25-16,-2 0-5 15,0 4-8-15,3 4-1 16,-1 2-13-16,3 6 13 0,6 6 10 15,-1 2 4-15,2-2-14 16,-1-4 0-16,2 0 12 16,-3-4-12-16,-4 0-32 15,-4-4-137-15,0-4-113 16,-12-12-347-16</inkml:trace>
  <inkml:trace contextRef="#ctx0" brushRef="#br0" timeOffset="178003.95">20325 5596 2140 0,'0'3'311'0,"0"-6"-200"0,0 6-41 0,2-3-23 0,-2 0 19 0,0 1-66 0,2-1 0 0,4 4-1 16,0 5-29-16,7 5-177 15,7-5-290-15,43 5-1148 16</inkml:trace>
  <inkml:trace contextRef="#ctx0" brushRef="#br0" timeOffset="178885.89">20852 5649 1379 0,'-8'0'738'0,"2"0"-609"0,-15 1-69 15,-2 8 48-15,-6 3-84 16,-7 3-23-16,2 8 86 16,7 1-80-16,3-2-7 15,10-2 0-15,8-2 6 16,4-6-6-16,6 0-14 15,5-6 14-15,0 0 15 16,6-4-14-16,1-6-1 16,7-4 12-16,1-8 12 0,5-6-3 15,-5-4-21-15,3-6 0 16,-10-6 10-16,2-2-10 16,-11-5-19-16,-2 1 11 15,-6 0 1-15,-6 4-4 16,4 6 11-16,-2 4 0 15,0 8 14-15,4 6-14 16,0 10-9-16,0 6 3 16,0 6-20-16,0 14 14 15,-3 14 3-15,1 16 9 16,4 10 23-16,1 5-23 16,3-5 0-16,4-1 0 15,0-6 1-15,6-9 19 0,2-12-20 16,1-6 0-1,2-8 32-15,5-10-31 0,-1-6-1 16,4-8 21 0,4-10-7-16,-3-2 13 0,3-12-27 15,-4 0 0-15,-8-2 15 16,-2 2-15-16,-11 0-26 16,-6 10 4-16,-4 8-3 15,-2 6 24-15,-5 10-25 16,-7 7 25-16,3 10-19 15,-5 3 20-15,7 2 0 16,9-4-1-16,4-2 1 16,7-4-12-16,1-6 6 0,-2-4 6 15,3 0 16 1,3-6-10-16,1-8 11 0,3-2 20 16,2-6-14-16,-2-4 25 15,2-4-48-15,-9 0 10 16,-4 4 10-16,-5 0-20 15,-2 6-14-15,-2 8 13 16,2 4 1-16,0 6 0 16,-3 4-32-16,3 11 32 15,0 8-12-15,3 1 12 16,3 2-9-16,10-6 8 16,-1-8-28-16,6 2 20 15,-1-10-31-15,5-4-28 16,1-4 31-16,8-8-97 15,-3 0-41-15,-9-6-110 0,-6-20-1203 16</inkml:trace>
  <inkml:trace contextRef="#ctx0" brushRef="#br0" timeOffset="179202.94">19612 6417 1566 0,'12'-4'323'0,"1"0"-236"0,20-9 39 0,11 2-17 0,14-6-25 0,10 1 30 0,7 2-31 0,8-2-53 16,1 0 35-16,3 2-65 15,-2 4-1-15,-12 4-41 16,-15 6-168-16,-17 4-77 16,-49 32-338-16</inkml:trace>
  <inkml:trace contextRef="#ctx0" brushRef="#br0" timeOffset="179352.56">19864 6467 1993 0,'1'-2'485'15,"9"-2"-384"-15,17-10-59 0,17-1-3 16,19-3 39-16,17-1-78 16,10 1 12-16,5 1-14 15,1 2 2-15,122-28-372 16</inkml:trace>
  <inkml:trace contextRef="#ctx0" brushRef="#br0" timeOffset="186502.37">2726 5121 1185 0,'-2'0'457'0,"2"0"-393"0,0 0 11 0,-2 2-46 0,-1 0 8 0,3-2 8 0,-2 2-31 0,-1-2 12 15,3 0-26-15,0 0 0 16,0 0 14-16,0 2-14 15,0-2-6-15,0-2 6 16,3 2 0-16,-1-2 34 16,5-2-34-16,4-4 0 15,11-2 28-15,5-8-28 0,11-2 6 16,1-2 21-16,2-2-13 16,-3 6 4-16,-5 2-18 15,-8 4 0-15,-8 6-6 16,-5 4 6-16,-8 2-3 15,-4 0 3-15,0 0 6 16,-2 2 6-16,0-2 7 16,0 0-7-16,0 2 66 15,-6 0-43-15,0 4-11 16,-11 2-11-16,0 4-12 0,-10 4-1 16,2 4-2-16,7-2 2 15,0-4 11-15,6 0-11 16,6-6-9-16,3-4 7 15,3-2 2-15,4-4 6 16,1 0-6-16,3-2-7 16,10-4 7-16,10-8 0 15,13-4 0-15,7-6 0 16,5-4 6-16,1-2-9 16,3-3 3-16,-6 6-8 15,-9 7-14-15,-19 10-52 16,-13 12-94-16,-21 12 77 15,-11 10 82-15,-14 6-5 0,-9 2 10 16,-4 0 4-16,4-6 31 16,7-8-17-1,9 0 11-15,4-6-11 0,13-2-8 16,3-4 15-16,16-4-21 16,1-6 1-16,12-4-1 15,13-8 0-15,9-2-12 16,10-4-12-16,6 0-36 15,4-6 0-15,80-47-440 16</inkml:trace>
  <inkml:trace contextRef="#ctx0" brushRef="#br0" timeOffset="194953.73">2817 3613 1083 0,'-6'-2'369'0,"0"0"-250"0,-2-2-64 0,-1 0 67 0,3 0-23 0,-4-2-12 0,4 2-30 0,-1-2 1 0,1 0 40 16,-2-4-53-16,8 4-12 16,-3-2 10-16,6-6-42 15,9-6 13-15,1-8-14 16,18-14 0-16,10-9-21 15,16-11 21-15,15-10-6 16,13-10-3-16,11 0 9 16,4-6 0-16,8 1 0 15,4 5 0-15,-8 4-2 16,-9 10 2-16,-18 12-5 16,-12 18 4-16,-20 10 2 15,-14 10-5-15,-5 1 4 16,-8 7 0-16,-2 2 0 0,-3 2 0 15,-4 2-7-15,5 0 6 16,-3-1 2-16,-1-2 2 16,2 3-3-16,1 0 0 15,-3 0 8-15,-6 0-8 16,0 2 0-16,-2-2-1 16,1 4 7-16,-3 0 0 15,2-2-6-15,-2 2 0 16,0 0 1-16,-2 0-1 15,2 0 0-15,0 2 8 16,0-2 2-16,0 0 23 16,0-2-21-16,-3 2-4 15,1 0 10-15,0 0-18 16,0-2-26-16,-2-4-19 16,-6 0 15-16,1-4 23 0,-3 2-5 15,0 0 12 1,1-2-9-16,-1 4 9 0,6 0 0 15,-1-2-1-15,3 6 1 16,0-2 7-16,1 2-7 16,1 2-12-16,2-2-3 15,0-2-6-15,2 2-27 16,3-4 8-16,-1 4-13 16,3-2 53-16,6 0-19 15,0 2 19-15,4-2 1 16,0 4-1-16,1 0-6 0,1 0 5 15,0 0 2-15,-5 2 0 16,1 2-1-16,-7 2 0 16,-3 4 2-16,-5 2-1 15,-3 6 11-15,-3 6 5 16,-7 2-17-16,-3 4-19 16,-5 2-149-16,-54 33-690 15</inkml:trace>
  <inkml:trace contextRef="#ctx0" brushRef="#br0" timeOffset="197407.37">19220 6345 691 0,'2'-3'982'0,"-2"3"-884"0,5 0-55 0,2 0 10 0,3 3 16 0,2-2-27 0,5 5-5 0,2 2 49 0,1 0-47 0,4 2 12 0,5 4-5 0,8 1 8 15,6-1-15-15,10-3-6 16,13 2-31-16,7-1 85 15,14-2-72 1,6 4-15-16,5-2 18 0,0 2-17 16,2-6 8-16,-3 4-9 15,1-4 0-15,-5-2 27 16,5-4-27-16,0-2 0 16,3-8 5-16,3-2 10 15,-4-6-14-15,2-2 6 16,-10-2 1-16,-7-1 34 0,-5-2-42 15,-9-5 0-15,0-1 18 16,1-3-12 0,1-6 9-16,-6 2-13 15,-2-2-1-15,-10 4 67 0,-5 0-63 16,-6 0-4-16,-4-4 45 16,-4-5-22-16,-7-3-5 15,-7-2-19-15,-4-4 9 16,-11-2 29-16,-12-2-38 15,-12-4-6-15,-1 4 6 16,-13-6 1-16,-10 5 0 0,-3-3-1 16,-10 2 0-1,-8-4-14-15,-9-4 14 0,-12-5-36 16,-15 3 18 0,-8-8-25-16,-83-28-1 0,-35 3-10 15,-37 11-4-15,60 30 50 16,-12 4-44-16,-8 10 20 15,-12 8 22-15,-12 6-17 16,-6 18-6-16,-7 14 33 16,2 18 0-16,-5 30 19 15,19 14-18-15,14 28 0 16,37 16 40-16,37 23-23 16,51-1 0-16,61 12-18 15,44-19 0-15,50-5-8 16,43 7 8-16,45 1 0 0,30-2 10 15,28-7 5-15,17-17-15 16,27-28-53-16,15-14-118 16,-4-28-16-16,-12-2-74 15,-29-26-567-15</inkml:trace>
  <inkml:trace contextRef="#ctx0" brushRef="#br0" timeOffset="199987.06">9840 3387 1662 0,'0'0'264'0,"0"0"-241"0,-2-2-23 0,2 4 0 0,-2-2-9 0,2 2-35 0,0-2-67 0,-2 3-97 15,-23 1-414-15</inkml:trace>
  <inkml:trace contextRef="#ctx0" brushRef="#br0" timeOffset="201120.43">2717 4816 1118 0,'-6'0'240'0,"5"0"-157"0,-8 2-49 0,7-2 85 16,0 0 56-16,2-2-58 0,0 2-28 0,0 0 2 0,4-2-31 0,-2 2 35 0,0-2-53 0,10-4-35 0,-1 0 23 15,9-6-19-15,14-8 5 0,10-2-16 16,16-8 6-16,7-4 3 15,11 0-9-15,2-2 0 16,0 10 2-16,-9 6-2 16,-15 10-35-16,-18 10-49 15,-20 8-61-15,-18 10 97 16,-18 8 15-16,-15 6-3 16,-14 4-33-16,-4-2-20 15,-5-2 86-15,2-8 3 16,3-2 0-16,4-8 57 15,5 2-33-15,5-6 14 16,8 0 7-16,8-3 13 0,8-3-2 16,9-4 20-16,4 0-52 15,2 0 9-15,9-7-33 16,7-4-4-16,13-6-2 16,11-5 6-16,14 0 0 15,7-2-6-15,-1 2-18 16,2 2 9-16,-15 8-93 15,-20 8-92-15,-42 40-264 16</inkml:trace>
  <inkml:trace contextRef="#ctx0" brushRef="#br0" timeOffset="201446.65">2857 5049 1902 0,'0'0'267'0,"0"0"-267"0,2 2-313 0,4 4 157 0,38 4-162 0</inkml:trace>
  <inkml:trace contextRef="#ctx0" brushRef="#br0" timeOffset="204956.33">5157 10776 1025 0,'-7'-8'788'0,"1"-2"-517"16,-2-8-140-16,4 2-37 15,2-6 10-15,8-2-104 0,10-4 6 16,10-11-3-16,13-3 7 15,5 1 19-15,8-8-18 16,1 1-10-16,2 4 93 16,-7 8-64-16,-9 16-18 15,-10 18-3-15,-2 18-8 16,-6 24 10-16,-4 24-11 16,-9 30 0-1,-8 91 70-15,-17 30-52 0,-12-23-17 16,23-140 21-16,-4-4-21 15,2-5 22-15,-5 34-23 16,3-13 0-16,3-17-15 0,5-9 15 16,7-16-17-16,2-8 16 15,4-8-11-15,6 0 12 16,1-4-63 0,7-2-93-16,-2 4-39 0,19 42-355 15</inkml:trace>
  <inkml:trace contextRef="#ctx0" brushRef="#br0" timeOffset="205274.18">5653 11735 1850 0,'-2'-2'467'0,"2"2"-372"0,-2-3-79 0,2 3 25 0,0 3-41 0,2-3-9 0,-2 3 9 0,5 5 1 0,-1-4 14 0,0 5-15 0,6-1 0 0,-8-4 13 0,0-2-13 0,0 0 0 15,0-2 5-15,-2 0 11 16,0 0 28-16,0-2-44 15,0-2 13-15,0-2-31 16,-4-2-24-16,-10-1-234 0,-48-14-762 16</inkml:trace>
  <inkml:trace contextRef="#ctx0" brushRef="#br0" timeOffset="210920.46">6462 13104 1491 0,'-4'-2'262'0,"-1"0"-175"0,1 0-3 0,2 2-37 0,0 0 10 0,2 0 9 0,0 0-18 0,0 0-12 0,0 0 3 0,0 0-27 0,2 0 51 0,-2 0-35 0,0 0 4 16,0 0 31-16,2 0-45 16,0 2 4-16,3-2-2 15,5 2-14-15,11 4 55 16,8-2-31-16,11 0-28 15,11-2 40-15,9-2-37 16,13-6-4-16,10-2-2 16,13-10 10-16,73-18 22 0,36-16-31 15,11-5 0-15,-62 24 3 16,-9-3-3-16,-9 1-1 16,2 1-5-16,-17 9 12 15,-63 10-5-15,-8 1-1 16,0 0-1-16,48-12 0 15,-5 4 1-15,-6 0-17 16,-2 2 10-16,-8-2 7 16,2 2 1-16,-8 0-1 15,-4-1-19-15,-12 3 19 16,-3 4 0-16,-6-4-5 16,-1 0 4-16,-3 3 2 15,-2-2 3-15,1 1-4 16,-3 2-22-16,-1 3 22 15,-3 2-37-15,-7 0-2 0,-1-2 15 16,-1 1 22-16,-8-2-7 16,2 2 9-16,-4-2 0 15,1 0 8-15,-3-2 2 16,1-2-4-16,-1 2-6 16,-3-2 9-16,2-4 3 15,-1 0-12-15,1 0-1 16,-2-5 1-16,6-4 1 15,-3-1-1-15,0-1 0 16,4-2 20-16,-9 4 16 16,2 1-36-16,-4 2 0 15,-1 0 13-15,-1-2-1 0,-2 0-12 16,-2-4-13 0,2-2 13-16,0-6-14 0,3-4 14 15,-5-5 0-15,-3 1 17 16,-5 6-17-16,-15 8 8 15,-10 4-8-15,-9 8 19 16,-7 2-10-16,-9 4-9 16,-5 4-10-16,-1 0 10 15,-7 2 0-15,-3-2 6 16,5 0-12-16,-7-3 12 16,-4 4 9-16,-3-5-15 15,-5 2-18-15,-4 4 12 16,-1 3 6-16,-5 0 0 15,7 4 0-15,-1 2 9 0,5-2-11 16,2 2 2-16,-2-2-6 16,0 2 6-16,-2 1 0 15,-5 4 1-15,3 1-7 16,0 5 14-16,1 1-8 16,6 0 0-16,0 2-8 15,1-1 8-15,3-2 7 16,-7 2-7-16,-2-2 0 15,-5 6 0-15,-1-2 5 16,-5 6-5-16,3 0-9 16,6 4 9-16,4 0 5 15,7 2-4-15,1 0-2 16,8 2 2-16,3 5 2 0,-3 0-3 16,3-1-5-16,6 7 5 15,0 1 1 1,8-2-1-16,5 8 0 0,5 0 1 15,3 6 0-15,3 4-1 16,7-1-4-16,7 1 4 16,-1-2 0-16,10-2 0 15,-3 0 0-15,7 2 6 16,2 6 31-16,3 7-37 16,-2 3 0-16,6 4 24 15,2 4-14-15,5 0-8 16,6-5-2-16,4-8 18 15,10-4 29-15,4-7-47 16,2-6 0-16,2-2 0 0,3-3 5 16,0-7-5-16,0-7 0 15,-3-7 0-15,3-8 6 16,1-5-6-16,1-9 0 16,5-2 3-16,3-5 2 15,6 2-4-15,6-9-2 16,2 0 8-16,2-3 4 15,-1-2-11-15,5-3-2 16,1-5 2-16,4-3 9 16,-1-2-7-16,-8 4-4 15,-3 4 4-15,-5 4-2 16,-7 6 0-16,-11 2-12 0,-11 6 11 16,-8 0 1-16,-10 4 0 15,-2 2-6-15,-5-4 17 16,-2 4 20-16,2 4-5 15,0-4-2-15,-3 0 18 16,3-4-17-16,0 4-14 16,0 4-11-16,0-4 10 15,0 0-7-15,0-4-3 16,0 4-9-16,3 0 9 16,-3 0 0-16,0 0-1 15,0 0 0-15,0 0 2 16,-3 0 9-16,3 0-10 15,0 0-9-15,0 0 2 0,0 0-1 16,0 0-25-16,0 0-40 16,0 0-85-16,0 0-44 15,0 0-292-15,-11-26-1020 16</inkml:trace>
  <inkml:trace contextRef="#ctx0" brushRef="#br0" timeOffset="212907.58">11582 4217 1361 0,'0'0'147'0,"2"0"-78"0,-2 0-67 0,0 0 14 16,3 0 44-16,-1 0-39 0,-2 0 12 0,0 0-33 0,2 0 2 0,-2-2 23 0,0 2-25 0,0 0-1 0,3 0-1 0,-3 0 2 15,0 0-1-15,0 0-31 16,0 0-91-16,2 0-117 16,13-8-13-16</inkml:trace>
  <inkml:trace contextRef="#ctx0" brushRef="#br0" timeOffset="-189856.16">19093 7375 1363 0,'2'0'207'0,"-2"0"-144"0,0 0-63 0,2 2 0 0,-2-2 24 0,2 0 6 0,-2 0-12 0,0 0-18 0,3 0 17 0,-3 2 7 16,5-2-15-16,-1 4 9 16,2-4 31-16,3-4-11 15,7-2 2-15,-3 0 1 16,-1-2-32-16,1-2 57 15,-7 4-17-15,-3 0-26 0,-1 4 41 16,-4-4-13-16,-3 4-24 16,-6-2-22-16,3 0 10 15,-6 2-2-15,3 2-13 16,-5 2-12-16,3 0 6 16,1 4 6-16,-3-2-5 15,7 6 4-15,0-2-38 16,4 2 24-16,2 4-104 15,-1 4-43-15,3-2-7 16,3-2-157-16,19 2-698 16</inkml:trace>
  <inkml:trace contextRef="#ctx0" brushRef="#br0" timeOffset="-89088.79">5602 4648 1547 0,'-7'-4'297'0,"5"0"-191"0,-2 0 28 0,-3 2-74 0,7 2 0 0,-3 0 33 0,3 0-11 0,-2 0 26 0,2 0-28 16,0 0-41-16,0 0 58 15,0 0-59-15,-2 0-10 16,2 0 8-16,0 0-19 16,0 0-8-16,0 0-9 15,0 0 0-15,0 2 3 16,0-2-3-16,0-2-11 15,0 2 10-15,0 0-4 16,0 0-18-16,10 0-119 16,0 4-166-16,3 2-70 15,30-20-1018-15</inkml:trace>
  <inkml:trace contextRef="#ctx0" brushRef="#br0" timeOffset="-87501.88">5610 4554 1396 0,'-4'-4'335'15,"0"0"-122"-15,0-3-177 16,-1 6 54-16,3 1 0 15,0-3-32-15,2 3 4 16,0 0-22-16,2 0-16 0,-2 0 90 16,0 0-72-1,2 0-19-15,-2-1 4 0,0 1-15 16,2 0 3-16,-2 0-15 16,5-2 0-16,3 2-2 15,6-2 2-15,11-3 0 16,6 0 0-16,7-4 1 15,-1 5 1-15,3-1-2 16,3-4 0-16,-3 5-15 16,-2-1 15-16,0-5-44 15,-4 2 25-15,-7 1 8 16,-8 1 10-16,-10 1 1 16,-6 2 0-16,-3 3 9 15,-3 0-9-15,-1 3-18 16,-1-3 18-16,-6 0 8 15,-7 1 7-15,-4-1-15 16,-2 7 0-16,-10-4-15 0,-2 4 15 16,-15 4-3-16,-7 1-6 15,-11 2 18-15,-9 3-6 16,-16 1-3-16,-12 5 0 16,-79 16 3-16,125-27-3 15,-61 12 0-15,21-2 3 16,22-6-1-16,22-4 13 15,14 0-15-15,9-6 0 16,8 0-11-16,9 0 11 16,7-2 0-16,5-4 11 0,2 0-11 15,2 0 29 1,2-2-29-16,0 2 1 0,-2-2 9 16,0 4-10-16,2-2-3 15,-2 0 3-15,0 0 1 16,0 2 2-1,-2-2-3-15,2 2 0 0,-2 4 2 16,-5 6-2-16,3 2-1 16,-1 2 0-16,1 2 2 15,1 0 12-15,3 10-13 16,0 6 0-16,-2 12 33 16,2 17-33-16,0 13 19 15,0 16 13-15,2 69-22 0,3 21 16 16,11 27-26-16,-8-63 9 15,6-19 7-15,6-9-16 16,-4 0 0 0,-3 6 8-16,-4 3-2 15,-2 13-6-15,-3 5-2 0,-2-3 2 16,-4 12 11-16,-2-35-11 16,-3 7-6-16,3 2 6 15,-8-6 0-15,8-69 7 16,2-1-7-16,-2 2 0 15,-5 48 12-15,-1-1-12 16,2-3-7-16,3-6 1 16,1 0 12-16,1 6-8 15,1-1 2-15,0-1 0 16,-1-2 2-16,3-7-2 16,-2-14-5-16,2-6 5 15,0-13 0-15,0-8 3 0,-2-8-3 16,2 0 0-16,0 3 3 15,-2-1-3-15,0 7-3 16,-3 11 3-16,1 1 0 16,-1 1 15-16,1-2-15 15,1-1 0-15,1-7-7 16,2 0 7-16,0-4-8 16,0-4 8-16,2-8 11 15,-2-4-7-15,0-4-4 16,0 4 0-16,-2-2-3 0,0 7 3 15,0 5 0 1,2 0 2-16,-2 0-1 0,2 3 10 16,0 2-11-1,0-1 0-15,0 0 1 0,0-6-1 16,-2-4-1-16,2-8-7 16,0 0 16-16,0 1-7 15,-3 3-1-15,1 6 0 16,0 6 2-16,0 6-2 15,-5 2-3-15,2 2 2 16,-1-2 2-16,-3-1 3 16,-2-4-4-16,4 0 0 15,-4-7 7-15,7 0-7 16,-4-4-7-16,4 4 6 16,-2 4 2-16,1-4 4 0,1-2-5 15,-3-10 0-15,5-8 3 16,-1-5-3-16,3-5-7 15,3-4 7-15,-3-4 1 16,0-3 21-16,0 2-22 16,0 1 0-16,2 0 9 15,-2-4-9-15,0 4 0 16,3-3 2-16,1 3-2 16,0-4 6-16,7 0-6 15,3-3-3-15,8-10-25 16,0-1-52-16,11-5-145 15,88-92-277-15</inkml:trace>
  <inkml:trace contextRef="#ctx0" brushRef="#br0" timeOffset="-83537.33">8410 5506 472 0,'-5'0'89'0,"3"0"-89"0,-11 0-152 0,8-2-220 0,-1 2 372 0,1 0 210 16,2 2-121-16,-5-2-53 15,1 2-36-15,-2 0 126 16,-2 0-24-16,4 0-33 16,3 0 3-16,-3-2-1 15,2 0 4-15,1 0 4 16,2 0 70-16,0 0-73 15,0-2-10-15,-3 2-48 16,-1 2 17-16,-2-2-35 16,4 2 6-16,-2 0 9 15,1 2 36-15,1-2 1 16,0 0 5-16,0-2 9 16,4 0 32-16,-1 0-43 0,1 0 7 15,0 0-13-15,0 0 7 16,0 0 2-16,0 0-7 15,0 0-7-15,0-2 53 16,1 2-40-16,3 0-24 16,-2-2-7-16,4-2-19 15,14-4-5-15,18-6 20 16,25-2 11-16,16-4 50 16,20-2-61-16,72-12-13 15,22-8 15-15,-5-2-7 16,-135 31-10-16,-1 2-7 15,-10-1 6-15,39-5 5 16,-19 3-11-16,-24 9-11 0,-18 2 10 16,-13 3 1-16,-5 0 0 15,-4 0-1-15,-1 3 10 16,1-3 7-16,-2 0-16 16,-4 1-21-16,-5 6-58 15,-5 8-148-15,-44 60-119 16</inkml:trace>
  <inkml:trace contextRef="#ctx0" brushRef="#br0" timeOffset="-82904.69">9117 6454 1141 0,'-2'-9'831'0,"0"5"-594"0,0-5-141 0,4 8-70 0,8-3-16 0,7-1 29 0,14-3-38 0,14-3 22 16,6-1 22-16,11-2-32 16,3 1-12-16,5-1-1 15,-4 6-36-15,-5 7-78 16,54 10-346-16</inkml:trace>
  <inkml:trace contextRef="#ctx0" brushRef="#br0" timeOffset="-81888.14">9242 7692 1552 0,'2'-4'353'0,"-2"4"-196"0,6-2-122 0,9-2-14 0,14-2-20 0,20-10 82 0,18-4-56 0,20-8-17 16,75-20 19-1,32-3-29-15,9 15 0 0,-82 26-10 16,-75 14-218-1,63 22-612-15</inkml:trace>
  <inkml:trace contextRef="#ctx0" brushRef="#br0" timeOffset="-81055.33">9490 8933 1249 0,'-2'-6'341'0,"-3"4"-172"0,-1 0-19 0,4-2-34 0,2 2-5 0,0 0 39 0,0 2-72 15,2 0-59 1,4-2 28-16,6 0-47 16,14-8 64-16,23 0-64 15,23-8 0-15,24-6-20 0,79-18-8 16,39-14-167-16,7-9-84 16,-105 32-476-16</inkml:trace>
  <inkml:trace contextRef="#ctx0" brushRef="#br0" timeOffset="-77304.97">13436 5945 773 0,'-2'-2'138'0,"2"2"-24"0,0 0-18 0,0-2-27 0,0 2 14 0,0 0-31 0,-3 0 41 16,6 0-49-16,-6 0-31 15,3-2 55-15,3 2-44 16,-6 0 24-16,3-2 15 15,3 2-26-15,-6 0 35 16,3 0-28-16,0 0-22 0,0 0 38 16,0 0-46-16,0 2 19 15,0-2-3-15,0 0-29 16,0-2 2-16,0 12-3 16,0 6 0-16,3 13 43 15,-3 13-31-15,0 6 26 16,2 4 5-16,-2-2-35 15,3 2 17-15,-3-6-25 16,0 0 0-16,-3-2 0 16,3-3 0-16,-5-5-15 15,4-2 9-15,-7-8-81 16,0-2-28-16,1-6-172 16,-15-8-471-16</inkml:trace>
  <inkml:trace contextRef="#ctx0" brushRef="#br0" timeOffset="-75900.98">13528 6003 1083 0,'-2'-1'326'0,"2"1"-200"0,0-5-81 0,0 5 31 0,0 0-35 0,0-2 1 16,2 2 57-16,-2-3-45 16,4 0-24-16,-4-1 22 15,2 0-2-15,0 2 4 16,1-3-43-16,-3 2-10 15,4 3 49-15,2-1-49 16,2-2-1-16,7 2 0 16,7-2 0-16,5 3-4 0,9 0 4 15,4 3 0-15,5-2-17 16,5-1 17-16,4-1-21 16,-2-4 15-16,-4-1 2 15,1-2-4-15,-4 0 1 16,-6 3 7-1,-4 0-5-15,-14-1 5 0,-5 6-6 16,-11 0 0-16,-3 2 12 16,-2-2-16-16,-2 0 10 15,2 4 0-15,-2-4 6 16,4 0-6-16,-4 0 0 16,2 0 6-16,2 0-5 15,-2 2 1-15,2 4-2 0,0 10 0 16,0 8 34-1,0 6-28-15,3 6-6 0,-3 7 23 16,1-1 8-16,1 0 6 16,3-2-37-16,-1 0 0 15,1-4 0-15,-3-6 0 16,3-8-4-16,-4-6 4 16,1-3 0-16,-2-6 11 15,-2-4-11-15,2-2 0 16,-2 3 10-16,5-8-9 15,-5 4-1-15,0 0 22 16,0-1-7-16,0 1 12 16,0 0-27-16,0 0 1 15,0-3 45-15,0 3-45 0,0 0-1 16,0 0 16 0,-5 3-15-16,3-3 2 0,0 0-3 15,-5 1-42-15,-7 6 21 16,-12 0-34-16,-12 10-5 15,-14-4 12-15,-5 0 48 16,-7-3-11-16,-4-8 7 16,-1 0 4-16,1-2 15 15,5-2-6-15,9 2-8 16,17-2 43-16,10 2-8 16,14-2 7-16,5 2-43 15,8 0 1-15,0 0 13 16,0-2-14-16,6 2-5 15,-4 0-1-15,0-2 6 16,0 4-1-16,-2-4-12 16,5 4 13-16,-3 0 1 0,2-2 0 15,3 2-1-15,-3-2 12 16,3 2-12-16,-5-2 26 16,1 0-26-16,-1 0 0 15,-2 0 54-15,0 0-39 16,0-2-6-16,0 2 21 15,-2 0-14-15,2 0 4 16,0 0-20-16,0 0 0 16,-3 2 19-16,3-2-19 15,0 0 0-15,3-2 7 0,-3 2-6 16,0 0-1-16,0 0-2 16,0 0-14-16,0 0 1 15,0 0-149 1,-13 20-88-16,-24 10-509 0</inkml:trace>
  <inkml:trace contextRef="#ctx0" brushRef="#br0" timeOffset="-73004.38">13449 6587 889 0,'-2'0'316'0,"2"0"-197"0,0-2-64 0,0 2-29 0,0-2 136 0,0 2-68 15,2 0 8-15,-2 0-6 0,0-2-43 16,-2 2 16-1,2 0-11-15,0 0-43 0,0 0 39 16,2 0-54-16,-2 0-18 16,7 0 18-16,7-2 0 15,3 2 1-15,12-2-1 16,6 0 1-16,6 0 14 16,3-2-15-16,4 0-2 15,-4 2 2-15,3-2 0 16,-1-2 5-16,4-2-5 15,0 2 0-15,4-2 13 16,-2 2-13-16,-6 0 0 16,-3 2 0-16,-5 0 0 15,-7 0 0-15,-9 0 0 16,-4 2 2-16,-5-2 1 16,-6 2-3-16,-3 2-5 15,-4-2 5-15,0 2 2 0,0 0 3 16,0 0-5-16,0 0 0 15,0 0 4-15,0 0-4 16,0 0-6-16,0 0 6 16,2-2 1-16,-2-2 7 15,3-2-8-15,-1-4 0 16,-2 0 9-16,2-2-9 16,0 2-6-16,-2-4 6 15,0 3 0-15,0-3 0 16,-2 5-1-16,2-4 1 0,-2 2 5 15,-3-4-5-15,1 1 0 16,-2-6 12 0,-4-4-2-16,-3-4 2 0,2-4 0 15,-1 2-10-15,6 0 34 16,-5-4-36-16,7 6-6 16,-1 2 5-16,0 1 2 15,3 6-2-15,0 2 1 16,-2 2 0-16,2 0 3 15,-1 8-3-15,1 0-3 16,2 3 3-16,0 1 1 16,0 0-1-16,-2 3 0 15,4 0 0-15,-4 0-1 16,4 0 1-16,-2 3-9 16,-2-3 8-16,2 0 2 0,0-3-1 15,0 3 0 1,0 0 1-16,0 3 5 0,0-3-6 15,-2 0 0-15,4-3 3 16,-2 3-2-16,-12-1 0 16,6-2-1-16,-1-1 1 15,-3 0-1-15,-9-2 0 16,1 0-5-16,-9 2 5 16,1 2 0-16,-10 0-1 15,-6 2-10-15,-8 0 22 16,-7 4-8-16,-1 0-3 15,2 4-6-15,3-2 6 16,9 0 0-16,15-3-2 16,4-2-4-16,14-1 12 0,7 0 17 15,1 0-23-15,3 0-5 16,0 0 5-16,0 0 1 16,0-1 1-16,3 1-2 15,-3 0 7-15,0 1 2 16,0-1-9-16,0 0 0 15,2 0 3-15,-2 0-3 16,0 0 0-16,-2-1-1 16,2 1-1-16,0 0-14 15,0 0 16-15,0 0-15 16,0 0 14-16,0 0 2 0,0 0-2 16,0 0-4-16,-10 9-11 15,-1-3 1-15,-4 6-72 16,1 8-63-16,-8 1-47 15,-33 33-152-15</inkml:trace>
  <inkml:trace contextRef="#ctx0" brushRef="#br0" timeOffset="-67203.66">13393 6052 544 0,'-2'-2'839'0,"0"-2"-625"0,0-3-134 0,-2 3-2 0,1 1 40 0,1-1-68 16,-4-3 25-1,3 2 63-15,1 3-80 0,-1-2 5 16,1 4 18-1,0-3-46-15,2 3 14 0,-2 0-49 16,2 0 8 0,0 0 7-16,0 0-2 0,2 0-12 15,-2 0-2-15,2 0 2 16,-2 0-7-16,2 0 6 16,1 0-8-16,2 3 2 15,6-2 6-15,6 4 0 16,8-1 0-16,4-3 2 15,4 3 10-15,1-1-12 16,2-2 0-16,-1-1-3 16,-4-1 3-16,3-6-12 0,-1 3 3 15,0 1-18-15,-3-4 19 16,-1 3-8-16,-7-4-2 16,-3 5 7-16,-5 0 11 15,2-1-9-15,-6 3 9 16,0 1-6-16,-4-3-12 15,1 3 14-15,-1 0 4 16,0 0-11-16,0 3 11 16,5-3-12-16,-3 0 12 15,4 1-4-15,-3-1-13 16,-1 0 14-16,2 4-18 16,1-1 9-16,-2 0-21 15,2 4-3-15,-2-6 14 0,4 3 1 16,-1 0 9-16,1-1-6 15,-5 0-51-15,4 1 55 16,-6 0-20-16,-1-1-40 16,-5 3-46-16,-5-1-139 15,-37 20-195-15</inkml:trace>
  <inkml:trace contextRef="#ctx0" brushRef="#br0" timeOffset="-66053.29">13356 6102 1283 0,'-2'0'184'0,"2"0"-76"0,-3-2-52 0,6 2-8 0,-3 0 21 0,0 0 52 0,0 0-67 16,0-3-4-16,0 6 2 0,0-3-32 16,0 0-5-16,2 4-15 15,0 4 0-15,2 10 63 16,6 8-24-16,1 10-18 16,-1 2 0-16,4 6-14 15,-5-2 21-15,5-4-28 16,-8 0 0-16,3 1 3 15,-5-3-3-15,3 0-1 16,-1-2 1-16,0 2 0 16,-4-4 9-16,0-2-9 15,0 2 0-15,0-6 7 16,-2-2-7-16,0-7 0 16,0-6 0-16,0-3 9 0,0-4-9 15,2-4 0 1,-2 0 0-16,0 0 10 0,0 0-10 15,3-1 0-15,-3 1 6 16,0-3 2-16,2 3-5 16,-2 0-3-16,2-1 0 15,3 1-8-15,6-3 8 16,8 1 0-16,2-2-1 16,10-4 2-16,9-2 0 15,7-4-1-15,7 2-4 0,6-3-13 16,-3 4 17-16,1-3-24 15,-2 4-3-15,-5 0-12 16,2 0 39-16,3-4-12 16,-6 4-14-16,-4-2 25 15,-8 4-22-15,-6 2-5 16,-13 4 13-16,-5 2 12 16,-8-2 2-16,-3 2 1 15,-3 0 0-15,-3 0 24 16,3 0-18-16,-4 0 9 15,4 0 11-15,0 2-2 16,0-2 24-16,-2 0-47 16,2-2 10-16,0 2 17 15,0 0-28-15,0-2 1 16,0 2-3-16,-2-4 4 16,2 0-8-16,0-2 0 0,0-2-8 15,0-6 1-15,2-4 8 16,-2-4 5-16,-2-4 2 15,-3-4-1-15,-6-8 5 16,0-1-6-16,-5-1-6 16,3-2 6-16,-1 8 0 15,1 4-9-15,0 4 3 16,3 6 6-16,2 4-11 16,4 4-5-16,-3 0-22 15,2 4 37-15,3 0-13 16,-1 4 3-16,3 0 10 15,0 4-6-15,-2-2-3 16,2 2-29-16,0 2-48 16,0-2 70-16,0 0-52 0,0 2 0 15,-2 0 20-15,0 2 11 16,0 2-20-16,0 0-74 16,-9 6-80-16</inkml:trace>
  <inkml:trace contextRef="#ctx0" brushRef="#br0" timeOffset="-62619.72">12460 5149 1120 0,'0'0'207'0,"0"0"-15"16,0-2-132-16,0 4-33 0,0-4 1 0,0 2 11 0,0 2 14 0,0-4-22 0,0 4-17 16,0-2 47-16,0-2-52 15,0 4-8-15,0-4 25 16,0 4-25-16,4 2 12 16,-1 0-13-16,3 8 0 15,6 0 45-15,3 5-44 16,1 1-1-16,9 0 8 15,3 0 2-15,8 0 17 16,6 0-17-16,6-4-9 16,2 0 46-16,0-6-40 15,-2-7-1-15,1-1 26 16,1-5-22-16,-2-4 8 16,2-2-18-16,-4-1 0 0,-1-1 5 15,-3 2-5 1,-4-1-5-16,-9 2 5 0,-2-3 0 15,-9 8 5-15,-5 1-5 16,-9 0 0-16,-1 4 15 16,-4-5-15-16,1 3 0 15,0 0 9-15,0-3-3 16,0-2-4-16,-2-1-2 16,0 0-30-16,-2 0 28 15,-5-2-67-15,2 2 8 16,-2 0 35-16,0 0-28 15,-7 0 38-15,3 0-10 16,0 0 26-16,-5 2-7 0,7 2 7 16,-1 2 0-1,4 0 6-15,4 2 24 16,-1 0-15-16,10 0-15 0,-5 0 0 16,4 0-18-16,0 0 18 15,5 4 0-15,5-2 3 16,6 2-1-16,2 0 11 15,2 0-13-15,-1 2 0 16,-5 0 5-16,2 0-5 16,-7 4 0-16,-2 2 7 15,-6 4 19-15,-3 2 10 16,-2 0-29-16,-5 7-1 0,-1-2 56 16,-8-1-49-1,3 3-12-15,0-7 20 16,0-2-21-16,-4-4-8 15,5-2-64-15,1-2-117 0,1-2-371 16</inkml:trace>
  <inkml:trace contextRef="#ctx0" brushRef="#br0" timeOffset="-61486.04">13703 5087 919 0,'0'0'327'0,"0"0"-209"0,0 0-85 0,0 0-18 0,0 0-14 16,0 0 38-16,0 0-9 0,0 0-29 16,0 0 61-1,0 0-40-15,0 0 14 0,0 0 11 16,0 0 22 0,0 0-29-16,0 0-25 0,0 0 0 15,0 0 53-15,0 0-58 16,0 0-4-16,0 0 20 15,0 0-7-15,0 0 5 16,0 0-24-16,0 0 12 16,0 0 17-16,0 0-29 15,0 0 0-15,0 0 14 16,0 0-8-16,0 0 3 16,0 0-9-16,0 0 0 15,0 0-1-15,0 0 1 0,0 0-12 16,0 0 11-1,0 0-14-15,0 0 3 0,0 0-91 16,0 6-365-16</inkml:trace>
  <inkml:trace contextRef="#ctx0" brushRef="#br0" timeOffset="-60070.17">13723 5017 372 0,'0'-2'894'0,"0"2"-642"0,0-2-112 0,3 0-28 0,-3 2-71 0,0-2-23 15,0 2 28-15,-3 2-16 16,3-2-12-16,0 0 5 16,0 2-22-16,0 0 14 15,3 4-3-15,-1 10 0 16,2 6 59-16,3 8-25 16,0 8-8-16,2 4-25 15,1 0-1-15,2 3 14 16,-1-3-26-16,5-4 0 0,-3-8 5 15,0-6-4-15,1-4-1 16,-3-6 0-16,-3-2-5 16,0-2-14-16,-6 2-41 15,0-2-63-15,-4 4-14 16,-23 6-458-16</inkml:trace>
  <inkml:trace contextRef="#ctx0" brushRef="#br0" timeOffset="-58918.26">13794 5051 1083 0,'3'-2'213'0,"-3"2"-102"0,4-6-73 0,3 4-37 0,0-2 62 0,4 0 6 16,0 0-2-16,5-4-17 15,2 0-8-15,1 4-21 16,2-2-11-16,3 0-9 16,1 0 46-16,1 2-46 15,1 0 5-15,0 0 6 16,4-4 0-16,0 6-11 15,-4 0-2-15,0 0 12 16,0 4-8-16,-8-2-3 16,4 2 0-16,-7 0-5 0,-1 4 5 15,1 0 0-15,-5 0-1 16,-2 2 1-16,-2 2 11 16,3 2-2-16,-3 2-9 15,0 4 24-15,0-2-3 16,-1 0-8-16,-1 0-10 15,1-2 12-15,1-2 7 16,-5 0-22-16,3-2 0 16,-3-2 3-16,0 0-2 15,3 0 5-15,-3-2-6 16,0 2 7-16,0-6 7 16,0 2-14-16,-2-2 0 15,0 0 3-15,0-2 3 16,0 0-6-16,0 0 28 0,0 0-28 15,0 0 31 1,0 0-31-16,0 3-4 0,-4 1 4 16,0 3 18-1,-3 8-2-15,-11 4-16 0,-2 4 17 16,-9-1 10-16,-5-3-27 16,-1 3 1-16,-5-1 25 15,-2-3-25-15,-1-2-2 16,1-4-7-16,2 4 8 15,4-6 15-15,4 0-15 16,13-4-5-16,3-4 5 16,10-2 12-16,3 0-6 15,1 0-6-15,4 0 11 16,-2 0 4-16,0 0-15 16,3 0-1-16,-3 0 1 15,0 0 0-15,0 0-11 0,0 0 10 16,0 0 2-16,0 0 20 15,-3 0-21-15,3 0 0 16,0 0 9-16,0 0 3 16,0 0 3-16,0 0-9 15,0 0 9-15,0 0 17 16,0 0-32-16,0 0 0 16,0 0 27-16,0 0-9 15,0 0 6-15,0 0-3 16,0 0-15-16,0 0 54 15,0 0-52-15,0 0-7 16,0 0 22-16,0 0-16 0,0 0-6 16,0 0-2-1,0 0 2-15,0 0 2 0,0 0-3 16,0 0-43-16,0 0-64 16,0 0-119-16,-31 2-278 15</inkml:trace>
  <inkml:trace contextRef="#ctx0" brushRef="#br0" timeOffset="-56077.96">15305 6414 996 0,'0'-1'268'0,"-2"1"-92"0,0-3-80 0,0 2-18 0,2-1 28 0,-3 2-55 0,3 0 30 16,0-4-19 0,0 4-10-16,0-3 26 0,0 3-34 15,0 0-31 1,0 3 35-16,3-3-40 0,-3 0-8 15,0 0-9-15,0 0 9 16,6 4 0-16,4 2 0 16,9 2 0-16,8 6 30 15,13-2-23-15,11 2 4 16,7 2-4-16,11-4 4 16,0 2 10-16,5-6-21 15,1-2 0-15,-5-6 8 16,-1-2-8-16,-2 0-7 0,-11-2 6 15,-4 0 2 1,-6-4 5-16,-7 2-6 0,-1 0 0 16,-7 0 5-16,-4-2-5 15,-2 4-1-15,-7-2 1 16,-5 4 0-16,-9 0 9 16,-2-1-9-16,1 3 0 15,-6 0 49-15,3 0-10 16,0 0-10-16,0 0 5 15,0-4-33-15,3 4 44 16,-3 0-45-16,0-1 0 16,3 1 3-16,-1 0-3 15,2-2-10-15,-2 2 9 16,0-2 2-16,-2 2-1 16,0 0 0-16,0 0 0 15,0 0 4-15,0 0-4 0,0-2-6 16,0 2 5-16,0 0 2 15,0 2 6-15,-2-2-7 16,2 0 0-16,2-2 0 16,-2 2 0-16,0 0 0 15,0 0-6-15,0 0 12 16,0 0-6-16,0 0 0 16,0 0 0-16,0 0-6 15,0 0 6-15,0 0-51 16,-10-4-7-16,2 0-28 15,4 0 49-15,0-5-26 16,-5 5-26-16,5-1 79 0,-2-1-22 16,0-2-19-16,-1 1-39 15,1 1-103 1,-19-8-436-16</inkml:trace>
  <inkml:trace contextRef="#ctx0" brushRef="#br0" timeOffset="-52403.39">16734 6282 1361 0,'-2'-2'251'0,"2"0"-101"0,0-2-30 0,0 2-39 0,0 2 61 0,-2 0-40 0,4-2 11 16,-2 2-49-16,0-2-17 15,0 2 67-15,0 0-72 16,0 2-32-16,0 0-10 16,0 2-3-16,2 11-4 0,0 8 1 15,4 12 6 1,1 8 27-16,9 4-27 0,-1-5-14 16,6-6-22-16,3-4-130 15,5-6-136 1,42-4-226-16</inkml:trace>
  <inkml:trace contextRef="#ctx0" brushRef="#br0" timeOffset="-52018.44">17044 6328 1750 0,'-3'8'208'0,"3"1"-188"15,3 9 23-15,3 4-42 16,8-7-1-16,1 2 7 16,5-9 2-16,5-2 32 15,5-5-13-15,-1-6-16 16,2-4 74-16,-1-2-56 15,-1-4-2-15,-11 1 35 16,-5 3-16-16,-9-2 14 16,-4 4-11-16,-2-2-50 15,-11-1 78-15,-3 2-78 16,-12 2-30-16,-9 4 28 0,0 4-2 16,-5 6 4-16,5 6-52 15,14-2-83-15,4 3-23 16,17-4-124-16,49 4-262 15</inkml:trace>
  <inkml:trace contextRef="#ctx0" brushRef="#br0" timeOffset="-50750.36">17576 6272 1741 0,'-2'0'520'0,"2"0"-433"16,0 4-61-16,2 8-38 0,0 4 12 15,4 7 0 1,4-1 6-16,3-3-5 0,3-2 14 16,1-10-15-16,4 0 0 15,-2-10 35-15,6-1-35 16,-1-6-10-16,3-8 10 15,0-1-14-15,-5-6 14 16,-2 3 0-16,-6 6 0 16,-10 6 2-16,-1 6-2 15,-3 8-39-15,2 10 27 0,2 12 12 16,3 16 30 0,-1 18-21-16,-1 17 4 0,0 11 22 15,1 0-35 1,-2-3-26-16,1-15 25 0,-10-14-42 15,-3-14-34-15,-13-16-4 16,-3-16 72-16,-5-18 9 16,3-22 1-16,1-16 10 15,7-19 13-15,13-8 1 16,18-4-24-16,14-1-1 16,21 2 14-16,12 4-23 15,6 5 9-15,5 9-38 16,-4 10-5-16,-9 10 7 0,-11 4-8 15,-13 10 14 1,-12 8 23-16,-9 2-4 0,-11 6 11 16,-6 0 0-16,-9 4 35 15,-5 2 11-15,-7 2-4 16,-4 6 2-16,-4 8-31 16,-1 4 80-16,10 6-66 15,4 0-16-15,11 4 9 16,7-2-19-16,6 2-1 15,8-4 0-15,-2-2 0 16,11-5 20-16,-3-9-20 16,4-5 0-16,0-5 7 15,5-6 2-15,4-7-7 16,-4-2-2-16,4-5 1 16,-5 0 8-16,-1 0-9 0,-5 2-15 15,-9 8 15-15,-8 6 0 16,-3 6-11-16,-1 0 4 15,1 4-16-15,-2 6 8 16,2 4 15-16,0 4-1 16,0 0-1-16,3 0 2 15,1-8-9-15,1-6 9 16,-3-2 0-16,0-2 32 16,-2-2-31-16,4-2 14 15,3-3 14-15,-3-8-29 16,1-1 1-16,0 6-1 15,-3 2 6-15,-2 2-12 16,0 4 6-16,0 4-27 16,0-2 26-16,2 6-25 15,2 0 26-15,5 2 0 0,3 4 6 16,1-6-4-16,-2-2-2 16,5-2 0-16,-3-4 7 15,1-4 7-15,3-8-4 16,1 0-10-16,-1-6 9 15,-5-2 8-15,-1 2-17 16,-5-2-8-16,0 8 8 16,-4 2 0-16,-2 6 12 15,0 4-24-15,0 0 21 16,0 2-34-16,2 2-1 16,2 0-41-16,-2 4 61 15,5 4 5-15,-1-2-4 16,2 0-1-16,-2 0 12 0,1-2 2 15,-1-4-8-15,-1 0 0 16,2 0 6-16,2-4 3 16,4 0 6-16,7-4-15 15,5-6 13-15,6 0 20 16,0-4-27-16,-6 2-6 16,-6 6 22-16,-10 4-22 15,-4 4-14-15,-7 2-6 16,-8 8-91-16,-14 10 110 15,-16 8-179-15,-18 14-108 16,-152 62-302-16</inkml:trace>
  <inkml:trace contextRef="#ctx0" brushRef="#br0" timeOffset="-50485.82">17275 6739 772 0,'-11'6'322'0,"4"-2"-148"0,-4 7-58 0,2-4-79 0,7-3 85 0,4-4 10 16,7 0-60-16,9-1 58 16,13-5-58-16,13-5-28 0,10 0 2 15,10-2-45-15,-3 1 14 16,-1 2-15-16,-11 5-19 15,-9 5-28-15,-17 5-158 16,-23 37-308-16</inkml:trace>
  <inkml:trace contextRef="#ctx0" brushRef="#br0" timeOffset="-50319.76">17168 6958 1599 0,'2'-2'503'16,"3"2"-374"-16,15-6-101 15,11 0 11-15,24-4-19 16,24-8-5-16,10-2-15 16,9-2-15-16,2-2 9 15,1 3-195-15,94-16-503 0</inkml:trace>
  <inkml:trace contextRef="#ctx0" brushRef="#br0" timeOffset="-43602.3">17738 7535 1561 0,'-4'0'259'0,"4"-2"-166"0,4 2-69 0,-4 0 60 0,0-1-52 0,0 1 25 16,2 0 37-16,-4-3-29 0,4 3-13 16,-2 0-37-16,0-1-1 15,0 1 11-15,0 0-25 16,0 0 0-16,0 0 2 16,0 0 11-16,0 0-11 15,0 0-2-15,0 0 15 16,0 0 28-16,0 0-43 15,0 0 1-15,0 0 38 16,0 0-20-16,0 0-11 16,0 0-4-16,0 0 13 15,0 0 21-15,0 0-38 16,0 0 0-16,0 0 16 16,0 0-4-16,0 0-11 0,0 0-1 15,0 0 10-15,0 0 5 16,0 0-15-16,0 0 0 15,0 0 2-15,0 0-1 16,0 0-1-16,0 0 0 16,0 0 9-16,0 0 7 15,0 0-16-15,0 0 0 16,0 0 0-16,0 0 0 16,0 0 1-16,0 0-2 15,0 0 2-15,0 0-6 16,0 0 5-16,0 0-37 15,0 0 1-15,0 0-108 16,0 0-162-16,-2-3-372 0</inkml:trace>
  <inkml:trace contextRef="#ctx0" brushRef="#br0" timeOffset="-41369.39">17968 7395 1332 0,'-2'-2'458'0,"0"0"-326"0,2 0-97 0,0 0-32 0,0 2-3 0,0 0-2 16,0 0 1-16,0 0 2 0,0 0 13 16,0 0 6-16,0 0-14 15,0 0 58-15,0-2 2 16,0 0-19-16,0-2 32 15,0 2-31-15,0 0-7 16,0 2 8-16,0 2-38 16,0 0 22-16,0 2-33 15,-2 2 0-15,2 8 1 16,2 4-1-16,-2 6 0 16,0-2-1-16,0-1 3 15,-2-6 11-15,2-7-13 16,-3-4 0-16,3-2 6 15,-2-2-6-15,2 0-10 16,0 0 8-16,0-2-8 16,2-2-5-16,3-10-32 0,3-4-131 15,13-12 38-15,7-4 82 16,6 2-71-16,6 4 91 16,-2 10 38-16,-7 6 27 15,-6 10 14-15,-5 8-4 16,-7 10 32-16,0 8-7 15,1 4-22-15,-6 6 4 16,-3-6-17-16,-2 1 18 16,-3-10-45-16,0-6 7 15,0-4 20-15,-3-6-25 16,3-2 14-16,3-2 16 16,-2-2-26-16,2-6 10 15,8-8-16-15,9-9-135 0,4-8 68 16,8 2-17-1,8 4 15-15,-2 8 6 0,-5 6 30 16,-6 10 33-16,-5 4-24 16,-9 4 24-16,-4 6 10 15,1-4 2-15,-4 2-12 16,1-2 9-16,-1 0-8 16,6-6 34-16,-1 0-35 15,3-6 0-15,3-2 29 16,1-4-29-16,1-6 0 15,2-4 6-15,-10 2-6 16,-5 0 26-16,-4 8-4 0,-2 3 76 16,-2 6 5-16,0 3-74 15,0 2-17-15,0 6-12 16,-3 2 10-16,5 4-11 16,0 4 1-16,7 2 0 15,5-2 7-15,3-2-7 16,3-4-30-16,3 0-120 15,0-6-136-15,16-18-1044 16</inkml:trace>
  <inkml:trace contextRef="#ctx0" brushRef="#br0" timeOffset="-41186.19">18725 7022 1802 0,'0'0'751'0,"0"0"-587"0,0 0-164 0,2 4-44 0,0 8-139 0,6 4 54 0,0 7-139 0,24 20-530 16</inkml:trace>
  <inkml:trace contextRef="#ctx0" brushRef="#br0" timeOffset="-40951.69">19011 6864 2000 0,'0'0'291'0,"0"10"-235"16,2 14-50-16,2 16 18 15,1 12-24-15,3 6 0 16,2-4 31-16,3-3-31 16,-4-7-8-16,-3-10-46 15,2-10-97-15,-2-8-50 16,11-14-253-16</inkml:trace>
  <inkml:trace contextRef="#ctx0" brushRef="#br0" timeOffset="-40569.28">19307 6789 1930 0,'0'0'332'0,"-2"4"-226"16,2 9-92-16,-5 17-10 15,1 6 44-15,2 10-36 16,2 0 38-16,4-4-32 15,3-6-11-15,1-4 41 16,2-10-48-16,1-5 1 16,3-6 9-16,1-4-9 15,3-3 24-15,6-7-25 16,5-2-2-16,3-12-18 0,3-3-8 16,1-2 2-16,-7 4 19 15,-10 2 7-15,-7 8-14 16,-6 4 14-16,-3 8 0 15,-1 0 0-15,2 4 11 16,5 6-4-16,0-2-2 16,0 4 2-16,4 0-14 15,-1-3 5-15,-2-2-136 16,9-3-112-16,20-19-442 16</inkml:trace>
  <inkml:trace contextRef="#ctx0" brushRef="#br0" timeOffset="-40401.39">19742 6825 2180 0,'3'0'327'0,"-3"3"-258"16,0-2-69-16,6 10-190 15,2-1 70-15,7 5-212 16,45 18-559-16</inkml:trace>
  <inkml:trace contextRef="#ctx0" brushRef="#br0" timeOffset="-40136.82">20038 6990 1792 0,'-11'2'542'16,"-1"2"-422"-16,-1 10-120 15,2 6-1-15,8 0-1 16,3-4 4-16,10-4 11 16,3-8-13-16,7-6 0 15,9-4 44-15,9-9-35 16,10-12-9-16,8-7 15 16,-2 2-15-16,-5 0 18 15,-2 4-18-15,-7 8 0 16,-4 2-30-16,-5 10-29 15,-11 8-259-15,-6 30-329 16</inkml:trace>
  <inkml:trace contextRef="#ctx0" brushRef="#br0" timeOffset="-39817.67">18735 7766 1211 0,'8'-6'654'0,"7"0"-516"16,14-2-97-16,14-2-8 16,13 0 58-16,7 0-58 15,-1 0-33-15,-11 6-9 16,-16 4-190-16,-35 30-361 16</inkml:trace>
  <inkml:trace contextRef="#ctx0" brushRef="#br0" timeOffset="-39685.33">18585 7935 1517 0,'0'-3'644'0,"2"2"-411"0,9-8-83 16,18 0-150-16,23-8-32 15,25-5-35-15,24-3-106 16,77-14-131-16,38-21-907 16</inkml:trace>
  <inkml:trace contextRef="#ctx0" brushRef="#br0" timeOffset="-37186.63">14760 7289 1571 0,'-2'0'252'0,"2"-2"-133"0,0-2-34 0,0 4 26 15,2-2-34-15,-2 2 11 16,0 0-47-16,0 0 7 0,0 0-48 15,0 6-30 1,2 2 30-16,0 12 25 0,0 8-1 16,1 12-24-16,-3 2 17 15,0 4-38-15,0-2 6 16,2-3-188-16,2-11-43 16,23-4-464-16</inkml:trace>
  <inkml:trace contextRef="#ctx0" brushRef="#br0" timeOffset="-36801.89">15116 7275 850 0,'2'2'1043'15,"-4"2"-887"-15,2 6-124 16,2 4-32-16,-2 4 8 16,6 2-2-16,2 0 30 15,3-8-35-15,5-2 11 16,1-6 45-16,6-4-4 16,-1-10 28-16,6-4-9 15,-1-6-36-15,0-2 57 16,-9 2-47-16,-5 0-7 15,-6 6 23-15,-10-4-31 0,-1 2-5 16,-5 3-26 0,-7 2 12-16,1 4-32 0,-5 3 20 15,5 4-36-15,-1 4-25 16,-2 5-137-16,7 5-120 16,9 26-174-16</inkml:trace>
  <inkml:trace contextRef="#ctx0" brushRef="#br0" timeOffset="-36386.28">15613 7459 1549 0,'0'0'325'0,"0"0"-185"0,0 2-88 0,-3 2-44 0,1 5 29 0,-6 6 17 16,-1 7 42-16,-9 5-91 15,0 0-5-15,0 1-9 16,0 1-150-16,7-11-38 15,5-8-337-15</inkml:trace>
  <inkml:trace contextRef="#ctx0" brushRef="#br0" timeOffset="-36036.32">15907 7303 1309 0,'-2'2'796'0,"0"6"-697"0,-6 6-99 16,4 8 17-16,4 2-29 16,4-6 12-16,6-2 0 15,8-6 4-15,4-6 10 16,7-4-13-16,4-4-1 15,-2-6 7-15,0-6 29 16,-2-2-3-16,-8-2 5 16,-4-2 40-16,-13 4-32 15,-6-2-34-15,-6 2-12 16,-15 1-51-16,-4 8 30 0,-7 5-91 16,-3 6-59-16,4 6-57 15,-17 16-504-15</inkml:trace>
  <inkml:trace contextRef="#ctx0" brushRef="#br0" timeOffset="-35716.12">16416 7211 2096 0,'-1'2'297'0,"1"3"-252"15,1 4-12-15,5 7-33 16,5-2 0-16,4 2 5 0,10-6 1 16,2-2-5-16,8-8 13 15,6-8-4-15,-1-2 26 16,-1-6-36-16,-5-1 0 16,-10-2 46-16,-7-2-14 15,-11 3-2-15,-6 0-23 16,-10 4 17-16,-7 3-48 15,-5 3 14-15,-10 4-56 16,-1 8-23-16,0 4-184 16,-27 30-205-16</inkml:trace>
  <inkml:trace contextRef="#ctx0" brushRef="#br0" timeOffset="-35436.19">17148 7149 2278 0,'-7'1'299'0,"5"3"-299"16,-2 1-6-16,4 4 4 16,6-2-8-16,5-1 0 15,3-5 9-15,11-2 2 16,3-8 55-16,8-6-50 0,-2-6 3 15,-3-2 40-15,-12-2 11 16,-1-1-7-16,-13 0-28 16,-10 4-13-16,-11 4-24 15,-16 12-46-15,-13 14-173 16,-22 20-131-16,-163 81-495 16</inkml:trace>
  <inkml:trace contextRef="#ctx0" brushRef="#br0" timeOffset="-35102.36">15486 7950 1594 0,'0'-1'576'0,"0"1"-352"16,4-4-97-16,8-1-101 15,7 0 25-15,20-5-51 16,14-5 0-16,21-3-9 15,10-4 9-15,12 2-92 0,0 4-139 16,102-8-311 0</inkml:trace>
  <inkml:trace contextRef="#ctx0" brushRef="#br0" timeOffset="-34902.42">15521 8151 1888 0,'3'-2'828'15,"-3"0"-639"-15,9-6-177 16,8 0-4-16,14 0-16 16,12-4 16-16,11 2-4 0,3-2-4 15,3 2-75 1,-4 6-96-16,44 8-441 0</inkml:trace>
  <inkml:trace contextRef="#ctx0" brushRef="#br0" timeOffset="-31884.79">22215 7128 1591 0,'0'-1'237'0,"0"1"-158"0,-2-3 41 0,2 3-60 0,2 0-33 16,-2 3-13-16,0 2-14 0,0 13 46 0,2 10 14 0,-2 12 21 15,4 13 33-15,3 5-60 16,-1 4-36-16,4 6 8 16,1-2-16-16,1-3-4 15,-2 1-6-15,-8-8-36 16,-4-6-18-16,-2-8-133 15,-6-12-85-15,-3 4-49 16</inkml:trace>
  <inkml:trace contextRef="#ctx0" brushRef="#br0" timeOffset="-31016.6">22363 7044 1531 0,'6'-2'227'15,"0"0"-179"-15,9-4 6 0,16 2-38 16,8-6-5-1,7 4 26-15,6-4 1 0,4 0-11 16,-3 2-5-16,0 2-14 16,3 0 42-16,-4 2-50 15,-2 2 0-15,-2 2 0 16,0 0 2-16,-1 0-1 16,0 2-1-16,-4-2 2 15,-8 10 19-15,-6 4-21 16,-2 12 0-16,-12 14 39 15,-3 10 34-15,-6 8 8 16,1 5-7-16,-7 1-53 16,2-4 49-16,2-2-62 15,3-6-8-15,4-7 17 16,2-9-16-16,3-4 6 0,-3-10-7 16,-1-7 1-16,3 2 14 15,-5-5-15-15,3-4-3 16,0 0 3-16,-8 0 1 15,2-2-1-15,-3 0 0 16,-2-4 0-16,0 0 15 16,-2-2-15-16,0 0 0 15,0 0 27-15,-2 0 5 16,0 0-2-16,-6 0-30 16,-7 0 9-16,-16 8-50 15,-27 2 1-15,-23 8-97 0,-16 2 37 16,-8-2 32-16,-4-6 41 15,4-8 26 1,7-2 2-16,18-6 14 0,20-2-15 16,18 0 1-16,15 0 25 15,14 2 13-15,3-2 26 16,8 2-25-16,2 0-8 16,0 2 59-16,2 2-89 15,0 0 7-15,-2 0 9 16,0 0-12-16,0 0 0 15,0 0-6-15,0 0 12 16,-2 0 4-16,2 0-16 0,-2 2 0 16,0-2 30-1,2-2 8-15,-2 2-11 0,2 0-7 16,-2-2-19 0,0 0 48-16,-3 0-49 0,3 0-20 15,2 2 4-15,0 0-134 16,0 4-212-16,11 2-399 15</inkml:trace>
  <inkml:trace contextRef="#ctx0" brushRef="#br0" timeOffset="-30201.65">21646 8564 1479 0,'2'-4'525'0,"-2"0"-351"0,5-8-54 0,6 0-15 0,5-4-86 0,6-8-19 16,11-2 45-16,8-4-6 0,6-5-24 0,6 2-8 15,10-6 8-15,-1 3 9 16,7-4-24-16,-3 4 0 16,5-4 2-16,4 2-2 15,-9 2-9-15,-3 2-9 0,-12 8-42 16,-11 8 60-1,-15 6-48-15,-14 6 1 0,-7 4 25 16,-6 4-17-16,0-2-2 16,-1 0 7-16,-3 0-20 15,-6 0 31-15,-3 4-7 16,-3-2-1-16,-4 0 30 16,4-2 2-16,1 0-1 15,3 0 0-15,1-2 15 16,-1 0-9-16,1-1-6 15,1 2-7-15,6-1 7 16,-3 2 18-16,7-2-11 16,0 2 2-16,2-2-7 15,2 2 28-15,0 0-30 16,5 0 0-16,-3 0 10 0,0 0-10 16,6 0 0-16,3 0-6 15,7 4 12-15,-3-1 66 16,4 4-59-16,-3-1-12 15,-3 4 24-15,1 4-9 16,-9 6 20-16,-5 4-21 16,-9 10 6-16,-13 0-42 15,-9 8-111-15,-17 1-147 16,-108 39-1074-16</inkml:trace>
  <inkml:trace contextRef="#ctx0" brushRef="#br0" timeOffset="-29284.31">21392 8803 716 0,'-10'0'1027'0,"-6"2"-889"0,-11 6-45 0,-2 6-52 0,2 6-8 0,5 6-3 16,2 2-29-16,9-2 42 0,4 2-43 16,7-10-6-1,9-2-7-15,4-4 13 0,12-10-2 16,4-8-4-16,4-3-30 16,5-14 30-16,3-3-10 15,-4-4 16-15,-5-2 9 16,-11 4 0-16,-3 6-9 15,-11 8 30-15,-5 6 1 16,-2 6 17-16,-2 4-48 16,0 6-21-16,0 2 12 15,2 6 9-15,4 4-30 16,5-6-40-16,7 0-22 16,2-8 64-16,5-6 4 15,0-4 24-15,2-10 16 16,-3 0-5-16,-2-6 25 0,-4-2 48 15,-3 2-20-15,-4 0 35 16,-4 4-66-16,-5 2-15 16,0 1 36-16,0 6-54 15,0 4-9-15,0 3-6 16,2 3-45-16,2 1 21 16,5 6 4-16,3-4 34 15,3 3 0-15,-1 0 1 16,-6-3 0-16,-3-3 28 15,-3 0-3-15,-4-3 73 16,-1 2-29-16,-1-2-15 16,0 2 34-16,-3-2-68 15,-5 6-19-15,0-4-1 0,0 2 12 16,1-2-33-16,5 0-18 16,3-2-93-16,3 0-60 15,5 0-103-15,34-4-976 16</inkml:trace>
  <inkml:trace contextRef="#ctx0" brushRef="#br0" timeOffset="-26884.81">22371 9292 852 0,'-10'14'195'0,"-3"6"-144"0,-7 21 29 0,-7 5-10 0,3 4-70 0,-3 2-18 16,3 2 12-16,-1 6-3 15,-1 0-16-15,8 14 23 16,-5 10 4-16,-8 77 139 15,-13 112-141-15</inkml:trace>
  <inkml:trace contextRef="#ctx0" brushRef="#br0" timeOffset="-25750.56">22026 10519 763 0,'-3'-4'1206'0,"0"2"-933"0,-1-4-128 16,4 4-103-16,0 0 56 15,0 2-64-15,-2 0 5 16,2 0 26-16,2 0-17 16,-2 0-12-16,2 0-12 15,-2 0-17-15,2 2 59 16,-2 4-64-16,6 2 5 15,0 10 43-15,3 6-13 16,-1 5-19-16,9 5-12 16,-9 0 15-16,3 6 0 0,-1 2-21 15,-2 0 0 1,-6 6 8-16,-2 4 1 0,-4 2-8 16,-2 3-1-16,1-6 13 15,-1-2-13-15,3-11 0 16,-2-12-28-16,5-10 22 15,0-8-9-15,0-8-23 16,0-4 17-16,0-12-16 16,0-16-16-16,0-18-71 15,-2-17 41-15,2-6-1 16,0-2 6-16,4 3 26 16,3 4 42-16,3 12 10 15,-2 10 87-15,1 7-68 16,-2 16-18-16,-2 0 32 0,1 11-24 15,0-2-9-15,2 4 0 16,5 0 1-16,4 4 32 16,12 2-33-16,16 2 0 15,20 0 31-15,10 4-18 16,19 0-12-16,9 2-2 16,-1 2 7-16,8-4-3 15,-10 0-3-15,-5-2-13 16,-5-2 13-16,-10 0 0 15,-9 0 0-15,-11 0 0 16,-11 2 1-16,-15 2 7 16,-4 0-8-16,-7 2 0 15,-7 4 25-15,1 0-4 16,1 6-4-16,4 4 25 0,5 14-41 16,8 8 73-1,6 17-56-15,3 17 22 0,3 6 49 16,0 8-61-16,-2 1-26 15,-7-5-2-15,-7-6 9 16,-7-12-18-16,-8-16 9 16,-10-17-45-16,-1-15 22 15,-7-8-35-15,-3-6-26 16,-6-4 33-16,-9-3-6 16,-14-1 49-16,-16-3-47 0,-15-2 55 15,-22 4 12 1,-81-8 3-16,-44 8 16 15,-37 2 5-15,72-5-35 16,-16 6 73-16,20 2-74 16,32-6 0-16,99 4 16 15,11-2 23-15,15 2-4 0,-17-2-10 16,22 2-7-16,11 2-24 16,2 0 6-16,9-2-40 15,9-3 23-15,18 0 13 16,18-1-89-16,6 4-114 15,7 0-287-15,87-10-895 16</inkml:trace>
  <inkml:trace contextRef="#ctx0" brushRef="#br0" timeOffset="-24385.77">23104 8288 1017 0,'0'0'782'0,"0"-5"-603"0,0 5-154 0,0 6-8 0,0 8-17 0,2 19 48 0,-2 19 21 0,-2 26 52 15,-8 80 32-15,-16 33-7 0,-12-14-62 16,13-61-66-1,-6 2 48-15,20-70-36 16,3-2-23-16,-1-6-2 0,-9 36 1 16,4-18 0-16,7-11-6 15,-1-13-68-15,3-10 67 16,1-6-46-16,-1-2 18 16,-2 0 17-16,-1-4 12 15,-1 2 0-15,-1-6 0 16,6-2 0-16,2 0-1 15,2-6 1-15,0 0 0 16,0 0-2-16,0 0 14 16,0 0 2-16,0-2-14 0,0 2 0 15,0-6-2-15,0 0 2 16,-2-2-36-16,2-10 8 16,0-2-13-16,-2-8 40 15,2-2-53-15,0-10-26 16,0-3 80-16,0-1-37 15,0 7 32-15,2 0 5 16,-2 9 1-16,2 6 28 16,-2 10-29-16,0 2 0 15,2 6 31-15,-4 4-31 16,2 2-13-16,0 4 12 16,2 14 1-16,2 15 54 0,-1 8-15 15,4 12-33-15,-3-3 56 16,3-6-62-16,-1-6 0 15,-1-14 7-15,-1-12-7 16,1-4 28-16,-3-8-28 16,1-4 0-16,5 0 51 15,8-8-37-15,9-2-5 16,6-12 6-16,13-10-15 16,8 0 15-16,-4-2-15 15,-3 7-24-15,-9 7 15 16,-7 12-156-16,-2 10-202 15,0 29-458-15</inkml:trace>
  <inkml:trace contextRef="#ctx0" brushRef="#br0" timeOffset="-23002.11">22934 9266 787 0,'-2'0'762'0,"0"0"-633"0,-2 0-77 0,4 0-29 0,0 0-7 0,2 0 1 0,0 0 26 0,-2-2-17 16,0 2 82-16,4-4-42 15,1 8 4-15,11-4 8 16,3 4-36-16,12 2-7 16,12-2-35-16,3 6 18 15,8-4-8-15,2 2-10 16,-10 2-33-16,-3 0-16 16,-16 4-40-16,-7 0-5 15,-9 4-14-15,-8 0 18 16,-9-4 73-16,-2 0-37 15,-10 3-70-15,-42 9-1119 16</inkml:trace>
  <inkml:trace contextRef="#ctx0" brushRef="#br0" timeOffset="-18884.93">17257 8757 1032 0,'0'-4'756'16,"0"2"-615"-16,0-2-76 0,3 4-11 0,-3 0-18 0,4 0-35 0,-2 0 89 0,-2 0-40 0,2 2-2 15,3 2 19-15,-3 6-29 16,1 6-8 0,3 12-5-16,-4 12-24 0,-2 10 53 15,-8 10-54-15,-2 0-130 16,2 1-128-16,-8 41-423 15</inkml:trace>
  <inkml:trace contextRef="#ctx0" brushRef="#br0" timeOffset="-18485.27">17752 8671 1687 0,'-4'7'273'16,"-2"11"-201"-16,-2 11-42 16,3 4 55-16,5 6-85 15,5-9 1-15,11-4 14 16,-1-6-4-16,10-8-11 15,4-12 17-15,4-10-16 16,7-10 61-16,1-8-43 16,1-10 50-16,-5-8 21 0,1-4 9 15,-7-7-15-15,-11 3-6 16,-9 10-46-16,-11 10 70 16,-8 8-87-16,-10 12-8 15,-6 10-14-15,-10 10-7 16,1 14-67-16,-5 12-66 15,6 12-108-15,15 7-25 16,19 67-371-16</inkml:trace>
  <inkml:trace contextRef="#ctx0" brushRef="#br0" timeOffset="-18285.38">18305 8843 1755 0,'0'0'646'0,"0"2"-568"16,0 0-49 0,0 4 13-16,0 6-17 0,0 6 1 15,-3 6 5-15,-2 4-29 16,-3 2 38-16,-8 0-40 16,0 3-49-16,-6-8-46 15,2-4-203-15,-20-7-85 16</inkml:trace>
  <inkml:trace contextRef="#ctx0" brushRef="#br0" timeOffset="-17900.38">18777 8588 1559 0,'-5'2'546'0,"1"6"-456"16,-6 4-58-16,6 10-7 15,-2 0-25-15,6 2 59 16,6-6-59-16,2-3 0 16,2-8 22-16,3-3-7 15,8-5 8-15,1-7 16 16,7-6-33-16,7-7 57 15,-5-3-45-15,-4-2-9 16,-8-4 39-16,-7 0-8 0,-8 2-16 16,-10 2-13-16,-6 4 4 15,-11 8-20-15,-5 6 5 16,-8 12-55-16,-4 10-11 16,-2 8-71-16,9 6-80 15,10 2-104-15,34 22-637 16</inkml:trace>
  <inkml:trace contextRef="#ctx0" brushRef="#br0" timeOffset="-17546.29">19508 8432 1395 0,'-7'2'738'0,"-2"4"-630"16,-6 10-81-16,-4 10 0 16,6 10-25-16,4 4 46 15,9 0-48-15,5-7 1 16,10-7 14-16,8-8-9 16,6-12 10-16,8-11 37 15,5-8-34-15,8-10 62 0,1-7-40 16,-4-2-29-1,-8-2 37-15,-12 2-32 16,-11 6-7-16,-16 6-10 0,-16 2-21 16,-5 10 8-16,-18 4-94 15,-3 6-73-15,-6 8-81 16,-49 16-498-16</inkml:trace>
  <inkml:trace contextRef="#ctx0" brushRef="#br0" timeOffset="-17249.02">20254 8256 1741 0,'-7'1'317'0,"3"5"-197"15,-10 5-101 1,6 7-18-16,1 5 61 15,5 5-56-15,6-3 0 0,11-1 16 16,10-6-7-16,8-10 77 16,7-8-23-16,5-8-8 15,2-12 40-15,0-6-35 16,-9 0 3-16,-12-5 19 16,-10 6-49-16,-13 0 30 15,-10 7-69-15,-11 0-39 16,-7 4 15-16,-15 8-81 15,-11 12-67-15,-12 12-104 0,-86 53-304 16</inkml:trace>
  <inkml:trace contextRef="#ctx0" brushRef="#br0" timeOffset="-15583.54">17647 9390 1423 0,'-2'-4'485'0,"-1"3"-263"0,1-6-138 0,0 5-59 0,4 2 59 0,0 0-67 0,3 0-16 0,4 0 27 0,9-2 1 16,11 0 34-1,14-3-23-15,9-8-23 0,15 1 62 16,7-8-73-16,8-4-6 15,5-2 14-15,4 0-14 16,1 4 0-16,-10 4-5 16,-13 10-158-16,-17 10-80 15,-23 10-221-15,-70 54-1059 16</inkml:trace>
  <inkml:trace contextRef="#ctx0" brushRef="#br0" timeOffset="-15401.28">17834 9631 1508 0,'2'-2'739'0,"5"-2"-610"15,15-6-108-15,17-2 0 16,23-6-21-16,24-6 0 16,17-2-2-16,82-15-116 15,9 18-110-15,-45 9-581 16</inkml:trace>
  <inkml:trace contextRef="#ctx0" brushRef="#br0" timeOffset="-11484.98">17758 10611 1246 0,'-2'-3'274'0,"2"-1"-125"0,-2-7-70 0,2 8 2 0,0-1 15 0,2 1 12 0,-4 2 18 0,2-2-64 16,2 3-22-16,-2 0 53 16,0 0-55-16,0 3-4 15,2-2-4-15,-2 3-22 16,5 10 23-16,-1 11 1 16,0 7-14-16,2 12 67 15,0 6-83-15,-1 4-2 16,-3 4 0-16,-2-8-32 15,4-6-98-15,2-12-103 16,2-5-125-16,13-9-397 16</inkml:trace>
  <inkml:trace contextRef="#ctx0" brushRef="#br0" timeOffset="-10968.49">18081 10686 595 0,'-1'0'1216'0,"1"6"-1031"0,-3 2-170 0,3 10 40 0,4 4-54 0,4 2-1 0,4-4 18 0,7-4 8 16,-2-2 2-16,3-8 10 15,3-4-22-15,3-4 73 16,-1-2-67-16,1-8-7 16,-3 0 6-16,2-6-9 15,-6-4 10-15,-1-2-22 0,-7 0 0 16,-4 0 31-16,-7 2-31 16,-7 4 1-16,-2 6 19 15,-3 2-14-15,-9 6-3 16,1 5-3-16,-6 8 0 15,-1 3-17-15,2 6 17 16,3 4-81-16,9 0-60 16,5 2-102-16,29 18-359 15</inkml:trace>
  <inkml:trace contextRef="#ctx0" brushRef="#br0" timeOffset="-10585.46">18862 10565 1676 0,'-5'-4'494'16,"0"3"-329"-16,-2-4-21 15,1 7-107-15,-3 5-29 16,0 8 25-16,2 7 30 16,3 5-33-16,6 0-30 15,10-2 7-15,9-7 20 16,6-8-27-16,7-8 0 16,3-6 13-16,8-8 1 15,0-10 1-15,4-8-8 0,-5-2-6 16,-11 0 77-1,-10-3-53-15,-16 11-10 0,-16 0-6 16,-16 12-9-16,-17 6-19 16,-16 14-38-16,-19 18-102 15,-8 16-72-15,-114 91-331 16</inkml:trace>
  <inkml:trace contextRef="#ctx0" brushRef="#br0" timeOffset="-9915.36">18130 11300 1529 0,'3'0'306'0,"-3"-3"-175"0,2 3 20 15,5 0-68-15,4 0 37 0,11 3 19 0,12-3-29 0,10 0-28 0,18-3-25 0,19-5-51 0,17-8 60 0,85-16-66 16,28-16-6-16,14-4 6 15,-89 20 8-15,-6 0-7 16,-11-4-1-16,-69 16 1 16,-5 3 9-16,-6-2-10 15,39-22 0-15,-8-3 5 16,-18-8 2-16,-4-8-7 16,-13-16-21-16,-8-8 2 15,-16-11-5-15,-15-65 10 16,-41-17-35-16,21 127 34 15,-5 2 9-15,-31-44 6 16,-14 16-9-16,-15 10 18 0,-18 13 15 16,-83-9-24-16,-42 24-2 15,-49 28 1-15,84 14 1 16,-5 20-3-16,1 4-3 16,7 12 12-16,13 17-18 15,14 11 12-15,4 24-3 16,10 16 3-16,11 23 30 15,38 5 9-15,44-15-15 16,58-70-17-16,18-1 23 16,11-1-30-16,42 43-6 15,98 30-6-15,82-35-3 16,52-49-34-16,-76-40-34 16,13-15-88-16,3-9-70 0,-10-25-468 15</inkml:trace>
  <inkml:trace contextRef="#ctx0" brushRef="#br0" timeOffset="-1998.98">1166 5566 1430 0,'-7'-6'208'0,"-1"2"-64"0,-8-8-55 0,7 6-20 0,3 4 27 0,3 2-50 16,6 0-28-16,-1 0 21 0,6 5-38 0,5 2 26 0,12-1 33 0,16 2-8 0,15-4 8 15,23-6-45-15,19-6-14 16,83-20 54-16,33-18-55 16,10-4 0-16,-68 16 5 15,-6 0-5-15,1-5 5 16,-10-7-5-16,-5-6 0 16,-3-6 1-16,-5-4-1 0,1-10 0 15,0-6 3-15,2-8-3 16,3-5 6-16,-11 3-6 15,-4 4 0-15,-67 44-6 16,-5 4 6-16,-7 2-1 16,35-29 1-16,-17 9 1 15,-17 8 11-15,-15 2-12 16,-8 2 0-16,-3 0-5 16,-1-6 5-16,-7-5 0 15,-3-3-1-15,-4-6 7 16,-8-4-2-16,-5-4-4 15,-8-7 0-15,-4-13-28 16,-23-68 16-16,-8-38-39 16,-2-5 42-16,20 83 9 15,18 69-6-15,-2 7 6 16,-8 6 0-16,-28-36 0 16,-19 16 0-16,-30 18-27 0,-98 10 27 15,-67 42 1-15,-29 56-1 16,94 0-3-16,-18 23 3 15,-16 26-3-15,-6 40 3 16,-3 42 0-16,-14 19 11 16,17-32-9-16,27 13 14 15,33 14-2-15,41-13-14 16,68-21 46-16,59-19-46 16,50-1 0-16,50-7 0 0,46-2 1 15,14-29 9-15,19-41-10 16,23-22-39-16,16-24 3 15,11-40-162-15,-6-36-149 16</inkml:trace>
  <inkml:trace contextRef="#ctx0" brushRef="#br0" timeOffset="8287.5">18186 11783 742 0,'0'-3'223'0,"0"3"-104"0,-2-1-25 0,2-2-49 0,-2 3 44 0,2-1-56 0,0-1-33 0,-2 2 30 0,2-2 8 0,-2 2-4 0,-1 0 26 16,-1-2-46-16,4 0 65 16,-1 2-22-16,-1-2-31 15,0-2 37-15,2 1-38 0,-2 2-5 16,0-2-17 0,-3 2 10-16,1-1 29 0,0-1-42 15,-2 2 8-15,0-2 1 16,-3 3-9-16,-4 3 0 15,-3 1 0-15,-3 10 6 16,-9 4 11-16,-3 14-17 16,3 4 0-16,-3 12 37 15,2 4-13-15,10 2-16 16,6-6-8-16,13-4 6 16,9-9-9-16,6-9 3 15,6-11-45-15,3-10 44 16,5-11-8-16,0-12-5 0,5-13 13 15,-1-6 1 1,-4-3 3-16,-4-1-3 0,-4 3 0 16,-5 8 18-16,-5 8 9 15,-2 6 2 1,-2 14-4-16,0 8-19 0,7 16 56 16,5 18-1-16,4 16 8 15,3 14-3-15,4 11-51 16,-6-3-14-16,2 0-1 15,-10-3 15-15,-12-3-10 16,-6-6-5-16,-12-8 0 16,-5-16 4-16,-4-6-4 15,-3-16 0-15,-1-10-1 16,-2-14 10-16,2-14-28 16,3-14 16-16,-1-16-59 0,10-13 40 15,8-4-25 1,7-4 11-16,6 3 35 0,8 2-37 15,8 6 31-15,6 2-62 16,0 5-29-16,6 11 29 16,-6 8-100-16,3 8-100 15,37-16-40-15</inkml:trace>
  <inkml:trace contextRef="#ctx0" brushRef="#br0" timeOffset="8552.67">18536 11877 871 0,'0'-2'483'16,"0"2"-226"-16,0 0-128 0,-2 12-9 0,0 12 3 0,-3 10-12 0,1 12-15 0,4 0-71 0,6-1-23 0,7-12 4 0,3-8 6 0,5-7 13 0,0-14-25 0,2-15 0 0,4-8 30 0,0-13-19 15,-6-8 29-15,2-5 8 16,-9-1-21-16,-8 2 41 15,-10 10-68-15,-8 8 16 16,-12 8-38-16,-3 14-4 16,-4 8-67-16,0 10-72 15,9 4-48-15,9 2-106 16,26 16-586-16</inkml:trace>
  <inkml:trace contextRef="#ctx0" brushRef="#br0" timeOffset="8766.28">19066 11797 1661 0,'-9'-3'349'0,"3"3"-196"16,-10 0-100-16,1 3 16 16,-1 1-59-16,5 2-9 15,2 2-1-15,3-4 1 16,3 2-10-16,0-2-10 15,3 4-77-15,6 0-32 0,-2-2-158 16,23-6-617 0</inkml:trace>
  <inkml:trace contextRef="#ctx0" brushRef="#br0" timeOffset="9334.69">19467 11815 1104 0,'-1'-4'252'0,"-5"-2"-33"0,0-1-130 0,2 2-43 0,-5 1-22 0,-1 0-12 0,-7 4 29 0,-1 0-17 0,-7 6-11 0,4 0 76 0,-6 8-68 15,0-2-6-15,7 6 27 16,-3 4-27-16,8-2-3 16,6 0-12-16,7 0-24 15,9 2 16-15,10-6-58 16,12-8-64-16,12-8-76 16,90-38-307-16</inkml:trace>
  <inkml:trace contextRef="#ctx0" brushRef="#br0" timeOffset="9499.63">19749 11823 1227 0,'-7'-4'644'0,"6"2"-379"0,-5-4-107 16,3-2-14-16,3 3-80 16,-2 1-1-16,2 1-63 15,2 1 14-15,-2-2-13 16,3 4-1-16,3-2-141 15,4-1-142-15,40-16-435 0</inkml:trace>
  <inkml:trace contextRef="#ctx0" brushRef="#br0" timeOffset="9667.42">20038 11676 1979 0,'-19'-14'497'15,"7"6"-309"-15,-13-10-114 16,2 17-74-16,8 6-154 16,1 15-64-16,4 6-246 15,-32 36-609-15</inkml:trace>
  <inkml:trace contextRef="#ctx0" brushRef="#br0" timeOffset="17567.08">22458 11564 1363 0,'0'0'308'0,"0"-2"-158"0,0 2-65 16,0-2-8-16,0 2-28 0,2-2 10 0,-2 2 62 0,2 0-74 0,-2 0-1 0,0 0-5 0,0 0-14 16,0 0 9-16,5-2-36 15,1 2 6-15,12-2 37 16,4 0-34-16,9 0 0 15,4-6 6-15,2 4-9 16,3-2 6-16,-3 2-12 16,-3-2 0-16,-5 6-4 0,-9 0 4 15,-9 4-30 1,-9 2-27-16,-15 4 15 0,-16 8 42 16,-18 6-42-1,-15 2 27-15,-7 2 2 0,-4-4 13 16,4-4 0-16,9-6 57 15,14-6-19-15,20-5 50 16,15-3-36-16,11 0-51 16,14 0 43-16,20-3-44 15,20 2-9-15,22-2-5 16,20 3-161-16,13 0-98 16,145-7-632-16</inkml:trace>
  <inkml:trace contextRef="#ctx0" brushRef="#br0" timeOffset="24718.92">8309 11085 800 0,'-4'-2'93'0,"2"2"-60"0,-3-2-27 0,-1 0-6 0,1 4-31 0,0 2-19 0,-1 4-37 0,-14 16-506 0</inkml:trace>
  <inkml:trace contextRef="#ctx0" brushRef="#br0" timeOffset="25399.55">8209 11193 1164 0,'4'0'337'0,"-4"0"-191"16,0-4-103-16,5 2-31 16,2 0-6-16,2 0-6 0,6 2-30 15,5-2-3-15,0 0-60 16,7 0-76-16,2 0-25 16,-5 0-35-16,1-2 32 15,-2 0 118-15,-6 2 79 16,-3 0 96-16,-10 2 123 15,-2-2 93-15,-2 0 10 16,-2 0-110-16,0-6 2 16,0-2-71-16,-4 2-25 15,2 0-22-15,2 2-10 16,0 4-49-16,2 0-37 16,0 4 23-16,4-2-31 15,8 2 8-15,7 4-19 16,12-4-10-16,8 0-38 15,5-2-29-15,3-2 9 0,-2 0-44 16,-8-2 71-16,-8 2-7 16,-15 2 38-16,-5 2 29 15,-16-2 2-15,-3 6 40 16,-4 0 15-16,-9 4-29 16,-2 2 68-16,2 0-58 15,2-2 10-15,7-4 24 16,8-4-18-16,6-2-18 15,2-2-36-15,8 2 15 16,11-2-12-16,13-2-3 16,13-8-21-16,13 0-18 15,7-4-24-15,9 0 10 16,-5 6 19-16,0 2-13 0,-13 2 20 16,-14 10-84-1,-17 2 17-15,-15 4 41 0,-17 4 36 16,-11-2 17-1,-6 2 0-15,-2-2 15 0,-1 2-10 16,7-6-5-16,10 2-129 16,37-12-585-16</inkml:trace>
  <inkml:trace contextRef="#ctx0" brushRef="#br0" timeOffset="26353.38">12215 10993 1741 0,'-4'-10'383'0,"2"-1"-124"0,-3-3-46 0,0 5-79 0,5 4-61 0,5 1-34 0,4 0-39 0,13-2 28 0,10-3-28 0,14-4 0 0,10 1 0 0,2 2 0 16,4 2-22-16,-4 4-50 16,-8 2-69-16,-8 6 19 15,-13 6-116-15,-21 3 14 16,-12 5 151-16,-21 5 29 16,-17 5 11-16,-14 3 33 15,-16 3 20-15,-5-2 50 16,-8 0 5-16,8-6 41 15,5-2 50-15,17-10-67 16,20-2 12-16,18-8-6 0,24-4-63 16,13-4 29-16,24-8-44 15,32-2-11-15,82-20 42 16,54-16-58-16,24-6-6 16,-82 17-3-16,-18 15-66 15,-80 19-62-15,-10 2-346 16,85-11-395-16</inkml:trace>
  <inkml:trace contextRef="#ctx0" brushRef="#br0" timeOffset="27859.85">12454 11265 1736 0,'0'-2'360'16,"0"2"-164"-16,2-6-88 0,2 4-102 0,7-2 6 0,7 2 44 0,11 0-31 0,15 0 19 0,19 0 5 0,15 2-20 0,18 0 14 0,10-2-43 0,81-8 0 0,26-14 0 0,12-18 0 15,-73 6 0-15,-21-4-7 0,0 0 14 0,-2-2-14 16,-4-7 4-16,5-3 3 0,-6-8 12 16,5-8-12-1,-8 8-2-15,4-4 2 0,-5 0 0 16,-68 35 0-16,-2 3 0 15,-4 1 0-15,46-28 8 16,-14-1-8-16,-11 4 0 16,-16-2 1-16,-11 4 5 15,-9 2 19-15,-10 3-24 16,-10 7-1-16,-11-2 84 16,-7 0-80-16,-13-4 5 15,-11-4-5-15,-9-2-3 16,-4 0 1-16,1-1-2 15,3-1 0-15,4 0 3 0,3 0-3 16,-8 2-2-16,-7 2 2 16,-19 2 0-16,-16-1-6 15,-19 3 2-15,-65-17 4 16,-20 8-15-16,-17 9 15 16,58 24-32-16,-30 10-7 15,-25 8-12-15,-37 12 30 16,-25 26-21-16,-18 13 29 15,-16 22 1-15,-10 31 12 16,11 31 0-16,28 11 15 16,15 21 9-16,57 3 21 15,73-11-35-15,68-17 10 16,59-95 4-16,25-6-24 16,21-2-6-16,125 73 6 0,132-32 0 15,74-26-53-15,-87-38-122 16,30-14-188-1,-20-20-234-15</inkml:trace>
  <inkml:trace contextRef="#ctx0" brushRef="#br0" timeOffset="34694.82">10183 11594 1403 0,'0'-8'574'0,"-2"2"-308"0,2-10-83 0,6 6-149 0,5-6-28 0,14 0-3 0,8 2-3 16,10-4 0-16,-1 2-10 0,3 4-121 0,-9 12-92 0,-9 28-420 0</inkml:trace>
  <inkml:trace contextRef="#ctx0" brushRef="#br0" timeOffset="35610.98">10274 12122 343 0,'-4'-8'1378'15,"2"4"-1050"-15,-6-2-155 0,6 3-107 16,0 3-47 0,2 0-19-16,2 9 6 15,4 7 14-15,-2 8-11 16,0 10 0-16,3 6 22 0,-3 4-30 16,3 2-1-16,-4 2-20 15,-1 2-102-15,-2 0-97 16,-2 53-381-1</inkml:trace>
  <inkml:trace contextRef="#ctx0" brushRef="#br0" timeOffset="36051.58">10642 12136 1465 0,'-4'-3'453'0,"-1"6"-273"0,0 1-163 0,3 11 5 0,2 8-6 0,7 3-16 0,2 2 0 0,8-2 30 0,10-6-29 0,4-6-1 0,1-8 12 15,8-8-12-15,0-12 39 0,-2-8-32 0,2-8 11 0,-8-6 92 0,-4-4-31 0,-14-3 10 0,-10 5-19 0,-10 2-47 16,-13 4 23-16,-2 6-46 0,-11 4-1 0,-4 8-14 0,-1 12 15 0,-5 10-20 0,-1 12-34 0,7 12-94 0,7 2-43 0,18 4-143 0,34 30-466 0</inkml:trace>
  <inkml:trace contextRef="#ctx0" brushRef="#br0" timeOffset="36325.99">11438 11879 975 0,'-2'0'255'0,"-4"0"-186"16,0 4-69-16,-1-2-68 16,5 2-86-16,2-4 32 15,-4 4-91-15</inkml:trace>
  <inkml:trace contextRef="#ctx0" brushRef="#br0" timeOffset="36790.18">10749 12272 1465 0,'-3'-4'465'0,"3"4"-162"16,-2-4-237-16,2 6-66 15,0 6 8-15,0 8-7 16,0 6 53-16,0 6-54 16,2 0 6-16,8-4-12 15,-1-4 6-15,1-8 0 16,2-4 5-16,5-5 1 15,2-12 16-15,5-1-22 16,1-10-19-16,6-8 8 16,7-4-17-16,-7-8 18 15,-6 2 10-15,-8 8 9 16,-13 10 52-16,-10 6-44 0,-12 7-8 16,-9 6-2-16,-9 9-7 15,-6 6 0-15,-4 10 7 16,3 2-5-16,8 0 10 15,10-2-12-15,14-2-33 16,11-2 25-16,15-4-97 16,14-6-64-16,19-10-43 15,110-36-297-15</inkml:trace>
  <inkml:trace contextRef="#ctx0" brushRef="#br0" timeOffset="37139.75">11584 11919 1739 0,'-15'2'381'16,"-1"8"-225"-16,-12 4-94 0,-1 10-49 0,11 4-7 0,7 0 18 0,11-2-24 0,11-8 0 0,7-1 8 0,5-10-7 0,4-7 14 0,7-11-15 0,1-11 8 0,-1-10 14 16,-8-9-11-16,-3 1 7 0,-14 4 45 15,-12 2-32-15,-16 10-31 16,-22 14-40-16,-21 18-125 15,-16 24-17-15,-13 20-106 16,-129 117-552-16</inkml:trace>
  <inkml:trace contextRef="#ctx0" brushRef="#br0" timeOffset="37775.35">10771 12805 1921 0,'-6'-8'351'0,"1"4"-88"16,-2-10-170-16,3 13-71 15,11-2-10-15,0 1-12 16,8-2 0-16,7-2 44 15,9 0-44-15,13-2 0 16,10 2-3-16,6-6 9 16,11 0 2-16,4-2-8 15,1-6 0-15,10-4-12 0,7-4 12 16,1-12-38 0,6-6 4-16,3-11-8 15,-1-9 21-15,-4-4-18 16,-4-6 36-16,-9-6-32 0,-9-4 20 15,-7 1-6-15,-13 7 20 16,-14 14 2-16,-11 6 9 16,-18 8-10-16,-13 0 0 15,-15 1 10-15,-19-1-2 16,-22-8-8-16,-21 0 25 16,-26-2 19-16,-86-26 25 15,-38 22-55-15,-29 35-13 16,82 39 53-16,-16 24-54 15,-11 15 0-15,-13 23 20 16,11 18-20-16,-3 28 21 0,17 17-14 16,4 25-6-1,19 16 78-15,43-9-49 0,50-19-23 16,49-13 35-16,33-83-25 16,13 0-5-16,15-14-12 15,42 42 0 1,102-6 11-16,64-59-11 0,31-50 0 15,-80-25-11-15,7-10-1 16,-3-8-43-16,-20 10-52 16,-26 10-136-16,-20 1-214 15</inkml:trace>
  <inkml:trace contextRef="#ctx0" brushRef="#br0" timeOffset="60701.07">5645 5372 985 0,'2'0'222'0,"0"-2"42"0,2-2-120 0,1 2-46 0,-3-2 29 0,0 4-49 0,-2-2 57 15,0 2-51 1,0 0-45-16,0 0-4 0,2 0-10 15,-2 0 2-15,0 0 24 16,0 0 2-16,0 0 59 16,-2 0-28-16,0 0-15 15,-5 0 9-15,-11 0-46 16,-13 0-32-16,-25 4 0 16,-19 2 2-16,-27 2 37 15,-81 16-39-15,-43 12 1 16,-14 8 14-16,87-8-6 15,3 2 0-15,-4-1-9 16,23-4 19-16,9 3-4 0,68-19-15 16,0-1 1-1,3 0 0-15,-54 18-1 16,7 2 1-16,-2 2-2 0,9-4 2 16,8 2 3-16,12-6-4 15,11-6 0-15,17-6 0 16,18-10 1-16,8-4 0 15,13-1 20-15,0-3-13 16,4 0 50-16,2 0-58 16,-4 0 2-16,2 0 16 15,0-3-17-15,0 3 5 16,0 0-6-16,-3 0 18 16,3 0-3-16,-3-1-15 15,3 1 0-15,0-3 10 16,-2 3-10-16,2-4-9 0,0 0 9 15,2-6-12-15,-2 0-4 16,3-6 16-16,0 0-30 16,1-4 19-16,-2 2 2 15,0-2-1-15,-2 0 9 16,-2 4-7-16,0 2-10 16,-2 2 18-16,-6 0-9 15,-3 2 9-15,-3 0 0 16,-1 4-11-16,-4 4 5 15,2 4 6-15,-2 4 0 16,-1 10 0-16,-5 6-9 16,-2 10 9-16,0 6 0 15,5-4 0-15,6-2 0 0,7-12-6 16,7-6-14-16,6-7 20 16,11 0-6-16,5-5 6 15,8 3 7-15,15-5-6 16,3 0-2-16,8 0 10 15,-1 0-1-15,0 5-8 16,-2 3-6-16,-5 5 5 16,-8 5 1-16,-5-3-1 15,-11 2 0-15,-6-3 1 16,-9-9 5-16,-3 0-5 16,-2-7 0-16,-2-1 20 15,-3-6-6-15,-2-5-14 16,-2-13-10-16,-4-9 10 0,-1-2 1 15,-1 0-1-15,-5-2 0 16,0 6-13-16,-7-2 13 16,1 4-21-16,-1 2-15 15,0 2-56-15,7 8 49 16,2 5-152-16,7 15-150 16,2 17-23-16,-31 61-1025 15</inkml:trace>
  <inkml:trace contextRef="#ctx0" brushRef="#br0" timeOffset="61668.15">673 6633 1510 0,'-4'-2'327'0,"2"0"-90"0,-2 0-129 0,-1 2-36 0,5 0 21 0,0 0-36 16,-2 0 0-16,2 0-43 16,0 2-5-16,-2-2 6 15,4 0-15-15,-2-2 0 16,0 2 24-16,2-2-23 15,-2 0 0-15,-4 0-1 16,-3-2-6-16,-9 2-3 16,-6 0-7-16,-7 10 13 15,-4 4 1-15,-9 12 2 16,-1 14 0-16,-4 16 30 16,2 11-21-16,8 7 31 0,10-2-40 15,14-14-6-15,19-9-6 16,17-18 13-16,14-11-1 15,21-15 5-15,16-16 1 16,13-17 10-16,2-10-16 16,-4-2-67-16,-14-2-50 15,-22 2-137-15,22-60-76 16</inkml:trace>
  <inkml:trace contextRef="#ctx0" brushRef="#br0" timeOffset="62268.75">910 6228 675 0,'0'-2'1064'16,"0"4"-899"-16,0 6-142 15,4 14 83-15,3 14-5 16,7 12-26-16,1 5-9 15,3 2-24-15,7 2 18 16,-2-7-38-16,0-4-22 16,-1-8 47-16,-6-6-47 15,-5-10 1-15,-4-8-1 16,-1-6 9-16,-6-4 11 0,0-5-19 16,0-8 1-16,-4-7 29 15,2-12-31-15,-2-10-7 16,1-10 5-16,3 2-28 15,0 2 21 1,5 7 6-16,3 15 3 0,-3 11-19 16,1 11 17-16,6 11-22 15,1 6 23-15,12 6 1 16,4 8 7-16,2-5-7 16,4-4 0-16,4-8 7 15,-2-4-6-15,1-10-1 16,-2-10 14-16,-3-2-14 15,-6-8 52-15,-2-2-43 16,-8-2-8-16,-1-4 51 16,-10 0-34-16,-6-3 5 15,0 3 4-15,-6 5-12 16,-3 8 46-16,3 5-31 0,3 8-24 16,3 4-12-16,3 8-4 15,5 8-5-15,8 15 13 16,2 3 4-16,9 2-10 15,4-2 1-15,-5-4-119 16,1-6-75-16,-7-6-146 16,-7-10-1020-16</inkml:trace>
  <inkml:trace contextRef="#ctx0" brushRef="#br0" timeOffset="62480.52">1355 6186 1615 0,'0'-4'658'0,"0"2"-472"0,-4-4-97 0,9 6-89 0,4 4-6 0,4 2-14 0,3 8 20 0,7 6-199 0,45 38-161 0</inkml:trace>
  <inkml:trace contextRef="#ctx0" brushRef="#br0" timeOffset="63190.11">1756 6354 1395 0,'8'6'448'0,"2"2"-367"15,13 9 36-15,6 5 22 16,-3-2-37-16,5 2-19 15,-2 0 43-15,-9-2-75 16,1-4-27-16,-13-6 0 16,-1-2-23-16,-5-6 28 15,-2-2-23-15,0-6 1 16,-2-2 38-16,0-10-45 16,4-12-33-16,0-10-4 15,8-7-38-15,5-1-24 16,1 9-11-16,1 2 26 0,3 13 71 15,-4 14-14-15,0 10 7 16,-1 8 4-16,3 8 16 16,5 0 1-16,3 2-1 15,-2-2 0-15,7-6 6 16,-2-4-4-16,-6-4 4 16,-1-8 4-16,-9 0-9 15,-5-3 56-15,-4-8-32 16,-4 1-25-16,-4-2 51 15,-8 0-33-15,-8 0-3 0,0 8-15 16,-9 4-11 0,2 14 1-16,-2 6 10 15,0 16-6-15,7 2-17 0,9 6 23 16,13-3-7-16,13-6-7 16,5-4 14-16,9-10-15 15,2-4 12-15,2-11 3 16,2-8 15-16,1-10-15 15,-5-4 0-15,-2-5 8 16,-7-1-1-16,-3 0 29 16,-10 2 5-16,-3 0-41 15,-6 0 48-15,2 4-48 16,-2 2 2-16,2 0-2 16,2 6 0-16,3 4-8 15,8 4 2-15,-2 4-10 16,5 4-2-16,1 6 13 15,-1 8 1-15,2 8 2 0,2 2 4 16,-8 4-1-16,3 2-1 16,-9-1-3-16,-8 0-16 15,-9 1-85-15,-13 5-142 16,-88 44-400-16</inkml:trace>
  <inkml:trace contextRef="#ctx0" brushRef="#br0" timeOffset="63417.31">1293 7084 1633 0,'24'-6'283'0,"5"-4"-154"0,34-10-39 16,10-10 21-16,12-2-1 0,0-4-20 0,-5-2 10 0,-2 2-65 0,-7 3-29 0,-15 10-12 0,-11 6-128 0,-3 21-386 0</inkml:trace>
  <inkml:trace contextRef="#ctx0" brushRef="#br0" timeOffset="63573.82">1293 7323 2047 0,'4'0'371'0,"6"-2"-269"16,11 0-83-1,18-2 7-15,17-6-26 0,15-4-3 16,14-4-278-16,121-52-1418 16</inkml:trace>
  <inkml:trace contextRef="#ctx0" brushRef="#br0" timeOffset="66770.17">6345 6286 1676 0,'0'-4'300'0,"0"4"-118"0,0-4-122 0,-1 4 1 0,1 0 74 0,-2 0-33 0,-1 0-21 0,1 2-19 0,-2-2-38 0,-5 0 43 15,-11 2-67-15,-9 4-12 16,-21 4 5-16,-21 10 7 15,-13 8 0-15,-12 4-1 16,-15 4 1-16,-63 17 15 16,-20-3-15-16,-20 2 0 15,61-12-6-15,3-4 6 16,17-2-1-16,77-22 1 16,12-1 0-16,5-4 24 15,-30 11-24-15,23-3 0 16,19-8 13-16,13-3-8 0,10-1-4 15,4-3-2-15,0 0 14 16,2 0 16-16,-2 0-29 16,0 0 0-16,0 0 7 15,2 0-6-15,-2 1 0 16,0-1-1-16,0 0 8 16,0 0-4-16,3-1-4 15,-3 1-6-15,0 0 6 16,2-3 1-16,-2 3-1 15,0-1 0-15,0-2 0 16,0-3-21-16,-2-6 21 16,4-4-38-16,-2-4 38 15,-2-2-22-15,2 0 1 0,-3 6 12 16,1 4 9 0,0 6-9-16,0 4 9 0,-2 2-31 15,-13 6 30-15,-9 6-10 16,-18 12 9-16,-17 10 2 15,-5 4 0-15,-1 4 16 16,5 1-16-16,6-7 0 16,8-2 13-16,9-10-4 15,12-6-3-15,6-6-6 16,13-8 11-16,6-2 4 16,8-4-15-16,10-6 0 15,15-2 18-15,17-6-18 16,20-2 0-16,10 0-1 15,9 4 1-15,2-1 1 16,-2 1-1-16,-9 5 0 16,-12 0 3-16,-12 4-3 15,-21 2-15-15,-14 3-3 0,-13 0 3 16,-8 0 7-16,-7 3 8 16,-11 2 0-16,-7-1 9 15,-8 1-9-15,-7-5 1 16,1-5-1-16,1-7 9 15,5 2-3-15,1-4-6 16,5 5-85-16,-4 9-205 16,-92 52-415-16</inkml:trace>
  <inkml:trace contextRef="#ctx0" brushRef="#br0" timeOffset="67801.48">2238 7521 1430 0,'18'-6'175'0,"-1"-2"-137"0,23-11-5 0,9-6-33 0,7-3 0 0,-7-6-1 0,-2 4 2 0,-9 2 30 0,-14 4-20 15,-9 8-5-15,-18 8 18 0,-15 6-15 0,-18 10 1 0,-17 10 19 0,-14 8 32 0,-14 8 83 0,-3 10-6 16,2 4-33-16,5 9 6 0,15-3-46 16,16-4-19-16,21-4-17 15,16-6-28-15,16-8 23 16,16-4-18-16,14-6-4 0,12-8 25 15,11-12-21 1,2-14-5-16,5-12-1 16,-7-8 11-16,-1-12 8 0,-4-6-19 15,-6-11-5-15,-5 1 4 16,-7-8 2-16,-7-2-1 16,-12 0 0-16,-11 0 1 15,-7 4 17-15,-7 9-18 16,-3 13 0-16,0 16 8 15,-1 12 20-15,9 10-28 16,0 10-4-16,0 14-13 16,0 18 10-16,6 13 7 15,9 9 0-15,7 4-9 16,11-10 10-16,5-10-1 16,-3-10 0-16,-2-10 1 0,-6-12 26 15,-4-4-4 1,-2-12 14-16,-1-4 41 0,7-12-61 15,-2-4-7-15,5-8-10 16,-6 2-16-16,1 0 7 16,-4 8-69-16,-1 6-15 15,1 10 66-15,-2 4-5 16,1 9 22-16,6 6 9 16,0 5 1-16,10-3 9 15,1 2-9-15,6-9 0 16,-3-4 17-16,-1-8-10 15,-1-11 2-15,0-1 5 16,2-9-13-16,-3-4 14 16,1 2-15-16,-3-4 0 15,1 3-16-15,4 6-229 0,38-30-350 16</inkml:trace>
  <inkml:trace contextRef="#ctx0" brushRef="#br0" timeOffset="69404.39">3387 8079 1823 0,'-6'-6'378'0,"6"0"-136"0,-3-2-77 0,15-2-108 0,10-4-38 0,18-6 56 0,18-6-51 0,18 2-15 0,9-2-9 0,1 0 8 16,3 3-19-16,-10 10-122 16,-13 10-396-16,-22 39-414 15</inkml:trace>
  <inkml:trace contextRef="#ctx0" brushRef="#br0" timeOffset="69520.39">3278 8283 2058 0,'-22'-4'548'0,"13"3"-362"15,-5-3-125-15,43 4-49 0,40 0-24 16,124-4-219-16,205-71-737 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25:53.666"/>
    </inkml:context>
    <inkml:brush xml:id="br0">
      <inkml:brushProperty name="width" value="0.05292" units="cm"/>
      <inkml:brushProperty name="height" value="0.05292" units="cm"/>
      <inkml:brushProperty name="color" value="#FF0000"/>
    </inkml:brush>
  </inkml:definitions>
  <inkml:trace contextRef="#ctx0" brushRef="#br0">16749 5885 1608 0,'-2'2'162'0,"0"-4"-162"15,-1 4 160-15,3-2-65 0,0 0-23 0,0 0-35 0,0 0-1 0,0 0 42 0,3 0-51 0,-1 2-25 0,7 0 38 0,7 0 10 0,6 2-17 0,11 0 16 16,14 2-37-16,13-4 45 16,9 0-57-16,13-2 2 15,6 0 7-15,1-2-8 0,-4 2-1 16,-10-2 0-16,-11 2-6 15,-12 0-15-15,-14 0-6 16,-16 2-76-16,-13 0-7 16,-9 0-25-16,-13 2-4 15,-16 0-62-15,-101 16-506 16</inkml:trace>
  <inkml:trace contextRef="#ctx0" brushRef="#br0" timeOffset="197.86">17003 6006 1095 0,'3'-3'254'16,"1"3"-235"-16,13 0 40 15,10 0 52-15,14 0-29 0,10 3-11 16,5-3-22-16,4 0-28 16,0 1 6-16,-4-1-18 15,1 0-1-15,-3 0-8 16,-5 0-47-16,-9 3-37 15,14-2-207-15</inkml:trace>
  <inkml:trace contextRef="#ctx0" brushRef="#br0" timeOffset="364.3">17170 6070 1218 0,'-8'0'199'15,"6"0"-157"1,-4 0 0-16,14-2-9 0,13 2 27 15,15 0 5 1,9-2-7-16,11 2-34 0,2-2-10 16,-1 4-14-16,3 0-51 15,62-2-243-15</inkml:trace>
  <inkml:trace contextRef="#ctx0" brushRef="#br0" timeOffset="3998.72">5874 8763 312 0,'0'0'1092'0,"-2"0"-924"0,2 0-107 0,0 0 17 0,-2 0-21 0,2 0 12 16,0 0-21-16,0 0-27 16,0 0 29-16,0 0-10 15,2 0-16-15,-2 0-13 16,4 0 4-16,12 0-2 0,6-5-13 16,18 4 0-16,9-3 12 15,13-2-12-15,1-5 1 16,6 6-2-1,-6-5 2-15,-6 0-10 0,-12 3 9 16,-14 6-87-16,-14 1-84 16,-17 5-153-16,-10 9 12 15,-22 7 54-15,-12 1-22 16,-12 2 280-16,-6-2 231 16,4-4 17-16,2-2 19 15,14-6-101-15,17-2-2 16,8-4-16-16,14-4-53 15,11-2-31-15,4-2-31 16,17-2 15-16,17 0 0 0,8 0-39 16,14-2-9-16,5-2-162 15,96-10-366-15</inkml:trace>
  <inkml:trace contextRef="#ctx0" brushRef="#br0" timeOffset="15921.28">15710 12901 1027 0,'0'0'487'16,"-1"0"-354"-16,-2 0-56 0,3 0-20 0,-4 0 22 0,4 0-38 0,-2 0-14 0,2 0 15 16,2 0-14-16,-2 0 20 15,0 0-9-15,0 0-21 16,0 0 32-16,4 0-44 15,0 0 0-15,4 0 24 16,0-1-15-16,8-2 33 16,6 0-32-16,5-4-10 15,0-1 30-15,4 2-35 16,0-2 11-16,-2 2-12 16,-2-3 11-16,2 5-1 0,-8-3-10 15,-4 4 0-15,-3-1-1 16,-8 1 1-16,-2 6-11 15,-8 1-2-15,-5 3-8 16,-15 11 10-16,-13 8 11 16,-11 6-57-16,-6 3 29 15,3-7-25-15,4-4 29 16,8-4 23-16,4-8 2 16,9 0 21-16,8-6-1 15,7-2-20-15,2-4 65 16,9 2-10-16,2-4-11 15,7 0-14-15,4-2-20 16,8-6 56-16,10 0-31 0,2-4-16 16,3 2 19-16,-5-2-23 15,-2 4-1-15,-4 0 36 16,-3 4-50-16,-2 0 68 16,-6 2-60-16,-8 2 6 15,-2 2-13-15,-4 0-1 16,0 0-1-16,0 0 0 15,-2 2 21-15,0-2-6 16,2 0-15-16,-2 1 0 16,2-1 15-16,0 0-13 15,0 0-2-15,0 0 0 16,0 0 1-16,2 0-26 16,2 5 20-16,5 3-58 0,3 4-73 15,7-2-181 1,44 0-435-16</inkml:trace>
  <inkml:trace contextRef="#ctx0" brushRef="#br0" timeOffset="20401.53">12850 14275 833 0,'0'0'238'0,"0"0"-104"0,0 0-101 0,0 0-21 0,0 0 90 0,-3 0-21 0,3 0 18 15,0 0-20-15,0 0-38 16,0 0 37-16,0 4-21 16,0-4-26-16,0 0 74 15,0 0-66-15,0 0-12 0,0 0-10 16,6 0-8-1,0 0 15-15,7 0-3 0,7 0 9 16,9-4 34-16,0-2-32 16,5-2-1-16,-1 0-4 15,0 2 6-15,-1 0 26 16,-8-2-41-16,-1 4-17 16,-8 0 23-16,-1 2-24 15,-3 0-5-15,-7 0-6 16,-2 4-31-16,-2 0 27 15,-6 4-61-15,-8 10-11 16,-6 0-12-16,-11 10-108 16,-4 2-5-16,-6-6 14 15,3 0 144-15,3-4 54 16,-3 0 29-16,-3 1 10 16,4-7 79-16,1 2-44 0,11-4-22 15,13-2 7-15,5-4-23 16,9-4 60-16,7 0-65 15,6-3 10-15,5-1 20 16,11-3 5-16,-1-1-25 16,1 0-22-16,0-1-11 15,-9 4 23-15,3 1-20 16,-10-1-2-16,1 4 40 16,-5-3-1-16,-2 1-13 15,0 2 11-15,-2-2-37 16,-3 3 65-16,-2 0-43 15,-2-2-16-15,-2 2 20 16,2 0-22-16,0 2-1 16,0-2-12-16,0 0 18 0,0 0-21 15,0 0 3-15,0 0-69 16,0 0-55-16,2 0-151 16,9-10-444-16</inkml:trace>
  <inkml:trace contextRef="#ctx0" brushRef="#br0" timeOffset="22401.5">4222 15825 1367 0,'0'0'264'0,"-2"0"-137"0,0 0-1 0,0 0-55 0,2 0-11 15,0 0-17-15,2 0-41 16,0 0 44-16,0 0-32 15,4 0-14-15,0 4 54 16,3 0-7-16,5 0 2 16,10-2-12-16,2 2-36 15,14-4 33-15,5 0-34 16,5-6-21-16,-2-2-3 16,-1-2-71-16,-9 2-10 0,-7-2 2 15,-8 6-28-15,-17 4 44 16,-8 0-61-16,-16 6 100 15,-13 8 48-15,-9 2 106 16,-10 2 46-16,-2 0-4 16,-2-4-19-16,2-2 32 15,10 2-92-15,11-10-41 16,13 1 1-16,14-5-29 16,12-3-150-16,69-15-298 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26:30.601"/>
    </inkml:context>
    <inkml:brush xml:id="br0">
      <inkml:brushProperty name="width" value="0.05292" units="cm"/>
      <inkml:brushProperty name="height" value="0.05292" units="cm"/>
      <inkml:brushProperty name="color" value="#FF0000"/>
    </inkml:brush>
  </inkml:definitions>
  <inkml:trace contextRef="#ctx0" brushRef="#br0">13086 6206 955 0,'0'0'350'0,"0"0"-136"0,-2 0-163 0,2 0 59 0,0-2-40 0,0 2-47 0,0 0 52 0,0 0-38 15,0-2 13-15,0 2 13 16,0-2-30-16,0 2 18 15,0 0-18-15,0 0-17 16,0 0 52-16,2-2-35 16,-2 2-8-16,2 0 1 15,1-2-25-15,6 2 21 0,4 0 19 16,7 0-40-16,5-2 46 16,3 2-47-16,6-2 0 15,0 4 3-15,-1-2 3 16,5 0 4-16,-1 2-10 15,6 0 0-15,1-2 0 16,0 2 0-16,4-2 0 16,-4 0-1-16,-1 2 2 15,-1 0-3-15,-1 0 2 16,-4 0 0-16,1 0 3 16,-1 0-3-16,1 2-12 15,-1 0 11-15,-4-2 1 16,-4 2-5-16,4 0 5 15,-2-2 0-15,1 2 10 16,-1 2-10-16,2-4 0 0,-2 0-9 16,3 0 18-16,-5 0-6 15,2 0-3-15,0 2-1 16,-2-2 1-16,0 0 0 16,0 4 0-16,-2-4-6 15,-1 0 12-15,4 0-2 16,-4 0-4-16,3 0-7 15,2 0-4-15,2 0 7 0,-1-2 1 16,6 0-6 0,4 2 18-16,-2-2-2 0,1 4-7 15,-6-4-1 1,-4 2 1-16,-7 1 0 0,-1-2-1 16,-5 1 1-16,-1 0 0 15,-1 0 4-15,2-2-4 16,4 2-11-16,5-2 11 15,2 0 1-15,4 0 5 16,1 0-6-16,-3 2 2 16,0-4 14-16,-2 4-16 15,2-2-9-15,-4 2 9 16,0 0 0-16,0 2-10 16,-6 0 9-16,6-2 2 15,0 0 2-15,6-2-3 0,3 2-5 16,3-2-4-1,-4 0 17-15,-2 2-16 0,-4-2 8 16,0 2 0-16,-2 1 2 16,-5-2-2-16,0-1 0 15,-1 0-1-15,4 0 7 16,-4 0-7-16,6 0 1 16,-2 0-2-16,2-1-5 15,-1 1 7-15,-2 0-3 16,4 0 2-16,0 1 2 15,-1-1 8-15,0 0-9 16,-3 2 0-16,5-2-3 16,-2 0 3-16,-4-2-12 15,7 1 0-15,-3-2 12 16,0 1 1-16,2 0-1 16,0-2 0-16,-4 2 12 0,1 0-12 15,-6 0-4-15,5-2 4 16,1 0 0-16,-3 2 4 15,6-2-4-15,-3 0 0 16,5 3 3-16,0-4-3 16,0-1-4-16,-2 2-4 15,-2 0 16-15,0 0-17 16,-2 2-5-16,0-4 14 16,-4 2-1-16,6 0 1 0,-2 0-6 15,2-2 0 1,2 0 12-16,-2 0-14 0,2 0 8 15,0 0 0 1,-5-2-9-16,3 4 9 0,1 0-15 16,-3 0 15-16,4 0-1 15,-2 2-14-15,-2-4 13 16,1 4-13-16,-4-2-3 16,0 2 18-16,-1-2-16 15,-2 2 16-15,2-2 0 16,-1 0 5-16,3 2-5 15,0 2-10-15,2-2 9 16,2 2 1-16,-4-2-19 16,-2 2 11-16,-1-2 8 15,1 2 15-15,-4 0-15 16,6 0 1-16,-6 2 6 0,8 0-7 16,-1-2 0-16,-1 2-9 15,4 0 24 1,-6 2-18-16,2-2 3 0,-3-2-17 15,-1 2 17-15,-2-2 0 16,3 2-18-16,-7-2 12 16,0 0 0-16,5-2-2 15,1 2 8-15,2 0-4 16,2 2 4-16,4-2 0 16,-3 2 1-16,0 0-2 15,-1 0 2-15,-1 0 11 16,-2 0-12-16,4-2-6 15,1 2 6-15,-3 0 0 16,3 2-2-16,-3-2-5 0,2-2 14 16,3 2-5-16,2-2-2 15,2 0-5-15,-4 0 5 16,2 0 1 0,-4 0-1-16,-8 0 0 0,2-2 1 15,-6 0 22-15,0-4-23 16,5 2 0-16,-4-2 2 15,-1 2 4-15,1 0 1 16,-6 0-7-16,1 2 1 16,-5 0 59-16,-1 0-56 15,1 0-2-15,-4 2 20 16,3 0-11-16,1 0-11 0,2 0 0 16,3-2 10-16,1 0 4 15,3 2-14-15,1 0 0 16,-4 0 0-1,-1 0 0-15,-3 0 0 0,1 0 0 16,3 0 1-16,-6 0 20 16,2 0-20-16,1 0 4 15,-3 0 19-15,-1 0-16 16,-1 0 8-16,-2 0-16 16,0 0 2-16,0 0 52 15,0 0-41-15,0 0-4 16,-2 0 15-16,2 2-16 15,0-2 7-15,0 0-15 16,0 0 0-16,2 0-3 16,-2 0 3-16,-2-2-9 0,2 2 9 15,0 0 0-15,0 0 4 16,0 0-4-16,0 0 0 16,0 0-16-16,0 0 16 15,0 0-119-15,-9 6-185 16,-48-16-970-16</inkml:trace>
  <inkml:trace contextRef="#ctx0" brushRef="#br0" timeOffset="3081.54">13138 6172 899 0,'0'0'679'0,"0"0"-572"0,-3 0-98 0,3 0 37 0,0 0-14 0,3 0-16 0,-3 0 47 15,2 0 14-15,-2-2-4 16,2 2-31-16,2 0-25 16,5 2 62-16,5-2-40 15,1 0 2-15,1 2-5 16,6-2-17-16,1 2 3 15,5 0-22-15,3 0 0 16,5 0 17-16,4 2-17 16,5-2 0-16,6-2 0 0,3 0 1 15,6 0 17-15,-3-2-18 16,-1-2 0-16,2 0 8 16,-6 0-8-16,-4 0 0 15,-1-2 2-15,3 2-1 16,-2 0 16-16,4 0-17 15,-4 2 0-15,-3 2 13 16,-3-2-13-16,-4 0-8 16,-2 2 8-16,-4 0 0 15,-3 0 17-15,2 0-17 16,-5 2 0-16,5-2 22 16,3 0-22-16,2 2 0 15,-5-2 12-15,2 2-11 0,1 0 15 16,1 0-16-1,-2 0 0-15,1-2 1 0,-1 2-1 16,0-2-5-16,1 2 4 16,2-2 2-16,2 0 8 15,-5 0-9-15,3 0 0 16,1 0 1-16,-1 2-1 16,0-2-7-16,0 4 5 15,-3-4 4-15,3 2 17 16,-3 0-19-16,3 0-7 15,-1-2 7-15,1 0 0 16,0 0-10-16,-1 0 8 16,5 0 4-16,-2 2 16 15,-5-2-18-15,4 2-8 16,-8 0 2-16,0 0 6 0,-1 0 0 16,-1 0-7-16,4 0 16 15,1 2-3-15,0-2-6 16,3-2-3-16,2 0 1 15,-1 0 2-15,2 0-8 16,-2 0 7-16,2 0 2 16,-5 0-6-16,-4 0 5 15,2 2-6-15,-2-2 6 16,-4 0 0-16,9 0 1 16,-1 0-2-16,2 2 3 15,-4-2-10-15,7 0 8 16,-3 0-25-16,3 0 25 15,1 0-7-15,-4 2-2 16,3-2 7-16,-3 0 4 0,-3 0-5 16,3 0 3-16,-4 0-17 15,3 2 16-15,-5-2 1 16,0 2-21-16,0-2 21 16,-7 0-6-16,3 0-1 15,-1 0 7-15,0-2-19 16,1 2 19-16,0-2 0 15,2 2 0-15,-6 0-7 16,2-2 14-16,-1 0-5 16,1 2-2-16,-4 0-3 15,6 0 2-15,-5 0 1 16,7 0-1-16,-1 0 0 0,1 0 2 16,2 0 2-16,2 0-3 15,-2 0-8-15,2 0 8 16,1 0 1-16,-1 0-1 15,-4 0 0-15,2 0 0 16,-7 0 5-16,5 0-5 16,0 0-6-16,-6 0 4 15,4 0 3-15,-2 0-2 16,1 2 1-16,-2-2 0 16,3 2 3-16,-3 0-3 15,-2 0-5-15,2 0 5 16,-4-2 0-16,-2 0 3 15,0 0-3-15,-6 0 0 0,-3 0 3 16,-3 2-3-16,-1-2-3 16,-3 0 2-16,3 0 2 15,-1 0 0-15,-2 0-1 16,6 0 0-16,-4 0 1 16,3 0-1-16,1 0-3 15,6 0 2-15,-4 0 2 16,5 2-2-16,-3-2 1 15,-1 0 0-15,-3 0 3 16,8 0-3-16,-7 2-7 16,3-2 6-16,2 0 2 15,3 4 7-15,6-4-8 16,0 2 0-16,4 2 0 16,2-2 0-16,-5 0 0 0,1 0-7 15,-4 0 14 1,2 0-2-16,-8 0-5 0,5 0 0 15,-1 2 3-15,1 0-3 16,3-2-5-16,-4 2-4 16,1-2 18-16,-5-2-4 15,-3 2-5-15,-2-2 0 16,1 2-3-16,0-2 3 16,-2 0 0-16,2 0-6 15,-3 2 12-15,3-2-3 16,-2 0-3-16,0 2 0 15,1-2 2-15,2 0-2 16,-1 0-11-16,-3 0 11 16,-2 0 0-16,4 0 12 15,-2 0-12-15,3 0-7 0,4 0 7 16,-1 0 0-16,-4 0 0 16,1 0-1-16,1 4 2 15,-6-8 5-15,0 8-6 16,-2-4 0-16,0 0 1 15,-2 0-1-15,3 2-7 16,-1-2 6-16,-2 0 2 16,0 0 14-16,-2 0-15 15,2 0 0-15,0 0 6 16,0 0 10-16,0 0-1 16,0-2 21-16,0 2-19 15,0 0 50-15,0 0-40 16,0 0-10-16,0 0 26 0,0 0-31 15,0 0-3-15,0 0-16 16,0 0 23-16,0 0-2 16,0 0-14-16,9 0 0 15,2 2 1-15,2-2-1 16,1 0 1-16,-3 2-2 16,-1-2 7-16,0 0-2 15,-3 0-4-15,-1 0-8 16,0 2 8-16,1-4 0 15,3 2 1-15,-4 2-12 16,-2-2 23-16,-2 0-7 16,1 0-5-16,-3 0-8 0,0 0 8 15,0 0 0-15,0 0 0 16,0 0-1-16,2 0 7 16,-1 2-4-16,2-2-2 15,5 2-3-15,-4-2 2 16,2 2 1-16,-1 0 0 15,0-2-2-15,4 2 2 16,-1 0 6-16,7-2-6 16,-3 4-6-16,1-4 6 15,-3 0 2-15,-2 0-1 16,-3 0-1-16,-3 0 0 16,0 0 12-16,-4 0-12 0,2 0 0 15,0 2 4 1,-2-2 7-16,2 0 14 0,0 0-25 15,0 0 8-15,0 0 1 16,0-2-9-16,0 4-14 16,0-2 13-16,0-2-13 15,0 2 13-15,0 0-107 16,0 0-178-16,-19 10-197 16</inkml:trace>
  <inkml:trace contextRef="#ctx0" brushRef="#br0" timeOffset="13633.25">13044 3563 565 0,'0'0'1026'0,"0"0"-855"0,0-2-63 0,-2 2-9 0,2 0 27 0,0 0-39 0,0 0-38 0,2-2 59 0,-2 2-54 15,0 0-15-15,0 0-1 16,0 2-37-16,0-2 5 16,0 2-6-16,0 2-42 15,-2 8 42-15,4 10 1 16,-2 10-1-16,0 4 11 0,2 1-2 15,0-1 12 1,0-3-21-16,3 2 0 16,-1-1 12-16,1-2-10 0,0 4-2 15,1-4 0-15,1-2 13 16,-5 2-5-16,2-6-8 16,-1-2 0-16,-2-2 14 15,3 0-14-15,-4-5 1 16,2 1-3-16,0-3 8 15,0-2-1-15,0-1-5 16,0-5 0-16,-2 4 0 16,2-7 0-16,1-1-3 0,-1 2-3 15,0 1 12-15,-2 2-3 16,2-2-3-16,-2 0-25 16,0 2 24-16,0-4 1 15,2-2-39-15,-2-2-28 16,0 0-82-16,0 0-41 15,8-24-163-15</inkml:trace>
  <inkml:trace contextRef="#ctx0" brushRef="#br0" timeOffset="15199.29">13931 3491 1139 0,'0'-2'134'0,"2"2"-88"0,0-2 1 0,3 0-16 0,-3-2 64 0,0 2 14 0,-2 0-5 16,2 2-4-16,-2 0-55 0,0 0 6 15,-2 0-24 1,2 0 2-16,-2 2 41 0,2 0-40 16,-2-2 6-16,2 0 0 15,-3 0-13-15,3 2 19 16,0-2-32-16,0 0-4 16,-2 2 24-16,2 0-30 15,2 12 0-15,-2 10 33 16,5 14-19-16,-5 8 29 15,2 7-25-15,0-3-12 16,0-2 51-16,2-4-31 16,2-2-13-16,-2-4 20 0,0-4-32 15,3-6 41-15,-5 0-42 16,2-2 1-16,-1-8 11 16,1-2-10-16,-1-6-2 15,-1 1 0-15,-2-7 9 16,2-1-8-16,-2 1-1 15,0-2-1-15,2 3 1 16,-2-4 0-16,0 2 0 16,0-2 0-16,0 2 1 15,0-3 13-15,3 1-14 16,-3 4-6-16,2-1 4 16,-2-3 2-16,0 6 0 15,0-4-1-15,2 1 7 0,0 0-1 16,0-1-5-1,-2-2-5-15,2 2-2 16,-2-3 7-16,0 4 0 16,0-2 0-16,5-1 9 15,-5 6-5-15,2-3-4 0,-2 2-5 16,0-1 5-16,2-1 0 16,-2 1 1-16,0-3-2 15,3 0 3-15,-3-2 7 16,2 0-9-16,-4 0-6 15,2 2 4-15,0-2 3 16,0 0-1-16,0 2 0 16,0-1 6-16,0 3 16 15,2 1-22-15,-2-5 6 16,0 0 3-16,0 0-3 16,0 0-6-16,0 0 0 15,0 0 8-15,0 0-5 0,0 0-3 16,0 0-5-16,0 0-4 15,-2 2 18-15,2-2-9 16,0-2 0-16,0 2 1 16,0 0-4-16,0 0 3 15,0 0-117-15,-14-2-109 16,-42-19-485-16</inkml:trace>
  <inkml:trace contextRef="#ctx0" brushRef="#br0" timeOffset="16299.39">13111 3473 828 0,'0'0'181'0,"0"4"-82"0,0-4-1 0,0 0 8 0,0 0 1 0,0 0 38 0,0 0-71 0,0 0 1 15,0 2-17-15,-3-2-14 16,3 0-25-16,0 0 44 16,0 0-43-16,3 0 29 15,-6 0-14-15,6 0-17 16,-3 0 22-16,2 0-24 15,0 0-15-15,0 0 33 16,8 2-3-16,1 0 17 16,1 0-16-16,13-2-17 0,0 2 18 15,8-2-24-15,5 0-3 16,7 0 3-16,-1-2-9 16,8 2 0-16,-6-2-8 15,6 0 20-15,-5 0-13 16,-5 2 1-16,0-6-8 15,-5 6 8-15,-4 0 0 16,-8 0 0-16,0 0-8 16,-11 4 20-16,-1-2-7 0,-7-2-5 15,4 0-6-15,-6 2 6 16,-1-2 1-16,1 2 0 16,0-2 5-16,3 0 3 15,-1 2 4-15,6-2-13 16,-3 0 0-16,-1-2 5 15,4 4-5-15,1-2 0 16,-1 2 0-16,-2 0 12 16,-3-2-16-16,1 2 4 15,2 2 0-15,-1 2 4 16,-1-2-2-16,2 0-2 16,-4-2 0-16,3 2 6 15,-5-4-11-15,1 2 5 16,-3-2 0-16,1 0 0 15,-6 2 0-15,3-2-2 0,-2 0-34 16,0 0-82-16,-3 6-55 16,-30 6-133-16</inkml:trace>
  <inkml:trace contextRef="#ctx0" brushRef="#br0" timeOffset="16937.7">13547 3681 1269 0,'-4'0'495'0,"4"0"-423"0,0 0-16 0,0-1 82 0,0 1-71 0,0 1 5 0,-2-1 8 0,2 0-38 15,2 0 19-15,-2 0-52 0,0 0 0 16,0 10 15 0,4 1-1-16,-2 7 13 0,0 5-5 15,1 5-19-15,0 1 27 16,-3-1-39-16,2-2 0 15,-2-6 15 1,2-4-15-16,-2-4-9 0,0-2-11 16,0-4-76-16,-4-2-22 15,-6 4-146-15,-25 2-272 16</inkml:trace>
  <inkml:trace contextRef="#ctx0" brushRef="#br0" timeOffset="17533.39">13549 4092 1267 0,'2'-1'268'0,"6"-2"-184"0,3-1-83 0,3-2 42 0,3 1-25 0,-2-2 20 0,5 3 62 0,-4 1-29 16,0 3-47-16,0 0-17 16,-3 1 4-16,-5 7 9 15,0 5-20-15,-8 5 0 16,-6 4 28-16,-4 3-7 15,-5 4-3-15,-6-4-7 16,3-2-10-16,1-5 61 16,3-6-37-16,5 0-5 0,3-6 20 15,1-4-23-15,5 0-10 16,0-4 26-16,2 2-32 16,3-2 39-16,1 0-39 15,8 0 10-15,8-6 13 16,5 2-23-16,10-2-1 15,4-4-9-15,1 2-118 16,0-4-28-16,45-18-375 16</inkml:trace>
  <inkml:trace contextRef="#ctx0" brushRef="#br0" timeOffset="18369.48">13674 4371 1475 0,'0'0'251'0,"0"-2"-142"0,1 2-50 0,6-2-43 0,-3 0-1 0,2 0-14 0,5 0 26 0,-1 0-26 15,3 2 11-15,-3 2 9 16,0 0-21-16,-1 0-1 16,1 4 1-16,-2-2 0 15,-4 6 25-15,-2-4-25 16,1 2 1-16,-3 2 11 0,0-2-12 15,0-2 1 1,-3 5-2-16,3-8 16 16,-2 1-10-16,2 0-5 15,2 0 0-15,5 3 5 0,-1 0-5 16,6 0-3-16,-3 0-3 16,-1 1 12-16,-1-4 3 15,0 0-9-15,-2 1-5 16,-5-1 5-16,0-3 1 15,-3 2 5-15,-2-2 27 16,-1 3-33-16,-9 2 63 16,-8 5-19-16,-4-4-35 15,0 0 31-15,0-3-38 16,6 0-1-16,-2-8 1 16,3 1-1-16,3-2-2 15,1-1-148-15,3-1-124 16,-10-8-632-16</inkml:trace>
  <inkml:trace contextRef="#ctx0" brushRef="#br0" timeOffset="20467.09">13343 3078 642 0,'0'0'285'0,"2"0"-178"0,-2 0-28 0,0 0 61 0,2-2-88 0,-4 2 32 0,2 0-21 0,0 0 18 16,0 0 21-16,0 0-55 15,0 2-14-15,0-2 4 16,0 0-36-16,-2 0 36 15,2 0-37-15,0 0-10 16,0 2 10-16,-3 6 6 16,-6 6 34-16,3 8-17 15,-3 4-23-15,-3 2 45 16,1 0-45-16,1-4 6 0,3-4 6 16,0-4-11-1,0-6 11-15,3 2-12 0,0-6-13 16,-4 0 13-16,8-4 0 15,-4 1-15-15,4-3 2 16,-2-3-7-16,0 1 19 16,2-4-20-16,-3-1-19 15,-1-10 34-15,4-3 6 16,-2-2 0-16,4-2 8 16,0-2 14-16,0 0 1 15,3 2-23-15,0 2 0 16,4 4 1-16,-3 2-1 15,3 0 0-15,-1 2-6 16,2 4 12-16,1-1-2 16,-4 6-4-16,2-1 0 0,-1 3 6 15,-1 2-6-15,4 1-8 16,0 0 8-16,0 4 8 16,5 0 35-16,-3 3-15 15,1 6-27-15,3 3 38 16,0 2-3-16,-2 0-18 15,3 2 9-15,-5-2-27 16,1-2 19-16,1 0-19 16,-8 0 0-16,4-4 10 15,-4 0-10-15,-3-4-18 16,0 0-31-16,-4 2-88 16,-6-4-86-16,-15 10-437 0</inkml:trace>
  <inkml:trace contextRef="#ctx0" brushRef="#br0" timeOffset="20716.68">13387 3228 1403 0,'0'0'234'0,"0"-2"-105"0,0 2-48 0,0-2 0 0,2 2-48 0,0 0-16 0,7-2 34 0,3 0-33 15,10-2-11-15,2-2-7 0,5 4-16 16,4 0-8-16,4 2-207 16,53-12-553-16</inkml:trace>
  <inkml:trace contextRef="#ctx0" brushRef="#br0" timeOffset="22209.37">13817 3140 987 0,'-6'0'168'15,"1"0"-131"-15,-7 4 82 16,4-4-17-16,-1 2 21 15,2 0-30-15,-2 0-59 16,3 0 1-16,-1 0-10 16,3 0-2-16,2 0-23 15,2-2 1-15,0 2 0 0,0-2-1 16,2 0-1 0,-2 2-5-16,2-2 12 0,-2-2 12 15,2 2-8 1,0-2-4-16,1 0 51 0,-1 0-25 15,2 2 11-15,-2-2-2 16,-2 2-26-16,0-2 21 16,2 2-36-16,-2-2 1 15,2 0 31-15,-2 0-26 16,2 2 16-16,-2-4 11 16,0 4 9-16,0 0-4 15,0 0-38-15,-2 4 7 0,0-2-10 16,0 2 3-16,2 0-25 15,0 4 25-15,0 4 6 16,0 0 10-16,-2 2-16 16,-4-2 1-16,3-2 8 15,1-6-9-15,-2 0-5 16,2-2 5-16,-4 4 0 16,0-4 5-16,-1 0-5 15,1 0-6-15,-6-2 0 16,8 0 6-16,0 0-26 15,4 0 25-15,-3 0-15 16,3 0 1-16,3 0-1 16,-3 0-17-16,2 0 24 15,-2 0-3-15,2 0-35 16,-2 0-10-16,2 0-28 0,6 0 67 16,0 0-48-16,1 0 66 15,-1 0 10-15,4-2-9 16,1-2-1-16,1-2 0 15,-1 0 1-15,3-2 19 16,-5-2-20-16,0 0 0 16,0-2 28-16,-2 4-26 15,-5-2 28-15,-1 0-3 16,-1 2-6-16,-2 2 42 16,2 0-27-16,-2 4-23 15,0 2 16-15,0 0-29 16,0 2-18-16,4 6 9 15,4 2 9-15,2 8 10 16,3 4 5-16,1 4-15 16,-3 6 18-16,5 5 5 0,-7 0-23 15,-1 2 0 1,-3-3 0-16,-5-4 8 16,-5-6-8-16,-1-4-12 0,-5-4 12 15,-5-6 11-15,1-4-11 16,-5-2 0-16,1-8 18 15,2-6-39-15,-1-6 21 16,7-6-27-16,5-6 18 16,3-2-5-16,8-5-32 15,3 4 13-15,8-1-33 16,4-1 48-16,0 5-63 16,3 2-15-16,-4 6 51 15,2-2-54-15,-1 0-51 0,-3 2-71 16,-1-2 22-16,-3 6-10 15,-2 0 128-15,-1 4 81 16,-4 0 17-16,-2 6 11 16,-1 2 44-16,-3 2-7 15,-3 0-59-15,-1 0 58 16,2 2-4-16,-2-4-7 16,1 2 1-16,3 0-8 15,-2 0 8-15,2 0 41 16,-2-2-74-16,2 2 79 15,-3 0-53-15,1 2-19 16,0 2 23-16,-5 2-10 0,5 6-4 16,-2 4-8-16,-1-2-4 15,8 4 22-15,-1-2-25 16,2-2-2-16,5 2 23 16,2-6-19-16,0 2 5 15,2-4 6-15,8-4-34 16,-3-2 61-16,9-2-29 15,-1-4-6-15,0-2-7 16,1 0-13-16,-4-4 7 16,-1 2-14-16,-4-4 0 15,-2 4-15-15,-5 2 15 16,-7 2-57-16,1 2-54 16,-14-6-90-16</inkml:trace>
  <inkml:trace contextRef="#ctx0" brushRef="#br0" timeOffset="24999.32">14296 3850 1347 0,'0'0'305'0,"0"0"-172"0,3-2-17 0,-3 2 13 0,2 0-35 0,-2 2-19 0,2-2 9 0,-2 0-52 15,2 0 52-15,2 0-59 16,-1-2-17-16,8 2 1 16,17-2-9-16,26-2-35 15,29-2-119-15,86-6-110 16,121-2-407-16</inkml:trace>
  <inkml:trace contextRef="#ctx0" brushRef="#br0" timeOffset="30583.69">15051 3645 1260 0,'0'0'249'0,"0"0"-132"0,0 0-26 0,-2 3 29 0,2-3-82 0,2 0-37 0,-2 1 14 0,2-1-15 16,5 4 0-16,5 0 2 16,-2 2 19-1,3 2-17-15,8 1-4 0,-3 2-2 16,7-3 2-16,-4 5 0 15,6-1 0-15,-2-2 0 16,2 2-18-16,-8-2 18 16,-1 0-10-16,-7-5 8 15,-5 2-13-15,-6-3 12 16,-6 3-7-16,2-3 9 16,-3 3 2-16,1-3 20 15,-1 4-6-15,-4-2 12 16,-7 10 20-16,-11 10 83 0,-6 4-52 15,-4 2-60-15,12-8-6 16,8-6-10-16,5-2-2 16,8-2 0-16,-1 0 1 15,3-2-1-15,4-2-67 16,2-6-73-16,25-1-191 16</inkml:trace>
  <inkml:trace contextRef="#ctx0" brushRef="#br0" timeOffset="31800.26">16192 3352 1363 0,'0'-2'243'0,"0"2"-124"0,0 0 22 0,0 0-89 0,0 2-25 0,2-2-19 0,-2 0 40 0,2 3-14 0,-2-3-34 0,0 4 22 15,2 0-14-15,0 6 29 16,6 9 31-16,1 14-49 16,-3 13 47-16,1 14-36 15,0 8 6-15,0 4 18 16,-3-1-12-16,-2-3-30 15,0-6-4-15,3-4 4 16,-3-10 6-16,1-14-18 16,5-8 0-16,-1-5 12 0,-1-7-11 15,-3-6 0-15,1-1-1 16,-2-3 1-16,0 4 8 16,3 1-9-16,-2-1-12 15,-1 7 12-15,0 2 0 16,0-5 13-16,0 0-13 15,-2-6 2-15,0-4-2 16,0-2 0-16,0 0-65 16,2-2-32-16,-2-4-79 15,-8-36 44-15</inkml:trace>
  <inkml:trace contextRef="#ctx0" brushRef="#br0" timeOffset="33586.83">16321 3328 885 0,'0'0'683'0,"0"0"-581"0,0 3-48 0,-2-3 19 0,4-3-31 0,-2 3-1 0,0 0-16 0,0 3-19 16,0-3 8-16,4 0-14 0,2 0 0 15,4 3 33 1,1 0-32-16,3-2 45 16,3 3-46-16,4-1 1 0,8 1 19 15,8-1-20-15,9 0-1 16,6 1 0 0,4-3-30-16,9-1 31 0,-3 3-42 15,7-3-40-15,3 0 19 16,-1-3 42-16,5-2 13 15,-5 2-1-15,-8 1-33 16,37-3-78 0,-65 2 42-16,-2-1 53 15,-6 3-35-15,-9-2 40 16,-3 0 19-16,-5 3 1 16,-3 0 8-16,-5 0-7 15,0 3 16-15,0-3 7 16,-2 0-7-16,0 0-16 0,0-3-1 15,2 6 7 1,-2-3 9-16,0-3-15 0,0 3 5 16,2 0 9-16,-2 0-7 15,0 0 11-15,0 3 59 16,-2-3-24-16,0 0 107 16,0 0-95-16,0 3-27 15,2-3 0-15,0 4-32 16,-2 5 2-16,0 10 11 15,-1 7-8-15,1 10 12 16,2 2-6-16,0 6 0 16,2 4 0-16,3-2-3 0,-1-4 0 15,0-3-6-15,2-2 6 16,0-5 33-16,1 0-48 16,-3-3 0-16,0-5 16 15,0-4-15-15,1-6 8 16,-1-4-9-16,1-4 1 15,-5-2 3-15,3 0-4 16,-3-2 0-16,0 4 13 16,2-2-13-16,-2 0 13 15,0 0-13-15,0-4 0 16,2 2 0-16,-2-2 0 16,0 0 0-16,0 0 1 15,0 2-1-15,0-2 4 16,0 2-4-16,0 2 0 0,0-2 2 15,0 0-2-15,2 2 0 16,-2 2 14-16,0 0-14 16,4 2 7-16,-4-2-7 15,0-2 0-15,0 0 2 16,2-2-2-16,-2 4 0 16,3-4-2-16,-3 0 4 15,0-2 4-15,0 2-6 16,0-2 0-16,0 2 1 15,0-2-1-15,2 0 0 16,-2 0-1-16,0 0 2 16,-2 0 13-16,2 0-14 15,0 0-1-15,2 2-11 0,-2 0 12 16,0 2 0-16,0 4 4 16,0-2 4-16,0 0 9 15,0 4-17-15,0-4 0 16,0 0 1-1,2-2-1-15,-2-2 0 0,0 2-2 16,2-2 4-16,-2 0 2 16,0 2-4-16,0 2 0 15,0-2 0-15,2 4 0 16,-2-4 0-16,3 0-7 16,-3-2 14-16,0 2 2 15,0-4-9-15,3 3 0 16,-3-2 0-16,2 3 0 15,-2 0 0-15,2 1-1 16,-2-4 7-16,0 2-3 16,0-2-3-16,0-1-6 15,0 0 6-15,0 0 0 0,2 3 1 16,-2-2-9-16,2 6 19 16,-2-1-2-16,2-1-9 15,1 4-7-15,-3-1 7 16,0-4 0-16,0-2 1 15,0 0-3-15,2 0 4 16,-2-2 11-16,0 0-13 16,0 0 0-16,0 0 12 15,0 0-5-15,0 0-6 0,0-2-2 16,-2 2-31 0,-1-4-47-16,-24-26-172 0</inkml:trace>
  <inkml:trace contextRef="#ctx0" brushRef="#br0" timeOffset="34449.64">16867 3587 1531 0,'-2'-2'321'15,"2"2"-214"-15,0 0 82 0,0 0-77 0,2 0-43 0,-2 0 23 0,0-2-14 0,0 4 21 0,0-2-54 0,0 0-36 0,0 2-6 16,2 2-3-16,1 8-23 15,4 8 13-15,2 6 20 16,1 5 2-16,2-4-12 16,-3 1-30-16,-3-3-48 15,3-3-102-15,-9-2-102 16,-23 6-353-16</inkml:trace>
  <inkml:trace contextRef="#ctx0" brushRef="#br0" timeOffset="35019.08">16856 3964 1144 0,'3'-2'534'0,"3"0"-438"0,5 0-90 0,9-2-5 0,5-4 24 0,4 4-16 0,0 0 5 15,-2 4-8-15,-3 2-5 16,-4 2 68-16,-5 6-44 16,-7 2-24-16,-11 10-1 15,-13 2 24-15,-1 5-6 16,-8 3-12-16,-2-5 2 15,1-4 23-15,1-5 2 16,2-2 6-16,8-9 3 16,2 2-21-16,10-5 12 15,3-4 5-15,3 0-37 0,6-2 18 16,0 0-6-16,7 0-8 16,9-5 14-16,5 2-10 15,6-1-9-15,2-6-67 16,-3 3-110-16,3 0-77 15,34-22-565-15</inkml:trace>
  <inkml:trace contextRef="#ctx0" brushRef="#br0" timeOffset="35637.89">16907 4317 1358 0,'0'0'354'0,"0"0"-231"0,4 0-102 0,4-4-21 0,7-2-2 0,5 0-22 0,9-2 21 15,0 4-4-15,3-2 14 16,-3 6 11-16,-7 4-18 16,-3 2-9-16,-6 0 9 15,-3 6 0-15,-6-4-12 16,-4 2 2-16,-2 2 10 16,-6-2 40-16,-2 4-7 15,-3-4-10-15,0 2 29 0,3-1-4 16,2-4-30-1,6-3 8-15,2-2-25 0,2 0 4 16,4 1-5-16,7-2 0 16,8 3 4-16,1-2 7 15,1 5-4-15,-8-2 10 16,-9-1-11-16,-1 0 30 16,-12 1-14-16,-1 3-7 15,-13-1 26-15,-12 4-41 16,-13 3-24-16,-17 0-61 15,-117 4-268-15</inkml:trace>
  <inkml:trace contextRef="#ctx0" brushRef="#br0" timeOffset="46283.83">18400 3349 791 0,'-2'0'492'0,"2"0"-386"0,-2 0-23 0,2 0 50 0,-2 0-71 0,2 0 31 0,0 0 22 0,0-3-65 0,-2 3 25 0,2-1-26 16,0 1 10-16,0 0 20 16,0 0-26-16,0 0-19 15,0 0 22-15,0-3-50 16,0 3 57-16,0 0-41 16,2 0-11-16,-2 0 46 15,0 0-18-15,0 0-8 16,0 0 4-16,-2 0-35 15,2 0 44-15,0 0-44 16,0 0-6-16,0 0-1 16,0 0 7-16,0 0-29 15,6 21 10-15,-6 5 19 16,4 10-6-16,-1 8 6 0,1 2-58 16,6 4 58-1,-4 0 25-15,1 4-16 0,1-2 18 16,-1-7-25-16,0-7 41 15,0-6-43-15,-3-2 0 16,2-4 0-16,-1 0 1 16,1 2 0-16,-1 0 0 15,2 2 11-15,-1-2 24 16,1-4-36-16,-4 1 0 16,0-6 2-16,0-5-1 15,0 0-1-15,-1-3 0 16,0 0 6-16,0 0 0 15,0 3-6-15,0-2-3 16,3 6 3-16,-3 2 0 16,4 0 9-16,-4-2-9 15,4-4 1-15,-4-2 5 0,0-4-6 16,0-2-6-16,-2-2 6 16,0 0 0-16,2-4 9 15,-2 0-9-15,0 0 0 16,0 0 11-16,0-4-11 15,-2 4-54-15,-2-6-66 16,-6-8-116-16,-32-58-448 16</inkml:trace>
  <inkml:trace contextRef="#ctx0" brushRef="#br0" timeOffset="47517.78">18454 3337 1076 0,'0'0'183'0,"0"0"-157"0,0 0 4 0,0 0-30 0,4 0 6 0,-1 0 33 0,-1-3 22 0,2 3 19 0,0-3-14 16,3 3-54-16,-6-3 12 16,7 3-23-16,1 3 0 15,4-6 12-15,7 3-12 16,5 0 36-16,0 0-37 16,8 3-3-16,3 0-3 15,3 1 12-15,7-1 1 16,2-3-7-16,4 0 0 15,1-3-7-15,-2 2 7 16,0 1 0-16,3 0 1 16,1-3-1-16,-1 3-1 15,-7 3 0-15,-7-2 2 0,-7-1 5 16,-8 3-6 0,-3-3-3-16,-6 0 3 0,-2 0 0 15,-8 0 0-15,-2 0-1 16,-2 0 3-16,-2 0 28 15,0 1-20-15,0-1 35 16,-2 3 26-16,2-3 10 16,-2 0-29-16,0 0-28 15,0 0-24-15,2 1 38 16,0-1-38-16,0 3-2 16,0-3 1-16,2 1 1 15,-2 4 0-15,0 4 10 16,2 1-8-16,-2 11 14 15,4 9-16-15,-4 10 14 0,5 12 32 16,-1 8 20-16,-2 2-9 16,1 2-22-16,2 0 2 15,-3-7 5-15,2-3-42 16,0-8 0-16,1-6 20 16,-1-8-8-16,-2-2 27 15,0-6-16-15,1-6-17 16,-1 1 34-16,1-6-40 15,-1-4 0-15,0-4 12 16,-2 4-1-16,0-8 16 16,2 3-21-16,-2 0 7 15,0 3 25-15,3 0-31 0,-3 2-7 16,2-1 15 0,0 4-14-16,0-5 17 15,0 6-18-15,2-5 0 0,-4 0 11 16,3 4-11-1,-1-2 0-15,1 0 6 0,-1-2-6 16,-2-2 15-16,0 0-15 16,2-4 0-16,-2-2 10 15,0 0-10-15,0-2 0 16,0 2 10-16,0 0-10 16,0 0 22-16,0-4-22 15,0 4 1-15,0-2 16 16,0 2-17-16,-2-2-89 15,-3-4-115-15,-37-34-454 0</inkml:trace>
  <inkml:trace contextRef="#ctx0" brushRef="#br0" timeOffset="53554.33">18104 3120 667 0,'0'-4'213'0,"0"4"-98"0,0 0-59 0,0-2 46 0,0 2-24 0,-3 0-47 0,3 0 20 16,-2 0 9-16,2 0-42 15,0-2-18-15,0 2-6 16,-2 0 6-16,4 0 12 15,-2 0 12-15,0 0 1 16,0 0-10-16,0 0 14 16,0 0 32-16,0 0-14 15,-2-2 19-15,2 4-42 16,0-2-17-16,0 0 13 16,2 0-20-16,-2 0-12 15,0 0 12-15,-2 0-4 0,2 0-8 16,0 0 12-16,0 0-2 15,0 0 2-15,0 0 1 16,0 0 5-16,0 0 12 16,0 0-18-16,0 0 51 15,0 0-27-15,0 0-17 16,0 0 23-16,0 0-27 16,0 0-3-16,0 0-13 15,0 0-4-15,0 0 5 16,0 0 12-16,0 0-1 15,0 0 1-15,0 0 0 16,0 0 1-16,0 0-1 0,0 0 0 16,0 0 15-1,0 0 0-15,0 0-7 0,0 0 17 16,0 0-24 0,0 0 19-16,0 0-20 0,0 0-3 15,0 0-7-15,0 0 10 16,0 0 0-16,0 0 4 15,0 0 2-15,0 0 9 16,0 0-15-16,0 0 0 16,0 0 24-16,0 0-24 15,0 0 0-15,0 0 0 16,0 0 1-16,0 0 19 16,0 0-20-16,0 0 0 15,0 0 7-15,0 0-7 16,0 0-9-16,0 0 8 0,0 0 0 15,0 0-6-15,0 0-29 16,0 0-35-16,0 0 14 16,-8 2-55-16,-17 4-368 15</inkml:trace>
  <inkml:trace contextRef="#ctx0" brushRef="#br0" timeOffset="54650.54">18086 3082 910 0,'0'0'196'0,"0"2"-112"0,-2-2-31 0,2 0-37 0,0 0-10 0,0 0 50 0,0 0-2 15,0 0-21-15,0 0 3 0,0 0-17 16,0-2 19-16,0 2 5 16,0 0-14-16,0 0 77 15,0 0-53-15,0 0-10 16,0 0 14-16,0 0-13 15,0 0-14-15,0 0-30 16,0 0 1-16,0 0-4 16,0 0 3-16,0 0-31 15,0 0 31-15,0 0 0 16,0 0-6-16,0 0 6 16,0 0 0-16,0 0-14 15,0 0 14-15,0 8-15 16,0-2-3-16,-3-2-33 15,3 0-118-15,-1 0-59 16,-13 4-810-16</inkml:trace>
  <inkml:trace contextRef="#ctx0" brushRef="#br0" timeOffset="59800.52">18193 3021 973 0,'0'0'352'0,"0"0"-241"0,0 0 17 0,2 0 7 0,-2 0-77 0,0 0 19 16,2 0-26-16,-2 0 0 15,0 0 4-15,2 0-22 0,3 0-7 16,-5 0 4 0,2-1-29-16,3 1 65 0,2-3-65 15,1 0 1-15,6-1 26 16,3 0-13-16,-3 0-14 15,-1-2-1-15,0-1 9 16,-5 6-9-16,-4-3 0 16,0 0-31-16,-4 1 22 15,0 3 7-15,-4 0-11 16,0 0-61-16,-8 0 40 16,-5 0 23-16,-4 0 11 15,-3 4 0-15,-1 3 0 16,-1 3 25-16,1 2-1 15,3 3-24-15,-3 2 12 16,6 3 18-16,-2 0-30 0,5-2 5 16,10-6-13-16,1 0 16 15,5-4-17-15,0 0 3 16,5 2 6-16,-1-4 6 16,3 2-6-16,2 0 0 15,6-4 37-15,1 2-22 16,2-4 6-16,2-2-21 15,-2-2 0-15,0 0 25 16,2-2-25-16,-2 0-82 16,-5 0-43-16,16-12-200 15</inkml:trace>
  <inkml:trace contextRef="#ctx0" brushRef="#br0" timeOffset="61034.1">18289 3074 915 0,'2'0'246'0,"3"-2"-183"0,-1 2-36 0,3-4 14 0,-1 2-25 0,1 0-10 0,-2 0 38 0,4 0 8 0,-7 2-34 15,0-3 33 1,-2 3-7-16,0-1-13 15,-2 1 10-15,-2-2-41 0,-4 0 9 16,-1 2-9-16,1 0 0 16,-8 0 7-16,-4 4 1 15,0 2 20-15,-7 6-17 16,0-2 13-16,8 4 79 16,-4-2-70-16,5 2 3 15,3-2 17-15,-3 2-34 16,7-2 4-16,-1 0-23 15,3-2 15-15,7 0 3 16,0-2-18-16,2 0 0 16,0 0 4-16,0-2-3 0,2 0 22 15,0 2-23-15,6-2 0 16,-7-2-26-16,4-2 37 16,0 2-11-16,-1-2 11 15,2 4-10-15,4-2 25 16,-1-1-26-16,-3 1 0 15,5-3 23-15,3 1 44 16,5 0-11-16,0-2-8 16,-2-2-36-16,-1-1 24 15,0-1-29-15,6-3 4 16,-4-1 28-16,1 4-39 16,-1-2 0-16,-8 4-1 15,5-2 2-15,-8 0 3 16,-1 0-4-16,1 0-12 0,-2 0 5 15,-3 0-41-15,0-2-84 16,2 0-51-16,-10-26-974 16</inkml:trace>
  <inkml:trace contextRef="#ctx0" brushRef="#br0" timeOffset="63117.44">18797 3044 1102 0,'0'0'548'0,"0"0"-428"0,-4 4-24 0,4-4-45 0,-3 0-22 0,3 0-8 0,0 2 16 0,0-2-7 15,0 0-7-15,0 0 70 16,0-2-74-16,0 2 5 16,0 0 21-16,0 0-19 15,0 0 17-15,0 0-15 16,0 0-27-16,0 0 53 16,0 0-45-16,0 0-3 0,-11 0 23 15,4-4-17-15,-3 4-9 16,-9-2-3-16,5 2 0 15,4 0 49-15,-3 2-23 16,1 2-14-16,3-2-6 16,-4 4-5-16,-3 0 4 15,1 6-5-15,1-4 0 16,3-2 0-16,7-2 0 16,2-4-12-16,4 0 11 15,0 0-19-15,3 4 12 16,3-2 7-16,1 4-2 15,5 0 3-15,0 6 7 16,9-2-5-16,-2 2-4 16,0-4 13-16,-2-2-11 0,-1 4 0 15,-5-4 0-15,-2-2 13 16,0 2-13-16,-6-2-14 16,-3 2 13-16,-2-2-9 15,-2-2 0-15,0-2-7 16,-3 2-5-16,-4 4 22 15,-4 4 27-15,-10 2-14 16,-6 6-5-16,-4-2 2 16,-1-6 23-16,5-2-33 15,4-2-1-15,0-2 1 16,2-4 11-16,1 2-10 16,7-4-2-16,1 2-67 15,9 0-23-15,1 0-158 16,4-1-231-16</inkml:trace>
  <inkml:trace contextRef="#ctx0" brushRef="#br0" timeOffset="94435.74">18706 3565 1650 0,'0'0'230'0,"0"0"-175"0,0-2 20 0,0 2-31 0,0-2-7 0,0 4 2 0,0-2-12 0,0 0 9 15,2 0-6-15,-2 0-18 16,0-2 51-16,0 2-21 0,4-2-16 15,-4 2 22 1,0 0-20-16,0 0 25 0,0 2-26 16,-4-2-27-16,4 0 68 15,0 0-41-15,0 0-12 16,0 0 9-16,0 0-24 16,0 0 15-16,0 0-15 15,0 0 0-15,0 0 19 16,0 0-19-16,0 0 0 15,0 0-9-15,0 0 18 16,0 0-5-16,0 0-4 16,0 0-18-16,0 0 2 15,6 8 4-15,-4 0 1 16,1 2 4-16,1 6 14 16,-2 2-8-16,2-2 1 15,0 2 0-15,0 0-6 0,-4 2 6 16,2-4-7-16,0 2 6 15,-2 1-40-15,0-9-15 16,0 1-133-16,0 0-84 16,9 0-206-16</inkml:trace>
  <inkml:trace contextRef="#ctx0" brushRef="#br0" timeOffset="95169.22">18888 3597 1484 0,'-2'0'175'0,"-1"-4"-82"0,-3 4 2 0,6-2-34 0,0 2-8 0,0 2-16 0,4-2-7 0,-2 4-30 0,-2 4 11 15,-2 2 14-15,2 6-25 16,2 1 0-16,3-2 3 16,2-1-3-16,2 0 11 15,-1-6-11-15,4-1 1 16,-6-4 25-16,1 0-26 15,-1-3 0-15,4-3 36 16,5 1 7-16,-1-3 10 16,1-4-38-16,1-7-14 15,-3-2 44-15,-2-4-43 16,-1 0-2-16,-4-4 0 16,-8 4 0-16,-5 0-1 15,-2 8-2-15,-6 4-15 16,-8 8-2-16,4 8 20 0,-8 4-42 15,6 4-19-15,-1 2-47 16,7 4-21-16,-12 30-430 16</inkml:trace>
  <inkml:trace contextRef="#ctx0" brushRef="#br0" timeOffset="96053.14">18818 4010 1624 0,'0'0'217'0,"3"-2"-116"0,0 2-28 0,-1 0 20 0,0-2-52 0,-2 0-4 16,2 2 10-16,1-2-4 15,5 0-8-15,1 2-35 16,0 0 0-16,4 2-21 15,-2 4 19-15,-1 2-13 0,-4 6 15 16,-4 6 0-16,-4 3 14 16,-2 0-14-16,-5-2 0 15,-2-3 31-15,2 0-25 16,0-7 3-16,2 0 24 16,2-5-22-16,1-5 10 15,6-1-21-15,0 0 0 16,1-1-3-16,4-1 3 15,8-2-18-15,8-3-66 16,10-4-61-16,0-1-20 16,3-2-153-16,33-17-333 0</inkml:trace>
  <inkml:trace contextRef="#ctx0" brushRef="#br0" timeOffset="96302.42">19109 4038 1487 0,'-4'3'242'0,"-4"4"-163"16,-5 1-23-16,5 4 22 15,-2 4-32-15,6-4-32 16,1-6 13-16,8-2-20 16,-1-1 31-16,6-3 23 15,0 0-1-15,9-4 48 16,-4-1-69-16,3-7-9 0,0 2-15 15,-5-2-7-15,-2 2-7 16,-7 2-1-16,-6-2-102 16,-4 6-34-16,-13 2-110 15,-33 25-288-15</inkml:trace>
  <inkml:trace contextRef="#ctx0" brushRef="#br0" timeOffset="96771.37">18937 4409 1428 0,'2'-2'309'15,"0"0"-201"-15,2-5-20 16,4 2-19-16,1 1-51 15,4 0 45-15,-2 2-48 16,2 0-14-16,-1 2 22 16,-3 0-23-16,-1 4 1 15,-1 2-2-15,-2 4 2 16,-1 5 3-16,-1 0-4 16,-6-3 0-16,1 2 2 15,-3-5 16-15,1-1-18 16,4-2 0-16,-3-2 0 0,3-3 24 15,3 2-24-15,-1-2-4 16,3 6 4-16,2 0 0 16,1 4 0-16,-1 3 0 15,-1-3 0-15,-6 2 7 16,0-4-7-16,-6 2-19 16,-5-1 19-16,-5-2 0 15,-2 4-8-15,-2-6 2 16,7-2-69-16,1-4-6 15,8-6-186-15,16-32-379 16</inkml:trace>
  <inkml:trace contextRef="#ctx0" brushRef="#br0" timeOffset="97004.15">19167 4431 1416 0,'-2'3'286'16,"4"-3"-178"-16,-4 1-75 15,2 1-16-15,2 0 58 16,0 0-21-16,2-2 12 16,7 0 31-16,-1-2 16 15,5-3 8-15,3-6-73 16,-3 4-34-16,-4-2 8 16,-6 0-22-16,-12 0-24 15,-8-3-92-15,-14 2-157 16,-94-2-61-16</inkml:trace>
  <inkml:trace contextRef="#ctx0" brushRef="#br0" timeOffset="98753.06">17617 4369 1300 0,'0'-4'338'0,"0"2"-187"0,-1-8-65 0,1 6-56 0,0 0-5 0,1 0 14 0,-1 2-18 0,3 2 30 0,-3 0-7 0,0 0-26 0,0 0 28 0,-3 0-46 15,3 2 0-15,3 2-1 16,4 6 2-16,0 4 35 16,6 4-36-16,3 2 1 15,3-4 11-15,4 4-11 16,1-4 13-16,5-1 2 15,1 0-15-15,-1-6 33 16,2-1-34-16,0-4 6 16,-9-3 20-16,4-1-11 15,-3 0-15-15,-5-1 0 16,2-3 11-16,-2-4 9 16,0 2-20-16,-1-2 0 15,-3-2 18-15,-1 2-12 16,0-2-6-16,-1-3 0 15,-1 4 6-15,0-2-20 0,0 5 14 16,-4-2-1-16,-1 4 1 16,2-3 1-16,-6 2-1 15,2 1 0-15,-2 0 9 16,-2-4-26-16,0 4 17 16,-2-2-1-16,0 0-11 15,0-4 6-15,-4 0-19 16,0 0-10-16,-1 2-43 15,-3 2 66-15,-2 0-39 16,1 0 15-16,3 2 36 16,0 4 0-16,-1-2 1 0,7 2-1 15,-2 0 14 1,2-2 8-16,2 2-22 16,0-2 0-16,2 2 21 0,2 0-16 15,-2 0-5-15,7 0-6 16,3 2 6-16,6 0 12 15,8 2-12-15,3 0 0 16,0 2 14-16,-2 2-13 16,-2 0 23-16,-6 4-9 15,-3 2-13-15,-2 4 49 16,-5 0-51-16,-5 2 1 16,-8 0 11-16,-8 5 3 0,-12 0-13 15,-11 4-2 1,-10 0-243-16,-76 20-643 0</inkml:trace>
  <inkml:trace contextRef="#ctx0" brushRef="#br0" timeOffset="105952.83">17943 3258 1571 0,'0'-2'222'0,"0"0"-105"0,0 2 41 0,0-2-70 0,0 2 20 0,3 0-37 0,-3 0-47 15,0 0 21-15,-3 2-30 0,3-2-9 16,0 2-6-16,3 4-6 16,3 2 5-16,6 10 2 15,7 8 4-15,24 9 42 16,26 8-23-16,31 6 3 15,114 35 33-15,96 4-36 16,35 1 36-16,-117-35-60 16,-19 12 0-16,-31 0 2 15,-31 0-2-15,-24-4 3 16,-76-40-9-16,-7 0 12 16,-5-1-12-16,30 12 6 15,-20-6 0-15,-16-9-2 16,-16-9 2-16,-9-6 0 0,-4-3 7 15,-2 0-6-15,0 0 78 16,0-3-46-16,-1 3-12 16,1 0 1-16,-4-4-22 15,-6 1-6-15,-5-3-134 16,-8 1-203-16,-64 1-256 16</inkml:trace>
  <inkml:trace contextRef="#ctx0" brushRef="#br0" timeOffset="106586.45">17995 3814 1426 0,'0'0'203'0,"4"2"-148"0,9 0 70 0,14 0 22 0,14 3-63 0,9 6-14 16,9 1-25-16,9 4-24 16,9 4 38-16,9 4-52 15,10 4 2-15,11 6 8 0,76 24-17 16,20 5 0-16,10-5-6 16,-92-32 15-16,-64-16-5 15,-7 2-4-15,-6-4 0 16,41 10 1-16,-21-6-1 15,-19 0-5-15,-16-6 4 16,-14-2 2-16,-12-2 4 16,-1-2-5-16,-4 4 16 15,-1-4-13-15,3 0-3 16,-2 2-28-16,0 4-140 16,-38 10-396-16</inkml:trace>
  <inkml:trace contextRef="#ctx0" brushRef="#br0" timeOffset="111854.73">20644 3698 1244 0,'0'-3'225'0,"0"1"-87"0,0-6-55 0,0 4 67 0,0 0-74 0,0 2-38 0,0 0 19 16,0 0-24-16,0 0-6 16,0 0 34-16,0-2-35 0,0 4 40 15,-2-1-29 1,-3 1-19-16,-6 0 21 0,-12 0-39 15,-10 1 0-15,-9 5-6 16,-5-2 19-16,-4 3 5 16,0-3-18-1,-1-3-2-15,-1 5 1 0,4-6 1 16,5 4-1-16,5-4-8 16,10 0-89-16,10 3-25 15,5 1-96-15,1 10-260 16</inkml:trace>
  <inkml:trace contextRef="#ctx0" brushRef="#br0" timeOffset="112470.18">20254 3535 1459 0,'-13'2'159'0,"-3"2"-69"0,-15 8-46 0,-9 2-22 0,-3 2 61 0,5 0-49 0,5-4 17 0,8 0-33 16,14-6-17-16,5-4 40 0,4 0-41 0,2 0 0 15,2-2 12-15,0 0-11 16,0 0 11-16,5 0-12 15,1 2 0-15,13 6 56 16,1 0-28-16,7 2-22 16,3 4 11-16,-1 2-16 0,-2-2 4 15,0 0-5 1,-1-1 0-16,-3 1 8 0,1-6-8 16,-3 0-1-16,-4-6 0 15,-5-1 2-15,-5-2 25 16,-5-8-11-16,2 0-14 15,-6-5 36-15,-8-4-31 16,2-3-6-16,-5-3 36 16,-5 2-18-16,-4 0 30 15,0-2-48-15,-5 2-17 16,3 2 7-16,-4 4-94 16,-1 4-92-16,-31-4-298 15</inkml:trace>
  <inkml:trace contextRef="#ctx0" brushRef="#br0" timeOffset="115153.06">14035 4271 1797 0,'0'0'210'0,"0"-2"-130"0,0 2-80 0,0 0 1 0,2 0-1 16,-2 0 0-16,0 0-24 15,3 0 23-15,-1 2 1 16,4 2-22-16,8 8 4 15,3 2-213-15,80 36-420 16</inkml:trace>
  <inkml:trace contextRef="#ctx0" brushRef="#br0" timeOffset="115684.72">18859 4359 1330 0,'0'2'0'0,"0"-2"-122"0,0 2-107 0,0 8-459 0</inkml:trace>
  <inkml:trace contextRef="#ctx0" brushRef="#br0" timeOffset="122323.52">9018 7048 1361 0,'-5'0'279'16,"3"0"-126"-16,0 0-106 0,0 0-31 16,2 0 65-16,0 0-27 15,0 0 32-15,2 0 80 16,-2 0-70-16,2-4 38 16,0 4-68-16,5-2-45 15,9 0 31-15,9 0-38 16,12-2-7-16,14-4-7 15,7-2 18-15,-2 0-31 16,2 2 13-16,-9 4-33 16,-11 4-24-16,-16 10-177 15,-15 6 19-15,-21 8 13 16,-19 10-274-16,-103 48-590 0</inkml:trace>
  <inkml:trace contextRef="#ctx0" brushRef="#br0" timeOffset="122503.4">8984 7263 1059 0,'-27'4'285'0,"10"0"-128"0,-22 4 10 0,18-4-43 0,9-4 46 0,12 0 13 0,8-2-84 0,9-4-71 15,10-6 13-15,16-2-20 16,16-4 43-16,5 4-64 16,8-3-5-16,2 3 4 15,-1 5 1-15,-1-4-38 16,-8 8-190-16,47-1-237 15</inkml:trace>
  <inkml:trace contextRef="#ctx0" brushRef="#br0" timeOffset="126920.18">18080 6445 1472 0,'0'0'321'0,"0"0"-240"16,-3-2-6-16,6 2 43 0,-3 0-50 0,1 0-29 0,-1-2 10 0,0 2-4 15,0 0 66-15,0-2-54 16,0 2-18-16,0 0 15 16,0 0-19-16,0 0 7 15,0 0-36-15,0 2 3 16,0-2 18-16,0 2-27 16,3 2-38-16,4 8 38 15,1 10 11-15,5 6 7 0,5 4-18 16,1 2 0-16,0-2 15 15,4 0-15 1,1 0 0-16,1-4 3 0,11 0-3 16,3-3 15-16,11-6-15 15,8 2 0-15,9-6 8 16,6 0-8-16,5-8 0 16,4 0 3-16,-1-7-2 15,1 2 20-15,-6-4-21 16,-3 2 0-16,-3-4 11 15,-16 1-11-15,-6 2-3 16,-8-2-6-16,-7 2 18 16,-4-3-5-16,-4 2-4 15,-7-1 0-15,-5 2 9 16,-4-2-9-16,-7-1 1 0,1 4-10 16,-3 0 20-1,-3 0-17-15,3 0 6 0,0 0-50 16,0 0 44-16,0-4-55 15,3-3-53-15,-3-7-69 16,0-3 100-16,-5-3 20 16,-2 2-37-16,-2-2 31 15,-1 6 52-15,-4-2 10 16,3 6 4-16,0-2-6 16,-1 6 18-16,6 2 22 15,1 0 16-15,5 4-28 0,0 0 35 16,5 0-54-1,1 6-24-15,6 0 24 16,3 2 0-16,10 4 5 16,4-4-5-16,6 2 0 0,3-2 13 15,-3 2 5-15,-1 2 20 16,-9 1-2-16,-5 2-36 16,-7 6 42-16,-9 1-33 15,-2 1-8-15,-8 0 52 16,-5 1-35-16,-9 0 13 15,-1-4 7-15,-2-2-37 16,0-2 1-16,3-8-2 0,7-2-228 16,6-40-356-1</inkml:trace>
  <inkml:trace contextRef="#ctx0" brushRef="#br0" timeOffset="127472.23">20200 6260 1494 0,'0'4'261'0,"2"2"-219"0,0 10 95 0,4 8-19 0,-2 8-8 0,0 4 50 16,1 3-89-16,-1 1 14 15,0-4-77-15,3-2-8 16,-2-2 21-16,2-4-13 16,-1 0 13-16,-2-4-21 15,1-2 0-15,-1-4 0 16,6-2 0-16,-2-8-95 16,8-4-103-16,10-4-45 15,77-30-303-15</inkml:trace>
  <inkml:trace contextRef="#ctx0" brushRef="#br0" timeOffset="129241.34">20709 6497 1666 0,'-11'6'208'0,"1"0"-151"16,-10 6 35-16,-4 8-40 15,4 2-31-15,-1-2-19 16,11-2 7-16,5-8 15 16,3 0-24-16,4-4 0 15,5-2 10-15,-1-2 11 16,12-2-10-16,3-4 2 16,3-4-1-16,0-6-3 0,1-2-9 15,-8 2-9-15,-1 0 9 16,-11 6 11-16,-5 4-11 15,-3-2 0-15,3 6-6 16,-2 4-5-16,0 2-25 16,-4 6 33-16,1 4 3 15,5 0 2-15,0-4-1 16,7-2-2-16,6-4 2 16,3-4 9-16,3-6-10 15,2-8-28-15,6-4 28 16,-5-6 1-16,0-4 11 15,-4-4 1-15,-4 0-7 0,-3 0 41 16,-5-4-11 0,-6 4 15-16,-2-1 1 0,-2 3-35 15,-1 8 2-15,-4 4 15 16,4 8-33-16,3 8 14 16,2 2-15-16,-4 8-32 15,-5 13 32-15,-2 9 0 16,-2 5 0-16,6 3-1 15,7 1 2-15,7-3 5 16,8 2-6-16,3-6-8 16,7-2 8-16,1-12 0 15,4-4 1-15,-7-6-1 16,-2-10-19-16,-11-4 19 16,2-4 15-16,-5-8 3 0,-3-8 36 15,-4-6-15 1,-9-2-32-16,-7-2-7 0,1 8 8 15,1 4-10-15,6 10 2 16,5 3-28-16,6 8-41 16,10 1-113-16,7 1 107 15,9-1 21-15,6 4-28 16,5-1 41-16,-1-3-31 16,-6 0 14-16,-4-3 58 15,-4-2 12-15,-12 1 22 16,-2-2 11-16,-7-1-7 0,-1-4 65 15,-3-1-71 1,-3-5 4-16,-1 3 4 16,-3 4-4-16,1 2 35 15,-3 7-47-15,-5 2-24 16,1 7 54-16,-3 13-53 0,-1 7-1 16,5 5 6-16,8 8 4 15,8-3 2-15,6-4-12 16,5-4 1-16,3-6 14 15,6-4-13-15,1-4 8 16,1-8 22-16,-1-6-26 16,2-6 25-16,2-6-28 15,-4-4 14-15,3-6 14 16,-4-2-31-16,-1-4-1 16,-3 0-6-16,-7-2 1 0,-2 0-6 15,-1 2-17 1,-6 2-29-16,5 2 58 0,-7 1-28 15,0 1-35-15,0 2 15 16,0 2 10-16,1-2 26 16,2 0-21-16,-3 7 33 15,0-2 3-15,-2 5-3 16,0 4 0-16,0-2-15 16,0 2 32-16,0 0-11 15,2 0-6-15,0-2-20 16,1-2 13-16,1 0 7 15,3-2-15-15,2-2 14 16,-3 0 1-16,1 0 23 16,-1 4-2-16,-1 0-20 15,-2 4 78-15,-3 0-19 0,0 4-17 16,0 0 22 0,0 0-59-16,0 2-6 0,-3 4-3 15,6 12 3-15,-1 8 13 16,4 12 1-16,1 2-14 15,2-2 0-15,4 1 10 16,0-10 17-16,1-3-27 16,-1-5-6-16,1-6 6 15,-3-6 5-15,0-4-4 16,1-2-2-16,3-6 10 16,1 0 22-16,3-12-31 15,2-3-21-15,1-7 13 0,-5-10-5 16,-3-3-26-1,-1 0 0-15,-3-2 36 0,-4 10-6 16,-4 8 9-16,-2 12 0 16,0 4 4-16,0 6-4 15,-2 8-31-15,2 4-4 16,2 12 35-16,1 4 11 16,5 6-11-16,8-4 0 15,4-2 1-15,7-3 5 16,-1-6-3-16,1-1-3 15,2-7 2-15,-7-4 11 16,-2-7-13-16,-1-5-24 16,-2-4 8-16,-5 0 4 15,-6-8 12-15,-6 2-48 16,-6 2 15-16,-6 3 25 0,-3 6-5 16,2 3-10-16,5 4 23 15,2 8-3-15,6 0-6 16,0 6 9-16,6 1 0 15,5 0 1-15,7-2-1 16,3-2 0-16,-1-6 11 16,6-5-10-16,-1 0 17 15,2-2-18-15,2-1-30 16,-5-1 23-16,5 1-70 16,-3-3 19-16,-5 3-22 15,1-1-1-15,-5-1 11 16,2-4-112-16,10-35-170 15</inkml:trace>
  <inkml:trace contextRef="#ctx0" brushRef="#br0" timeOffset="129587.43">22369 6360 1269 0,'-16'10'324'0,"-2"6"-125"0,-16 11-97 0,8 3-16 0,4 4-56 0,8-6 24 0,7-2-53 0,5-4 19 0,4-6 5 15,5-2-10-15,2-8 6 16,6-2-9-16,6-6-4 0,6-6 18 16,-3-8-26-1,2-6 0-15,-5-6 18 0,-1-2 13 16,-7-3-20-16,1-4 16 16,-3-2-20-16,-5 3 11 15,-2 6-18-15,1 6 0 16,-2 10 52-16,-1 10-15 15,2 6-37-15,3 6-7 16,8 12 7-16,3 7 14 16,7 9-14-16,0 0 0 15,0 4 6-15,2 0-6 16,0-2-1-16,-2-2-41 16,-3-2-185-16,10 30-685 15</inkml:trace>
  <inkml:trace contextRef="#ctx0" brushRef="#br0" timeOffset="129908.18">20907 7149 1524 0,'-3'0'243'0,"3"-3"-130"0,0 3 22 0,3 0 76 0,2-1-77 0,6-5 19 0,6-1-32 0,12-1-55 16,12-2 50-16,7 0-82 15,6-2-34-15,4 4 21 0,2 1-21 16,-2-2-20-16,-5 1-83 15,-8 2-166-15,-18 4-50 16,-12 2-222-16,-44 8-474 16</inkml:trace>
  <inkml:trace contextRef="#ctx0" brushRef="#br0" timeOffset="130056.33">20896 7157 1638 0,'-2'0'537'0,"2"0"-367"16,0 0-80-1,8 2-77-15,17-1 62 0,19-1 15 16,22 0-19 0,26-1-35-16,13-4-36 0,4 1-188 15,112-36-801-15</inkml:trace>
  <inkml:trace contextRef="#ctx0" brushRef="#br0" timeOffset="142511.01">19086 7295 679 0,'-8'0'286'0,"-46"8"-286"0</inkml:trace>
  <inkml:trace contextRef="#ctx0" brushRef="#br0" timeOffset="143054.64">17260 7353 1470 0,'-7'-2'372'15,"0"0"-285"-15,-2 0-65 16,3 4-22-16,-1-2-7 15,5 2 1-15,-1 0-9 16,-4 4-63-16,3-2-2 16,-5 0-116-16,-13 2-541 15</inkml:trace>
  <inkml:trace contextRef="#ctx0" brushRef="#br0" timeOffset="143255.1">16990 7361 1332 0,'-9'-2'205'0,"0"2"-140"0,-2-4-10 0,2 4 4 0,9 0-5 0,7-2-48 0,6-2 9 0,18-4-6 16,14-6-9-16,15 0 1 16,11-4-1-16,5 2-2 15,4 2-53-15,-4 0-59 16,-7 6-104-16,71-17-601 15</inkml:trace>
  <inkml:trace contextRef="#ctx0" brushRef="#br0" timeOffset="148188.07">20372 7020 954 0,'0'0'295'0,"0"-2"-203"0,0 2-64 0,2 0 14 0,-2 0 27 0,0 0 5 16,0 0 26-16,0 0-10 15,0 0-13-15,0-2 8 16,2 2-43-16,-4 0-24 15,4 0 41-15,-2 0-52 16,0-2-7-16,3 2 22 0,-3-2-20 16,4 2 26-16,0 2-28 15,6-4 6 1,3 4 24-16,3 0-30 0,5 0 0 16,2 2 11-16,4 2-10 15,-2 0 15-15,1-2-16 16,1 0 0-16,-3 4 9 15,1-4-9-15,2 1-1 16,2-4-7-16,0 1 16 16,2 0-7-16,0-2-1 15,5 2 0-15,1 0 2 0,-1 2-2 16,2 1-5-16,-4-5-2 16,1 1 14-16,-2 1-1 15,-4 0-6-15,1 0 0 16,-1-2-4-1,0 2 4-15,-4-2-6 0,8 2 4 16,0-2 4-16,2-2 5 16,5 2-7-16,4-2 1 15,1 0-7-15,0-2 6 16,2 3 0-16,-5-2-7 16,1-3 19-16,-6 4-18 15,-3-2 6-15,-3 1-30 16,0 0 28-16,2-1-5 0,3 2-7 15,5 2 8 1,3-2-3-16,0-2-6 0,3 2 8 16,-5-4-35-16,-1 2 19 15,-3-2-5-15,-3-2-1 16,-4 4 17-16,1 0-17 16,-3 0 28-16,-3 2-16 15,1 0 8-15,2-2 9 16,0 0 0-16,-3 0-1 15,1-2 1-15,-4 0 0 16,-1-4 4-16,-2 0-4 16,2-2-6-16,-1 4 5 15,1-4 1-15,0 2-12 16,2-4 12-16,1 2-18 16,2-4 4-16,2 2 7 15,-5-3-7-15,5-1 13 0,2 0 1 16,-2 3 0-16,0-3 3 15,-4-3 4-15,-5 3 28 16,0 3-29-16,-4-3 7 16,-4-3 23-16,5 3 2 15,-7 2-14-15,2-6 6 16,1 0-9-16,0-2 60 16,1 0-50-16,3-2 19 15,-1 0-17-15,-1 2 4 16,4-1-2-16,-6 6-35 15,0 1 16-15,0 1 28 16,-5 3-43-16,0 5 7 0,-3-1 12 16,-3 2-2-16,2-2-6 15,-4-1-12 1,2-5 0-16,1 0 2 0,-3 4-2 16,0-6 0-16,0 6 9 15,-3-4-9-15,-1 2 6 16,-2 4-6-16,-3 2 14 15,-1-2-6-15,0 0-8 16,3 0 0-16,-2 2 14 16,2 0-13-16,1 0-2 15,-1 0 0-15,-5 0 1 16,4-4 0-16,-3 4 0 0,-2-2-18 16,-3 4 18-1,5 0 0-15,-1-2 21 0,-1 0-21 16,2 2 1-16,0-2 26 15,0 0-27-15,-3 3 0 16,3 0-9-16,0 1 26 16,-2-2-2-16,2-1-15 15,-3 3 0-15,-1-2 13 16,-3 2-13-16,-3-1-6 16,0 1 6-16,0-1 0 15,-3 1 17-15,-3 0-17 16,1-4 0-16,-1 5 23 15,0-1-23-15,7-3 0 16,-3 3-1-16,8 1 10 16,-1-1 2-16,-1 0-11 0,3 1-5 15,-1-1 5-15,-4 2 0 16,2 0 0-16,-3 2-8 16,-5-2 16-16,1-2-2 15,2 2-6-15,-1 2-11 16,6-2 11-16,-1 0 0 15,2-2 0-15,-2 2 0 16,4 2 0-16,-1-2 8 16,-2 2-8-16,3-1-3 15,-4-2 3-15,-4 3 0 16,0 0-9-16,-5 3 3 16,-2-3 12-16,2 1-5 15,-2-1-1-15,1 0 2 0,5 0-1 16,-1 2-1-16,-1-2 1 15,0 0-3-15,-2 0 4 16,4 0 5-16,-2 2-7 16,0-2-3-16,-2 0 3 15,-2 0 0-15,0 0 0 16,0 2-11-16,-6 0 22 16,2 2-13-16,-5-2 2 15,5 2 0-15,1-2-1 16,6 0 1-16,3 0-3 0,3 0-3 15,4-2 12 1,-2 0-2-16,5 2-4 16,-3 1-3-16,-3-3 3 15,-2 1 0-15,-1-1 0 16,2 3-1-16,-2-2 10 0,1-1-7 16,0 0-2-16,1 3 0 15,-5 0 0-15,0-1 0 16,-1 0 0-16,-5 1-5 15,0 1 5-15,-8 0 12 16,-1 1-12-16,1 1-6 16,-1-2 6-16,-1 0 9 15,6 1 0-15,1-4-9 16,5 2 0-16,0 2 12 16,2-1-12-16,3 1 0 15,-3-1 0-15,1 1 1 16,1 4 11-16,-2-4-12 15,3 4 0-15,-3 3 4 0,0-4-4 16,-4 3 0-16,-3 2 8 16,-3-1-6-16,-3 2 22 15,-1 2-24-15,1 0 0 16,0-2 20-16,1 6-19 16,2-2-1-16,4 2 16 15,4-2-16-15,7 2 18 16,6 4-18-16,7 2 0 15,-5 5-1-15,4 5 1 16,1 1-3-16,0 3-5 16,6 1 16-16,3-3-14 15,8-6 6-15,5-4 0 0,5 0 22 16,4 0-22-16,7 0 0 16,4-2-6-16,-2-4 18 15,10 0-1-15,1-5-7 16,2 1 4-16,3-3 19 15,3-2-27-15,-11 1-2 16,-3-2 1-16,-5 4-4 16,-6-2 5-16,-8 0 0 15,-3-2-7-15,-5-4 7 16,-2-4 1-16,-3-2-1 0,-1 0 0 16,1 2 10-1,0-2 2-15,3 0-12 0,2-2-2 16,-2 0 2-16,-1 2 0 15,1 0 1 1,-3-2-11-16,-2 0-10 0,0 2 19 16,-2 4-192-16,-2 4-89 15,-40 36-191-15</inkml:trace>
  <inkml:trace contextRef="#ctx0" brushRef="#br0" timeOffset="206624.26">12425 8917 1045 0,'0'0'145'0,"-2"0"-62"0,2 2-44 0,0-2 94 0,0 0 74 0,-3 0-70 0,3 0-67 15,0 0 7-15,0 0-23 16,0 0 63-16,0 0-117 16,0 0 12-16,3 0-26 0,-3 2 2 15,2 0-126 1,29 8-190-16</inkml:trace>
  <inkml:trace contextRef="#ctx0" brushRef="#br0" timeOffset="207191.02">13808 8861 1323 0,'0'0'235'0,"0"2"-155"16,-2-2-11-16,0 2 28 15,-1 2 34-15,-4 2-89 16,1 2-21-16,0 0 54 16,-6 2-14-16,1 8-7 15,-2 4-40-15,-1 6-4 16,3 9 35-16,-5-4-45 15,5 6-5-15,3-7 4 0,0-6 2 16,4-6 0-16,0-8-1 16,8-11 0-16,0-1-20 15,6-11 20-15,7-14 0 16,10-8 4-16,4-11-3 16,-2 1 13-16,-2 9-14 15,-6 4 0-15,-4 14 6 16,-5 2-6-16,-6 8-18 15,-2 2 17-15,-4 4-32 16,0 0 26-16,-2 4-35 16,2 2-18-16,-2 8 54 15,-4 6-81-15,-2 4-108 16,-23 32-519-16</inkml:trace>
  <inkml:trace contextRef="#ctx0" brushRef="#br0" timeOffset="208042.28">17135 9340 814 0,'0'0'882'0,"0"0"-732"0,4 2-63 0,-2 0 25 0,5 0 76 0,-3 0-26 0,-1-2-56 15,2 2 65-15,-1-2-99 16,0 2-28-16,5 0-4 16,5 2-26-16,3-2 8 0,8-2-22 15,4-6 1-15,6 2 8 16,3-4-9-16,0 2-18 15,2-2 17-15,-4 2-45 16,-5 2-28-16,-6-2-145 16,-4 0-236-16,-7-6-336 15</inkml:trace>
  <inkml:trace contextRef="#ctx0" brushRef="#br0" timeOffset="208690.86">14669 10070 1969 0,'0'0'333'0,"0"0"-300"0,2-2-12 0,2 0-20 0,11 0 55 0,5-4 23 0,14 0-14 16,13-4-65-16,4-2 86 15,13 0-86-15,0 0 6 16,2-4 3-16,-1 0-9 16,-5 0-27-16,-7 0-36 15,-6 4-157-15,-9 0-53 16,-7 4-389-16</inkml:trace>
  <inkml:trace contextRef="#ctx0" brushRef="#br0" timeOffset="213540.54">5328 7954 1356 0,'0'0'254'0,"0"-4"-181"0,-2 4 37 0,2 0-26 0,0 4-26 0,0-4 64 0,0 0-77 15,2 4-33-15,0 5 43 16,7 7-5-16,-2 8 29 15,4 6-56-15,1 2-7 16,-2 4 46-16,-3-4-50 16,-1 2-12-16,0-4 31 15,-4-2-30-15,2-1 20 16,-4-8-21-16,2-1 0 0,-2-8 9 16,2-2-9-1,-2-4-6-15,0-4 5 0,0 0 2 16,0-1 40-16,-4-7-41 15,-6-5 1-15,0-5-20 16,-5-8 19-16,1-2-12 16,1-6 6-16,-3 0-26 15,7-2 32-15,0 2-21 16,7 4 1-16,4 2-10 16,3 4 30-16,-1 2-28 15,2 1 27-15,-1 10 1 16,4 0-15-16,0 7 15 15,2-1-2-15,9-1 1 16,5 2 1-16,15-5-9 0,11 0 2 16,14-2 14-16,4 0 25 15,9-2-32-15,2-1 0 16,5 0 23-16,4-2-14 16,-2 0-8-16,2 2 3 15,-2-2 17-15,-5 2 6 16,-1 0-27-16,-6 0 0 15,-5 0 3-15,1 0-2 16,-5 6 0-16,1-4-2 16,-3 6 19-16,-3-2-1 15,-3-2-17-15,-5 2 0 0,-2 2 13 16,1-4-13 0,-6 4 0-16,-1-2-11 0,-3 0 28 15,1 2-7-15,-1-2-10 16,3-2-1-16,3-1 1 15,2 0 0-15,3-1-6 16,2 2 5-16,-1-1 2 16,0 4 7-16,2-4-8 15,-6 4-8-15,-2-1 8 16,-4-1 0-16,-4 4 1 16,-4 0-8-16,-7 1 14 15,-1-1-7-15,-1 2 0 16,-2 2 0-16,6-2 0 15,4 3 0-15,6-2 0 16,-3 0-7-16,0 0 16 0,-5 2-5 16,-4-2-4-16,-13 2-15 15,-3 0 9-15,-9 2-1 16,-4-2 6-16,-2 2-5 16,2-2 6-16,-4 2 1 15,-1 3-1-15,-1 2 0 16,-1 1 13-16,2 2 5 15,-1 8 0-15,-1 8 1 16,-1 13-13-16,-4 13 71 16,5 12-56-16,-1 8-20 15,0 11 46-15,4 3-35 16,2-4-2-16,2-6-10 16,5-12 0-16,-4-12 18 15,2-8-18-15,-3-5 0 16,0-9 8-16,3-6-7 0,-3-6 32 15,2-4-33-15,0-4 1 16,-2-4 35-16,2-2-35 16,-2-1-1-16,0 2 25 15,0-3-7-15,0-2 23 16,0 0-41-16,0-2 1 16,0 2 68-16,0 0-59 15,0-5-2-15,2 5 20 16,-4 0-17-16,4 0 13 15,-4 0-24-15,2 5 0 16,0-5-36-16,0 0-69 16,-64-14-627-16</inkml:trace>
  <inkml:trace contextRef="#ctx0" brushRef="#br0" timeOffset="-210549.25">15243 12322 1407 0,'-2'0'291'0,"-3"0"-152"0,3 0-122 0,-2 2 64 0,2-2 3 0,-1 0 6 15,1 2 27-15,2-2-11 16,-2 0 17-16,2 0 3 15,0 0-52-15,0 0 49 16,0-2-108-16,2 2 16 16,0 0 7-16,1-2-38 15,1 0 0-15,7 0-1 0,9-2 1 16,9-4 35-16,15-4-35 16,8-4-16-16,2-2 16 15,1 0 0-15,-8 0 0 16,-5 2-1-16,-6 4 10 15,-14 2-33-15,-6 8 24 16,-10 0-75-16,-17 7 6 16,-11 12-30-16,-23 7-25 15,-22 8-28-15,-17 4 88 16,-7-8 53-16,-3-4 11 16,-2-4 0-16,7-2 44 15,13-4 1-15,7 2 1 16,22-6-44-16,16 0 22 15,20-6-48-15,15-5 21 0,15-2 3 16,12-1 15-16,13-4-14 16,12-2-1-16,4-4-6 15,-2 0 6-15,2 0-18 16,-11 2 18-16,-6-2-5 16,-12 8-2-16,-14-2 7 15,-9 8-56-15,-16 4-2 16,-19 8 16-16,-10 8 34 15,-24 8-94-15,-10 2 47 16,-2 2 55-16,-1-5 24 16,10-4 15-16,11-2-39 15,21-6-9-15,19-2 9 0,17-9-238 16,67-24-354-16</inkml:trace>
  <inkml:trace contextRef="#ctx0" brushRef="#br0" timeOffset="-201520.14">9445 15534 1092 0,'5'0'342'16,"2"4"-165"-16,8 5-84 0,8 1-29 0,1-5 16 0,2 3-22 0,6 2 16 0,2-2-25 16,2 5-48-1,8 1 83-15,12 0-42 0,8 8-14 16,9 0 20-16,14 0-19 15,7-4 31-15,8 4-24 16,10-4-35-16,73 4 74 16,10-12-69-16,18-2-4 15,-71-4 26-15,-5-4-16 16,-2-16 8-16,5 12-20 16,3-14 0-16,-2 2 16 15,-6-6-15-15,1 2-1 16,0-2 32-16,4 2-25 15,14-6 35-15,0 8-42 16,13-4 0-16,-2-1 15 0,-3-4-15 16,1-4-4-16,0-9-5 15,-16 8 18-15,-4-6-6 16,-14 4-3 0,-2-2 0-16,-2 6 27 0,-5-4-27 15,-3-4 1-15,-59 20 2 16,-2 6 17-16,0-6 3 15,51-14-23-15,-4 1 0 16,-10 1 8-16,1 6-8 16,-9-4-3-16,-1 4-8 15,-4 0 22-15,5 2 1 16,-5-4-12-16,3 4 0 0,-3 2-5 16,-2-2 5-16,4 0-1 15,0 0-8-15,7 0 18 16,3-6-5-16,4 3-4 15,2 1 0-15,-2 2 4 16,-2 4-4-16,-5 2-3 16,-10 2-8-16,-4 4 22 15,-13 2-28-15,-11-2 17 16,-13 6-13-16,-14-4 12 16,-6 2 1-16,-7 2 0 15,3 0-12-15,-1 0 26 16,3 0-11-16,-1 2-3 15,1-4-14-15,-5 6 13 16,-5 0 1-16,-1-2-20 0,-3 4 19 16,-2-2 2-16,0 0 5 15,0 0-6-15,0-2-5 16,0 2 5 0,0 0 0-16,0 0 6 15,0 0-12-15,0 0 17 0,0 2-2 16,0-4-9-16,0 2-11 15,0 0 11-15,0 0 0 16,0 0-8-16,0 0 2 16,0 0 12-16,0 0 2 15,14 2-8-15,-8-2 0 16,1 0-2-16,-3 4 2 16,-1-2-15-16,1 0-85 15,1 6-277-15,3 10-801 16</inkml:trace>
  <inkml:trace contextRef="#ctx0" brushRef="#br0" timeOffset="-192704.8">19178 9842 1416 0,'-7'-6'343'0,"5"-1"-209"0,-2-3-101 0,-2 2 103 0,2-3-26 0,0 3-10 0,0-5 40 15,1 3-26-15,-1-2-27 16,2 2-3-16,0 5-41 0,2-2 74 15,-5 5-76-15,5 2-34 16,0 2 26-16,5 6-25 16,-1 5 11-16,5 12 2 15,5 9 2-15,1 7 37 16,1 4-60-16,-1 2-8 16,5-1 8-16,-2-6 1 15,-2-4 12-15,-3-2-13 16,-7-7 1-16,-1-4-41 15,-3-2 34-15,-4-7-107 16,-3 0-55-16,-1-5-106 16,-1 0-180-16,-15-37-221 15</inkml:trace>
  <inkml:trace contextRef="#ctx0" brushRef="#br0" timeOffset="-192296.73">19423 9685 1571 0,'0'4'347'0,"-2"6"-280"16,-3 8-37-16,-4 8 45 16,-2 6-21-16,-6-1 42 15,-2 0-39-15,-3-4-36 16,-3-4 78-16,-1 0-90 15,4-9 6-15,-3 0 27 16,7-6-40-16,-2-6 50 0,9 4-52 16,4-6 0-16,3 0 27 15,4 0-27-15,4-4-3 16,6 2 3-16,9-2 11 16,12 2 76-16,12 2-66 15,-1 4-9-15,3 4 51 16,-5 2-63-16,-2 4 1 15,-3-2-2-15,-3 0 16 16,-6-2-9-16,-1-2-6 16,-7 0-5-16,0 0-25 15,-8-2-78-15,-2 4-157 16,-4 0-43-16,-4 4-310 16</inkml:trace>
  <inkml:trace contextRef="#ctx0" brushRef="#br0" timeOffset="-192004.4">19782 9843 1622 0,'0'-1'545'0,"2"1"-439"0,-2 0-92 0,7 0 5 0,1 0 14 0,10-2-1 0,5-1-28 0,2 2 28 16,1-6-22-16,0 7-10 16,-1 0-31-16,-8 3-89 15,-5 2-161-15,-12 8-492 16</inkml:trace>
  <inkml:trace contextRef="#ctx0" brushRef="#br0" timeOffset="-191820.85">19806 10018 1188 0,'0'0'979'15,"7"-2"-802"-15,2 0-146 0,6 2 10 16,5-4 50-16,-2 2 56 15,0 0-135-15,4 0-4 16,-4 0-16-16,6-2-2 16,1 4-289-16,33-8-354 15</inkml:trace>
  <inkml:trace contextRef="#ctx0" brushRef="#br0" timeOffset="-184637.38">20405 9450 836 0,'0'0'197'0,"0"0"-130"0,-4 4-35 0,4-1 82 0,0 1 0 0,-2-2-35 0,0 3 11 15,0-1-27-15,2 7 15 16,-3-4 6-16,-2 2-49 15,3 0-8-15,0-2-15 16,-2-1-2-16,1 2 35 16,1-2-37-16,-2-4-7 15,2 0 16-15,-2 0-11 16,-2-2 7-16,6 0-13 16,-2 0 9-16,0-2 29 0,0-2-38 15,-3-2 0-15,1-6-1 16,2 2 2-16,2-7 20 15,4 2-21-15,-2-3 0 16,5-3-6-16,-3 2 6 16,6-2-17-16,-2 3 17 15,1 4 18-15,1-2 9 16,0 4-27-16,-1 0 0 16,-2 2 49-16,0 2-34 15,-3 6-7-15,1 0 23 16,-3 4-14-16,0 10 25 15,4 6 15-15,1 12-41 0,3 12 112 16,-2 2-91-16,1 9 8 16,5-5 2-16,-1-2-41 15,1-8 26-15,1-2-32 16,-1-8 0-16,-4-2 0 16,4-6 0-16,-7-5-7 15,-1-1 6-15,-1-7-12 16,-5 4-35-16,0-6-88 15,0 4-49-15,-5 0 74 16,-1 0-34-16,-1-4-5 16,-2 2 4-16,2-6 83 15,1-1 62-15,-3 0-9 16,2 3 10-16,-2 0 160 16,3 0-52-16,1-2-13 15,2-1-28-15,1 3-26 0,2-3 41 16,0 0-44-16,0 0-28 15,0 0 76-15,2 0-32 16,3-3-2-16,2 2 10 16,11-5-14-16,4-5 49 15,9 1-97-15,4-3 11 16,-1 0 1-16,-2 1-12 16,0 2-137-16,-1 2-155 15,23-30-597-15</inkml:trace>
  <inkml:trace contextRef="#ctx0" brushRef="#br0" timeOffset="-181453.42">22304 10084 1291 0,'-3'-4'569'0,"0"2"-468"0,0-2-89 0,-2 0 7 0,1 2-4 0,-3-2 24 16,1 0 33-16,-4 0-40 16,2 0 77-16,-1-2-88 15,-3 2-20-15,-1 2 42 16,-3-2-2-16,3 0-13 15,-9 2 7-15,2 0-35 16,-4 2 78-16,-3 0-68 16,-4-2-9-16,-1 2 32 15,-1 0-9-15,2 0 1 16,-2 2-25-16,-6 2 6 16,-1-2 32-16,0 2-38 15,1 0 0-15,-2 4 0 0,1-2 13 16,0 2-10-1,-3 4-3-15,1 0 0 0,-3 0 8 16,1 2-8-16,-3 0-8 16,3-2 8-16,2 2 1 15,-1 0 9-15,3-1-10 16,2 2 0-16,1 0 3 16,-4 5-3-16,1 0-14 15,-5 4 14-15,3 0 9 16,0 0 0-16,-1 2-9 15,3 0 0-15,0 0 0 0,3 6 0 16,0-2-7-16,-3 0 6 16,3 5 2-16,-3-6 10 15,4 1-11-15,2-2 0 16,3 3 7-16,6-3-7 16,6-2 0-16,1 0 2 15,3 0-1-15,1 4 31 16,3 0-32-16,2 2 1 15,0 0 34-15,0 6-34 16,0 6 14-16,0 6 27 16,0 5-41-16,0 5 50 15,1 0-51-15,3 0 13 16,0-6 44-16,5-4-39 16,0-1-1-16,5-1 26 0,0 0-34 15,3 4 53-15,1 4-62 16,0 0 1-16,5 5 31 15,1 1-32-15,1 2 1 16,1-4-7-16,6-2 24 16,-3-2 31-16,5-8-49 15,-3-2 12-15,-2-6 30 16,2-7-28-16,-4-5-7 16,0-6-7-16,2 0 23 15,-3-2 20-15,6 0-43 16,2-2 6-16,6 0 18 15,0 2-24-15,5 0 8 0,-1 0-20 16,1 0 37 0,-1 0-8-16,2-4-17 0,0 4 0 15,3-2 1-15,0 0 0 16,5-3 0-16,-1-1-2 16,3-3 19-16,4 2 7 15,7-5-25-15,2 2-4 16,7 0 4-16,3-2 6 15,1 4-6-15,0-2 0 16,-2 2 12-16,0-2-1 16,-6 2-11-16,3-2 0 15,1 2 0-15,4-4 6 16,5-2-5-16,7-2-2 16,1 0 7-16,-1-2 2 15,-1 2-8-15,0 0 0 0,-1-2 2 16,-8 0-2-1,1 0 0-15,-7-4-10 0,-3-4 31 16,-1 0-14-16,-3-8-7 16,2-2-13-16,-2-2 13 15,7-6 0 1,-2-6 0-16,0 2 0 0,4 0 10 16,-2-1-10-16,-7 4 0 15,0-4-21-15,-8-1 14 16,-2 2 2-16,0-6-13 15,-4-4 2-15,5-8 16 16,-4-4-24-16,-2-6 24 16,-3-6-44-16,0 3 43 15,-1 1 2-15,-6 8-1 16,-6 4 0-16,-2 2 0 16,-10 6 3-16,1-1-3 15,-7-2-23-15,1 0 23 0,-1-3 0 16,-3-2 0-16,-1 0-10 15,-2-2 10-15,-1 0-22 16,1 0 22-16,-7 2-39 16,-1-3 28-16,-3-1-20 15,-6 4 17-15,-1 2-10 16,-3 4 9-16,1 6-7 16,-5-2 22-16,-2 0-42 0,-5-3 33 15,-7 2-13-15,-4-10 21 16,-4-1-32-1,-3 2 25-15,1-2-22 0,6 4 30 16,5 6-37-16,2 6 37 16,6 7 0-16,3 1 3 15,1 6-3-15,6 0 0 16,-5 2-4-16,0-2 4 16,-4 0-9-16,-1 2 0 15,-6-2 18-15,2 0-15 16,0 2 6-16,-5 0 0 15,3 0-2-15,-2 2 2 16,4 0 0-16,-2-2-7 0,-1 2 22 16,-1-2-12-16,2 0-3 15,-2 2 0-15,-1-2-3 16,3 2 3-16,0 4-3 16,0-2-12-16,0 2 30 15,-5-5-15-15,-3 4 0 16,-3-3 0-16,-7-1 3 15,-2 0-3-15,-4-2 0 16,-1 6-6-16,2-6 19 16,3 3-9-16,2 0-4 15,-3 2 0-15,2 2 4 16,0 2-4-16,6 4-2 16,6-2-10-16,4 6 24 15,11 0-6-15,2 0-6 16,7 0 0-16,3 2-18 0,1 4 18 15,-6 0-33 1,0 8-82-16,-6 0-182 0,-51 32-155 16</inkml:trace>
  <inkml:trace contextRef="#ctx0" brushRef="#br0" timeOffset="-180786.94">21058 10804 2257 0,'-4'-6'490'0,"4"2"-209"0,-5-8-251 0,8 10-24 0,-1 2 6 0,-2 0-6 0,-2 0-6 15,2 0-11-15,0 0-133 16,0 2-36-16,2 4-424 16,-4 20-357-16</inkml:trace>
  <inkml:trace contextRef="#ctx0" brushRef="#br0" timeOffset="-180567.98">21041 11321 166 0,'0'0'2205'15,"-4"0"-1840"-15,4 0-349 16,0 2 28-16,4-2-31 15,-4 0-13-15,0 0-9 16,0 0-13-16,2 5-125 16,0 3-14-16,5 2-169 15,20 22-312-15</inkml:trace>
  <inkml:trace contextRef="#ctx0" brushRef="#br0" timeOffset="-180370.39">21226 11811 2208 0,'0'0'468'16,"4"0"-423"-16,3-4-45 16,3 2-50-16,9 0-31 15,0 0-181-15,10-1-65 16,87-6-121-16</inkml:trace>
  <inkml:trace contextRef="#ctx0" brushRef="#br0" timeOffset="-180151.61">22203 11671 2343 0,'0'0'524'0,"0"0"-490"16,0 0-34-16,0 1-24 16,2-1-76-16,0 4-35 15,8 0-134-15,5 1-106 16,41-18-803-16</inkml:trace>
  <inkml:trace contextRef="#ctx0" brushRef="#br0" timeOffset="-179985.89">22754 11364 99 0,'-5'-4'2179'0,"5"-1"-1633"16,-2 1-546-16,2 4-12 15,0 0-18-15,0 0-101 16,0 0-136-16,0 0-69 15,-11-9-290-15</inkml:trace>
  <inkml:trace contextRef="#ctx0" brushRef="#br0" timeOffset="-179787.89">22793 10997 2121 0,'-1'0'331'0,"2"2"-247"16,-2 2-84-16,2 0-15 15,3 0-88-15,-2 0-173 16,2-2 39-16,-2-12-362 16</inkml:trace>
  <inkml:trace contextRef="#ctx0" brushRef="#br0" timeOffset="-179617.97">22398 10750 2121 0,'2'0'372'15,"4"4"-360"-15,5 8-12 16,5 0-170-16,1 6-43 15,2 18-268-15</inkml:trace>
  <inkml:trace contextRef="#ctx0" brushRef="#br0" timeOffset="-179401.93">21916 10766 1885 0,'0'0'319'0,"4"4"-278"15,-1 2-19-15,5 8-22 16,0 0-141-16,-6 6-121 16,-12 18-662-16</inkml:trace>
  <inkml:trace contextRef="#ctx0" brushRef="#br0" timeOffset="-179236.46">21796 11111 1402 0,'0'0'786'16,"0"0"-600"-16,6 2-186 15,1 2 9-15,4 6-33 16,4 2 21-16,8 8-221 15,37 38-257-15</inkml:trace>
  <inkml:trace contextRef="#ctx0" brushRef="#br0" timeOffset="-179052.23">22092 11426 2035 0,'0'-3'473'16,"3"6"-473"-16,3-3-44 15,3 4-148-15,0 0-66 16,15 4-321-16</inkml:trace>
  <inkml:trace contextRef="#ctx0" brushRef="#br0" timeOffset="-178837.05">22419 11682 2296 0,'0'-2'382'16,"0"2"-299"-16,2 2-83 15,4 1-65-15,-2 6-151 16,7 0-102-16,-3 0-24 16,9 23-858-16</inkml:trace>
  <inkml:trace contextRef="#ctx0" brushRef="#br0" timeOffset="-178650.47">22522 12079 1801 0,'0'0'660'16,"0"0"-459"-16,-5 0-188 15,5 0 16-15,5 4-28 16,-5 0-1-16,5 9-166 16,-1-2-157-16,7 14-249 15</inkml:trace>
  <inkml:trace contextRef="#ctx0" brushRef="#br0" timeOffset="-178470.8">22192 12360 2212 0,'-2'0'462'0,"2"-4"-425"16,0 2-37-16,2 4-84 15,-2 2-205-15,0 0-222 16</inkml:trace>
  <inkml:trace contextRef="#ctx0" brushRef="#br0" timeOffset="-178252.44">21468 12312 2032 0,'0'-4'537'15,"2"4"-499"-15,8-2-38 16,2 2-50-16,7 0-49 16,-4 0-37-16,1 0-82 15,-3 0-32-15,12-4-115 16</inkml:trace>
  <inkml:trace contextRef="#ctx0" brushRef="#br0" timeOffset="-178070.23">21548 12180 2126 0,'3'2'476'0,"-3"-2"-435"15,0 0-41-15,2 2 0 16,2-2-111-16,3 0-55 16,6 0-28-16,52-8-172 15</inkml:trace>
  <inkml:trace contextRef="#ctx0" brushRef="#br0" timeOffset="-177850.79">22059 12055 1823 0,'-6'-6'840'16,"6"3"-525"-16,-4-2-295 16,8 5-20-16,0 0-21 15,0 2-33-15,3 4-24 16,6-2-36-16,7-2-210 15,47-14-313-15</inkml:trace>
  <inkml:trace contextRef="#ctx0" brushRef="#br0" timeOffset="-177587.22">23277 11622 2102 0,'0'-2'595'0,"0"2"-493"15,2-4-102 1,8 12-237-16,-1 0 168 0,-1 0-33 15,-1 2-18-15,0-4-9 16,2-4-141-16,10-10-952 16</inkml:trace>
  <inkml:trace contextRef="#ctx0" brushRef="#br0" timeOffset="-177387.02">23476 11492 2238 0,'2'-2'375'0,"-2"4"-375"0,5 0-75 16,-1 0-93-16,4 0-91 15,11-6-195-15</inkml:trace>
  <inkml:trace contextRef="#ctx0" brushRef="#br0" timeOffset="-177154.81">23466 11835 1920 0,'0'2'313'16,"0"4"-284"-16,4 4-8 16,-3 4-42-16,2 2 12 15,-3-8-17-15,2-4 25 16,-2 0-64-16,0-2-58 16,9-6-225-16</inkml:trace>
  <inkml:trace contextRef="#ctx0" brushRef="#br0" timeOffset="-176920.51">23331 12158 1839 0,'0'2'564'0,"2"-2"-561"16,0 2-3-16,5 0-86 16,-1 0-10-16,4 4-6 15,5-6 24-15,-1 0-87 16,28-14-166-16</inkml:trace>
  <inkml:trace contextRef="#ctx0" brushRef="#br0" timeOffset="-176717.55">23502 12228 2042 0,'3'0'351'0,"-3"0"-270"16,0 0-81-16,2-2-9 15,0 2-30-15,5-6 24 16,6-2-48-16,12-2 57 15,1-6-70-15,1-1-134 16,46-47-167-16</inkml:trace>
  <inkml:trace contextRef="#ctx0" brushRef="#br0" timeOffset="-176570.42">23815 11849 1843 0,'-2'-2'448'0,"2"0"-357"16,0 0-91-16,0 2-77 16,2 0-111-16,-2-18-175 15</inkml:trace>
  <inkml:trace contextRef="#ctx0" brushRef="#br0" timeOffset="-176399.36">23692 11336 2086 0,'0'-4'373'0,"0"4"-286"16,0 0-87-16,4 0-183 16,1 5-42-16,17-5-145 15</inkml:trace>
  <inkml:trace contextRef="#ctx0" brushRef="#br0" timeOffset="-176170.7">23360 10784 1428 0,'-2'-2'789'0,"4"0"-519"16,0 0-270-16,7 6-36 16,3 4 27-16,-4 2-129 15,-4 2-49-15,-1-2-47 16,-14 10-493-16</inkml:trace>
  <inkml:trace contextRef="#ctx0" brushRef="#br0" timeOffset="-176003.46">23242 10724 1549 0,'-7'-4'696'0,"5"2"-514"16,0-6-182-16,2 10-113 15,0 6-169-15,-9 2-525 16</inkml:trace>
  <inkml:trace contextRef="#ctx0" brushRef="#br0" timeOffset="-175787.11">22868 10373 1512 0,'0'4'82'0,"0"6"-82"16,0 0-159-16,-14 12-373 16</inkml:trace>
  <inkml:trace contextRef="#ctx0" brushRef="#br0" timeOffset="-175586.51">22633 10271 1713 0,'0'0'237'16,"5"2"-114"-16,8 0-123 15,3 4-15-15,0 6-33 16,-3-2-79-16,-2 12-247 16</inkml:trace>
  <inkml:trace contextRef="#ctx0" brushRef="#br0" timeOffset="-175398.75">22286 10327 1575 0,'0'-2'171'0,"2"4"-171"16,8 12-574-16</inkml:trace>
  <inkml:trace contextRef="#ctx0" brushRef="#br0" timeOffset="-175148.99">21424 10375 1659 0,'6'4'187'16,"1"0"-187"-16,4 2-58 16,-2 2-150-16,-9 6-136 0</inkml:trace>
  <inkml:trace contextRef="#ctx0" brushRef="#br0" timeOffset="-174937.31">21241 10525 1472 0,'4'3'0'0,"25"4"-69"0</inkml:trace>
  <inkml:trace contextRef="#ctx0" brushRef="#br0" timeOffset="-174720.81">20909 10846 1759 0,'3'0'286'0,"0"0"-229"16,7 0-57-16,1 2-105 15,-1 2-79-15,2 20-197 16</inkml:trace>
  <inkml:trace contextRef="#ctx0" brushRef="#br0" timeOffset="-174520.53">20746 11332 1612 0,'0'0'259'15,"5"-3"-124"-15,2 2-135 0,6-2 1 16,4 1 3-16,-3 2-4 16,-3 2-111-16,-2 2-151 15,-2 13-1133-15</inkml:trace>
  <inkml:trace contextRef="#ctx0" brushRef="#br0" timeOffset="-174354">20771 11496 1851 0,'0'0'492'0,"0"0"-466"16,2-2-26-1,5 4-39-15,9 0-75 0,41 14-182 16</inkml:trace>
  <inkml:trace contextRef="#ctx0" brushRef="#br0" timeOffset="-172904.43">19423 10597 1521 0,'-4'3'252'0,"1"-2"-125"0,-1 3-115 0,2 2-1 0,2 5 41 0,6-1 7 0,1 8 70 16,6 6-65-16,1 4-62 15,6 2 80-15,7 2-70 16,5-4-10-16,11-4 23 15,9-8-11-15,3-2 31 0,11-8-25 16,2-6-19 0,1-6 68-16,-2-2-68 0,-7-2 0 15,-2 0 17-15,-16 0-6 16,-15 6 4-16,-11 0-16 16,-12 2 0-16,-2 0 17 15,-6 0-17-15,-8-2-11 16,-1-2 1-16,-12 0 4 15,1 2-3-15,-3 0 9 16,5 0 0-16,4 2-2 16,3-4 2-16,5 2 0 15,4 2-12-15,2 0 24 16,1 2 6-16,3-2-18 16,0 2 1-16,0 0 23 15,0-2 1-15,3 4-14 0,-3-2-11 16,4 0 25-16,-4 0 0 15,2 0-25-15,2 2 0 16,4 6 42-16,-2 8 3 16,3 8 8-16,-9 14-25 15,-11 11-11-15,-14 5 8 16,-20 10-25-16,-21 8-154 16,-18 6-161-16,-175 98-725 15</inkml:trace>
  <inkml:trace contextRef="#ctx0" brushRef="#br0" timeOffset="-168153.02">21337 9685 1764 0,'-5'-2'346'0,"5"0"-190"0,0 0-121 0,0 4-35 0,0 6 0 0,-2 8 124 0,0 8-44 16,-2 4-49-16,-4 4-2 15,0-2-28-15,-1-2-1 16,-2 1-35-16,-1-5-268 16,-21 2-301-16</inkml:trace>
  <inkml:trace contextRef="#ctx0" brushRef="#br0" timeOffset="-167603.78">22007 9240 1144 0,'0'-6'711'0,"0"6"-558"0,0-4-45 0,0 4-81 0,0 0 1 0,3 0 85 0,-3 0-53 16,0 0-29-16,0 0 1 16,4 4-20-16,-2 4 70 15,5 4-25-15,0 8-36 16,2 8 47-16,-3 10-45 16,2-2-22-16,-4 6-2 0,-4-2 19 15,-8-4-58 1,2 3 7-16,-3-11-140 0,-2-2-8 15,4-6-76-15,-4 6-242 16</inkml:trace>
  <inkml:trace contextRef="#ctx0" brushRef="#br0" timeOffset="-167214.9">22355 9228 1578 0,'-2'2'508'0,"-7"4"-450"16,-3 8-44-16,-5 8 7 16,-14 6-14-16,-3 0 49 15,-1 2-56-15,-2-10 0 16,9 1 11-16,2-7-11 15,3-5 2-15,6 0 5 16,5-5 7-16,6-3 64 16,1 2-52-16,3 1-26 15,2 7 0-15,4 3 22 16,7 7 2-16,10-2-23 16,5 2 7-16,8-9 73 15,3 0-81-15,1-6 0 16,2-4 12-16,-4-4-11 15,4 2-1-15,-7-4-99 0,-1 2-99 16,-5-2-27-16,8-20-901 16</inkml:trace>
  <inkml:trace contextRef="#ctx0" brushRef="#br0" timeOffset="-166868.85">22548 9316 845 0,'0'0'1238'0,"0"0"-1027"0,0-2-176 0,3 0 38 0,2 2 4 0,6-6 8 16,1 0-17-16,11 0-46 15,8-4 27-15,0 4-49 16,1 0 0-16,-6 4-3 16,1 0 3-16,-6 2-91 15,-4 2-149-15,-3 0-128 16,-8 8-554-16</inkml:trace>
  <inkml:trace contextRef="#ctx0" brushRef="#br0" timeOffset="-166686.22">22531 9543 1459 0,'2'0'518'0,"5"-2"-474"15,9-2 8-15,5-2-26 16,8-4 14-16,-2 2-22 16,4 2-4-16,1-4-28 15,-6 2-164-15,41-18-869 16</inkml:trace>
  <inkml:trace contextRef="#ctx0" brushRef="#br0" timeOffset="-166290.09">23061 9212 1498 0,'4'-2'555'15,"8"-2"-450"-15,5-4-89 16,8 2 13-16,0-2-28 0,-3 4 104 16,-9 0-95-16,-2 4-8 15,-1 4 23-15,-6 2-10 16,0 10-3-16,-6 10 45 16,-10 10 9-16,-5 6 84 15,-8 6-79-15,-1 1-32 16,1-9 13-16,10-15-16 15,6-7-4-15,7-7-32 16,4-5 25-16,9-2 11 16,16-6-36-16,20-6 0 15,18-3-12-15,12-4-27 16,6-2-106-16,86-27-309 16</inkml:trace>
  <inkml:trace contextRef="#ctx0" brushRef="#br0" timeOffset="-164336.89">21617 9579 1447 0,'0'-2'189'0,"0"2"-94"0,2 0-95 0,-2-2 0 0,3 2 1 0,-3 0 5 0,-3 0 24 16,6 0-1-16,-3 0-4 15,0-2 53-15,2-4-57 16,3 2 5-16,1-2 64 16,-3 2-26-16,-1 0 32 15,0-2-49-15,0 2-29 16,-2 2 78-16,0-2-66 16,0 2-3-16,0 0 9 0,0-1-21 15,2 2 54 1,-2 1-69-16,0 4 13 15,5 8 19-15,2 22 17 0,10 20 83 16,6 26-19-16,24 75-95 16,20 23 52-16,15 23-70 15,-35-47 8-15,-3 2 43 16,-6-7-32-16,-4 3-19 16,-13 23 0-16,-4 13 16 15,1 14 10-15,5 5-26 16,0-8-17-16,4-9 16 15,2-18 1-15,9-45-5 16,1-9-4-16,-20-65 18 16,-4 3-6-16,32 112-3 15,-3 10 0-15,-19-63 2 16,-5-5-2-16,-3 3-2 16,-12-62 1-16,2 7 2 0,15 117 5 15,-8 10-6 1,-12-73-12-16,4-72 12 0,1-10 0 15,-3-8-3-15,8 22-4 16,-1-14 14-16,-3-9 7 16,0-7-14-16,0-5-68 15,1-3 61-15,3 2-1 16,-6-4 1-16,1 5-8 16,-3-8 30-16,3 6-8 15,-5-1-7-15,3-2-4 0,-1-3 4 16,-2 3 0-1,1-4 0-15,-3 0-6 0,0 0 12 16,0-1-37-16,2 1-131 16,-2-32-332-16</inkml:trace>
  <inkml:trace contextRef="#ctx0" brushRef="#br0" timeOffset="-159053.41">23082 9597 929 0,'0'-4'898'0,"0"4"-769"0,0-2-34 0,0 0-95 0,0 2 7 0,0 0 58 16,4-2 16-16,-2 2 6 0,0-4-66 15,2 2-15-15,2 2 70 16,-2 2-75-16,3 6 9 15,3 8 47-15,0 8-4 16,-4 8 40-16,-1 10-65 16,-3 2-22-16,-4 3 77 15,-5-3-74-15,0-6-9 16,-2-2 45-16,-2-10-10 16,0-4 16-16,2-10-51 15,3-2 0-15,1-4 26 16,3-4-26-16,0 0 0 0,2-2 3 15,-5-2 3 1,5 2 25-16,0-2-31 0,0-2 0 16,-3 0 13-16,1-4-13 15,0 2-16-15,0 0 15 16,-2 0-14-16,1-4-3 16,1 2 6-16,2 0-36 15,0-6 32-15,0-1-8 16,2 1-21-16,-2-4 37 15,3 0 4-15,-3-1-13 16,-3 2 17-16,3-2 0 16,-2 4-1-16,0 5 1 15,2 4-5-15,-2 4-7 16,2 2 24-16,0 0-4 0,-2 0-8 16,2 2-8-16,-3 0 8 15,1 2 0-15,-1 6 0 16,-1 2-2-16,2 1 20 15,2 0 10-15,6 0-28 16,4 2 0-16,5-1 18 16,10 1-18-16,4 1-10 15,6 0-6-15,5-2-217 16,61 10-142-16</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31:32.052"/>
    </inkml:context>
    <inkml:brush xml:id="br0">
      <inkml:brushProperty name="width" value="0.05292" units="cm"/>
      <inkml:brushProperty name="height" value="0.05292" units="cm"/>
      <inkml:brushProperty name="color" value="#FF0000"/>
    </inkml:brush>
  </inkml:definitions>
  <inkml:trace contextRef="#ctx0" brushRef="#br0">9365 10720 668 0,'-2'0'339'0,"2"2"-219"16,0 0-106-16,-2-2 53 0,2 0-52 0,0 2 14 0,-3-2 11 0,3 0 32 0,0 0-6 15,0 2 36-15,0-2-46 16,0-2 53-16,0 2-40 16,-2 2-10-16,2-2-11 15,0 2-36-15,0-2 45 16,0 0-8-16,2 0-1 15,7-2 47-15,11-4-14 0,23-10 15 16,22-12-24-16,21-14-71 16,19-12 40-16,82-43-41 15,17-21-28 1,-13 4-68-16,-133 79-249 0,80-66-852 16</inkml:trace>
  <inkml:trace contextRef="#ctx0" brushRef="#br0" timeOffset="2377.87">10711 11753 668 0,'-4'0'688'0,"4"0"-529"0,-3 1-51 0,3-1-19 0,0 0-16 0,0 0 35 0,0 0-66 0,0 0-9 16,0 0 32 0,0-1 29-16,3-1-19 0,3-1-25 15,3-10-8 1,13-5 31-16,19-21-47 0,14-11 11 15,17-14 37 1,14-10-32-16,17-4-2 0,4-5-40 16,73-37 0-16,3 8-15 15,-125 82 15-15,-2 6-121 16,40-16-182-16,33 4-613 16</inkml:trace>
  <inkml:trace contextRef="#ctx0" brushRef="#br0" timeOffset="5346.67">8257 13758 1589 0,'-1'2'241'0,"-4"4"-214"0,5-6 56 0,0 0-62 0,0 0 13 0,5-6 47 0,-5 4-34 0,1 0 37 15,3 0-52-15,-2-2-31 16,4-4 53-16,5-7-54 16,9-7 13-16,9-7 14 15,16-15-26-15,17-13 17 16,19-13-18-16,14-12 0 15,15-2-10-15,63-44 10 16,-113 91-83-16,58-33-61 16,128-44-147-16</inkml:trace>
  <inkml:trace contextRef="#ctx0" brushRef="#br0" timeOffset="6077.42">7981 15248 1316 0,'0'0'324'0,"5"-3"-231"0,2 2-86 0,8-9 70 0,5-2-19 0,7-10-38 0,9-5 43 0,6-10-35 16,7-10-16-16,9-9-12 15,11-10-12-15,7-12-18 16,138-139-198-16</inkml:trace>
  <inkml:trace contextRef="#ctx0" brushRef="#br0" timeOffset="7661.84">8363 12733 1045 0,'0'0'289'0,"0"0"-203"0,0-2-35 0,2 2-45 16,-2 0 16-16,6-2 14 0,-1-2 36 0,7-2-25 16,3-4 8-16,3-2-35 15,9-8 40-15,6-2-59 16,11-10-1-16,12-10 6 0,17-17-6 16,19-6-79-16,75-62-147 15,89-71-466-15</inkml:trace>
  <inkml:trace contextRef="#ctx0" brushRef="#br0" timeOffset="11010.89">8843 12693 476 0,'-4'-4'1069'0,"2"2"-821"0,-2 0-146 0,2 0 15 0,2 0-23 0,0 2 5 0,0-2-19 15,2-2-49-15,0 2 52 16,2 0-77-16,8-4-6 16,5 0 9-16,12 0-1 15,14-2 6-15,8 0-14 16,9-2 0-16,9-4 7 0,5-6-7 15,3-4-6-15,0-8 6 16,-2 2 0-16,-1-6-12 16,-9 5-80-1,-7 5-47-15,-14 4 52 0,-13 4-102 16,-13 12-41-16,-14 4-94 16,-50 26-34-16</inkml:trace>
  <inkml:trace contextRef="#ctx0" brushRef="#br0" timeOffset="11261.45">9516 12444 835 0,'-12'2'268'0,"-2"-2"1"16,-8 2-136-16,6-2 40 16,5-2-92-16,5 2 7 15,4-2 56-15,2 1-105 0,2-2-7 16,4-1 34 0,1 0-56-16,2-2 7 0,6 2-17 15,8 3 0-15,-2-2 16 16,11 3-16-1,0 3 0-15,0-2 2 0,-1 7-1 16,4-2 12-16,-7 6-13 16,-8 2 0-16,-4 3-9 15,-9-3 9-15,-5 4 0 16,-4 1-19-16,-7 6 14 16,-7 3-121-16,-40 44-156 15</inkml:trace>
  <inkml:trace contextRef="#ctx0" brushRef="#br0" timeOffset="16627.87">6316 12908 976 0,'0'0'210'0,"-3"-4"-48"0,0 1 35 0,-3-1-112 0,4 1 16 0,-3 0 2 0,1 2-53 16,2-2-14-16,0 3 7 15,-1 0-23-15,2 3 46 16,-3-3-51-16,4 0-14 16,0 0 61-16,4-3-41 15,0 2-14-15,9-7 29 16,9-2-36-16,12-8 63 0,8-7-63 15,9-3 0 1,7-4 4-16,13-4-4 0,10-6-11 16,5 2 11-16,3-4-30 15,0 6 12-15,-10 12-12 16,-21 13-57-16,-23 20-3 16,-24 13-6-16,-17 12 96 15,-19 8-1-15,-8 6 10 16,-9 4 48-1,-6-2-33-15,4 1-14 0,-1-6 37 16,10-8-17-16,3-5 3 16,17-12-5-16,10-8-11 15,7-10-19-15,14-8 10 16,11-1-8-16,13-9 22 16,12-5-22-16,10-9-62 15,9-9-29-15,5-1-50 0,-3 4 79 16,-6 2-61-16,-2 6 18 15,-7 4 105-15,-9 4 15 16,-13 14-15-16,-18 12-5 16,-14 16 5-16,-18 10 42 15,-3 4-20-15,-4 2-21 16,5-2 18-16,6-2-19 16,16 12-231-16</inkml:trace>
  <inkml:trace contextRef="#ctx0" brushRef="#br0" timeOffset="19279.62">9483 10479 1606 0,'-6'-2'236'0,"4"2"-92"0,-3-4-120 0,3 8-17 0,0-4 100 0,2 0-37 0,-2 0-11 15,2-6-4-15,0 4-38 16,0 0 50-16,0 0-67 0,4 0-3 16,3-6 3-1,13-10 0-15,13-6-6 0,16-6 4 16,13-6-58-16,14 0-3 16,6-4-139-16,1 4-76 15,87-46-450-15</inkml:trace>
  <inkml:trace contextRef="#ctx0" brushRef="#br0" timeOffset="21028.69">10520 11707 1258 0,'0'-3'191'0,"0"3"-127"16,-3 0 80-16,3 0-82 0,0 0 17 0,0 0-20 0,0 0-7 0,3 0-19 15,-6-1 24-15,3 2-46 16,3-1 70-16,-3 0-42 15,4-1-21-15,9-8 45 0,12-7-27 16,22-14-9 0,26-18-17-16,23-16 10 0,92-53-8 15,34-6-12 1,23-2-101-16,-78 45 5 0,-2 12 12 16,-18 16 33-16,-20 6-21 15,-32 9-235-15</inkml:trace>
  <inkml:trace contextRef="#ctx0" brushRef="#br0" timeOffset="25078.84">12003 10058 1347 0,'0'0'309'0,"0"-2"-214"0,-2 2-94 0,2 0 55 0,0 0-55 0,2-2 14 0,0 2 6 16,3 2-10-16,4-4 37 16,9 0-26-16,4-6 25 15,11 2 37-15,9-2-76 16,8-2-7-16,6 4 22 15,2 2-12-15,-3 2-11 16,7 4-15-16,-6-2 15 16,0 2-9-16,2 0 9 15,-4-2-16-15,-8 2 16 16,-8 2 0-16,-7 2-1 16,-15 0 1-16,-8 4-11 15,-5 6 11-15,-6 8 1 0,1 8 18 16,2 10 28-1,0 10-7-15,5 7 25 0,6 11-37 16,0 0-13 0,2 6 56-16,5 1-71 0,1-9-3 15,4-2-8-15,2-10 22 16,4-4 14-16,4 4-13 16,8 0 3-16,1 2 149 15,0-1-143-15,-3-7-21 16,-13-6 4-16,-2-8 5 15,-8-6-3-15,0-6-6 16,-12-8 0-16,-2-10 14 16,-2-2 4-16,-2-4 36 0,0 0 36 15,-5 0-41-15,1-4 25 16,-13-2-55 0,-14 0 7-16,-21 2-38 0,-23 10 12 15,-81 29-7-15,-63 55 6 16,-46 32-29-16,80-30-3 15,22-3-75-15,27-7-101 16,86-48-53-16,-71 26-683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32:09.404"/>
    </inkml:context>
    <inkml:brush xml:id="br0">
      <inkml:brushProperty name="width" value="0.05292" units="cm"/>
      <inkml:brushProperty name="height" value="0.05292" units="cm"/>
      <inkml:brushProperty name="color" value="#FF0000"/>
    </inkml:brush>
  </inkml:definitions>
  <inkml:trace contextRef="#ctx0" brushRef="#br0">9606 5007 1552 0,'-7'2'216'0,"3"4"-174"0,-10 0-12 0,1 6 47 0,0-4 1 0,3-4 79 0,6 0-65 0,2-4-20 16,4-6-12-16,0 6-51 15,7-2 19-15,11 0-28 16,12-4 0-16,21-6-21 16,18-6-3-16,16-12-216 15,154-69-111-15</inkml:trace>
  <inkml:trace contextRef="#ctx0" brushRef="#br0" timeOffset="3877.14">10016 5610 476 0,'-3'0'761'0,"-1"0"-672"0,0 3-73 0,-1-3 71 0,1 1 18 0,0 2-12 0,-6-3-12 16,6 3-40-16,-1-3 28 16,1 0-9-16,2 3-38 15,2-6 13-15,0 3-26 16,2-3 26-16,0 0-35 15,12-2 0-15,17-12 1 16,24-11-1-16,34-12-37 16,94-50-58-16,54-22-44 15,27-29-318-15</inkml:trace>
  <inkml:trace contextRef="#ctx0" brushRef="#br0" timeOffset="7227.55">16017 6228 1272 0,'-3'0'496'0,"0"2"-436"0,1 0-44 0,2-2 1 0,2 0 37 0,-2 0-23 16,3-2 35-16,4 0-40 0,6-4 20 15,10-6 4-15,12-4-28 16,7-8-12-16,12-6-10 15,10 0-100-15,9-5 8 16,106-51-136-16</inkml:trace>
  <inkml:trace contextRef="#ctx0" brushRef="#br0" timeOffset="8744.02">11829 6994 1256 0,'0'0'279'0,"0"0"-172"0,0-2-19 0,0 2-34 0,0-2 17 0,2 2 17 15,-2-2-20-15,0 2 31 16,3-2-30-16,-3 2-42 16,0 0 12-16,3-2-38 15,1-4 8-15,9-6-18 0,5-4 33 16,15-8-24-16,9-4 0 15,12-5-24-15,13-4 2 16,2 5-70-16,9 0-29 16,1-1-89-16,98-31-497 15</inkml:trace>
  <inkml:trace contextRef="#ctx0" brushRef="#br0" timeOffset="11161.8">13285 7565 772 0,'0'0'337'0,"0"0"-218"0,0-1-29 0,0 1 10 0,0 0 19 15,2-3-50-15,-2 3-26 0,0-1 8 16,0 1-33-16,0 0-16 16,2 0 35-16,-2 0-25 15,0 0-3-15,4-3 21 16,-1 2-18-16,1-2 39 15,0 0-51-15,4-5 1 16,0-1 5-16,3-3 2 16,7 2-8-16,0-4-6 15,4 2-21-15,3-3 21 16,4 0-18-16,6-5-57 16,1 2-24-16,53-20-241 15</inkml:trace>
  <inkml:trace contextRef="#ctx0" brushRef="#br0" timeOffset="13863.57">11245 8979 1249 0,'-3'0'281'0,"3"-2"-205"0,-3-2-65 0,1 2 4 0,0 0-6 0,-3 0-9 0,1-2-20 16,-3 2-80-16,-1-2 56 16,0 0 29-16,2-2 14 15,-1 2-67-15,0 0 43 16,0 0-2-16,-3-4-21 16,5 2-89-16,-1-2 58 15,3-2-5-15,3 4 63 16,0 0 21-16,0 2-8 0,0 4 8 15,0-2-12-15,0 2 12 16,0 0 6-16,3 0 42 16,-1 0 21-16,0 0 26 15,-2 0 41-15,2 0-34 16,1-2 47-16,1-2-53 16,7 0-32-16,3-2 8 15,3-2-42-15,12-8-28 16,6-2 43-16,13-6-45 15,5-8-21-15,10-6-1 16,1 0-74-16,5-7-135 16,96-49-303-16</inkml:trace>
  <inkml:trace contextRef="#ctx0" brushRef="#br0" timeOffset="16413.25">13182 9603 989 0,'0'0'464'0,"0"0"-382"0,0 0-58 0,0 0-18 0,0 0 8 0,0 0 46 0,0 0-24 16,2-2 0-16,-2 2 30 16,0 0-23-16,-2 2-5 15,2-2 5-15,0 0-11 16,0 0 37-16,11 2-53 15,-8-2-8-15,3 0 37 16,3-4-27-16,2 0-6 16,7-8-2-16,4 0 1 15,5-10 13-15,4-3-24 16,5-2-54-16,-1-4-9 16,4 3-74-16,52-45-130 0</inkml:trace>
  <inkml:trace contextRef="#ctx0" brushRef="#br0" timeOffset="22478.41">3285 9843 952 0,'-2'0'267'0,"0"0"-197"0,-1 0-34 0,-1 0 26 0,2 0 43 0,-3 0-56 0,3 0-7 16,-3 0-33-16,-1 0 75 15,1-1-45-15,3 2 8 16,-2-1 1-16,-1 0-23 16,0 0 7-16,-1 0-19 15,-1 0-1-15,-3-1 17 16,0-1-17-16,1-2 4 15,1 0 29-15,-4 0-9 16,1 0-9-16,0 1-25 16,-3 0 14-16,-3 3 37 15,1 0-52-15,-4 0 12 16,2 1 22-16,-2 4-17 0,1-1-9 16,-4 5-9-1,-2 0 0-15,-4 5-6 0,3-2 6 16,-6 3-6-16,-1 4 6 15,2-6 0-15,2 4 0 16,2-5-6-16,-2 2 6 16,2 2 6-16,-4 0-6 15,0 4-16-15,0 2 7 16,1 0 18-16,-1-2-9 16,3 0 0-16,4-4 0 0,1-2 0 15,8-4 0 1,3-2-3-16,1-5 3 0,3-2 0 15,0 3 0 1,0 0-3-16,1 0 3 16,-6 2-2-16,6 1 2 0,-4 0-6 15,-2 5 6-15,1-3 0 16,-1 5 5-16,2-5-5 16,-2 0 0-16,6-1 4 15,3-4-4-15,-1-2-1 16,0 2-1-16,1 0 4 15,0 4-4-15,-1-2 1 16,-2 4 1-16,-2 3-5 16,1 6 5-16,-1-1-6 15,-3 4 6-15,-1 0 11 0,4-2 13 16,0-2-24 0,0-4 7-16,-1 2 14 0,2 0-21 15,0 2 0-15,-1-2 10 16,5 4-9-16,-2 0 23 15,2 0-24-15,8 2 0 16,-1-5 4-16,2 5-4 16,1 0-5-16,3 2 4 15,-1 2 2-15,4 4 7 16,-1-2-8-16,1 2 0 16,-1 0 13-16,2 6-13 15,-2-2 0-15,-2 2-1 16,0 0 12-16,2 1-5 15,-4-1-6-15,-1 0 0 16,1-2-6-16,0 4 6 0,-3 0 0 16,5 2-7-16,-5 6 16 15,-1 3-8-15,-3 2-1 16,-3-1 0-16,-1-1 15 16,0-7-15-16,-1-12-6 15,5-6 5-15,0-2 2 16,0 0 12-16,0 0-13 15,0 4 0-15,3 4-3 16,-3 9 3-16,0 8-10 16,0 20 10-16,2 7 0 15,-2 6 14-15,4-4-14 16,-2-13 0-16,3-15-1 16,-3-12 1-16,0-12-1 0,-2-10 0 15,3-4 2-15,-2-2 9 16,2 2-10-16,2 2 0 15,1 6 11-15,1 4-11 16,9 4-8-16,-3 8 2 16,0 6 12-16,3-2-6 15,-6-3 0-15,0-8 0 16,-6-4 3-16,-1-7-3 16,-1 2 0-16,2-4-6 15,-2 2 12-15,2 2-4 16,4-4-2-16,1 6 0 15,1 0 6-15,6 6-6 16,-1-2-14-16,2 0 13 0,-2-2 2 16,-4-6-1-16,-2-4 0 15,-2-4 0-15,1 0 10 16,0-2-10-16,-4 1-4 16,0 1-4-16,1-3 16 15,-1 1-5-15,0-2-3 16,6 4 0-16,-6-6-8 15,0 1 8-15,-1-2-3 16,1-1-3-16,-2 0 12 16,0 0-3-16,0 3-3 15,2-3 0-15,0 1 5 16,0 2-5-16,0 1 0 16,5-2-8-16,-1 3 17 15,2-2-12-15,-3-3 3 0,1 1 0 16,6-1 5-1,-3 0-5-15,0 0-4 0,5 0 2 16,-1-1 4-16,1 1 4 16,5 0-6-16,-4 1 0 15,1-1 3-15,-1 0-3 16,2-4-11-16,-4 0 10 16,-1 1 2-16,-1-1 21 15,-5 0-22-15,2 0 0 16,-2-1 2-16,-1 1-2 15,2 3-3-15,0-2-6 16,0 2 18-16,-1 1-17 16,2-3 8-16,-1 3-4 0,-1 3 3 15,-3-3 1 1,-2 1 0-16,-1-1-7 0,0 0 14 16,0 0-5-16,0 0-2 15,0 0 0-15,1 0 2 16,1 0-2-16,-2 0-2 15,4 3-4-15,0-2 12 16,0 3-3-16,-1-2-3 16,1 1 0-16,-2-3 0 15,1 1 0-15,7-1-7 16,-4 0 6-16,3 0 2 16,1 0 5-16,1 0-6 0,-2 3-1 15,2-3 0-15,-6 0 1 16,5 0 0-16,-8 0-6 15,-2 0 12-15,0 0 12 16,0 0-18-16,1-3-3 16,1 3 3-16,0 0 0 15,0 0 0-15,2 0-1 16,-4 0 7-16,2-1-3 16,-2 1-3-16,1 0 0 15,-1-3 4-15,0 3-3 16,2-2-1-16,1 2 0 15,0-4 0-15,3 3 14 16,-1-2-14-16,2 2-3 0,-2 1 3 16,-1-3 0-1,1 2 0-15,-1 1-8 0,-1 0 17 16,2-3-6 0,0 1-3-16,-3 0 0 0,2 0 0 15,-1 1 0-15,-1-3 0 16,-2 4-1-16,3-3 2 15,0 2-22-15,-5-2-12 16,4 3-164-16,-22 16-77 16</inkml:trace>
  <inkml:trace contextRef="#ctx0" brushRef="#br0" timeOffset="28412.03">14214 9603 1542 0,'0'-2'509'0,"0"4"-417"0,2-2-92 0,-2 0 0 0,2 0 19 0,-2 0 13 0,2 2 28 16,-2-2-27-16,5 0-24 15,-3-2 61-15,0 0-61 16,2 0 14-16,4-4-17 16,-4 0 4-16,2 0-5 15,-3-6-5-15,-6 2-57 16,-3-6 31-16,-8 8-52 16,-10 4 48-16,-7 6 29 0,-5 14 1 15,-6 8 19-15,-5 6 10 16,11 4-13-1,3 2 49-15,11-10-65 0,10-6-6 16,10-8 5-16,8 0 1 16,6-4-7-16,13 8 7 15,6-2 0-15,5 2 12 16,1 2-11-16,-3-4-1 16,-5 4 0-16,-9-1 8 15,-7-1 14-15,-9 2-5 16,-4 0-2-16,-4 0 79 15,-7-4-52-15,-3 2 12 16,-3-2 6-16,-5-6-45 0,-3-6 75 16,-4-4-90-16,0-4 18 15,4-6-34-15,6 0 16 16,5-2-134-16,9-2-155 16,34-41-303-16</inkml:trace>
  <inkml:trace contextRef="#ctx0" brushRef="#br0" timeOffset="28678.65">14359 9539 1669 0,'-3'-2'678'0,"3"2"-552"0,-2-2-117 0,2 2 15 0,0 0 58 0,0 0-64 0,2 4 17 0,3 6-35 16,1 2 0-16,7 14 43 15,10 8-16-15,0 2-13 16,6 2-14-16,-3-2 13 16,-4-4-43-16,1-6-4 15,-8-4-188-15,14 14-141 16</inkml:trace>
  <inkml:trace contextRef="#ctx0" brushRef="#br0" timeOffset="29361.25">15425 9435 1907 0,'0'0'261'0,"3"0"-232"0,-6-3 7 0,6 3 30 0,-3-1 37 0,0-4-7 0,0 5-52 15,-3 0 56-15,1 5-50 16,0-5-28-16,-4 4 16 0,-8 1-38 16,-4 9 0-1,-6 4-6-15,1 4 21 0,2 3-9 16,2-1-6-16,11-4-22 16,6 2 22-16,6 0 0 15,9 0-6-15,5 0 0 16,7 0 12-16,4-2-18 15,-1-6 12-15,3 2-27 16,0-6 26-16,-6 0 1 16,-5-4 0-16,-9 1-7 15,-7-3 14-15,-4 1 2 16,-1-1-9-16,-6 2 0 16,-4 6 27-16,-9-2-15 0,-5 4-11 15,-6-6-1-15,-3-2 1 16,1-3-14-1,4-3 13-15,4-4-135 0,10-5-119 16,11-5-128-16,33-38-549 16</inkml:trace>
  <inkml:trace contextRef="#ctx0" brushRef="#br0" timeOffset="29695.55">15793 9458 1837 0,'0'0'311'0,"0"-1"-283"0,2 1 19 0,-2-3-19 0,2 3-4 0,-2 0 35 0,3 3-31 0,-1 5 16 0,5 6 61 15,0 6-57-15,-3 10 42 16,-2 0-66-16,-2 2-9 15,-2-2 42-15,0-2-6 16,0-2-8-16,-3-4-8 16,5-4-25-16,0-8 34 15,3-2-44-15,3-6 0 16,14 2 13-16,3-10 1 16,15-4-13-16,8-10-1 15,5-4-36-15,5-4 14 0,-2-6-170 16,3 0-164-1,61-68-304-15</inkml:trace>
  <inkml:trace contextRef="#ctx0" brushRef="#br0" timeOffset="30262.65">17135 9354 1633 0,'0'0'553'0,"-2"4"-468"0,-4-2-85 0,0 5 18 0,-7 2 30 0,-7 7-15 0,0 2 0 0,-2 3 14 16,10-6-28-16,8 0-7 15,8-1-12 1,12 0 0-16,11 0 36 0,8-6-36 16,8 2 0-1,6 2-7-15,0-2-32 0,-5 4 33 16,-6-2 4 0,-9 2 2-16,-13 2 20 0,-10-2-19 15,-8 2 24-15,-12 6 39 16,-15 0-38-16,-10 2 10 15,-10-2-36-15,-7 1 12 16,-2-9 7-16,9-3-19 16,7-7-15-16,8-1-13 15,14-6-112-15,11-3-146 0,43-36-351 16</inkml:trace>
  <inkml:trace contextRef="#ctx0" brushRef="#br0" timeOffset="30663.77">17513 9432 1984 0,'0'0'315'16,"3"0"-289"-16,3 3 37 16,8-3-45-16,3 4 4 15,10-3 37-15,9 5-34 16,4 5 8-16,2-1-18 0,0 6-9 15,-5 4 84 1,-6 3-31-16,-10 2-16 0,-9 3-13 16,-10-4-16-16,-4-4 37 15,-7 2-35-15,0-6-10 16,0-4 68-16,5-4-66 16,2-6-7-16,8-2-1 15,7-2 0-15,8 2 31 16,10-4-31-16,7 2 0 15,2 2 6-15,-2 2-6 16,-9 6 0-16,-7 4-5 16,-11 0 19-16,-11 8-8 15,-18 7-6-15,-22 4-65 16,-22 7-4-16,-19 6-243 0,-14 6-197 16,-209 97-4-16</inkml:trace>
  <inkml:trace contextRef="#ctx0" brushRef="#br0" timeOffset="32129.25">14276 10313 1939 0,'-2'-2'276'0,"2"2"-218"0,0 0-17 0,0 0-11 0,4-4 64 0,5 4-85 0,16 4-1 15,17 0 34-15,23 0-38 16,15-4-4-16,15-2-12 16,13-4-168-16,-4-2-72 15,146-6-485-15</inkml:trace>
  <inkml:trace contextRef="#ctx0" brushRef="#br0" timeOffset="32328.36">15722 10080 2208 0,'0'0'311'15,"2"2"-263"-15,-2-2-33 16,5 2-8-16,4 0-7 16,11 0 0-16,7-2 11 15,14-2 12-15,9-4-23 16,10-8-35-16,11-2-134 15,143-52-463-15</inkml:trace>
  <inkml:trace contextRef="#ctx0" brushRef="#br0" timeOffset="32513.1">17222 9916 1612 0,'4'2'963'16,"14"-1"-963"-16,15-1-123 16,14-1-17-16,11-3-23 15,9-2-128-15,113-8-805 16</inkml:trace>
  <inkml:trace contextRef="#ctx0" brushRef="#br0" timeOffset="32678.69">18627 9781 1636 0,'0'0'594'16,"2"2"-528"-16,5 2 24 15,2-2 67-15,0 2-61 16,7 0-75-16,-1 2-20 16,6-3-2-16,8-3-226 15,35-19-732-15</inkml:trace>
  <inkml:trace contextRef="#ctx0" brushRef="#br0" timeOffset="35097.65">14299 10702 1759 0,'0'4'201'0,"2"0"-201"0,0 4 12 0,4 0-12 0,-1 2 0 0,1 0 3 0,2 0-3 0,-2 6-66 15,-2 0-55-15,-4 28-406 16</inkml:trace>
  <inkml:trace contextRef="#ctx0" brushRef="#br0" timeOffset="35328.55">14407 11520 506 0,'-2'0'1575'15,"0"2"-1395"-15,0 2-161 0,2-2-19 16,0-2 9-16,0 4-16 16,-2 2 7-16,2 2-86 15,0 4 22-15,2 0-98 16,-2 0-105-16,2 16-311 15</inkml:trace>
  <inkml:trace contextRef="#ctx0" brushRef="#br0" timeOffset="35495.33">14421 11729 1526 0,'-2'0'364'0,"2"0"-214"16,-3 0-97-16,3 0-5 15,0 0-27-15,0 0-21 0,3 0-26 16,-1 0-155-16,3-3-4 16,19-6-443-16</inkml:trace>
  <inkml:trace contextRef="#ctx0" brushRef="#br0" timeOffset="35662.54">14536 11793 1881 0,'0'1'592'16,"0"-1"-495"-16,-2 3-29 16,2-3-59-16,-2 1 27 15,2-1-21-15,-2 0 4 16,2 0-38-16,0 3-118 16,4-3-241-16,17-16-308 0</inkml:trace>
  <inkml:trace contextRef="#ctx0" brushRef="#br0" timeOffset="38845.28">13675 9942 1711 0,'-1'0'227'0,"1"0"-221"0,-4 0 40 0,2 0-37 0,2-2 5 0,0-2 56 16,0-2-14-16,-3-2-23 15,1-2 10-15,0-6-32 16,0 0 47-16,-2-3-47 16,1-2 1-16,-2-1 27 15,2 0-23-15,0-5-15 0,1 0-1 16,2-4 14-16,2-3-14 15,1-2 0-15,5 0-9 16,-1-2-3-16,2 4 12 16,7 0-17-16,-3 6 16 15,3 1 1-15,1 4-17 16,3-2 17-16,3 5-4 16,1-2 3-16,7 2 1 15,4-6-4-15,4 6 2 16,3-2 4-16,0 2 2 15,1 4-4-15,3 4-6 16,-1 2 5-16,-1 4 1 16,6 2-1-16,6-2 0 0,-1-2 2 15,3 4 3 1,5-2-4-16,-6 0-4 16,-1 0 4-16,-2 2 0 0,-5 0 0 15,-3 0-1-15,-2-2 7 16,-1-2-5-16,-1 2-1 15,-3-2 0-15,3-3-1 16,0 1 2-16,0-1-2 16,5-1 1-16,-5-2 0 15,3 3 6-15,-7 0-6 16,-3 2-10-16,-1 1 10 16,-7-2 6-16,-1 5-5 15,-3-4-1-15,-1 0 6 16,-6 0-1-16,4-5-5 15,-3 4 0-15,-1-6 19 0,-3-2 6 16,1 2-8 0,-5-2-17-16,2 0 12 0,-3 0 18 15,-2 2-30-15,-2-2 0 16,0 0 0-16,-2 4 1 16,0 0 26-16,-2-4-27 15,0 4 11-15,0-7 35 16,-2 3-40-16,0 7-6 15,2-7 29-15,-2 3-29 16,0 1 11-16,0 0-11 16,2 6 0-16,0-2-9 15,0 2 9-15,2 0-9 0,-2-4 9 16,2 4 0 0,-2 2 6-16,2 0-6 0,-2 4 0 15,0 2 0 1,2 0 0-16,-2 0-16 0,0 0 7 15,0 2 1-15,0-2 8 16,2 2-29-16,-2 6 28 16,3 2-13-16,1 4 14 15,6 6-13-15,-4-2 13 16,3 4 1-16,0 4 11 16,4 1-12-16,-2 3 0 15,3-2 3-15,-1-2-3 16,3-2-5-16,-5-2 5 15,2 0 0-15,5-4 1 16,-5-4-1-16,7 2 0 0,-4-6 12 16,-1 0-12-16,4-4-7 15,-4 0 1-15,-1 2 12 16,1-4-3-16,-2 2-3 16,1-4 0-16,1-2 6 15,-1 0-6-15,6-2-2 16,0-2 1-16,6-6 2 15,1 2 10-15,7-2-11 16,-1-4 0-16,2 6 0 16,0-4 0-16,-4 4-21 15,9-2 21-15,-3 2 0 16,1 0-7-16,1-4 7 16,3 4 0-16,-5-4-8 0,3 2 8 15,1 2-30 1,-3-4 15-16,3 4 15 0,-1-2 2 15,5 2-2-15,0 0 0 16,-3-2 3-16,0 0-3 16,0-1-10-16,4 4 10 15,0-4 0-15,3 0 14 16,3 0-14-16,1-3 0 16,2 3 0-16,-1-2 0 15,-2 5-14-15,-2 4 13 16,2 3 2-16,-6-4 7 15,4 5-8-15,-1 0 0 16,-1-2 0-16,8 4 0 0,-4-2-9 16,-2 5 9-16,2-1 0 15,0 0 7-15,0 3-7 16,0 8 0-16,2-4-1 16,-1 3 1-16,5 3 0 15,0-1 0-15,2 2 9 16,-2 0 9-16,-2-4-18 15,0 4 0-15,-6 0 20 16,-3 0-20-16,-2 4 0 16,-2 2 28-16,-6 4 2 15,3 2 17-15,-7 0-47 16,-2 2 6-16,1-2 24 0,-1 2-30 16,-4 0 0-1,2-1 15-15,0-1-3 0,-2 0 30 16,-3 0-42-16,-3-2 14 15,-4-2 35-15,-1-4-48 16,-3 0 8-16,-2-2 10 16,1-2-19-16,-4 0 32 15,-1 0-32-15,2 0 0 16,-2-1 27-16,-3 1-27 16,0-3 0-16,3-1 3 15,-3 3 3-15,4 2 21 16,-2-1-6-16,-2-3-5 15,1 1 20-15,-3-10-36 16,0 0 0-16,0-2-9 0,-2 0 18 16,2-2-1-16,0-2-8 15,-2 2 0-15,4-2 1 16,-4 2-1-16,0 0-3 16,0-2-3-16,-4 0 12 15,4-2 3-15,-2 2-9 16,2 0-48-16,-2 0 32 15,0 0-140-15,-2 0-99 16,-36-16-260-16</inkml:trace>
  <inkml:trace contextRef="#ctx0" brushRef="#br0" timeOffset="45495.58">19915 8336 1017 0,'-6'2'633'0,"1"0"-528"0,-3 1-105 0,-2 4 36 0,2-1-9 0,-2 3-8 0,-1 2 80 0,-6 11-31 16,-3 10 25-16,-9 10-11 15,-11 20-74-15,-8 8 80 16,-10 7-88-16,-6 5 9 16,-1-6-3-16,-6-4-6 15,0-4-1-15,2-8-23 16,4-7-17-16,7-12 23 15,7-10-1-15,13-11-70 0,9-8 49 16,16-10-49-16,4-8-125 16,7-6-310-16,9-30 4 15</inkml:trace>
  <inkml:trace contextRef="#ctx0" brushRef="#br0" timeOffset="45863.28">19163 8917 1596 0,'0'0'226'0,"0"0"-127"0,0 0-46 16,0 0 7-16,-4 6 9 15,3 10-32-15,-6 10 49 16,-2 10-73-16,-7 1-2 15,3-1 31-15,-1-9-26 16,3-6 13-16,5-10-13 16,6 0-5-16,-2-5 28 15,6 0-39-15,5-4 0 16,3 2 0-16,7-6 0 16,8-2 6-16,6-4-12 15,5-7 19-15,3 0-40 16,3-2 27-16,-1-1-84 15,1-1 23-15,-7-2-59 16,-1 6-6-16,-5-3-41 16,-6 1-34-16,20-17-171 15</inkml:trace>
  <inkml:trace contextRef="#ctx0" brushRef="#br0" timeOffset="48696.03">20619 8077 1687 0,'0'0'500'0,"0"0"-401"0,0-2-75 0,0 2-12 0,3 0 38 0,-3 0 95 0,2 2-100 16,4 8-22-16,4 8 22 16,3 12-20-16,7 12 17 15,-5 8-42-15,4 1 8 16,-7-5 14-16,-2-6-22 16,-1-10-1-16,-3-8 1 15,-6-4 7-15,0-6 5 16,-4-8-12-16,4 0 0 15,-2-10 32-15,-3-8-32 16,-4-14-56-16,2-14 50 16,-1-11 6-16,3-2 11 15,-1 2-11-15,1 1-2 0,5 8-14 16,2 6 16-16,7 12-20 16,2 4 19-16,-2 8 0 15,3 8-8-15,0 6-6 16,1 6 5-16,8 4-5 15,1 8 15-15,3 4-2 16,-2 0 2-16,0 2 0 16,-4-2 7-16,-6-8-7 15,0 0 0-15,-6-6-1 16,-5-4 1-16,0-4 0 16,-2 0 14-16,0-2 2 0,0 0 19 15,2-8-35-15,1-8 9 16,3-6-8-16,8-6-1 15,-5 0-22 1,1 6 21-16,2 2-8 0,-1 9 3 16,-5 9-17-16,2 7 19 15,0 5-16-15,3 10 20 16,10 6-1-16,-1 10 0 16,-1 0 2-16,2 0-2 15,-2 0-15-15,0-8-169 16,-7-2 11-16,5-6-142 15,5-1-488-15</inkml:trace>
  <inkml:trace contextRef="#ctx0" brushRef="#br0" timeOffset="49328.87">21270 8125 1654 0,'2'4'351'0,"2"0"-255"0,3 2-74 0,5 2 46 0,-2-4-10 0,1-2 26 0,3-2 59 0,-1-2-76 0,3-2 2 16,-3-4-1-16,5-2-32 16,-5-2 21-16,-1 2-51 15,-1-4 7-15,-9 4 43 0,-2 0-55 16,-2 0 6-1,-7 2 17-15,3 4-12 0,-4 2 3 16,1 4-15-16,-1 4-7 16,-9 4-16-16,7 10 23 15,-2 6-25-15,3 2 25 16,6 4 0-16,5-6-1 16,9-5 1-16,6-6-6 15,1-3-5-15,9-8 11 16,-3-4-6-16,9-6-1 15,-2-8-10-15,2-2 2 16,0-8-58-16,0-6-13 16,0 0 77-16,-4-4-49 0,-4-6-8 15,-7 0 37 1,-5-2 13-16,-9 6 1 0,-6-3 15 16,-3 9 0-16,-5 5 22 15,2 2-13-15,1 5 6 16,-1 8 27-16,6 4-19 15,0 2 28-15,4 2-51 16,0 2-6-16,0 8-20 16,2 8 26-16,2 14 0 15,1 11 22-15,6 4-21 16,2 0 13-16,3-5-14 16,6-4 0-16,0-6-36 15,3-6 30-15,-10-8-116 0,1-4-89 16,-7-4-104-16,-13-10-384 15</inkml:trace>
  <inkml:trace contextRef="#ctx0" brushRef="#br0" timeOffset="49516.4">21613 7925 1972 0,'6'-7'284'0,"10"2"-215"0,4-8-57 0,14-1 45 0,2 0-50 0,1 2 11 0,5 1-36 0,3 0-3 16,5 0-129-16,-4 0-67 15,-2 5-88-15,45 0-194 0</inkml:trace>
  <inkml:trace contextRef="#ctx0" brushRef="#br0" timeOffset="49828.82">22085 7846 1428 0,'-4'4'322'15,"-1"0"-193"-15,-3 6-19 16,-3 4 10-16,-3 7-9 16,3 5 31-16,-1 10-67 15,-3 0 17-15,7 2-76 16,0-6 2-16,6-6 23 16,2-4-31-16,2-6-2 15,3-6-5-15,0-2 9 16,3-6 6-16,8-2-18 0,2-6 0 15,9-6 10-15,0-4-10 16,4-4-21-16,0 2 20 16,-4 4-28-16,-8 6 23 15,-1 6-15-15,0 4-30 16,0 6 42-16,0 4-33 16,-3 2-37-16,1 2-47 15,2-2-53-15,0-2 29 16,-1-6-91-16,26 0-776 15</inkml:trace>
  <inkml:trace contextRef="#ctx0" brushRef="#br0" timeOffset="51112.52">21439 8843 1671 0,'-5'0'249'0,"-1"0"-192"0,-7 0-45 0,1 0 128 0,-3 2-31 0,-5 0 26 15,3 2-19-15,-8 8-79 16,0 4 29-16,-2 12-66 16,-2 0 1-16,7 2 15 15,4-6-16-15,10-3-12 16,8-10 12-16,4-3 0 16,7-5-11-16,5-7 11 15,3-9-15-15,6-7-6 16,0-6 2-16,-6-6-40 15,2-4 31-15,-5-2-10 0,-8 0 32 16,1 0 6 0,-7-2 0-16,0 1 27 0,-2 7-4 15,-2 9-8 1,2 5 9-16,-2 9-14 0,2 7 7 16,0 4-17-16,2 12-23 15,6 14 23-15,-2 11 21 16,7 7-21-16,5-2 0 15,7-10 14-15,6-6-1 16,2-10-13-16,-1-6-6 16,5-8-9-16,1-4 15 15,0-8-34-15,0-6 1 0,0-6-39 16,-5 0 52 0,-6 0-41-16,-2-2 14 0,-12 2 46 15,-9 2-5-15,-6 3 6 16,-7 8 30-16,-4 4-29 15,-5 10 64-15,-2 5-47 16,-7 8-8-16,5 2 44 16,0 2-36-16,8-4-4 15,7-6-14-15,3-4 6 16,10-4 3-16,3-6-9 16,5 0 0-16,6-10-3 15,5-2 3-15,1-8-29 16,1-2 20-16,-5-6-43 15,-2 6 50-15,-4 1-28 16,-8 8 26-16,-3 7 2 16,-5 3 2-16,3 6-18 15,-3-2 0-15,4 2 5 0,1 3-8 16,5-2 21-16,-1-3-54 16,3-2 42-16,1-3-6 15,1-9 18-15,-4-5 0 16,3-4 14-16,1-6 5 15,-3-2-19-15,-1 0 0 16,-2-4 20-16,1 0-14 16,-7 0 22-16,0 4 25 15,-4 8-35-15,0 10 66 16,-2 3-84-16,1 9-7 16,3 7 6-16,3 7-11 15,1 8 12-15,5 8-2 16,2 4 14-16,4 0-42 0,6-4-33 15,-6-2-51-15,1-4-12 16,-5-2-108-16,-13 21-245 16</inkml:trace>
  <inkml:trace contextRef="#ctx0" brushRef="#br0" timeOffset="51262.93">21941 8592 1844 0,'2'-2'461'0,"0"0"-322"0,9-4-131 0,11-4-7 0,5-2 45 0,13-2-33 0,14 0-13 0,2-4-10 16,10 0-151-16,3 0-38 15,-2 0-86-15,74-12-204 16</inkml:trace>
  <inkml:trace contextRef="#ctx0" brushRef="#br0" timeOffset="51462.96">22335 8626 1591 0,'-11'12'334'0,"2"3"-194"16,-9 4-104-16,13-2 36 15,10-6-17-15,11-8 1 16,6-3 34-16,14-7-39 16,8-7-30-16,8-5-21 15,6-4 24-15,-4-3-56 0,-4 2 10 16,-12 6-230-16,-5-28-123 15</inkml:trace>
  <inkml:trace contextRef="#ctx0" brushRef="#br0" timeOffset="60246.21">12489 13298 1158 0,'0'0'273'0,"0"0"-174"0,0 0-69 0,0-1 29 0,0 1 20 0,0 0-41 0,0-3 41 0,0 3-34 15,0 0-6-15,0 0 2 16,2 0-34-16,1-1-7 16,5 1 0-16,10-2 8 15,9 0 37-15,11-4-36 16,4-2-8-16,7-1 14 16,5-3-14-16,6 2 0 15,0 0-2-15,7 5 2 16,2 1 3-16,0 4-4 15,3 0-12-15,-1 0 12 16,-2 1 6-16,-1 2-6 16,-4 2 0-16,-5 5 0 0,-1 3 33 15,-4 6-26-15,-3 8-7 16,-2 7 1-16,2 0 20 16,-5 4-9-16,0 2-12 15,-4 8 22-15,1 4-4 16,-4 0-18-16,3-3 0 15,1 1 0-15,4 4 0 16,2-2-28-16,2-4 28 16,0-4 0-16,3-2 3 15,0 0-3-15,-6-3 0 16,-3-3-16-16,-7-6-1 16,-9-8 8-16,-9-6 9 0,-5 0 0 15,-6-2 9 1,-4 4-9-16,2 4 0 15,-3 2 6-15,-2 0 23 0,0 4-8 16,3 0-5-16,-3 2-15 16,4 0 66-16,-1 2-66 15,0-1-1-15,-5 6 13 16,-5 2-7-16,-2 1 57 16,-8 0-18-16,-5-2-43 15,-7 4 49-15,-9 4-51 16,-13 16-15-16,-6 9 6 15,-19 11-20-15,-8 6-47 16,-9-12-136-16,-1-14-14 16,5-20 88-16,-109 7-526 0</inkml:trace>
  <inkml:trace contextRef="#ctx0" brushRef="#br0" timeOffset="66716.23">11457 15262 861 0,'0'-4'171'0,"0"4"-119"0,-2 0-8 0,2 0-34 0,0 0 68 15,-2 0-22-15,4 0-40 16,-4 0 14-16,2 0-12 15,0 0-4-15,0 0 97 16,0 0-45-16,0 0-30 16,-2 0-6-16,2 4 0 15,0-4-2-15,0 0-20 16,0 1 4-16,0-6 45 16,0 5-15-16,0 0-15 0,0 0 10 15,0 0-36-15,0 0 39 16,16 10-16-16,-1-8 0 15,5 0 54-15,11-2-33 16,9-2-34-16,5-6 25 16,4-4-35-16,2-2 28 15,0 0-29-15,-4 0 0 16,-5 1 2-16,-3 0-2 16,-10 4-34-16,-3 1-26 15,-10 8-15-15,-10 12-2 0,-10 15-2 16,-12 9-86-1,-12 14-48-15,-11 4-36 16,-7 2 249-16,-1-2 90 16,-2-4 54-16,4-7-5 15,5-2-23-15,7-4-29 0,15-15 37 16,11-10-115-16,18-12 14 16,14-12 28-16,18-10-36 15,12-15 12-15,7-11-27 16,10-6 0-16,1-14-17 15,3-2 11-15,2 2-106 16,107-89-398-16</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33:30.869"/>
    </inkml:context>
    <inkml:brush xml:id="br0">
      <inkml:brushProperty name="width" value="0.05292" units="cm"/>
      <inkml:brushProperty name="height" value="0.05292" units="cm"/>
      <inkml:brushProperty name="color" value="#FF0000"/>
    </inkml:brush>
  </inkml:definitions>
  <inkml:trace contextRef="#ctx0" brushRef="#br0">9240 9151 563 0,'4'0'303'16,"2"0"-231"-16,5 3-66 0,7 3 27 0,1 2-33 0,6-2-15 0,53 18-120 15</inkml:trace>
  <inkml:trace contextRef="#ctx0" brushRef="#br0" timeOffset="331.94">9844 9551 1675 0,'-4'-2'238'16,"4"2"-179"-16,-4-5-2 16,4 5 40-16,2 0 17 15,-2 0-70-15,0 0-19 16,0 0 25-16,2 0 14 0,-4 0-19 15,2 0 15-15,2 0-45 16,-2 0 29-16,0 0-44 16,9 7-33-16,11-3 25 15,9 4-31-15,15-2-78 16,10 2-93-16,-2-8-75 16,2-4-16-16,76-34-1080 15</inkml:trace>
  <inkml:trace contextRef="#ctx0" brushRef="#br0" timeOffset="741.76">10441 9003 733 0,'10'4'0'0,"21"10"-150"0</inkml:trace>
  <inkml:trace contextRef="#ctx0" brushRef="#br0" timeOffset="998.18">10559 9082 864 0,'5'8'278'0,"-3"-1"11"15,5 7-157 1,-2 1-18-16,-3-8-37 0,2-2-10 16,-4-3 41-1,0-2-33-15,0 0-12 0,0 0 2 16,0 0-38-16,0-2 48 15,0 2-75-15,0 0 6 16,2 2-3-16,-2-2-3 16,5 6-6-16,1-2 5 15,6 0 2-15,1 2 4 16,5-2-5-16,-3 0-30 16,8-3 7-16,-5-2-55 15,6-7-37-15,-4-1 1 16,3 2-17-16,-6-5 11 0,-1 6-213 15,-8-2-134 1</inkml:trace>
  <inkml:trace contextRef="#ctx0" brushRef="#br0" timeOffset="1947.89">9504 9583 1545 0,'-7'2'350'0,"3"0"-262"0,-6 0-8 0,4 0 17 0,4 0-13 0,2-2 12 0,-3 0-67 16,6 0-29-16,-3 4 0 16,2-4 2-1,0 4 4-15,-2 0-6 0,4 2 0 16,-4 4 1-1,-4-2 0-15,0 2 0 0,-1 2-1 16,-1 0 9-16,-4 4-5 16,1 0-4-16,1-6-15 15,6 2 8-15,2-4 7 16,2 0-20-16,2 1 11 16,3-2 9-16,3 0-24 15,9-3 24-15,12-1-29 16,13-9 29-16,19-6 2 15,8-10-2-15,16-6 0 16,9-2 6-16,-2 4 10 16,-3 2-16-16,-6 6-10 15,-10 6 10-15,-15 4 0 0,-10 4-6 16,-17 6 4-16,-16-2 4 16,-10 4 14-16,-5-2-14 15,-6 0 26-15,-3 0 35 16,-6 4-4-16,-3 4-16 15,-9-2-2-15,6 0-41 16,-3 2 45-16,5-6-45 16,2-2-3-16,-1 2 3 15,3-2 0-15,-5 0-45 16,3 2-111-16,-5-2-198 0,-47-14-647 16</inkml:trace>
  <inkml:trace contextRef="#ctx0" brushRef="#br0" timeOffset="3565.43">13561 7172 1449 0,'0'-1'235'0,"0"1"-158"0,0 0 49 0,0-3 27 0,0 3-42 16,0-4-54-16,0 4 42 16,0 0-35-16,2 0-16 15,-2 0 11-15,0 0-23 16,5-1-2-16,3 1-34 0,8-3 8 16,11 3 31-1,11-3-39-15,10 0 0 0,17 2 0 16,13-2 6-1,11 2 6-15,9-2-12 0,12 2 0 16,-1-5-4-16,0-1 4 16,-11 3-14-16,-9 0 8 15,-8 2 12-15,-14-3-10 16,-10 2 4-16,-6 2 0 16,-9-3 4-16,-3 1-4 15,-4 1-18-15,-4-2 18 16,-6 3 1-16,4-6 9 0,-3 5-10 15,-1 0 0 1,4 0-1-16,-2 2 1 16,-5-2-9-16,-7 4 3 0,-1-2-66 15,-7 0-102-15,-9 2-78 16,-9 2-41-16,-66 4-398 16</inkml:trace>
  <inkml:trace contextRef="#ctx0" brushRef="#br0" timeOffset="3981.72">13973 7209 1494 0,'-2'0'213'0,"2"0"-162"0,-7 0-10 0,5-2 76 0,2 2-9 0,-2 0-41 0,2 0-5 15,0 0 79-15,2-3-38 16,-2 3-20-16,4-1-23 16,12 1-24-16,10 0 21 15,26 0-12-15,17-3-23 16,22-2 64-16,74-8-85 16,20-5-1-16,-134 14 12 15,1 1-6-15,44-4-5 16,-12 2-1-16,-13-1-1 15,-17 2-14-15,-12 1 15 16,-15 3-11-16,-12 0 10 16,-5 3 2-16,-8-2 9 0,-4-1-10 15,2 0 0-15,-5 3 15 16,5-3-15-16,-3 1-6 16,3-1 0-16,0 0 1 15,3 0-37-15,2 9-198 16,-5 1-139-16,-10 16-446 15</inkml:trace>
  <inkml:trace contextRef="#ctx0" brushRef="#br0" timeOffset="11418.11">9675 9789 1293 0,'0'0'186'0,"3"3"-124"0,1-2-46 0,2 3 26 15,5-1 26-15,-4-2 11 0,4 4-13 0,-2-4-31 16,3 6-1-16,-3-3 52 15,1-1-62-15,4 4 0 16,6 2 28-16,4 0-5 16,12-1-7-16,9 2-11 15,9-2-28-15,9-2 59 16,13-1-60-16,12-5 0 16,7-3 3-16,10-5 10 0,2-3-1 15,6-4-12-15,-3-2 0 16,-1 2 3-16,-2-3-3 15,-7 1-6-15,-7 3-1 16,-3 2 14-16,-12 1-10 16,-7 0 3-16,-11 5 0 15,-6 2-4-15,-8 0 4 16,-8 2-6-16,3 2 6 16,-6-4 0-16,-2 2 6 15,-1 2-6-15,-6 0 0 16,-3-2 3-16,-6 4-3 15,-3 0-13-15,-3 4 12 16,-5-4-12-16,-1 0 11 0,-1-2-44 16,-4 0-76-16,-2 4 8 15,-7 0-96-15,-53 12-1088 16</inkml:trace>
  <inkml:trace contextRef="#ctx0" brushRef="#br0" timeOffset="11953.59">11384 9800 1078 0,'0'0'679'0,"0"0"-550"0,0-3-95 16,0 2 8-16,4 1 39 0,1 0-25 0,4-3 50 0,2 3-80 15,6-1-2-15,4-2 12 16,3 3 7-16,8-2 35 16,7 2-67-16,15-6 7 15,8 3 13-15,12-4-31 16,4-1-3-16,5-2 3 15,1 2 2-15,3-4 8 16,4 0-10-16,1-2 0 0,-5 2 8 16,-13-4-8-16,-13 6-3 15,-16-2 2-15,-14 8 2 16,-15 2 15-16,-7 0-16 16,-9 2 0-16,-5 0 118 15,2 0-67-15,2 0-14 16,1 0 17-16,0 0-34 15,1 0 8-15,-1 0-28 16,0 0 0-16,0 0-7 16,3 0 7-16,-3-2-11 15,0 4 5-15,0-2 6 16,-3 0 0-16,3 0-117 0,0 0-84 16,0 0-45-1,-14 10-269-15</inkml:trace>
  <inkml:trace contextRef="#ctx0" brushRef="#br0" timeOffset="16582.5">14663 10939 1762 0,'0'0'357'0,"0"0"-301"0,3 0-40 0,-3 0 44 0,3 0 38 0,-1 0-31 0,8-3 2 0,9 2-16 16,8-8 47-16,12 4-58 15,15-2-42-15,5-1 51 16,13-4-50-16,-1 3 0 15,2-4-2-15,-1 3 11 16,-11-2-8-16,-6 6-2 16,-17 2-5-16,-7 2-25 15,-13 2 15-15,-13 2-70 16,-8 4 13-16,-15 6 39 0,-8 6 24 16,-16 9-71-1,-16 5-40-15,-7-5 119 0,-5 0-13 16,1-4 14-16,5-5-9 15,-1 1 18-15,3-3 15 16,4 0-9-16,5 2-2 16,21-8 68-16,11-4-39 15,14-4 2-15,14-2-35 16,14-4 4-16,16 0 37 16,17-6-50-16,16-6 6 15,12-4-6-15,5-2 0 16,-2 0-16-16,0 2 14 15,-8 4 4-15,-6 0-2 16,-10-1 0-16,-16 7-2 16,-14 5-11-16,-16 0 13 0,-11 7-66 15,-19 2 45-15,-10 9 21 16,-16 2 9-16,-18 7-9 16,-1-1 0-16,-6-5 14 15,3 0-13-15,1-2-1 16,6-4 0-16,4 0 9 15,17-6 46-15,15 0-16 16,13-4-16-16,9-2 13 16,12 0-36-16,7-2-3 15,18-4-5-15,16 0 13 16,19-5-29-16,9 4-35 16,-1-7-100-16,-4 4-22 0,60-23-288 15</inkml:trace>
  <inkml:trace contextRef="#ctx0" brushRef="#br0" timeOffset="19849.64">9203 12661 1155 0,'2'0'285'0,"-2"-2"-180"0,-2 2-68 0,4 0-35 0,-2-2 103 0,0 2-57 0,0 0-21 16,0 0 43-16,0 0-43 15,0 0 24-15,0 0-6 16,0 0-10 0,0-2 52-16,2 2-57 0,0 0-17 15,2 0 31-15,8 2-38 16,3-2 16-16,6 2 17 15,8 0-39-15,4 0 53 16,5 4-53-16,7 0 1 16,3 2 5-16,6 4-6 15,0-2 0-15,1 2-8 16,-4-6 16-16,-4-2-1 16,-5-4-7-16,-6-2-1 0,-12 0 0 15,-3-2 1 1,-10 2 0-16,-7 2-9 0,-4 2 24 15,-2-2-11-15,-5 2-4 16,-3 2-18-16,-13 2 8 16,-6 6-20-16,-6-2-33 15,-6 2 21-15,-1-4 16 16,-2-2 26-16,1 2 0 16,1-6 0-16,6 2 64 15,3 0-11-15,4 0-40 16,8 0-2-16,6-2 2 15,4 2 20-15,6-1-33 16,7-6-24-16,5 3 24 16,13-4-22-16,16 0 22 0,15-2 0 15,16 0 21 1,8-6-12-16,6 4-9 0,4 0-8 16,-6-4 8-16,0 2 0 15,-6-4 0-15,-11-2 0 16,-10 4 13-16,-19 0-41 15,-14 8-26-15,-17 6-46 16,-16 2 100-16,-3 8 0 16,-17 6 0-16,-11 0 0 15,-3 2 9-15,-2-4 11 16,4-2-20-16,3-8-1 0,10-2-7 16,4-2-4-1,14 0-60-15,3-4-69 16,-1-18-377-16</inkml:trace>
  <inkml:trace contextRef="#ctx0" brushRef="#br0" timeOffset="22683.16">17553 12757 1592 0,'0'0'227'0,"0"0"-130"0,0 0-85 0,0 0 18 0,0 0 29 0,0 0-49 0,0 0 46 0,0 2-55 16,0-2 17-16,0 0 67 15,0-2-34-15,0 2-12 16,2 10 3-16,-2-2-30 16,0 8 93-16,-2 4-75 15,4 6-16-15,-2 6 52 16,0 0 15-16,2 8-35 16,2 3-10-16,-2-5-22 0,4 4 67 15,-1 2-65 1,-3 2-14-16,4 4 44 0,1 4-17 15,0 3-22-15,0 3 7 16,-3 0-5-16,0 8 57 16,-4 2-66-16,0 3 1 15,-4 1 12-15,2 2-7 16,2-6-4-16,-2-2-4 16,-1-9 14-16,3-8 23 15,-2-2-35-15,2-5 0 16,-2-2 22-16,0 2-16 15,0 0 3-15,-1 4-9 16,0 2 23-16,3 0 2 16,0 3-25-16,3-3 0 15,0-2 5-15,-1 0-5 0,2-8 1 16,-2 0-7-16,3-4 21 16,-3 0 9-16,2-5-24 15,1 1 0-15,-4 8 10 16,5-4-8-16,-2 8 5 15,1 0-14-15,-3 2 19 16,0 2 9-16,-2-3-21 16,2-4-12-16,-2-1 12 15,2-1 9-15,0-3-8 16,3 0-2-16,2-8 7 16,0 6 14-16,-3-2-20 15,2-4 0-15,1 6 5 16,0 2 7-16,-2 5-6 15,1 0-6-15,-4-1 18 0,3 1 1 16,-3-3-19-16,2-2 0 16,0-6 3-16,2 2-3 15,-4-6 1-15,4-2-10 16,5 8 21-16,-1 7 0 16,3 6-12-16,-3 4 0 15,2-3 15-15,-5 2 3 16,-5-8-12-16,-2 0-6 15,0 0 19-15,-2-8 11 16,0-2-30-16,2 2 0 16,-3-1 3-16,3 1-3 15,0 4 2-15,-2 0-8 16,4-2 18-16,-2 2 4 0,3-4-16 16,-1-2 0-16,-2-6 14 15,0-2-4-15,0-8-9 16,-2 2-1-16,2-6 15 15,0-6-10-15,0-4-5 16,0 0-39-16,0 0 39 16,-3-8-47-16,1 2-22 15,-4-6-15-15,-4-10-138 16,-1-10-266-16,-32-88-652 16</inkml:trace>
  <inkml:trace contextRef="#ctx0" brushRef="#br0" timeOffset="24633.43">17212 16258 1109 0,'0'0'602'0,"2"0"-458"0,-2 0-106 0,0 0-22 0,4 0-15 0,-4-4 90 16,1 4-28-16,4-4-31 15,2 2 37-15,-1-2-8 16,1 0-20-16,-1 0 29 16,-1 2-62-16,-3 0 59 15,3 0-46-15,-1 2-19 16,5-4 56-16,0 4-32 15,0-4-17-15,2 4-9 16,7-4 7-16,-1 4 5 16,6-6-12-16,1 4 0 15,8 0-3-15,3-2 3 16,5 0 0-16,3-2-7 0,3 2 19 16,1-4 0-1,2 2-12-15,2 2 0 0,10-8 7 16,1 6 4-16,5-2-11 15,-1 0 0-15,1 2 19 16,-4 2-2-16,0 4-17 16,-7 0 0-16,-6 0-3 15,2-4 3-15,-4 4 0 16,2-8-8-16,-2 4 16 16,4-2 41-16,-1 2-43 15,-3-4 0-15,0 6 30 16,0-2-31-16,0 0-4 15,-1-2-2-15,1 2 15 16,0 0 12-16,0-4-26 16,-5 4 0-16,-1 0 14 0,-7 2-14 15,1-6-2-15,3 4-5 16,0 2 14-16,1 0 25 16,5 2-32-16,-3-2 0 15,3 2 33-15,-3 0-32 16,0-4 8-16,3 4-9 15,-3 0 9-15,0 0 4 16,-1 0-13-16,1-4 0 16,-2 0 11-16,1 4-11 15,1-4-5-15,-1 4-4 16,0 0 18-16,1 0 5 16,-2 0-14-16,1 0-6 15,-1-2 6-15,-3 2 0 16,3 0-9-16,3 0 9 15,-1 0 0-15,1 0 6 0,-1 0-6 16,0 0 0-16,-3 0 1 16,0 2-1-16,-3-2 0 15,4 0-9-15,1 0 18 16,-2 0-4-16,1 0-5 16,-1-2 0-16,1 2-1 15,-1-3 1-15,0 2-2 16,7 1-7-16,2-4 18 15,0 4 9-15,4-4-18 16,3-2 0-16,-4 2 13 16,3 4-13-16,-4-4 0 0,2 0-9 15,-3-6 23-15,-4 6-7 16,0 0-7-16,-3-1 0 16,2 1 11-16,-1-1-11 15,1-4-9-15,-1 5 0 16,-3 0 18-16,4 3 3 15,1-8-12-15,2 5 0 16,-1 0 39-16,-2-2-39 16,-1 6-4-16,-5-4 3 15,-5 0 2-15,-4 0 2 16,-4 0-3-16,2 2 0 16,4 2 6-16,7-4 6 15,6 0 22-15,8 4 8 16,3-4-31-16,-4 4 40 15,-6 4-51-15,-5-4 0 0,-7-4 3 16,-8 4-3-16,-9-4 0 16,-9 4-11-16,1-2 22 15,3 0 11-15,3 0-22 16,8-2 9-16,2 0 38 16,15 0-14-16,1 2-20 15,2-2-11-15,1 4 26 16,-10 0-49-16,-14 0 21 15,-5 0-109-15,-14 0-40 16,-14 0-327-16,-68-8-513 16</inkml:trace>
  <inkml:trace contextRef="#ctx0" brushRef="#br0" timeOffset="26432.89">17921 12735 1006 0,'-4'0'602'0,"-1"2"-500"0,-3 2-36 0,2 0-45 0,2 2 24 15,2 2 33-15,0 4-22 0,2-2 35 0,0 2-59 16,2 0-19 0,2-2 50-16,4 0-49 0,0-3-1 15,3 0 7-15,1-3-19 16,3 0 30-16,1-5-31 15,-5-4 1-15,5 0 18 16,-1-6-19-16,-4 1 0 16,-2-2-9-16,2 0 21 15,-9-1-38-15,0-2 16 16,-4 3-2-16,-4 2 0 0,-5 4 12 16,-5 6-6-16,1 6 4 15,-8 4 4-15,3 4 7 16,0 2-9-16,7 0 0 15,4-2 37-15,2-4-25 16,4 1-11-16,6-4-1 16,4 0 24-16,-1-3-7 15,3 0-17-15,5-3 1 16,1-2 45-16,1-3-25 16,-3-3-1-16,1 0 14 15,-5-4-28-15,-5 7 66 16,-4 2-49-16,0 2-17 15,-4 0 66-15,-3 0-69 16,-2 0-3-16,-4 0 0 16,0 4-35-16,-6 2 7 0,3 4-130 15,8 5-128-15,-3 22-225 16</inkml:trace>
  <inkml:trace contextRef="#ctx0" brushRef="#br0" timeOffset="27583.09">17997 12878 742 0,'0'0'504'0,"-2"0"-359"0,0 0 13 0,2 0-61 0,-5-2 2 0,2 2-18 0,1 0-37 16,0 0 46-16,0 0-39 16,2 0-11-16,-2 0 89 15,4-3-78-15,-2 3-15 16,0 0 0-16,0 3-36 15,2 4 45-15,0 4-15 16,3 9-9-16,6 7 81 16,0 6-70-16,0 5-13 15,7 0 14-15,3 0-18 16,0 4 29-16,4 0-44 16,4 2 1-16,0-2 23 15,-4 3-24-15,1-5 0 16,-3 0-1-16,-1-6 10 15,-4-2 7-15,0-6-16 0,-3-2 0 16,-2-4 9-16,1-4-9 16,-5-5 0-16,-1 0-7 15,0-3 14-15,-2 0 41 16,1-4-48-16,-3-2 0 16,-2 1 12-16,0-3-11 15,3 1-1-15,0 3 21 16,-1-2-20-16,0 0 46 15,3 0-47-15,-1 2 0 16,-1-1 21-16,-2-3-21 16,1 1-4-16,-2-1-4 15,1 0 16-15,-1 0-5 0,0 0-3 16,-2 0-75 0,0 0-2-16,2 3-133 15,2-2-96-15,30 9-66 0</inkml:trace>
  <inkml:trace contextRef="#ctx0" brushRef="#br0" timeOffset="28200.65">18679 13597 595 0,'0'-4'1003'0,"-2"2"-784"0,-1-3-69 0,3 1-90 0,-2-1 48 0,2 3 42 0,-2 0-47 0,-4 2 7 16,5 0-47-16,-4 2-35 15,-3 0 74-15,-3 7-66 16,-5 5-9-16,3 0 11 16,1 4-38-16,4-3 48 15,3-4-48-15,-1-5 0 16,6 2-5-16,0-8 5 0,0 1-13 16,2-1 7-16,-2-1-41 15,4 1 46-15,-2 0-44 16,1-3 42-16,-3 2 2 15,-3-3 1-15,3 4 0 16,-2 0-9-16,-2 4 15 16,2-3-29-16,-6 3 23 15,0 3 0-15,-3 3 17 16,-5 4-11-16,5 0-3 16,7-5 1-16,2 0 11 15,4-1-9-15,4-4-6 16,3-2 0-16,7-2-10 0,-1-4 10 15,5-2-27 1,-2-8 13-16,-4 0-12 0,-4 0 25 16,-6-2-26-16,-5 6-42 15,-8-3 28-15,-2 8-70 16,-7 2-87-16,-7 10-15 16,-48 39-162-16</inkml:trace>
  <inkml:trace contextRef="#ctx0" brushRef="#br0" timeOffset="29082.91">18690 13766 1746 0,'0'0'462'0,"0"0"-343"0,0 0-38 16,2 0-48-16,-2 0-6 0,2 0 66 0,5 8-84 0,8 8 60 15,6 8-15-15,6 6-29 16,2 4 38-16,2 6-42 16,0 0-12-16,2-1 68 15,3 7-68-15,-1-6-3 16,1 4 7-16,-1 6 2 15,1-6 11-15,-3 4-26 0,-1-2 0 16,0-6 3-16,1-4-3 16,0-4 0-16,7 4 3 15,0 0 58-15,3-1 28 16,-10-7-89-16,-6-12 9 16,-8-10 1-16,-2-2-10 15,-5-4 0-15,2 0-6 16,-3 0 21-16,-4 0 2 15,-1 0-17-15,-1-2 0 16,0 2 30-16,-1-2-30 16,3 0 0-16,-5 0-8 15,2-4 22-15,0 2-34 16,2 0-10-16,0-2-114 16,-2 2 0-16,3-6-332 15,13-10-310-15</inkml:trace>
  <inkml:trace contextRef="#ctx0" brushRef="#br0" timeOffset="29517.24">19724 14554 891 0,'0'-2'793'0,"0"2"-591"0,-2 0-131 0,4-6 43 0,-4 4 40 0,4 2-14 0,-4-2 28 0,2 4-101 0,-2-2-43 0,-1 2-1 15,0 4-22-15,-1 0 27 16,0-2-28-16,1 0 0 15,3-4 0-15,3 0 0 16,-3-2 0-16,2 2 4 16,0-2 6-16,-1-4 19 15,5 2-29-15,-3-8 1 16,-3 6 20-16,-3-2-21 16,-3 4 0-16,-4 2 3 15,-3 4 9-15,-7 4-3 16,3 2-9-16,-4 2 0 0,5 2-19 15,3-4 19-15,0 4-105 16,10-6-158-16,3 4-316 16</inkml:trace>
  <inkml:trace contextRef="#ctx0" brushRef="#br0" timeOffset="30767.14">19788 14674 1508 0,'-2'-2'372'0,"2"2"-213"0,-2 0-22 0,0-4-10 0,2 0-26 0,-2 4 64 0,2-2-81 15,0 2-38-15,2 0 4 16,-2 0-43-16,2 0 40 15,0 0-47-15,3 6 1 16,5 2 52-16,11 6-38 16,3 4 0-16,5 4 10 15,5 2-23-15,3 5 25 16,5 4-27-16,6 6 0 16,10 17 61-16,15 12-49 15,10 0 87-15,2-2-60 16,-12-14-33-16,-17-17 0 0,-17-13-6 15,-7-8 0 1,-10 0-1-16,-4-2 1 0,-5-2 0 16,-6-2-1-16,-3-8 2 15,-4 4 25-15,-2-4-26 16,2 0 0-16,0 0 38 16,0-4-38-16,0 4 0 15,0 0 5-15,0-4 3 16,0 4 2-16,2-4-10 15,-2-2-59-15,0-2 58 16,0 2-125-16,-2 2-147 16,-11-4-550-16</inkml:trace>
  <inkml:trace contextRef="#ctx0" brushRef="#br0" timeOffset="31400.08">20758 15306 1640 0,'-1'-2'376'0,"1"0"-217"0,-2-2-73 0,0 0 43 0,0-2-56 0,-1 2 50 0,1-4-54 16,0 2-69-16,-4 2 42 15,4 0-42-15,-4 0 0 16,2-2 15-16,2 4-4 16,-5 2 59-16,-1 2-68 15,-8 4 14-15,0 8 28 16,-2 2-38-16,1-2-6 16,7 0 0-16,6-6 9 15,4-6-21-15,4 2 12 16,8-4-3-16,3 2-12 0,1-4 15 15,2-2-21-15,-2-2 20 16,-6-2 1-16,-3 2-1 16,-4 2 1-16,-6 4 0 15,1 0 22-15,-5 2-22 16,-1 2 2-16,-8 4 4 16,0 0 0-16,5-4 9 15,4 0-15-15,1 2 0 16,6-6-38-16,0 0 1 15,0 0-103-15,0 4-17 16,-2-2-121-16,-9 14-215 16</inkml:trace>
  <inkml:trace contextRef="#ctx0" brushRef="#br0" timeOffset="33950.39">20896 15169 1279 0,'0'-4'294'0,"0"4"-169"0,0-2-92 0,2 2-5 0,-4-4 38 0,2 4 27 0,0-4-46 16,0 3 64-16,0-2-63 15,-2-1 24-15,2-2 22 16,-3 2-22-16,3 0 24 16,-2 0-42-16,0-2-40 15,-1 2 80-15,-1-4-50 16,-1 4 5-16,1-2 2 0,-5-2-21 16,0 2 30-16,0-2-33 15,-2 2-27-15,0-2 75 16,0 4-66-16,0-2-3 15,-3 2 14-15,1 0-19 16,-2 0 18-16,1 4-19 16,-4 0 0-16,1 0 6 15,-4 0-6-15,6 4-6 16,-5-2-3-16,-1 2 18 16,2 0 3-16,3 0-12 15,1 2 0-15,-1 0 6 16,3 0-6-16,-1 2-5 15,1-6-2-15,4 2 14 16,0 4-4-16,0-2-3 16,0 2 0-16,-5 4 3 0,2 2-3 15,-2 0 0 1,-1 3-7-16,1-3 14 0,3 0 5 16,-2-2-12-16,1 2 0 15,1-6 3-15,3 2-3 16,-4 0-1-16,5 2-7 15,1-2 16-15,0 4 1 16,-2-2-9-16,4 6 0 16,-3-8 16-16,5 4-16 15,2-2-1-15,0 2-14 16,0-2 30-16,0-2-17 16,2-2 2-16,3 2 0 0,-1-2 6 15,-2 0-6-15,2 6-1 16,0-8-8-16,0 6 18 15,2-4-2-15,1 2-7 16,-1 0 0-16,8-2 3 16,-3 5-3-16,1-4 0 15,1-3-1-15,-3 2 7 16,4 0 16-16,1-3-22 16,-1 4 0-16,1 0 11 15,-1-5-11-15,2 1-3 16,-3 4-9-16,3-4 24 15,0-2 3-15,-1 3-15 16,3-2 0-16,-5-3 0 0,3 2 0 16,-1-2-8-1,1-1 7-15,1 0 2 0,-3-4 9 16,1-1-10-16,6-1 0 16,-3-2 3-16,1-5-3 15,-2 4 0-15,-2-5-15 16,3 1 30-16,-5-1-12 15,1 0-3-15,1-2 0 16,-7-2-6-16,2 0 6 16,-1-2-3-16,-1-6-10 15,-3 0 20-15,-1 0-28 16,-1 4 21-16,1 8 0 16,-4 0 2-16,3 4-2 15,-3 2-9-15,2 0 9 16,-4 0 0-16,2 3 8 15,-3 0-8-15,-1-3 0 0,0 2-6 16,-6-4 6-16,2 2-3 16,1 4-6-16,-3-9 18 15,4 4-3-15,0-1-6 16,-5 6 0-16,3-6 1 16,0 3-1-16,1 1-9 15,-6-2 3-15,6 4 12 16,-2 0 2-16,1-2-8 15,-2 6 0-15,-1-4-3 16,-3 3 3-16,8-2-11 16,-5 2 10-16,2 1 2 0,-2 0-1 15,0 1 0-15,-3 3-88 16,-6 9-5-16,0 6-206 16,-7 7-217-16,-50 37-638 15</inkml:trace>
  <inkml:trace contextRef="#ctx0" brushRef="#br0" timeOffset="37918.67">20933 15360 1178 0,'0'0'324'0,"0"0"-189"0,0 0-54 0,0 0-17 0,-2 0-38 0,4 0 76 0,-4 0-59 15,4 0-8-15,-2 0 5 16,0 0-4-16,3 0 36 16,-3-4-24-16,0 4-22 15,-3 0 58-15,6 0-60 16,-6 4-11-16,3-4-13 16,0 0 6-16,9 6 2 15,5 2-8-15,-3-4 0 16,3 4 12-16,3 2-12 15,-3-6-5-15,-1 6-1 16,5-6 12-16,-5 4 0 0,0-6-6 16,3 4 0-16,-1 0 0 15,1-2 0-15,5-4-4 16,-4 4-5-16,5-4 18 16,-1 2-1-16,2-4-8 15,0 0 0-15,2 0 4 16,-8-2-4-16,3 4-9 15,-1 0 8-15,-2 0 2 16,-1 0 9-16,-3 0-10 16,1 0 0-16,-6 4 1 15,3-4-1-15,3 0 0 16,-1-4 8-16,3 0-7 16,4-2 28-16,-2 2-29 0,-1 0 1 15,1 0 46 1,-2 0-47-16,0 2-1 0,-3-2-5 15,-2 2 12-15,5 2-3 16,-5 0-3-16,0 0 0 16,0 0 0-16,3 0 0 15,-4 0 0-15,4-2-6 16,4 2 12-16,-2-4 1 16,-1 4-7-16,5-4 0 15,1 2 0-15,-2 0 0 16,-1 2-8-16,2 0 7 15,-4 2 2-15,-3 0 4 0,3 2-5 16,-3-4 0-16,-2 4 1 16,2-8-1-1,1 4 0-15,1-4-6 0,6 2 14 16,3-2 5-16,5 0-13 16,3 0 0-16,1 0 5 15,-2 4-5-15,0 0-10 16,-2 0 9-16,-5 4 2 15,-1-4 5-15,-7 0-6 16,1 4 0-16,-3-2 3 16,1 0-3-16,-1 0 0 15,-5-2-1-15,1 0 2 16,2 0-1-16,3-2 0 16,1 0 0-16,2 0 3 15,-2-2-3-15,-1 4-7 16,3-4 7-16,-3 4 0 15,-5 0 4-15,1 0-4 0,-5 0 0 16,-2 0 0-16,3 0 0 16,0 4-10-16,0-4 8 15,-1 0 4-15,3 0 17 16,0 0-19-16,-2 0 0 16,1 4-1-16,1-2 1 15,3 0-15-15,-3 0 14 16,-1 0 1-16,4 4-3 15,1-6 3-15,-1 6 0 16,-2 0 4-16,6 0-4 16,-7-2-1-16,4 0 1 15,-4-4 0-15,2 0 9 16,-2 0-9-16,-2 0 0 16,2 2 1-16,0 0-1 0,2-2 0 15,-5 4-7-15,2-4 23 16,0 0-13-16,-4 2-3 15,3-2 0-15,3 0 6 16,-4 4-6-16,0-4-3 16,3 0-3-16,-1 0 12 15,4 4 42-15,0-2-48 16,1 4 9-16,2 0 14 16,-1-2-23-16,-1 0 0 15,1-2-6-15,-5-2 12 16,2 0-2-16,-2 0-4 15,4-2 0-15,0 2 11 0,1 0-11 16,6 0-6 0,0-4-1-16,4 4 14 0,-3-4-14 15,-2-2 7-15,-3 4-21 16,-5 2 1-16,3-4 20 16,-3 2-22-16,0-2 22 15,-2 0 0-15,2 2 17 16,-5-2-17-16,-1 2-2 15,-1 0-11-15,4 2 13 16,-4-4-13-16,2 4 12 0,3-4-15 16,1 4 6-1,0-6 10-15,-1 2 0 0,5 2-11 16,-1 0 11-16,-1 2 0 16,3 0-2-16,-2 0 2 15,-2-4-1-15,2 4 1 16,-1 0 0-16,-3-4-2 15,-1 4 2-15,6-2-12 16,1 0 12-16,-1 0-19 16,-1 2 5-16,2-2 14 15,-3 0 0-15,-1-2-1 16,3 0 1-16,-3 4-2 16,-1 0-4-16,0 0 12 15,-1 0-4-15,-5 0-2 16,2 4 0-16,2-4 1 0,-2 0-1 15,-1 0 0 1,1 0 0-16,2 0 0 0,2 0 2 16,-3 0-2-16,2 0 0 15,-4 0-3-15,8 0 3 16,-7 4-2-16,3-4-4 16,0 0 12-16,4 0-1 15,-2 0-5-15,3 0 0 16,-1-4 0-16,5 4 0 15,-5 0 0-15,3 0-8 16,-1 4 17-16,-3-2-12 16,-1-2 3-16,2 2 0 15,-3 0-18-15,-4 0 18 16,-2 0-4-16,3 2-4 16,-1 0 16-16,2-2-5 15,0 4-3-15,3 0 0 0,-1-2 4 16,5 4-4-16,-3-2-3 15,-2 2-8-15,3-6 22 16,-5 2-7-16,0 0-4 16,-1 4 0-16,-1-8 2 15,1 4-2-15,2 0-9 16,-4 2 9-16,1-2 0 16,-1 0 15-16,-1-4-15 15,1 0 0-15,2 0 16 16,-1 0-16-16,3 2 0 15,0 0-2-15,2 0 10 16,6 6 2-16,2-4-8 16,3 6 7-16,1-2 43 0,0 2-52 15,-2-2 0-15,-1-2-9 16,-7-3 18-16,-2-3 7 16,-1 0-16-16,0-3 0 15,-3 1 15 1,-3 2-15-16,-1 0 0 0,-3 0-6 15,0 0 19-15,0 0-4 16,0 0-9-16,0 0-25 16,-3 0 25-16,1 0-125 15,-17-8-176-15</inkml:trace>
  <inkml:trace contextRef="#ctx0" brushRef="#br0" timeOffset="82501.92">20160 9938 1230 0,'-4'-2'297'0,"2"2"-201"0,-10-2-75 0,6 0-19 0,-3-4 26 0,3 4 37 16,-4 0-34-16,1-1-1 15,3 3 2-15,-3 0-10 16,0 0 7-16,-6 3-10 16,1-1-19-16,-2 4 36 15,-2-2-21-15,3 0-5 16,-3 0 23-16,-1 2-4 15,-2 0 5-15,-4 0 10 16,1 2-37-16,4 2 37 16,2 0-8-16,-3 4-5 15,2 0 10-15,-3 2-26 16,-1 2 15-16,-2 0-30 16,8 2 15-16,-1 0 3 0,5 0-18 15,2 1 0-15,-3 2 10 16,8 1-9-16,-1 2 15 15,3 1-16-15,1-3 1 16,2 2 25-16,-2 2-26 16,0-2 0-16,6 0 3 15,1-2-2-15,1 0 5 16,4 0-4-16,-1 2 7 16,4-2 6-16,-1-4-15 15,2 2 0-15,1 0 3 0,4-1-3 16,4-3 0-1,2 0 0-15,1-4 9 0,-1 1 0 16,3-2-9 0,-5-1 0-16,5-4-1 0,0 0 2 15,-2-6 2-15,1 0-3 16,-2-2 1-16,3-2 0 16,0 0-1-16,0-6 0 15,2 0 0-15,0 0 7 16,-2-5 5-16,2 0-12 15,-3 3 6-15,-4-4-1 16,1 0-5-16,-4-3 0 16,-3 4 0-16,5-4 7 15,-6 2-1-15,3 1-6 16,-5-3 0-16,-1 7 23 0,-6-2-13 16,3 4-4-16,-3-6 17 15,-4 2-4-15,1-8 16 16,-3 2-35-16,0-4 1 15,0 2 13-15,2-2-14 16,-2 4 0-16,0-2 6 16,-2 2-5-16,-1 2 20 15,-3-4-21-15,-1-1 0 16,-6-7 4-16,2 2-4 16,0 0-1-16,-3 1-7 15,5 4 16-15,-1 3-19 16,-2 2 11-16,-3 2 0 0,-1 4 2 15,-6 0-2-15,2 2-5 16,-7 2-2-16,2 0 14 16,0-4 7-16,4 4-14 15,0 2-5-15,3 0 4 16,-1 4 1-16,5 0-9 16,1 2 8-16,-3 0 2 15,7 0-10-15,3 0 9 16,-1 0-16-16,3 2 7 15,2-2-84-15,2 2-135 16,19 12-224-16</inkml:trace>
  <inkml:trace contextRef="#ctx0" brushRef="#br0" timeOffset="83884.86">21463 10036 1533 0,'-8'-2'235'0,"1"0"-170"0,-4 0-55 0,-2 0 49 0,-3-4-5 0,0 4 6 0,-2-2 31 16,1 2-32-16,3 2-16 15,-3-2-7-15,-1 2-34 16,-2 2 46-16,-2 2-36 16,-3 0 3-16,0 4 25 15,-4-2-8-15,2-2-13 0,1 2-5 16,2 2-7-16,1 0 32 15,1 4-18-15,4 0-3 16,-4 6 20-16,4 2-11 16,-2 5-18-16,4-2-9 15,1 5 12-15,-1 3 1 16,3-1-13-16,1 6 0 16,-1 2 4-16,5-2-4 15,1 4 0-15,4-2 0 16,2 2 7-16,1-1-7 15,4-7 0-15,3 1-9 16,3 2 9-16,4-3 0 16,-1 2 1-16,2-2-7 0,6-2 12 15,-1-2-15 1,5 0 9-16,0-10-6 0,0 2 6 16,4-6 0-16,0-6-14 15,3-2 14-15,1-2-6 16,2-8-17-16,-1 2 23 15,0-4-51-15,2 0 18 16,-3-4 8-16,-2 2 0 16,-2-6 24-16,0 2 0 15,-2-6 1-15,-5-6 0 16,0 0 1-16,-7-4 8 16,-3 0 13-16,-5-6-20 0,-3 2 20 15,0 0-7-15,-4-3 38 16,2 3-53-1,-6 2 6-15,2-6 6 0,-9 2-5 16,2-4-1-16,-4 2 3 16,-3 0-8-16,-6 2 51 15,-5-1-46-15,2 6-5 16,-4 0 38-16,0 8-10 16,2 0-8-16,1 5-9 15,6 6-3-15,-2 4-3 16,2 1-6-16,-2 5-38 15,-1 5-89-15,-6 5-155 16,-42 26-233-16</inkml:trace>
  <inkml:trace contextRef="#ctx0" brushRef="#br0" timeOffset="86051.8">19963 10291 1246 0,'-4'-2'250'0,"4"2"-140"0,-2 0-41 0,-2 0 48 0,2 0-44 0,-3 2-25 0,1 1 44 0,-5 4-46 15,4-3 10-15,-1 4-10 16,4-2 14-16,2-2 5 15,2 2-52-15,0 2-12 16,2-2 44-16,4 0-33 16,0 0-12-16,3 2 20 15,-1-4-20-15,0-2 20 16,1-2-20-16,-3-4 0 16,-2 2 21-16,-4 0-21 15,-2 0 8-15,-2-2 1 16,-2 0-8-16,-6-2-1 15,-3 2 0-15,-3 2 0 16,-1 6 21-16,-1 0-21 16,3 2-7-16,7 2-5 0,2 0-82 15,12 6-214 1,44 0-1020-16</inkml:trace>
  <inkml:trace contextRef="#ctx0" brushRef="#br0" timeOffset="87036.27">20936 10431 1566 0,'0'0'329'0,"0"0"-242"0,0 0-60 0,2 0-26 0,0 0 28 0,0 0-29 0,-2 0 9 15,1 0-9-15,2 0 0 16,3-4 0-16,-2 4 6 16,0-2-6-16,1-2 29 15,-1 0-28-15,2-2-1 16,0-2 22-16,-2 2-22 15,-2 2 0-15,0 0 7 16,-2 4-6-16,-2 0 31 16,2 0-14-16,-4 2-5 15,-4 4 47-15,4 6-3 16,0 0-36-16,-1 2-9 0,8-2 0 16,1-2 0-16,2-2-12 15,6-2 1-15,3-4 12 16,-1 2-13-16,1-8 0 15,3 2 0-15,-5-2 8 16,-3-2 3-16,-3 4-11 16,-3-2 0-16,-2 0 36 15,-4 2 3-15,2 0 14 16,-4 2 11-16,-1 0-34 16,-3 0 23-16,-2 0-23 15,1 0-29-15,3 0 28 16,-2 2-17-16,8-2-12 15,0 0-1-15,4-2-25 0,-4 2 25 16,4 2-106 0,-4 0-139-16,2 6-49 0,-2-2-636 15</inkml:trace>
  <inkml:trace contextRef="#ctx0" brushRef="#br0" timeOffset="91069.65">20537 10477 1456 0,'2'-4'265'0,"-2"4"-202"0,0 4-51 0,2-8 60 0,-2 4-9 0,0 0 17 0,0 0-22 0,3-2-26 16,1 2 35-16,1 0-11 15,-1-2-10-15,3 2 16 16,5 0-49-16,2 0-7 0,4 0 2 16,6 2 1-1,-3 0-6-15,3-2-3 16,-6 4-3-16,2-4 2 0,-6 2 1 16,-5-2-7-16,-3 2 5 15,-6-2-13-15,-6 0 8 16,-3 4 2-16,-7 4 5 15,-13 4 17-15,-4 0-16 16,-5 2 0-16,5-2-1 16,-2-2 7-16,9-3 16 15,6-3-8-15,2-3-15 16,9 2 33-16,7-3-20 16,6 0-13-16,1 0-1 15,6-3 1-15,5 3 12 0,6-4-12 16,9 3-14-16,3-2 4 15,-3 1 8-15,-7 2-28 16,1 0 30-16,-8-2 0 16,0 0-3-16,-7 2 3 15,-3-1 0-15,-2 1 6 16,-8 0-2-16,-1 1-4 16,-5 1-12-16,-14 2 12 15,-1 3 30-15,-14-2-30 16,-2 5 0-16,0-3 9 15,2-3 5-15,2-1-14 16,9 1 10-16,6-4-2 16,7 3 35-16,3-3-37 0,11 0 5 15,4 0-13-15,1-3 2 16,8-1-10-16,7 1-1 16,13-1 22-16,5-3-31 15,5 3 16-15,-3 3-23 16,-5-4 19-16,-1 4 7 15,-5 1-5-15,-2-3 4 16,-3 2 4-16,-5 1 11 16,-9-3-13-16,-5 3-9 15,-8 0-2-15,-1 0 5 16,-8 3-19-16,-5-2 17 16,-8 2 16-16,-6 3 14 15,-2-5-22-15,4-1 0 0,0 0 0 16,2-1 0-16,10 1 1 15,3-5-2-15,7 5 9 16,3 0-10-16,4 0 2 16,4 0-21-16,1 0 15 15,2 5-13-15,2-5 17 16,6 0 2-16,10 0-37 16,4-5 36-16,-3 4-14 15,1-3-26-15,-7 1 34 16,-4 2 6-16,-10 1-14 15,-8 0-27-15,-4 1 6 16,-13 3 36-16,-3-1 5 16,-6 4-4-16,-1-3 58 0,2 0-20 15,2-1-18 1,5 1-21-16,3-4-8 16,7 2-55-16,12-2-270 15</inkml:trace>
  <inkml:trace contextRef="#ctx0" brushRef="#br0" timeOffset="91806.28">20575 10211 1305 0,'0'0'566'0,"0"0"-488"0,7 0-78 0,-1 0 33 0,9 0-33 0,8-3 1 16,-1 2 4-16,5-2-5 16,0 2 0-16,-5-3-1 15,-6 1 2-15,-5 1 7 16,-5 1-8-16,-6 1-12 16,-2 0 12-16,-5 1 0 15,-11 4 66-15,-5 4 18 16,-11 5-28-16,-4-1 25 0,2 3-38 15,5-9-2-15,7 4 13 16,4-7-29-16,13-1-8 16,4-3-8-16,8 0-2 15,8 0 23-15,3-3-25 16,11 1 2-16,-1-2-4 16,5-2-2-16,-4 2-1 15,-6 1 0-15,-8 0 8 16,1 1 4-16,-8-3-12 15,-2 4-8-15,-4-2 7 16,-6 3-11-16,-7 0 12 16,-5 3-18-16,-7 3 17 15,0-1-16-15,-4 2-41 16,8 3-127-16,-22 8-350 0</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35:23.509"/>
    </inkml:context>
    <inkml:brush xml:id="br0">
      <inkml:brushProperty name="width" value="0.05292" units="cm"/>
      <inkml:brushProperty name="height" value="0.05292" units="cm"/>
      <inkml:brushProperty name="color" value="#FF0000"/>
    </inkml:brush>
  </inkml:definitions>
  <inkml:trace contextRef="#ctx0" brushRef="#br0">9271 11432 1725 0,'0'0'345'0,"-4"0"-226"0,4 0-101 0,0 2-17 0,0-2 81 0,0 2 8 0,4-2-41 0,-4 0-7 16,0 0-24-16,2 0 24 15,2 0-42-15,2 1 0 16,7 4 6-16,12 3 24 16,6 2 8-16,7-2-10 15,2-2-16-15,2-2 27 16,2-4-39-16,-1 0-6 15,2-6 6-15,-6 0 6 16,-7 2-6-16,-10 0 0 16,-13 4 9-16,-9 0-21 15,-5 2 12-15,-1 2 0 16,-9 4 7-16,-6 6 8 16,-3-2-9-16,0 4 11 15,1-4-16-15,7-4 25 16,8-6-26-16,6 0-12 0,2-2 11 15,6 0-110-15,3-2-131 16,7 0-271-16,57-28-952 16</inkml:trace>
  <inkml:trace contextRef="#ctx0" brushRef="#br0" timeOffset="2615.89">15974 11604 611 0,'0'0'955'0,"0"2"-754"0,0-2-163 0,0 2 77 0,0-2 91 0,-2 0-35 0,2 0 3 16,0 0-63-16,0 0 22 15,0 0-38-15,-3-2-25 16,3 2-7-16,0 0-37 16,3 0-10-16,-1 0 5 15,2-2-21-15,5 0 28 16,9-2-28-16,2-4 0 0,1 2 2 15,5 0-2-15,-2-4-9 16,-3 6 7-16,-4-2-14 16,-1 4 2-16,-7 2 8 15,-3-2-18-15,-4 4 15 16,-2-2-25-16,-6 2-23 16,-5 4 40-16,-9 4-13 15,-9 2 21-15,-3 0-19 16,1-2-83-16,7-4-152 15,-3-6-188-15,-22-14-662 16</inkml:trace>
  <inkml:trace contextRef="#ctx0" brushRef="#br0" timeOffset="4946.76">19612 8029 1806 0,'0'0'271'0,"2"2"-211"0,-2-2-59 0,0 2 18 0,0 0 55 0,0 0 17 0,2 2 4 16,3 8-44-16,2 4-5 15,2 14 10-15,2 6-31 16,-2 8-14-16,-2 8-2 16,-1 5-2-16,1-3-1 15,-5-2-6-15,-2-4-30 16,-2-4-82-16,-1-10-121 16,1-8-7-16,2-6-91 15,21-14-499-15</inkml:trace>
  <inkml:trace contextRef="#ctx0" brushRef="#br0" timeOffset="5297.74">19871 8274 1386 0,'2'-7'597'16,"0"0"-380"-16,1-6-101 16,-1 8 32-16,0 2-19 15,-4 3 3-15,-3 3-100 16,-5 4-19-16,-4 11 10 15,-7 7-5-15,-6 3-18 16,4-2 8-16,-2-4 7 16,7-7 6-16,3-2-21 15,1-1 0-15,3-6 2 16,5-2 8-16,1 0-10 16,-1-4 2-16,6 2 14 0,6-2-7 15,-4-2-9-15,5 4 0 16,6 0 6-16,14 4 6 15,8 0 0-15,8-2-12 16,-1 2-3-16,-1 0-10 16,-4-4-22-16,1 0-89 15,-5 0-40-15,-4-2-134 16,-4-2-74-16,13-16-586 16</inkml:trace>
  <inkml:trace contextRef="#ctx0" brushRef="#br0" timeOffset="5565.73">20158 8340 1834 0,'0'0'448'15,"2"0"-406"-15,-2 2 48 0,0-2 55 0,3-2-29 0,-1 2-35 0,6-2-53 0,6 2-22 0,3-2-6 16,2-2-146-16,-1 1-205 16,15-6-267-16</inkml:trace>
  <inkml:trace contextRef="#ctx0" brushRef="#br0" timeOffset="5747.4">20181 8454 1928 0,'2'0'378'0,"4"2"-297"15,5-4-37-15,3 2 79 16,-1-4-11-16,5 2-32 15,-3 0-68-15,4-2-12 0,0-2-38 16,4-4-271 0,22-26-583-16</inkml:trace>
  <inkml:trace contextRef="#ctx0" brushRef="#br0" timeOffset="7026.79">20684 8039 920 0,'0'0'846'0,"0"0"-666"0,0 0-144 0,0-2 42 0,2 0 88 0,2 0-38 0,4-5-55 0,5-2-53 16,0-1-2-16,7 0 49 16,-3 2-67-16,-1 2 1 15,3 4-1-15,-6 2 0 16,-5 2-6-16,-3 1-4 16,2 6-8-16,-7 4 9 15,0 5 9-15,-7-1-5 16,0 1 5-16,-1 0 11 15,1-8-1-15,1 0-2 16,1-4 1-16,5-2 10 16,0 0-13-16,7 4-6 0,-3 0 1 15,5 4 7 1,4 6-2-16,5 4-6 16,-2 2 0-16,-1 0 18 0,-3 0 24 15,-8-2 7-15,-4 3 37 16,-4-3-35-16,-8-1 1 15,-11 4-19-15,-10-3-33 16,-11-2 37-16,-3-6-37 16,-4-2-37-16,2-8-215 15,-76-6-522-15</inkml:trace>
  <inkml:trace contextRef="#ctx0" brushRef="#br0" timeOffset="10242.76">15263 7644 1146 0,'0'-4'176'0,"-2"4"-86"0,2-2 43 0,-2-3-28 0,0 4-1 15,2-3-7-15,-3 2-37 0,3 0 3 16,0 2-31-16,-2-2 28 15,2 2-9-15,-3-2 3 16,3 2 28-16,-2-5-11 16,0 4-35-16,2-1 7 15,-2-2-23-15,0 2 23 16,-3-2-34-16,1-1 5 16,2 1 7-16,-3 1-20 15,1-1 11-15,-1 0 1 16,-2 0-12-16,1 0 26 15,-3-5-27-15,-1 4 1 0,2-2-1 16,2 0 11 0,-3 0-11-16,-1 3 0 15,2 1 6-15,-3-1 7 0,-1-3-13 16,-3 1 0-16,1 2 8 16,1 0 3-16,-1-1-10 15,6-2 0-15,-1 5-1 16,3-2 24-16,-5 3-24 15,1-2 0-15,1-1 3 16,0 2 0-16,0-3 3 16,-2 1-7-16,3 1 13 15,0 3 9-15,0-2-18 16,-1 2 3-16,-5 2-4 16,1-2-2-16,-1 3-1 0,-1-3 0 15,1 1 2 1,1 2 14-16,-2 2-14 0,3-3-1 15,0 0 24-15,-5 3-12 16,0-1 3-16,-5 1-2 16,1 4-13-16,-8-2 39 15,6 1-21-15,-6 4-9 16,2-3 26-16,4 1-10 16,-2-2-7-16,6 0-5 15,-8 3-12-15,2 0 41 16,-4 3-31-16,2-4-10 15,7 2 23-15,-1-2-23 16,4 0 20-16,2 0-21 16,-1-2 0-16,5 2 15 15,-5 2-15-15,-1 2-3 0,-1 4 3 16,-5 0 0-16,6 4 8 16,-3 0-8-16,2 0 0 15,-2 3 1-15,4-3-1 16,3-3 0-16,0 3 0 15,1-4 1-15,4 1 6 16,1-1-7-16,1 0 0 16,-2 0-3-16,2 4 3 15,2 0 0-15,-3 2 0 16,1 0 0-16,0 0 6 0,2-4-6 16,2 2 0-1,0-4-3-15,-3 0 3 0,10-2-7 16,-3 0 7-16,0 2 0 15,2 0 10-15,-2-1-10 16,2 1 0-16,-2 0 3 16,0-3-3-16,0-1-3 15,2 3 2-15,-4-5 2 16,5 2 11-16,-3 0-12 16,2-4 0-16,3 4-9 15,0 0 9-15,0 2-3 16,-1 2 2-16,3 0 2 15,0 0 12-15,4 2-13 16,-2 0 0-16,1-4 3 16,1 4-3-16,1-2-12 15,1 2 12-15,5 0 11 16,-3 1-2-16,6-2-9 0,-3 3 0 16,0 0 6-16,-2 1-6 15,-2-5-3-15,3 0 3 16,-2-6 0-16,0-2 7 15,-1 0-7-15,3-2 0 16,0 4-5-16,1-2 5 16,-1 2 0-16,4-2 3 15,4 4-2-15,4 0-2 16,-4 2-5-16,4-2 6 16,0-2 1-16,-2-2 0 15,-4-2-1-15,4-2 0 16,-5 2 0-16,5-4 8 15,0 0-8-15,-2-2 0 0,2 0 4 16,0 0-4 0,-3 0-9-16,3 0 8 0,1 0 2 15,1 2 9-15,0-4-10 16,0 2 0-16,2-4-6 16,-6 2 6-16,4-6 0 15,-2 4-7-15,-5-2 17 16,5 0-11-16,0 0 1 15,-2 0 0-15,0-2 20 16,0 0-20-16,-5 0-7 16,2-4 6-16,-4 2 1 15,1-2 14-15,-4-2-14 16,4 2 0-16,-6-4-4 0,1-2 4 16,-1 2-12-16,1-2 11 15,-5-2 0-15,3 2 0 16,-4-8 1-16,2 0 0 15,1-2-9-15,1-2 9 16,-3 3-1-16,0 1 0 16,3 1-1-16,-4 4 2 15,1-1 0-15,-4-2 0 16,2 0-2-16,-5-4 2 16,-1-2-8-16,-1-4 7 15,-2 2 2-15,0 0-2 16,0 3 1-16,0 6 0 0,-2 3 4 15,-1-1-4 1,3 4-1-16,-2-3-7 0,2-1 16 16,0 1-8-16,0 0 0 15,0-2 0-15,-2 0 7 16,-4-4-7-16,-1 0-7 16,4 0-2-16,-3-4 18 15,-1 2-1-15,-1-2-8 16,0 0 0-16,-3 2 0 15,5-2 0-15,-4-1-3 16,4 5-4-16,-7-4 11 16,6 0-10-16,-2 4 6 15,2 2-4-15,1 2-5 16,-3 2 9-16,-5 4-26 0,3 2 25 16,0 2-29-16,-7 2 29 15,0 2-14-15,-7 2-21 16,2 4 0-16,-8 2-99 15,-8 8-110-15,-5 8-219 16,-87 50-273-16</inkml:trace>
  <inkml:trace contextRef="#ctx0" brushRef="#br0" timeOffset="12197.71">15533 12284 817 0,'-8'0'678'0,"4"0"-482"0,-7-2-140 0,1 0-2 0,-7-2 75 0,5 0-38 0,0 2 26 15,-5-2-21-15,0-2-30 16,-5 4-6-16,0 0 18 16,-5 0-6-16,1 0-9 15,-3 0-34-15,0 2 29 16,2 0-35-16,-4 2-14 15,1 2 9-15,4 4-17 16,-6-2 13-16,1 4-14 0,0 2 0 16,2-2 18-1,1 2-18-15,-1-2 0 0,4 2 16 16,1 0-4-16,5 0 11 16,0 2-22-16,5 2-1 15,1 0 24-15,-1 0-24 16,5 2-1-16,-1 4 1 15,-2 5 0-15,-1 0 9 16,0 8-4-16,-1-1-4 16,-3 4 44-16,3-4-43 15,3-2 8-15,-2-2 14 16,10-8-15-16,1 2 20 16,6-2-29-16,2 6 1 15,0 3 32-15,0-1-33 16,1 8 0-16,-1-2 17 0,2 4-7 15,1-2 13 1,-1-4-23-16,4-2 0 0,-1-2 16 16,6-1-16-16,1-2 0 15,0 0 10-15,4-2-9 16,5 1-1-16,-2-1 0 16,4-7 0-16,4 0 6 15,7-6-6-15,7 0 0 16,1-4 6-16,0-4 0 15,-4 0-6-15,-3-4 0 16,-4-4 0-16,1 0 15 16,0-2-15-16,2-5 0 0,2-2 5 15,3-1 16 1,0-2 15-16,1-4-6 0,3 2-20 16,1-3 47-16,0 1-37 15,6 2-13-15,-6-4 17 16,-2-2-22-16,-5-8 24 15,-3 0-26-15,-5-8 0 16,-8 0 8-16,0-6-8 16,-7 2 0-16,2-2-3 15,-6 3 9-15,1 5 1 16,-7 0-7-16,-4 6 0 16,-3-4 2-16,-6 2-2 15,1-4-2-15,0-6 2 16,-2-5 0-16,-2-1 1 0,4-4-1 15,-2 4 0 1,0 6 3-16,-5 8-3 0,3 14-16 16,-8 6 8-16,-4 2-8 15,-6 6 10-15,-10 2-23 16,-9 0-47-16,-3 2 2 16,-5-2-122-16,-12-12-272 15,-146-77-209-15</inkml:trace>
  <inkml:trace contextRef="#ctx0" brushRef="#br0" timeOffset="13647.48">10611 8875 1552 0,'-2'10'188'0,"0"-4"-146"0,-1 6-24 0,6 0 46 0,1-4-40 0,5 4 50 0,9-2-22 0,3 2 13 16,16 2-5-16,7-2 6 15,8-2-6-15,8 0-9 16,2-2-24-16,9-2 27 16,1-4-48-16,8-2 3 15,-6-6 6-15,3-4-15 16,-1-10 0-16,-7-4 3 15,-2-4-1-15,-5-6 13 16,-4 0-15-16,-5-4 1 16,-6-4-1-16,-7 2 0 0,-11-7 0 15,-10-3-3-15,-4-4 17 16,-9-4-1-16,-10-6-13 16,-7-5-19-16,-9 0 19 15,-9 0-1-15,0 3 1 16,-5 4-1-16,1 10 16 15,6 6-27-15,-2 6 12 16,-2 4-1-16,-3 0 1 16,1 1 0-16,-4-1 1 15,-1 2-2-15,-3-2 3 16,-1 4 14-16,0 4-16 16,-5 2 0-16,3 2 5 15,-4 4 49-15,-4 4-47 0,-2 6-7 16,-4 6 14-16,-4 4-5 15,4 0-9-15,-3 4-9 16,3 6 8-16,0 4 1 16,-2 6 0-16,-2 4 0 15,-1 6 1-15,3 0 24 16,0 8-25-16,7-4 6 16,6 5 12-16,9 2-17 15,14 9 10-15,8 11-11 16,13 11 0-16,15 10 14 15,13 5-14-15,8-4-15 16,11-4 13-16,8-11-25 16,4-8-124-16,6-12-65 15,-2-10-42-15,98 15-59 0</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36:05.960"/>
    </inkml:context>
    <inkml:brush xml:id="br0">
      <inkml:brushProperty name="width" value="0.05292" units="cm"/>
      <inkml:brushProperty name="height" value="0.05292" units="cm"/>
      <inkml:brushProperty name="color" value="#FF0000"/>
    </inkml:brush>
  </inkml:definitions>
  <inkml:trace contextRef="#ctx0" brushRef="#br0">1265 5536 1216 0,'0'0'167'0,"-3"-2"-95"0,-2 0 31 0,3 0-53 0,-2-2 37 0,2 2-65 0,-1-2-20 15,1 2 31-15,2 0-14 16,-2 0-10-16,0 4-4 16,2-2 2-16,-2 0 19 0,2 0-26 15,0 0 9-15,0 0 13 16,0 2 8-1,0-4-18-15,0 4 8 0,0-4-19 16,0 2 47-16,0 0-42 16,0 0-6-16,0 2 33 15,0-4-32-15,0 2-1 16,0 0 0-16,0 0 9 16,0 0 3-16,0 0-12 15,0 0 2-15,0 0 5 16,0 0-7-16,0 0 0 15,0 0-8-15,0 0 17 16,0 0-10-16,0 0 1 16,0 0-6-16,0 0 6 15,8 4 0-15,-3 0 0 0,-3-2-1 16,2 0 7-16,4 2 5 16,0-2-11-16,-1 2-5 15,1 0 5-15,0-2 0 16,3 4 0-16,-1-2-1 15,4 1 3-15,-1-4 13 16,2 1-15-16,-1 0 0 16,-1 0 3-16,3 0 2 15,-3 3-4-15,-1-4-2 16,1 2 7-16,-2-3 2 16,3 1-8-16,3-2-6 15,1 1 6-15,7-4 1 0,0-3 0 16,4 1-1-1,4 0 7-15,-4 0-4 0,4-4-3 16,-1 4 0-16,-6 0 0 16,0-4 0-16,1 2 1 15,-4 2-2-15,-1-4 3 16,-5 4-2-16,2 2 0 16,-6-4 0-16,1 2 11 15,3-2-4-15,1-2-7 16,7 0 0-16,0-4 8 15,3 0 14-15,3-2-22 16,-2-2 0-16,2 0 0 16,0-4 12-16,3 0-10 15,-7-5-4-15,4-2 11 16,-5 4 0-16,-3 6-9 0,-1-2-1 16,-1 1-5-16,-4 0 7 15,-3 0-1-15,-1 0 0 16,-2 2 10-16,3-4 4 15,-8 0-14-15,1-2 0 16,-5 2 17-16,0-2-10 16,-2 2 1-16,0 0-8 15,-2 1 6-15,-3 3 18 16,1 3-24-16,-2-6 0 16,-4 2 0-16,1-2 9 15,-1-1 3-15,1 0-12 16,-3-2 1-16,-1 0 8 15,2 2-9-15,-2-2-5 16,-1 2 5-16,-1-2 0 0,-1-4 9 16,-2 0-9-16,2 1 0 15,3 5 1-15,-3 4-1 16,3 4 0-16,-1 3 11 16,-3-1 1-16,3-1 7 15,-1 2-19-15,1-4 0 16,3 4-9-16,-2-8 9 15,-3 3 0-15,5-2-1 16,0 2 1-16,-2 2 6 16,4 2-6-16,3-2 0 15,-4 4 11-15,-3-2-11 16,-1 2-24-16,1-2 24 16,-3 6 1-16,3 0 20 0,-5 0-21 15,-1 2-17-15,0 2 5 16,-3 0 2-1,0 4 7-15,-2 2 3 0,-1 2 0 16,-4-2 1-16,-2 2-1 16,-5 0 0-16,-4 4-7 15,-5 2 7-15,-1 4-13 16,-4 6 12-16,0 0 2 16,-4 6-1-16,0 0 0 15,4 0 0-15,3 4 6 16,0-6-6-16,11 1-4 15,2-3 2-15,5 2 4 16,3-2-11-16,4 2 9 0,2 2 0 16,4 0-3-16,0 2 3 15,8-2-9-15,1 2 8 16,4 2 1-16,1 4 6 16,4-1-6-16,3-2 0 15,2 2 8-15,2 1-8 16,1-4 0-16,2-2-6 15,1 0 15-15,-2-10-9 16,5-2 0-16,-3 0 0 16,1-4 2-16,3 0-2 15,-1 2-1-15,2 2 0 16,-2-6 1-16,0 2 8 16,1 0-8-16,-1 0-3 0,3 5-15 15,4 5-159-15,39 50-120 16</inkml:trace>
  <inkml:trace contextRef="#ctx0" brushRef="#br0" timeOffset="1431.56">4840 8945 93 0,'-5'0'1344'0,"5"0"-1199"0,-2 0-115 0,2 0 27 0,2 0 77 0,-1-2-58 0,-1 2-35 0,4 0-40 15,-1 2 34-15,1 0-26 16,0 4 9-16,3-2 22 15,4 0 5-15,0 2-16 16,2 4-11-16,10-2-17 0,6 0 53 16,11 2-45-1,13-2-7-15,8-4 20 16,5 0-10-16,-1-6 5 0,-1-2-17 16,-6-3 1-16,-2-7 12 15,-2-1-13-15,-8-3 0 16,2-2 3-16,-6-4 8 15,0 0 5-15,0-4-16 16,-4-4 0-16,-7-2 41 16,3-5-14-16,-5-1-2 15,-5-7 11-15,1-2-35 16,-3-5 56-16,-2 2-57 16,-2 0 6-16,0 0 18 0,-7 1-24 15,-6-3 0 1,-3-2 2-16,-4-4-1 15,-3-4 24-15,-1-2-25 16,-2 6 6-16,-2 4 41 0,-4 6-46 16,-4 1 8-16,-4 5 9 15,-5 0 6-15,-6 4 20 16,-5-4-44-16,-7 0 1 16,-6-3 40-16,-5-1-41 15,1 2 0-15,-1 0 0 16,-2 10 10-16,9 4 7 15,0 12-17-15,2 8 0 16,-4 8 4-16,-7 6-4 16,-2 8-16-16,-7 8 14 15,-2 10 2-15,-5 6-3 0,1 5 3 16,4 4 0 0,0 4 3-16,9 3-3 0,0 0 0 15,6 6-4-15,7-4 13 16,5-2-11-16,4 2 2 15,7-1-25-15,11 3 16 16,5 8-78-16,12 4-141 16,14 6-41-16,51 127-188 15</inkml:trace>
  <inkml:trace contextRef="#ctx0" brushRef="#br0" timeOffset="9034.29">1914 5364 1381 0,'-6'0'142'0,"4"0"-73"15,-7-4-67-15,5 2 47 0,1-4 2 0,1 4-16 0,2-2-34 16,2 4-2-16,1-2-6 0,5 2-8 15,10 0-147 1,41-4-538-16</inkml:trace>
  <inkml:trace contextRef="#ctx0" brushRef="#br0" timeOffset="9815.25">5090 8689 1274 0,'-10'-7'824'0,"4"1"-824"0,-5-6-58 0,9 6-55 0,4 2-25 0,5 3-52 0,20 1-97 16</inkml:trace>
  <inkml:trace contextRef="#ctx0" brushRef="#br0" timeOffset="18516.22">10958 6886 1416 0,'-11'4'255'0,"5"4"-233"0,-12 14 2 0,-3 14-13 0,6 6-11 0,-7 8 0 16,1-2-6-16,-2-4 16 0,-6 2-1 16,6-3-9-16,0-5-25 15,8-6 24-15,-9 32-222 16</inkml:trace>
  <inkml:trace contextRef="#ctx0" brushRef="#br0" timeOffset="20598.57">10241 8097 985 0,'7'-6'287'0,"-1"2"-175"0,10 0-23 0,4-2-8 0,2 4-27 0,3-4 42 0,2 4-59 16,0 0-10-16,-1-2 12 15,-2 2-12-15,1 0 21 16,2-4-48-16,0 0 8 16,4 0 50-16,2-2-56 15,3-2-2-15,3 0 23 16,9-4-16-16,-2 0 33 16,1-2-40-16,-3 3 0 15,-1-2 3-15,-3-2-3 16,0 2-1-16,-6-2-7 15,4-1 16-15,-3 4 2 16,-1-2-10-16,1 1 0 0,-6 2-7 16,2-3 7-16,1 2-3 15,-1 0-6-15,-2-4 18 16,2 0-11-16,2 0 2 16,1-4 0-16,-3 0-1 15,2 2 1-15,-2-2-5 16,0 2-2-16,-4 0 14 15,5 0-5-15,-3 2-2 16,-3-2 0-16,6-5-21 16,-1 3 21-16,-4-2-11 15,2 4 4-15,0-2 2 16,-5 2-7-16,0-2 12 0,1 4-1 16,-5-6-5-16,3 0 6 15,-4-6-12-15,-1 6 12 16,2-4 0-16,-2 2 7 15,5-5-7-15,-4-2-24 16,8 0 14-16,2 1-7 16,-4-4-22-16,2 2 30 15,-5 0 2-15,-3 2-5 16,-2 2 12-16,1 0 0 0,-7 4 10 16,-1 2-10-1,1-1 1-15,3 1-1 16,-5-2 12-16,2-3-1 15,5-2-11-15,-2-7 0 0,1 6 0 16,1-4 0-16,-1 6 1 16,1 2-7-16,-1 4 16 15,-2 2-1-15,-1 2-9 16,3 2 0-16,-3 0 2 16,-2 0-2-16,6-2 1 15,-3-2 2-15,-2 0 10 16,1-1 32-16,1 1-45 15,1-2 1-15,-1 2 3 16,5-4-4-16,1 2 0 16,4-2-1-16,-1-2 7 15,2 0-2-15,-1 2-4 16,1-2-7-16,-1 2 7 0,-4 0 0 16,0 2-5-1,3-2 4-15,-2-1 2 0,2 1 9 16,-4 2-10-16,2 0-9 15,-4 2 9-15,1-2 0 16,1 2-1-16,5-4 1 16,-1 2 0-16,4 0 3 15,-1-2-3-15,2 0-9 16,2 0 9-16,-4-2 0 16,-2 3 8-16,0-1-17 15,0 4 22-15,-6 4-14 16,3-2 1-16,-4 2-2 0,2-2 2 15,0 0 1 1,0-2 0-16,1 2-2 0,2-4 2 16,-1 0 8-16,2-5-9 15,-2 2-9-15,0 0 9 16,0 4 1-16,-2 2-1 16,-1 6 0-16,-3 1 1 15,-1 5 5-15,0 0-6 16,-1 0-6-16,1 3 6 15,1-4 0-15,1 0 0 16,1-2-1-16,-1 0 3 16,-3 2 4-16,-3 4-6 15,-5 0-21-15,0 2 13 0,-2 2-40 16,-2-2-103 0,-15-6-415-16</inkml:trace>
  <inkml:trace contextRef="#ctx0" brushRef="#br0" timeOffset="24998.94">10707 5019 707 0,'-3'-4'157'0,"3"2"-100"0,-4-4 60 0,2 2-66 0,0-2 18 0,0 4-36 0,2 0-18 16,-3 2 75-16,3-2-57 16,0 0-9-16,-2 0 38 15,-1-2-40-15,3 0 41 16,0-2 11-16,-2 4-47 16,2 0 51-16,-2 0-33 15,2 2-36-15,-2 0-6 16,2 0 10-16,0 0 23 15,0 0-33-15,-2 0 11 16,2 0 26-16,-3 0-14 0,1-2-13 16,0 2-13-16,0 0 23 15,2 0 5-15,-4 0-28 16,2 0 1-16,-2 0 9 16,3 2-2-16,-4-2-7 15,1 2-1-15,-3 2 15 16,-2 2 12-16,-2 0-27 15,-2 0-5-15,-1 8 5 16,-3 0 1-16,-2 8 0 16,4 2-2-16,-3 0 10 15,7-2-4-15,2 2-5 16,4-4-11-16,3 0 10 16,2 0 1-16,2-6 0 15,6-2-7-15,-2-4 14 16,5-3 4-16,0-4-11 0,7-5 0 15,-2-2 7-15,6-3-7 16,0-8 1-16,1-1-1 16,-6-4 12-16,1 2 0 15,-7 2-12-15,-4 0-5 16,-4 2 5-16,-3 6 1 16,-5-2 0-16,-4 6-1 15,-2 2 10-15,-9 4-17 0,2 0 7 16,-4 2-11-1,-1 4 11-15,1 6 0 0,2 0-1 16,2 2-7 0,7-2 16-16,5 2-13 15,3-4 5-15,6 0-9 16,1-4 0-16,3 0 9 16,1-6 0-16,8 0-6 0,-5-2 20 15,2-4 5-15,3-6-19 16,-5 0 0-1,-2-2 5-15,-2 4-5 0,-5 4 27 16,-4 0-15-16,0 4 0 16,-5 0 20-16,-2 0-32 15,0 2-5-15,-4 0 5 16,1 4 1-16,2 0-1 0,3 4-20 16,-3 2-98-1,10 6-47-15,12 18-537 0</inkml:trace>
  <inkml:trace contextRef="#ctx0" brushRef="#br0" timeOffset="26503.88">13530 8067 1134 0,'0'-2'141'0,"2"2"-131"0,0-2 22 0,3 2-32 0,-3-2 0 0,0 2 34 16,-2-2 25-16,-2-2 74 16,2 0-40-16,-2-4-78 0,-1 2 125 15,1-2-80-15,0 0-21 16,0 0 22-16,0 0-5 15,-5 0-20-15,4 1 16 16,1 6-22-16,0-3 104 16,-2 0-64-16,-1-2-44 15,-1 3 10-15,-3 2 6 16,2-2 6-16,-2 7-21 16,-11 5-3-16,0 3 16 15,-7 8-40-15,3 4-1 16,3 2 1-16,8-6 0 15,4-6-8-15,7-6 2 16,4-6 6-16,-2 2-15 16,5-2 15-16,1 0-40 0,-1-2 34 15,6 0-12-15,0-2-2 16,0-4-2-16,0 0-4 16,1-6 10-16,-4 0 16 15,-3 2 0-15,-3 2 30 16,-7 6 1-16,-3 0-4 15,4 2 22-15,-3 2-48 16,0 0 89-16,2 2-90 16,3 0 0-16,0 2-3 15,2-4 3-15,0 2-19 16,2-2 2-16,5 0 17 0,-3-2-19 16,1 0 19-1,2 0 0-15,-3 0 1 16,0-2 13-16,1 0-2 15,-5 0 1-15,0 0-7 0,0 2 96 16,-3-2-72-16,1 2-12 16,-2 0 33-16,2 0-34 15,0 0-17-15,0 0-3 16,-1 0-62-16,1 0 59 16,2 0-183-16,-5-4-171 15,-26-2-721-15</inkml:trace>
  <inkml:trace contextRef="#ctx0" brushRef="#br0" timeOffset="31217.76">18490 4989 689 0,'6'-10'210'0,"5"0"-210"0,9-10-322 0,51-16-61 0</inkml:trace>
  <inkml:trace contextRef="#ctx0" brushRef="#br0" timeOffset="33082.94">19761 6002 1358 0,'-2'0'267'15,"4"0"-162"-15,-4-5-35 16,2 5 28-16,0 0-62 15,0-2 9-15,0 2-45 16,0 0 0-16,2 0-12 16,1 0 12-16,-3 0-102 15,2 0-38-15,-2 2-118 16,12-2-288-16</inkml:trace>
  <inkml:trace contextRef="#ctx0" brushRef="#br0" timeOffset="33866.99">19880 5849 864 0,'0'0'252'0,"-2"-2"-139"0,2 2-1 0,-3 0-58 0,3 0 0 0,0 0-9 15,0 0-31-15,0 0-14 16,0 2 0-16,0-2 0 16,-2 2-30-16,2 2 22 15,0 4-56-15,5 0-16 16,1 4-77-16,6-6 31 0,3 0 4 16,23-2-417-1</inkml:trace>
  <inkml:trace contextRef="#ctx0" brushRef="#br0" timeOffset="34019.64">19946 5819 819 0,'-2'2'355'15,"-6"2"-355"-15,0 6 0 16,2-2-75-16,1-2-69 15,14 4-115-15</inkml:trace>
  <inkml:trace contextRef="#ctx0" brushRef="#br0" timeOffset="40068.61">20904 4389 85 0,'0'0'793'0,"-2"0"-602"0,0 0-125 0,2 0 90 0,-2 0 27 0,2 0-39 0,0-2-33 15,0 2-71-15,0 0-38 16,0 0 40-16,-2 0-30 16,2-2-2-16,-5 2-10 15,-2-2 20-15,1 0 14 16,-5-2-34-16,4 2 8 16,3 0 31-16,-4 0-20 0,4 0-18 15,-4 0-1-15,1 0 14 16,-5 0 19-16,4 0-33 15,-1 2 0-15,-3 0 3 16,1 0-3-16,3 0 0 16,-3 0-1-16,4 0 8 15,-6 0-8-15,-1 2 1 16,1 0-6-16,-5 0 5 16,5 0 1-16,-3 2 0 15,-2-2-7-15,2 4 17 16,-3-4-4-16,3 0-6 15,1 2 0-15,-1-2 2 16,0 0-2-16,0 0-1 16,-4 2-8-16,1 2 18 0,-6-2-8 15,4 0-1-15,-3 0-9 16,-2 2 9-16,1 1 0 16,0-3 0-16,1 1-9 15,-3 1 18-15,0 2-7 16,1-2-2-16,-3 1-2 15,4 1 2-15,1-2 0 16,-1-1-6-16,6 2 6 16,-4-1 0-16,3-1 15 15,-2 2-15-15,-1 0-10 16,-3 4 10-16,-6-1 0 16,3 4-9-16,-4 0 9 15,-2 4 0-15,1-2 11 16,5 0-11-16,-4 0-14 15,2 2 14-15,-3 2 0 0,3-2-1 16,-3 2 1-16,3 0 0 16,3-2 5-16,-1 2-5 15,-3 2-6-15,-6 2 5 16,-2 2 1-16,-4 3 0 16,-1 0 0-16,3 0 1 15,1-1 11-15,6-8-12 16,3-2-8-16,8 0 7 15,0 0 2-15,-1 0 1 16,-4 2-2-16,0 4 0 16,2 2 4-16,-2 4-4 0,0 2-7 15,0 8 7-15,-6 3 0 16,-3 3 7-16,0-4-7 16,0-4 0-16,4-8 0 15,9-4 0-15,0-4-4 16,4 0-2-16,1 2 12 15,3-2-2-15,-4 5-4 16,2-4 0-16,-4 5 2 16,1 1-2-16,-1 3-9 15,2 1 9-15,-4 8 1 16,-4 3 20-16,4-2-21 16,-2 4 0-16,8-6 3 0,1-4-3 15,9-8-9-15,5-7 8 16,6-6 2-16,-2 2 5 15,2-1-6-15,0 0 0 16,0 4 26-16,1 2-26 16,-1 2 0-16,0 4 17 15,0 4-17-15,2 2 7 16,-4-2-7-16,0 4 0 16,0-6 5-16,0 0-5 15,0 1-8-15,4-6 7 16,-4 1 2-16,0-1-1 15,0 3 0-15,0 0 0 16,0 8-5-16,0 2 5 16,0 2-9-16,-4 4 9 15,4 2 0-15,4 3 8 0,0-1-8 16,2 4 0-16,3-4 1 16,4 2-1-16,5-6-3 15,0-6-3-15,2-6 12 16,0-4-9-16,1-3 3 15,0-3 0-15,4-1 6 16,-3 1-6-16,5 0 1 16,0 1-4-16,-5 1 15 15,5-2 6-15,-7 0-18 16,3-4 0-16,-6 0 9 16,3-2-9-16,-1-4 0 15,2 0 11-15,-1-6-10 16,2 0 44-16,-2-4-43 15,3 4 7-15,-4-4 34 16,6 2-43-16,-2 0 0 0,6 0-6 16,-5 2 18-16,5-2 5 15,3 0-17-15,-6-2 0 16,6-4 30-16,1 0-18 16,0-4-11-16,3-2 13 15,-1 4 8-15,1 0 8 16,-3 0-30-16,3-4 0 15,-2 4 2-15,1-2-2 16,-1 0-2-16,6-4-8 16,-1 2 20-16,2-4-4 15,1 2-6-15,-4 0 0 16,-1 0-4-16,2 0 4 16,-1-2 0-16,-1 2-2 0,3-4 13 15,-6-2-5 1,4-4-6-16,-5-1-8 0,-1 2 8 15,1-3 0-15,-2 1 0 16,2 1-8-16,1 2 17 16,-5-2-4-16,-2 0-5 15,2-2-48-15,2-4 47 16,0-6-16-16,0-4 16 16,0 2 0-16,-2 0-10 15,-6 4-11-15,1 5 22 0,-4 4 0 16,3 1 10-16,-6 0-10 15,3 3-1-15,-1-3 1 16,-2-1-9-16,3-1-5 16,-2-5 14-16,4 1-15 15,-4-2 14-15,4-6 1 16,-2 2-18-16,7-4 17 16,-4 4 2-16,0 2-1 15,2 0 0-15,-4 3-6 16,1 4 6-16,-3 0 0 15,0 5 1-15,-2 0-9 16,-1 0 20-16,-1-2-10 16,1-2-2-16,-1-4-6 0,6 0 6 15,-5 0 0-15,1 4-1 16,-1 0-11 0,-1 2 12-16,6 4 16 0,-7-6-16 15,5 1-10-15,-7-1 10 16,3-2 0-16,2-3 1 15,-3-4-7-15,1-3 16 16,1 4-1-16,-3-4-9 16,1 2-3-16,1 0 3 15,-1-4 0-15,1-1 9 16,3-4-19-16,0 0 20 16,0 1-10-16,-1-2 0 15,-1 4-4-15,5 4 4 16,-8 0 7-16,1 4-7 15,-4-2 0-15,-1-2 21 0,0 0-33 16,-2-2 12 0,2-1 0-16,-3-1 0 0,-2 0 21 15,1-2-21-15,2 0-24 16,-2 4 24-16,1-2-3 16,0 2 3-16,-3 4 0 15,1 2 17-15,-4 4-17 16,0 2 20-16,-2 2-20 15,0-3 0-15,-5 3 10 16,3 0-10-16,2-2-6 16,-3 2 6-16,1 0 0 15,-1-2 1-15,0 0-1 16,-1 0 0-16,0 0-10 0,-5-2 10 16,-1 0-12-16,-5-2 3 15,-4-1 18-15,-3 3-27 16,-5 2 16-16,-3-4-2 15,-1 2-32-15,2 2 36 16,0-2-5-16,2 4-1 16,8 0 12-16,2 6-3 15,3 2-3-15,-1 4 0 16,0 2-15-16,2 4 15 16,-3 2-7-16,3 4-2 15,-1 0 18-15,-3 6-29 16,2-2 20-16,-5 4 0 0,2 4-21 15,-2 0 21 1,4 2-66-16,-4 6 9 0,2 0-90 16,-53 46-364-16</inkml:trace>
  <inkml:trace contextRef="#ctx0" brushRef="#br0" timeOffset="43316.78">22126 6270 943 0,'-2'-2'233'0,"-1"2"-55"0,1-2-58 0,-4-4-45 0,3 2 17 0,-2 0 5 0,1 2-38 15,-5-2 7-15,2 0-65 16,-4 4 59-16,-2-2-60 16,-7-2 0-16,-1 4 11 0,2 4-10 15,-4 0 1 1,-1-2-2-16,0 4 15 0,-3-2 9 15,0 0-24-15,3 2 0 16,-3-2 12-16,0 4-2 16,-2 2-1-16,-2 0-9 15,-3 6 8-15,-1 4 28 16,1 5-36-16,1 1-20 16,0 2 20-16,2 0 0 15,4 2 1-15,-4 4-1 16,2-2 0-16,2 4 2 15,-2 2-2-15,2 2-6 16,2 2 5-16,1-1 2 16,6-1 4-16,2-7-5 15,3 2 0-15,2-7 12 0,-3-2-12 16,4-4-3 0,-1 2 3-16,-3-2 1 0,-3 2 17 15,1 0-18-15,-7 4 0 16,-2 4 13-16,-1-2-13 15,0 0-3-15,-1 1 3 16,2-5 0-16,2 3 7 16,-2-4-7-16,2-1 0 15,-4 0 17-15,2-4-17 16,4 0 0-16,-2 0-8 16,5-2 16-16,-2 4-7 15,0 0-1-15,-5 6 0 16,-1 8 2-16,-6 0-2 0,-5 4-6 15,-1 4 0 1,-3-3 12-16,6-1 3 0,6-6-9 16,0-2 0-16,2-4 1 15,3-2-1-15,-3 0 0 16,3-1-10-16,-5 0 22 16,4 0-8-16,2-3-4 15,0 4 0-15,0 2-1 16,-2 5 1-16,3 2-26 15,-2 1 25-15,6 0 2 16,-3 4 2-16,6-2-3 16,-3-2 0-16,5 5 11 15,-1 3-4-15,1 7 64 16,0 8 49-16,2 3-102 0,2-12 15 16,0-6-33-16,2-10 0 15,3 5 10-15,-1-3-10 16,3 0-4-16,-2-4-4 15,2 0 16-15,2-8 2 16,2 2-10-16,2 8 0 16,3 10 44-16,0 4-44 15,4-6 0-15,0-11-8 16,-2-8 20-16,2-2 0 16,2-2-12-16,5 6 0 15,5 0 35-15,-2 0-21 0,2-5-13 16,-3-6-2-16,0-2 17 15,-4-2 17-15,1 2-33 16,6-4 0-16,-5 0 0 16,3 2 0-16,0-4 0 15,1 0-12-15,-1 2 28 16,5-4-5-16,3 0-11 16,4 2 0-16,12 4 109 15,3-4-65-15,4 2-43 16,0 0-1-16,-6-2 7 15,1-2 10-15,-3 0-17 16,1-2 0-16,0-2 0 16,-3-2 0-16,3 0 0 15,-2-4-12-15,-4-2 26 16,-3-4 7-16,-1-2-21 0,1-2 0 16,1-2 6-16,2 0-6 15,1 2 1-15,2 0-14 16,-3 2 34-16,-4 4 15 15,3 2-36-15,-5-2 1 16,0 2 8-16,-1-4-9 16,-1 1 1-16,0 0-2 15,2 3 2-15,3-2 9 16,0-2-10-16,-2-1-15 16,3 2 15-16,5-1 0 15,-1-2 2-15,1-3-4 16,0 6 10-16,1-4-7 15,-6 4-1-15,-1-2-13 0,-1 1 12 16,-1-4 1-16,-1 0-5 16,6-2 4-16,-2 0 2 15,1-4 9-15,0 2-10 16,-1 2-13-16,2-4 5 16,-3 4 2-16,-5-6-46 15,6-7 40-15,1 6 12 16,1-5 10-16,0 2-10 15,-3 2-12-15,-1 1 12 16,-3-1 2-16,-1 2-1 16,2-6-1-16,1 0 2 15,-1-4 14-15,1 2-16 0,-1 2-3 16,1 2 3 0,-1 2 2-16,-2 0 11 0,3 2-13 15,-5-1 0-15,-2 3 4 16,-1 2-4-16,0 2-4 15,-3-2 3-15,4 2 2 16,2-4 5-16,-5 2-6 16,8-2 0-16,-3 0-1 15,-2 0 1-15,-2 0-5 16,-4 2 5-16,-1-4 1 16,-3 0 3-16,0-1-4 15,-5-3 0-15,0-2-42 16,-1-3 42-16,5-2-43 15,-5-1 23-15,-2 0-19 16,-1-4-27-16,0 2 8 0,-4-6 14 16,0 2 4-16,3-3 40 15,4 4-30 1,-4 2 30-16,4-1-6 0,-5 0 4 16,-6 4-20-16,0-2 2 15,-2 0-10-15,-4 0 14 16,-1-2-17-16,1 4 10 15,-6 0-19-15,3 6 26 16,-2 3-40-16,-2 4 53 16,0 2-25-16,-4 3 28 15,0 4-23-15,-3 0 22 16,-5 2 1-16,4-8 1 16,-8 0-1-16,2-4 0 0,0 0 20 15,0-3-20-15,2 4 0 16,3-1-11-16,0-1 22 15,2 6-16-15,-5-2 5 16,3 3 0-16,-4 3-1 16,-6-2 1-16,3 5-8 15,-6-4 2-15,-4 0 12 16,-1 2 2-16,1-6-8 16,3 0 0-16,2 0 24 15,10 0-24-15,-1 4-1 16,3-2-10-16,-1 2 22 15,4 4 1-15,-4-4-12 16,1 0 0-16,-2 4 3 16,4-2-3-16,-5 1 0 15,2-2-2-15,-6-2 11 0,-4 2-24 16,-5-6 15-16,-6 2-1 16,-1-2 1-16,5 7 8 15,9 2-7-15,6 5-2 16,5-2 13-16,3 3 32 15,3 0-44-15,-3 2 0 16,3-4 15-16,-6 4-15 16,2 2-3-16,3 0-6 15,-5 0 18-15,4 2-1 16,2-2-8-16,8 2 0 0,2 2-5 16,2-2 5-1,2 0-7-15,0 0 5 16,0 0 4-16,0 0 13 0,0 0-15 15,0 0 0-15,0 0-5 16,-3 0 5-16,1 2-1 16,-5 0-7-16,-2 2 16 15,1 0-16-15,-2 0 8 16,3 0-1-16,1-2-5 16,2 2 6-16,-1 0-14 15,1 0 8-15,-2 0-40 16,6-2 32-16,-4 1-8 15,2-3-11-15,0 3 27 16,-2 1 6-16,-5 2-56 16,-5 6-86-16,-39 13-208 0</inkml:trace>
  <inkml:trace contextRef="#ctx0" brushRef="#br0" timeOffset="44317.05">21833 7957 297 0,'-2'0'1500'0,"4"0"-1340"0,-2 0-86 0,0 0-46 0,-2 0 122 0,2 0-13 0,-2 0-109 15,2 0 23-15,0 0-51 16,-2 0-84-16,-7-3-75 16,-33-12-357-16</inkml:trace>
  <inkml:trace contextRef="#ctx0" brushRef="#br0" timeOffset="44817.3">20007 5829 1430 0,'0'0'244'0,"0"0"-145"0,2-2-27 0,0 2 87 0,-2-2-31 0,0 2-53 16,-2-2 34-16,2 2-79 15,0 2-30-15,0-2 0 16,0 2-60-16,0 0-24 16,0 8-132-16,2 6-76 15,2 42-522-15</inkml:trace>
  <inkml:trace contextRef="#ctx0" brushRef="#br0" timeOffset="46492.24">19973 5901 1659 0,'0'-2'198'0,"0"2"-177"0,2 0-11 0,1 0-10 0,-3 0 9 0,4 2-9 15,2 4 0-15,8 3-36 16,-1 0 22-16,5 5-235 16,2 8-871-16</inkml:trace>
  <inkml:trace contextRef="#ctx0" brushRef="#br0" timeOffset="47774.73">21453 7062 766 0,'-2'2'0'0,"-5"0"-490"0</inkml:trace>
  <inkml:trace contextRef="#ctx0" brushRef="#br0" timeOffset="48950.91">20181 6399 1330 0,'-2'0'154'0,"2"4"-154"15,-4 2 15 1,8-1-15-16,-2 3-11 15,4 5 10-15,5-3 1 0,1-1-20 16,1 0 4-16,2-1-58 16,-1-2 20-16,-6 0-141 15,11-2-263-15</inkml:trace>
  <inkml:trace contextRef="#ctx0" brushRef="#br0" timeOffset="59533.41">8710 16535 889 0,'-4'0'222'0,"2"-4"-35"0,-3 0-62 0,1-2 10 0,4-6-71 0,2-2-37 0,0 0 21 0,3-8-15 15,-1 0-32-15,0 0 71 16,6 0-45-16,-4 8-3 0,1 4 6 16,4-3-29-16,9 0 21 15,3-1-22-15,10 1 0 16,11-9 19-16,10-2-13 15,12-2-4 1,9-8 34-16,4 0-36 0,10 0 36 16,3-2-36-16,3-4 0 15,1 4-9-15,3-4 9 16,-9-5 0-16,-5 0-9 16,-4-4 21-16,-12-1-1 15,-3-2-11-15,-8 2 0 0,-4-4 3 16,-1-3-3-16,-10 3-3 15,-3 0-5-15,-9 0 16 16,-2 10-2-16,0 0-6 16,-4-6 0-1,4-4 4-15,-2 2-4 0,-6-5 0 16,2-3-6-16,-5 4 17 16,-1-2-5-16,-3 0-6 15,-3-2 0-15,0-1 3 16,5 1-3-16,-8-2 0 15,1 4-11-15,-4 0 22 16,-3 4-22-16,-6 1 11 16,-3 3-7-16,-4-6 7 0,-5 0 0 15,-1-10 0-15,-8 2-6 16,4-2 12-16,0 5 1 16,5 1-7-16,5-4-4 15,-1-2 3-15,4 2 1 16,1 6 0-16,-1 3-9 15,0 11 21-15,-1 6-5 16,1 8-7-16,1 8-13 16,5 4 12-16,0 2 1 15,2 4 0-15,0-4-9 16,0-2 23-16,-3-6-34 16,1-2 20-16,0-2-12 15,-1 2 12-15,3 4 0 16,0 4 0-16,5 7-10 15,-3 4 20-15,1 0-16 16,1 3 6-16,3 1-10 0,1-4 10 16,1-1 3-16,1 1 3 15,0-6-12-15,4 0 15 16,-1-6-2-16,6-1-7 16,-2 2-7-16,-5-2 7 15,-4 2 0-15,-3 2 1 16,-10 2-2-16,-3-2 2 15,-11-4 8-15,-8-2-9 16,-8 4-13-16,-7-2 13 16,-7 2 0-16,-12-2 1 15,-3-2-7-15,-7 1 18 0,1-1-5 16,1 2-7 0,-4-3-6-16,0 1 6 0,1 5 0 15,-3 11 0-15,-2 12-9 16,4 12 18-16,-10 14-1 15,-1 8-8-15,-10 10-6 16,0 3 6-16,-3 1 5 16,-3 4-5-16,-4-2 0 15,4-2 0-15,11 0 3 16,10-4-3-16,4 1-9 16,7 1-2-16,5-2 22 15,-1 6-5-15,6 2-6 16,2 0 0-16,-2 6 0 0,5 3 0 15,-1-3-9 1,1-2 9-16,-5-6 1 0,5-3 5 16,-1-5-6-16,9-1 0 15,9 4-6 1,11 3 6-16,15 8-15 0,8 12 15 16,8 6 9-16,8 9-5 15,8-9-4-15,2 0 0 16,10-4 0-16,3-5 0 15,6 3-10-15,2 6 10 16,2 14 1-16,1 8 11 16,26 67-12-16,-47-119 0 15,22 48 3-15,2-23-3 0,3-25-8 16,4-23 8 0,1-14 0-16,7-5 8 0,-4-8-8 15,-2-4 0-15,-9 4-39 16,-4 4-2-16,-7 10-122 15,31 36-557-15</inkml:trace>
  <inkml:trace contextRef="#ctx0" brushRef="#br0" timeOffset="61204.25">10189 15959 607 0,'-10'13'65'0,"-2"1"-47"16,-14 8 16-16,4 4-11 0,-3-2 85 0,0 2-53 0,4 0 34 16,-2 2 41-16,5-2-22 15,5-4-36-15,1 2-36 0,3 0-34 16,1 4 61-16,-1-2-45 15,3 2-18-15,-4-1 36 16,4-1-29-16,1-2 37 16,-1 2 2-16,-6 6-22 15,-1 6 68-15,-5 4-80 16,-3 2-11-16,6-8 26 16,-1-6-21-1,1-2-5-15,4-2 13 0,-3-3-14 16,-1 8 90-16,-3 4-88 15,1 11-1-15,-4 2 31 16,3 2-25-16,1-2-6 0,6-4-1 16,6-8 1-16,1 1 65 15,1-1-57-15,6 0-9 16,1 0 27 0,10 4-16-16,3-4-1 0,8-2-10 15,6-6 9-15,7-2 6 16,5-8-15-16,3 0 0 15,5-6 13-15,10-6 11 16,1-2 6-16,9-4-21 16,7-4 4-16,6 0 37 15,12-2-43-15,7-6-7 16,13-6 24-16,67-26-18 16,15-32 6-16,-15-18-12 15,-63 35 0-15,-64 32-1 16,-2 4 1-16,1-3-8 15,47-22 8-15,-1 2 0 16,-8 2 9-16,-3 0-9 0,-9-2 0 16,2-2 11-16,-2-2-11 15,-2 1-2-15,2-1 2 16,-4-2 0-16,-2-6 16 16,0 4-16-16,-3-12 0 15,-10-3-4-15,-3-1 4 16,-7-2-5-16,-9 0-1 15,-5-4 12-15,-3 0 6 16,-4-5-12-16,0-3 0 16,-4-8 0-16,-7-7 0 15,2-67-16-15,-22 110 14 16,2-58 4-16,-8 20 11 0,-7 13-13 16,-7 15 0-16,-5 14 8 15,0 2-8-15,-2 0 0 16,-1 7-11-16,1-3 25 15,-2 6 7-15,0-2-21 16,0 8 0-16,-6 0 3 16,-4 6-3-16,-3 2-13 15,-6 2 11-15,-4 2 4 16,-6 4 8-16,-2 4-10 16,-5 2 0-16,-3 8-4 15,-7 2 4-15,0 8-5 0,-3 2-2 16,-6 7 14-16,-8 16-4 15,-9 5-3 1,-7 16 0-16,-8 6 5 0,2 4-5 16,1 5-13-16,7-3 5 15,9-2 16-15,7 0-2 16,15-8-6 0,13 8-2-16,14-4-8 0,13 5 10 15,12 9 0-15,10 8-12 16,7 4 24-16,6 6-15 15,2-5 3-15,5-5 0 16,-1-8 0-16,5-6 0 16,-1-8-20-16,-2-8-79 0,1-9-72 15,0 33-82 1</inkml:trace>
  <inkml:trace contextRef="#ctx0" brushRef="#br0" timeOffset="61741.78">11010 15382 36 0,'-36'14'0'0</inkml:trace>
  <inkml:trace contextRef="#ctx0" brushRef="#br0" timeOffset="62084.32">9715 14985 1052 0,'5'4'85'0,"1"-8"28"15,10 4 38-15,-1-6-32 16,1-4 1-16,4 4-11 16,-4-8-35-16,-1 6 55 0,-5 0-90 15,-6 2-26-15,0 2 22 16,-2 4-34-16,-2 0 10 15,0 4-11-15,-2 2 0 16,2 0 9-16,0 6-9 16,-2 0-34-16,2 0-22 15,-2 6-149-15,-36 26-534 16</inkml:trace>
  <inkml:trace contextRef="#ctx0" brushRef="#br0" timeOffset="62855.17">12302 15717 1424 0,'-13'2'146'0,"6"6"-146"0,-40 40-284 0</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38:22.715"/>
    </inkml:context>
    <inkml:brush xml:id="br0">
      <inkml:brushProperty name="width" value="0.05292" units="cm"/>
      <inkml:brushProperty name="height" value="0.05292" units="cm"/>
      <inkml:brushProperty name="color" value="#FF0000"/>
    </inkml:brush>
  </inkml:definitions>
  <inkml:trace contextRef="#ctx0" brushRef="#br0">10235 6244 1416 0,'-3'0'450'0,"3"0"-398"0,-3 0-2 0,3 0 31 0,3 0 45 0,-3 0-18 15,0-2-59-15,0 2 5 16,0 0-31-16,3 0-7 16,-1-2 14-16,0-4-1 15,7 2-28-15,-1-4 20 16,2-2-20-16,-4 0 20 0,-1 0-21 16,-1-2 2-16,-4 2 8 15,0 0 5-15,-4 4-14 16,-5 0-1-16,-3 2 8 15,-5-2 1-15,-3 6-8 16,-7 2 4-16,-1 6 18 16,-3 2 14-16,0 6 8 15,6-2-31-15,0 2-14 16,11 0 30-16,-1-4-30 16,8 0-14-16,4 0 8 15,3 2 5-15,6 2 1 0,0 0-1 16,7 4 2-16,3-1 0 15,7 0-1-15,-2-2-5 16,8 1 4-16,0 0-4 16,4 0-7-16,1-6 11 15,-5 2-4-15,-9-4-5 16,-2 4 10-16,-9-4-8 16,-5 2 7-16,-6-4-10 15,0 0 11-15,-7 4-7 16,-4 0 17-16,-6 4-5 15,-4 2-5-15,-2-4 0 16,-6 2 12-16,2-6-3 16,4-2-2-16,0-4-1 0,6-2-4 15,-2-2 24-15,5 0-26 16,1-2-15-16,5 0 9 16,1 0-69-16,4 0-171 15,2-16-258-15</inkml:trace>
  <inkml:trace contextRef="#ctx0" brushRef="#br0" timeOffset="382.61">10432 6364 1468 0,'0'0'374'0,"7"0"-271"0,3 6-85 0,9 2 24 0,1 9 54 0,5 5-34 16,-1 2 2-16,-2 2-7 15,-3 2-36-15,-4-6 36 16,-4-2-39-16,-6-4 14 15,-3-8 5-15,-4-4-5 16,0-4 37-16,-1 0 36 16,1-2-18-16,-3-2 25 15,1-6-59-15,-3-8-52 16,1-6 14-16,4-4-15 0,8-4-21 16,5-2-36-16,9-1-83 15,7 3-64-15,4 8-115 16,34-10-184-16</inkml:trace>
  <inkml:trace contextRef="#ctx0" brushRef="#br0" timeOffset="767.28">10865 6395 1605 0,'0'0'285'0,"0"0"-185"0,0 0-53 0,0 0 128 0,0 0 49 0,0 0-70 0,0 0-41 0,0 0-4 15,-2-3-49-15,2 3 0 16,-3 0-60-16,3 0-4 16,0 0-8-16,-2 0-158 15,-2-1-358-15,-37-12-1161 16</inkml:trace>
  <inkml:trace contextRef="#ctx0" brushRef="#br0" timeOffset="1433.72">11052 6154 1874 0,'0'0'240'16,"0"0"-172"-16,0 2-67 15,0-2 44-15,0 2 27 16,2 4-54-16,4 8 0 16,2 4 32-16,3 8 17 15,-3 2-4-15,4 0-40 16,-5-2-17-16,-1-2 12 16,-2-6-17-16,-2-1-1 0,-2-10 0 15,0 0 12-15,-2-6-18 16,-2-1 6-16,-2-1 0 15,-3-4 0-15,-9-4-29 16,5-9-13-16,-3-9 8 16,-2-5 34-16,7-8-20 15,2 2 2-15,5 4-13 16,-1 6 30-16,10 8-21 16,-1 6-11-16,9 8 31 15,5 10-25-15,13 8 26 16,7 10 1-16,7 8-8 15,4 4 2-15,-2 4-14 16,-5-4 20-16,-3-2 15 0,-2-10-14 16,-6-6 27-1,-7-6-18-15,-2-6 23 0,-5-4 2 16,-4-5-28-16,-7-8 37 16,0-5-10-16,-2-4 2 15,-4 2 33-15,-6-8-43 16,-2 2-25-16,-7-4 17 15,3 0-18-15,-3 2-18 16,3 6-34-16,5 4-142 16,3 6-125-16,11 2-896 15</inkml:trace>
  <inkml:trace contextRef="#ctx0" brushRef="#br0" timeOffset="1750.35">11629 6228 1624 0,'-4'12'205'0,"4"-4"-143"0,-2 8 2 0,2-2-35 0,2-1 32 0,6-4-10 0,1-3-4 15,3 0 26-15,-4-4 31 16,3-4-29-16,3-6 28 16,-3 0-43-16,1-2-13 0,-6-4-2 15,-2 0-5-15,-4 0-5 16,-4-2-35-16,-5 4-35 16,-4 2-25-16,-10 8-64 15,-2 6-188-15,-52 30-395 16</inkml:trace>
  <inkml:trace contextRef="#ctx0" brushRef="#br0" timeOffset="11566.23">14659 4614 1010 0,'0'-2'668'0,"-2"2"-567"0,2-4-37 0,0 4 23 0,-2 0 6 0,2-2 2 0,0 2-58 0,0 0 32 0,0-2-31 0,0 2 13 16,2 0 15-16,-2 2-21 15,-2-2 13-15,2 0-49 16,0 0 6-16,0 2-30 16,0 2 12-16,0 8 3 15,-3 4 2-15,-1 12-2 16,0 6 31-16,2 4-31 15,-3-2 0-15,5 6 21 16,-5 3-19-16,4 2 10 16,-4 4 0-16,2 5-11 15,-1-4 22-15,2 4-23 0,0-4 0 16,2-2 24-16,0-2-24 16,0-5-6-1,2-3 4-15,-2-6 4 0,2-2 16 16,0 4-18-16,0 0 0 15,1 2 5-15,2 5-4 16,-4-3-1-16,4-3 0 16,0 2 8-16,3-5-2 15,-1-4-6-15,2 2 0 16,-2-2 5-16,-3-2-5 16,3-2 0-16,-1 0-2 15,-2-4 13-15,2 2-11 16,-2-2 0-16,-2 3-1 15,2 0 1-15,-1 1 0 16,1 1-1-16,-2 3-5 0,1-6 6 16,2 2 10-16,1 0-10 15,-2-2-4-15,-2 2 4 16,3 0 0-16,-5-2-2 16,2 2-5-16,-2 0 7 15,0-2 4-15,-2 1-4 16,2-6 0-16,2 2 3 15,-2-3-3-15,0-4 0 16,2 2 0-16,-2 2 0 16,2 0 3-16,-2 0-3 15,2 4-3-15,1 2 3 16,0 4 0-16,-3 2-2 16,0-2-6-16,0-2 16 0,-3 0 4 15,0 2-11-15,3 1 0 16,0 0 19-16,3-3-10 15,-3 2-1-15,0 1-7 16,0 7 5-16,0 0 17 16,-3 4-24-16,1 2 8 15,-2 4-7-15,2-4 4 16,-3 1-4-16,3-3-2 16,2-8 7-16,-2-4-4 15,2-2-2-15,0-2 0 16,0 4 10-16,0 0-7 15,0 6 3-15,-2 6-3 16,2 4 6-16,-4 10-3 0,8 15 0 16,2 3 21-1,5-4 33-15,3-12-31 0,-1-14-23 16,-4-12-6-16,-2-3 13 16,-5-5-2-16,3 0-11 15,1 6 0-15,5 6 24 16,-1 6 18-16,0 6-30 15,1 2-11-15,1 6 10 16,-3 2 7-16,1 2-18 16,2 3 0-16,1-9 1 15,-1-8-1-15,-4-10 1 16,-1-4-1-16,-3-8 9 0,1 0-4 16,0-6-5-16,-3 6-5 15,0 0 4-15,-2 6 2 16,-2 15-1-16,0 7 24 15,-6 14-13-15,4 6 29 16,0-8-40-16,-3-5 0 16,3-17 5-16,2-7-4 15,-4-4 4-15,4-1-5 16,2 4 1-16,-2 0 10 16,2 2-11-16,-2 4 1 15,0-2 9-15,-5 10-2 16,-1 13-7-16,-4 9-1 15,-7 10 1-15,0 2 1 0,4-10-2 16,-1-12-12 0,10-22 12-16,4-3 1 0,-1-5 8 15,3 0-9-15,-2-1 1 16,0 2 10-16,0 3-11 16,-1-4 0-16,-2 0 7 15,-1 4-6-15,-5 6 12 16,-1 9-13-16,2 0 2 15,1 2 7-15,-3-7-9 16,6-10 0-16,4-6-2 16,-1-6 8-16,3-4-4 15,-2 0-2-15,2 10 0 16,-2 6 0-16,0 0 0 16,0 5 0-16,-2-5 4 15,-3 5-4-15,0 3 9 0,0 3-9 16,3-3 0-16,0-6 3 15,1-4-3-15,0-6 0 16,2 0 5-16,-2 2-3 16,3-2 16-16,0 6-18 15,3 2 0-15,-2 7 0 16,2 1 2-16,-3 6-2 16,3 2 20-16,-3 6-19 15,2-6 9-15,0-2-10 16,2-8 0-16,-2-2 18 0,3-7-18 15,1-3 0 1,2 2 0-16,-2-2 2 0,0 6 13 16,1 0-15-1,-2 8 0-15,8 6 11 0,-6 2-11 16,-1-5 0-16,4-3 0 16,-6-4 7-16,3-8 6 15,-1 2-13-15,-2-2 0 16,2-4 21-16,-5 0-21 15,2 0 0-15,-3 0-6 16,2 2 12-16,2 4 1 16,-1 2-7-16,1 1 6 15,-2 0 6-15,2-1-12 16,1-1-1-16,2-1-5 16,-3-6 12-16,3-2 6 15,-3-2-12-15,0-2 0 0,1-2-2 16,-1-8 2-16,-1-2 0 15,-3-2-9 1,2-4-23-16,-2-8-28 0,-2-6-99 16,-4-16-380-16,-26-137-576 15</inkml:trace>
  <inkml:trace contextRef="#ctx0" brushRef="#br0" timeOffset="14374.69">12477 6970 1265 0,'0'0'269'0,"4"-2"-167"0,-8 2 22 0,8-2 8 0,-4 0-54 0,0-2-15 16,2 0-1-16,0-2-4 15,-2 2 58-15,4 2-37 0,-4 0-25 16,2 0-15-16,-2 0-15 15,3 2 5-15,1-2-23 16,-2 2 1-16,4-2 20 16,6 0-27-16,1 0 17 15,3-4-1-15,-1 4-14 16,6 0 12-16,1 2-14 16,2-2 0-16,-1 2 3 15,3 2-3-15,1 0-7 16,-2 0 5-16,2 0 4 0,1 2 2 15,-1-4-4 1,2 0 0-16,2 0-1 0,-2 0 1 16,2 0-5-1,0 0-1-15,-2 0 12 0,0 2-3 16,3-2-3-16,1 2-3 16,-4-2 3-16,2 0 0 15,0 0 0-15,1-2-6 16,-3 0 15-16,2-2-4 15,0 2-5-15,-2 0 0 16,0 2-6-16,0 0 6 16,-2 2-5-16,0-2-1 15,0 0 12-15,-6 2-2 0,6 2-4 16,-2-4 0-16,2 0-6 16,2 0 6-1,0 0 0-15,0-4-1 0,0 8 8 16,-2-4-17-1,-2 2 10-15,2 0 0 0,-4 0 7 16,2 0-7-16,-1-2-9 16,0 0 9-16,3-2 0 15,0 2 15-15,4-2-15 16,0 2-6-16,0 0 5 16,3 0 1-16,-5 0-2 15,0 2-4-15,-5-2 12 16,3 2-7-16,-2-2 1 15,1 0 0-15,1 0 0 16,-3 0 0-16,3 0-4 16,-4 0 2-16,4-2 4 0,-1 2 4 15,-2 0-6-15,5 2-2 16,2-2 2-16,-4 0 0 16,2 0-10-16,-2-2 10 15,-2 2-5-15,2 0 5 16,0-2 0-16,4 2 0 15,1-2-6-15,3 2 6 16,-6 0-6-16,4-2 5 16,-4 2 2-16,-1 0 7 15,-1 0-8-15,2 0-9 16,-4 0 9-16,1 0 0 16,-3 0-7-16,-8 0 7 15,1 0 0-15,1 0 4 0,-1-4-4 16,2 2-1-16,4 2 1 15,7-2 6-15,5-2-5 16,1 4-2-16,-2-2 2 16,1 2 2-16,-7-2-3 15,-3 2-3-15,3 0 3 16,-2-2 1-16,8 2-1 16,3-2 0-16,1 2 0 15,-3 0 6-15,-7-2-6 16,-3 4-8-16,-5-2 7 15,-2 0 1-15,1 0 0 16,-1-2-1-16,6 2 2 16,6-2 11-16,2-2-12 15,0 4-6-15,3-2 6 16,-8 0 0-16,-1 2-5 16,2-2 4-16,2 2 2 0,4-2 10 15,5 2-11-15,2-2-11 16,-5 0 11-16,-3 2 1 15,-10 0 0-15,-4 0-2 16,-5 0 2-16,8-2-6 16,-4 0 5-16,8 2-4 15,4-2 4-15,4 0 0 16,3-2 1-16,-3 2-1 16,-6 0 1-16,0 0-9 0,-1 0 8 15,-3 0-6-15,6-1 6 16,0 3 0-1,11-3 0-15,4 3-5 16,5-2 5-16,-4 0 4 0,-7 2-4 16,-2-4-17-16,1 4 17 15,8 0 0-15,2 0 2 16,9 4-2-16,-5-2 0 16,-5-2-5-16,-1 2 5 15,-7-2-1-15,2 0 0 16,0-2 1-16,7 2 0 15,1-2 0-15,6 2 0 16,4 0 0-16,-2 0 0 16,-6 0 0-16,-2 2 0 15,-2-2 0-15,-7 0 5 0,1 0-5 16,-3 0 0-16,1-2 7 16,-1 2-7-16,-2-4-6 15,-2 2 6-15,-8 2 1 16,-1 0 8-16,-6-2-9 15,-3 2 0-15,-1-3 21 16,-3 3-15-16,1-1 3 16,-2 1 13-16,1 0-8 15,-1 0 11-15,-4 0-25 16,-4 0 1-16,1 0 2 16,-3-3-3-16,4 3-15 15,-4 3-13-15,0-2-160 16,-11 12-337-16</inkml:trace>
  <inkml:trace contextRef="#ctx0" brushRef="#br0" timeOffset="33217.44">10725 7349 572 0,'0'0'637'0,"2"0"-592"0,0 0-37 0,2 0 14 0,1 0-16 0,-3 2 44 0,0-2-32 0,0-2 16 15,-2 2-8-15,2 0 16 16,-2 0-17 0,0 0 7-16,0 2-26 0,3-2 34 15,1 0-40-15,1 0 18 16,0 2 31-16,-1 0-4 15,2 2-22-15,-1-2 11 16,-1 0-28-16,3 0 23 16,0 0-29-16,-5 2 0 15,0 0-10-15,-2 0 10 16,-2 4-24-16,-7 0-105 16,-42 28-98-16</inkml:trace>
  <inkml:trace contextRef="#ctx0" brushRef="#br0" timeOffset="37017.46">10303 7502 1244 0,'0'0'306'0,"0"0"-267"0,0 0 26 0,0 0 58 0,0 0-5 0,0 0-44 0,0 0 17 16,0 0-50-16,0 0-10 16,0 0-2-16,0 0-28 15,0 0-1-15,0 0 0 16,0 0 0-16,0 0 8 16,13 5-7-16,3-2 11 15,0 0 4-15,4 1 11 16,3-1 0-16,-4 2-7 0,6-2-19 15,1-2 46-15,-1 3-41 16,2 2-5-16,-3-2 4 16,5 5-4-16,-4-5 12 15,-3-3-13-15,-2 2 1 16,0-2 10-16,-2-1-11 16,-3 3-2-16,3-2 2 15,0 2 0-15,2-1 2 16,3-2-2-16,-6 4 1 15,3-4 2-15,-1 1-3 16,0-1-9-16,1 3 9 16,1-2 0-16,-2-1 0 15,4 3 0-15,-1-3 0 16,5 0 10-16,-5-3-10 0,5 2 0 16,-5 1 0-1,5-4 0-15,-2 0 5 0,-2 2-5 16,4-1 0-16,-4 2 1 15,2-2-1-15,-7 2-1 16,1-2 0-16,-4 3 2 16,4 0-2-16,-7 0 0 15,2 0 1-15,7 0-3 16,-4 0 3-16,10-1 0 16,-2 1 0-16,4-3 1 15,0 2-2-15,-6-1 1 16,4 2 0-16,-4 0-4 15,4 0 4-15,-3 0-9 16,1 0 8-16,-1 0 2 0,-2 0-2 16,3 0 1-16,-2-4 0 15,3 1 0-15,0 2 0 16,1-2-4-16,2 2 2 16,-2 1 4-16,-2-3 5 15,0 3-7-15,-8 0 0 16,3-2-1-16,0 4 1 15,-2-2-7-15,-2 0 6 16,1 0 2-16,4-2 10 16,-6 1-11-16,3 1 0 15,-2-3-3-15,1 3 3 0,2-1 0 16,0 1 9-16,1 0-7 16,0 0 8-1,2-3-2-15,3-1-7 0,4 3 30 16,2-2-12-1,0-1-1-15,-2 2 5 0,3-2-17 16,-3 3 27-16,-7-2-33 16,4 2 7-16,-6 1 14 15,1-5-21-15,-6 5-1 16,3-2 0-16,-5 2 1 16,-1 0 0-16,-1 0 0 15,2 0 0-15,3 0 8 16,-4 0-8-16,9 0-5 15,-5-2-1-15,4 2 12 16,-2 0-3-16,1 2-3 16,-3-2 0-16,-1 0 5 0,4 0-5 15,-6 2-1 1,0-2 1-16,2 0 0 0,-3 0 6 16,-1 0-6-16,3 0 0 15,-1 0 6-15,5 0-6 16,2 0 1-16,-2 0-2 15,3-2 9-15,2 2 2 16,0 0-10-16,-5 2 0 16,3 3-2-16,-2-5 2 15,3 1-1-15,-2 3-7 0,6-1 16 16,1 0 3 0,2-1-11-16,3 3 0 0,-3-4 13 15,-5-1-12-15,3 4-1 16,-5-4 0-16,2 0 10 15,-1 3 2-15,2-2-12 16,-2-1 1-16,0-1 14 16,-1 1-15-16,-2 0 1 15,-4 0-2-15,4-3 8 16,-2 3 3-16,6-4-10 16,3 4 0-16,0 0 9 15,2 0-9-15,0-1 1 16,-3-2-6-16,1 1 13 15,-5 0 4-15,7 0-12 16,-2 2-8-16,0-1 8 0,4 1 0 16,1-3 1-1,-3 3-9-15,0-1 17 0,-4-2-7 16,0 3-2-16,2-1-5 16,-2-4 5-16,-1 3 0 15,3 0 1-15,-7 1-2 16,2-2 3-16,-3 2 11 15,-4 1-13-15,-5-3-12 16,0 1 12-16,1 2 0 16,3 0 0-16,-3-2-1 15,1 0 2-15,0 0 3 16,5-1-4-16,-3 0 0 16,6 2 5-16,7-4-5 15,6 1-6-15,6 2 4 0,-2-2 4 16,-1-2 5-16,-9 4-7 15,0 0-4 1,-10 0 4-16,-1 2 0 0,-3-2 0 16,1 0-1-16,-1 0 3 15,-5 2 1-15,2-2-3 16,-4 0 0-16,7 0 6 16,-1-4-6-16,-1 4 0 15,2-2 0-15,3 2 1 16,2 0-1-16,9 0 0 15,5 0 0-15,3 2 4 0,0-2-4 16,-4 0 0 0,-4 2 0-16,-10-4 0 0,-3 4 3 15,-1-2-3-15,3 2-3 16,8-4 3-16,1 2 0 16,4-2 0-16,-7 0 0 15,1 2 0-15,-6 0 5 16,4 2-5-16,-4-4-8 15,1 4 8-15,-7 0 1 16,1-2 1-16,1 2-2 16,-3 0 0-16,2-2 0 15,-3 2 0-15,5 0-1 16,-3-2 1-16,-1 0 0 16,4 0 5-16,8 2-5 15,9-4 0-15,12 4 3 0,5-2-3 16,2 0-7-1,-8 2 7-15,-4 0 1 0,-6 0 0 16,-7 2-1-16,5-2 0 16,-4 0 9-16,-3 2-9 15,-1-2-12-15,-4 2 12 16,-4-2 1-16,1 0 6 16,-3 0-7-16,-2-2 0 15,1 2 9-15,-1 0-9 16,0 0-10-16,-1 2 10 15,-2-4 5-15,2 2 3 16,-2 0-8-16,-1 0-9 16,1 0 8-16,0 2 1 15,0-2 0-15,3 2-8 16,2-2 17-16,1 2-7 0,7-2-2 16,7 4 0-16,9 0 16 15,4 2-16 1,-1-2-3-16,0 2 3 0,-3-2 6 15,-1 0-4-15,3 4-2 16,-5-4 0-16,2 0 12 16,-3-2-12-16,-10 0-9 15,1 0 8-15,-10-2 1 16,3 0 9-16,-3 0-9 16,3-2 9-16,3 0 0 15,-3 2-9-15,9 0-7 16,-2 0 6-16,16 2 2 15,3 0 22-15,8-2-23 16,0 4 0-16,-2-2 6 16,0 0-6-16,-1-2 0 0,0 2 2 15,-2-2-1-15,2 0 6 16,-7 0-7-16,-5 0 0 16,-4 0-3-16,-4 0 3 15,2-2-1-15,5 2-7 16,1-2 16-16,5 2-7 15,1 0-1-15,-8 2 0 16,3-2-4-16,-5 0 4 16,0 2-2-16,-4-2-4 15,-3 0 12-15,-2-2 0 0,1 2-6 16,-9 0-2-16,5-2 1 16,-1 0 1-16,4 2-6 15,5-4 6-15,4 4 0 16,2 0 6-16,5 0-6 15,-2 0 0-15,-7 0 4 16,3 0-4-16,-9 0 0 16,0 0 0-16,-1 0 6 15,-9 0-2-15,1 0-4 16,-3 0-3-16,-5 0 3 16,-1-2 0-16,0 2-1 15,-1 0 0-15,-1 0 1 16,-1-2-3-16,2 2 3 15,0 0 0-15,5-2 4 0,-4 2-4 16,0-2-4-16,-5 2-4 16,2 0 16-16,-2 0-8 15,0 0 0-15,0 0 0 16,0 0 4-16,0 0-4 16,0-2-1-16,0 2-5 15,2 0 12-15,-2 0-5 16,2 0-1-16,0 0 0 15,3 0 2-15,1 0-2 16,-2 0 0-16,-1-2-8 16,6 2 20-16,-5 0-13 15,5 0 1-15,1-2-5 0,0 2 5 16,1 0 0 0,-1-2 0-16,-4 2 0 0,1 0 9 15,-1 0-16-15,-1 0 7 16,2 0 0-16,-7-2 1 15,2 2-1-15,0 0-6 16,-2 0 5-16,0 2 2 16,2-4 8-16,-2 2-9 15,3 0-6-15,-3 0 6 16,0 2 0-16,4-2-3 16,-2 0 2-16,2 0 2 15,3 0 3-15,-2 0-4 0,4 0-3 16,-5 0 3-16,3 0 0 15,-5 0 1 1,0 0-2-16,-2 0 7 0,0 0 5 16,0-2-11-1,0 2 1-15,0 0 20 0,-2 0-5 16,2 0-8-16,2 0-4 16,-4 2 10-16,4-4 5 15,-2 2-19-15,0-4 0 16,0 8 6-16,0-4-5 15,0 0 5-15,0 0 6 16,0 0-4-16,0 0 28 16,0 0-29-16,0 0-7 15,0 0 23-15,0 0-23 16,0 0-5-16,0 0 4 16,0 0 2-16,0 0 0 0,0 0-1 15,0 0-6 1,0 0 6-16,0 0 0 15,0 0 8-15,0 0-16 0,0 0 17 16,0 0-4-16,0 0-5 16,0 0-2-16,0 0 2 15,0 0 0-15,0 0-1 16,0 0 0-16,0 0 2 16,0 0 0-16,0 0-1 15,0 0-6-15,0 0 6 16,0 0 0-16,0 0 1 15,0 0-2-15,0 0 2 0,0 0-1 16,0 0 0-16,0 0-15 16,0 0 14-16,0 0 1 15,0 0-1-15,0 0 0 16,0 0-2-16,0 0-12 16,0 0 12-16,0 0-28 15,-7 8-28-15,-1 2-46 16,-13 12-252-1,-72 42-437-15</inkml:trace>
  <inkml:trace contextRef="#ctx0" brushRef="#br0" timeOffset="42236.35">10277 7574 1188 0,'0'-4'198'0,"-3"4"-156"0,1-2 29 0,0-1 8 0,0 2-22 0,0 1-9 0,0 0-15 15,2 0-9-15,0 0 18 16,2 0-10-1,-2-3 41-15,0 3-35 0,0 0-26 16,0 0 22-16,0-1-32 16,-2 1 4-16,-2-3-12 15,2 3 15-15,0 0 18 0,-2 0-27 16,2 0 0-16,0 0 12 16,-1 0-4-16,-3 3-1 15,4-2-7-15,-3 2 2 16,2-2 17-16,1 2-19 15,0-3 1-15,-2 2-1 16,2-2 10-16,-3 4-9 16,1-3 6-16,0 3 0 15,-6 0 14-15,6 3-21 16,-3-4 0-16,5 4 15 16,-2-3-15-16,2 2 0 15,-1-1-6-15,1 4 15 16,0-3-6-16,-1 2-3 0,3 4 0 15,-3 0 6-15,3 6 5 16,3 4-11-16,-3 2 6 16,3 4 5-16,-3 2 20 15,0 8 49-15,0 3-64 16,-3-4 10-16,0 3-20 16,3 3 12-16,-1-1-18 15,1-2 9-15,1 2 18 16,2-8-16-16,4 4-10 15,-2-2 8-15,-1 0-1 16,0 5 8-16,-2-4-14 16,-2 6 16-16,3 1 9 15,-6 4-18-15,3 0-8 16,0-2 13-16,0-4-13 16,3-2 8-16,-3 1-9 0,0-4 0 15,2-2 18-15,-2-1-18 16,0-2 0-16,0-2 9 15,0 6 3-15,-2 2 3 16,-1 4-15-16,1 3 6 16,0 1 2-16,0-1-8 15,0-2-5-15,0-9 4 16,4-6 2-16,0-6-2 16,2-4 1-16,-2 0 0 15,3-6 9-15,-3 4-9 16,5-2 0-16,-2 8-8 15,-3 8 17-15,-2 2-9 0,2 13 0 16,-2 3 0 0,0 0 6-16,0-4-6 15,2-10 1-15,3-8-9 0,-3-6 16 16,0-4-10 0,-2-2 2-16,2 2 0 0,-2 0 11 15,0 6-11-15,0-1 0 16,-2 8 2-16,0 6-1 15,-3 6 9-15,1 8-10 16,4 3 1-16,0-2 4 16,4 4 5-16,7-2 28 15,1-3 4-15,-1-8-32 16,-3-2 1-16,-2-9-11 0,-6 6 0 16,0 0 11-1,-4 10-11-15,4 10 0 0,0 6 15 16,4 8 30-16,-2-2-6 15,2-11-39-15,-2-15 6 16,-2-14-5-16,0-6-1 16,0-2 0-16,2 0-9 15,-2 2 21-15,5 4-5 16,-3 0-7-16,-2-1 1 16,2-1 3-16,-2 2-4 15,-2 4 0-15,0 4-1 16,-3 2 12-16,5-2 7 15,-2-8-18-15,2-6 9 0,2-12-5 16,-2-4-4 0,3-2-4-16,-3-2-4 15,0 2 16-15,0-2 5 0,2 0-13 16,-2 0 0-16,0-2 3 16,0 2-3-16,0 0 1 15,2 0-10-15,-2-2 18 16,0 2-3-16,0-2-6 15,2 2-4-15,-2 0-5 16,0 0 9-16,7 0 0 16,-4-2-6-16,1 0 21 15,0 2-15-15,-2 0 0 16,5-2 0-16,1 0 15 16,6 0-11-16,2-2 2 15,-3-2-12-15,5 2 27 0,0-2-11 16,2 0-10-16,0-2 0 15,4 2-2-15,-1 0 2 16,2 0-7-16,-4-2 7 16,6 4 0-16,2 0 14 15,2 0-14-15,5 0 0 16,7-4 12-16,1 4-12 16,3-2 11-16,4 0-23 15,-2-2 24-15,0 4-5 16,-2-2-7-16,-1 2 0 0,1-3 0 15,-2 4 0 1,-5-1 0-16,2 2-6 0,-3-3 15 16,1 1-6-1,-3 1-3-15,3 1-4 0,-4 0 3 16,-5 2 1-16,4 0-6 16,-2-2 6-16,2 2 0 15,3-2 8-15,2 2-8 16,-1-3-8-16,4 2 8 15,-1-2 0-15,1 2 0 16,-1-2-1-16,-2-2 2 16,1 3 2-16,1-1-3 15,-7 2-7-15,3-3 7 16,-2 0 0-16,0 2 0 16,-1-2-1-16,5 0 2 15,-1 1 0-15,3 2-1 0,0-2-3 16,1 3 3-16,1-1 0 15,-2-2 1 1,-1 1-2-16,1 1 7 0,-3-6-11 16,-3 2 5-16,5 0-6 15,1 1 6-15,3 3 0 16,3-2 0-16,-1 3-9 16,2 0 22-16,-4 0-22 15,-1 3 9-15,-1-3-1 16,-3 0 1-16,0 0 0 15,-1 0 0-15,0 0-6 16,1 0 19-16,0 0-14 0,-5 1 1 16,8-1-6-1,-3 3 6-15,0-2 0 0,1-1 1 16,0 2-2-16,-3 1 2 16,3-2 0-16,-1 6-1 15,-3-6-3-15,0 2 3 16,5 0 0-16,-2 0-4 15,-3-2 3-15,4 2 2 16,-5-3 10-16,1 1-11 16,1-1-8-16,-3 3 8 15,-1 1 0-15,-1-3 0 16,1 2 0-16,0-1 6 16,-1-2-2-16,3 1-4 15,-1-1 0-15,1 0 0 0,-1 3 0 16,4-2 7-16,0 2-7 15,-1-2 2-15,2 2-5 16,-1-1 3-16,0-2 0 16,-1 0-3-16,3 0 3 15,-1 0 0-15,-1-2-1 16,0 2 3-16,3 0 7 16,-4 0-9-16,1 0-11 15,-1 0 11-15,1 2 0 16,-2-2 0-16,-1-2 0 15,2 2 1-15,0-3 2 16,-2 3-3-16,-1-4-1 16,3 4 0-16,-1-1 2 0,4 1 3 15,6-3-4 1,2 3 0-16,4-1 0 0,0 1 0 16,-1-2-1-16,0 2-1 15,-8 0 3-15,0 2-1 16,-3-1 0-16,-2 2 0 15,1-3 0-15,1 0 0 16,3-3 0-16,3 3 0 16,-2-1 6-16,4-1-6 15,-7 2 0-15,-1-3 0 16,3 3 2-16,-4 3-2 16,-5-1-6-16,3-1 6 15,3-1 0-15,-4 0 17 16,3 0-17-16,-1 0 0 0,-4 0-11 15,-1-1 11 1,-3-1-3-16,2-1 3 0,-2 3 0 16,3-1 11-16,-5 1-11 15,2 0 0-15,-2 0-5 16,-2-4 5-16,2 4-3 16,-2 0-3-16,-6-3 12 15,4 3-6-15,-3-1 0 16,3-2 0-16,-6 2 2 15,6-4-2-15,2 4-8 16,-2-2 7-16,4 3 2 0,2 0 4 16,-2-1-5-1,2 1 0-15,0-3 0 0,-2 3 0 16,-1-4-2-16,-1 4-5 16,-2-1 14-16,-2-2-2 15,-3 3-5-15,-1-2 0 16,0 1-5-1,-1-2 5-15,1 2-1 16,2-2 1-16,-8 2 0 0,-3-4 4 16,6 1-4-16,-3 0 0 15,1 0 0-15,3 3 0 16,0-4-3-16,-4 1-3 16,1-1 12-16,-6-2 5 15,1 1-11-15,0 1 0 16,4-8-2-16,-2 3 2 0,1 0-1 15,-1 2-11 1,3 0 24-16,-6-2-20 0,3 0 8 16,3-6 0-16,-1-4-12 15,1-2 12-15,-1-4-11 16,-1-4 11-16,0-4 0 16,-5-6 6-16,-1-2-6 15,-3-7 0-15,-3-1 16 16,2-4-16-16,0-6 0 15,3 0-4-15,2-6 17 16,-1-5-5-16,5-5-8 16,1 2-12-16,1 2-2 15,-5 1 16-15,0 6-2 16,-6 0 9-16,0 5 1 16,-4-2 12-16,2 4-22 0,0-2 0 15,-2-4 6-15,4 3-6 16,-2-1 0-16,2 6-5 15,0 4 17-15,0 3 0 16,3 4-12-16,-3 4 0 16,2 8 1-16,-2-2-1 15,-2 8 0-15,-2-4-4 16,2-5 17-16,-4 2-10 16,2-2-3-16,2 2-13 15,6 0 5-15,-2 2 8 16,4-1-3-16,-2 1-7 15,-4 3 20-15,3 3 7 16,-3 3-17-16,0 3 0 16,2-2 12-16,2 2-12 15,0 0-9-15,-1-10 8 0,-1 4 2 16,0-4-9-16,0 2 8 16,1-1 0-16,0-3 3 15,-1 3-3-15,1 0 1 16,-1 1-15-16,-2-4 29 15,2 6-12-15,-1 0-3 16,1 0-9-16,3 4 9 16,-4 0 0-16,1 0 0 15,0 0-2-15,-2 0 4 16,1-2 7-16,-1 4-9 16,2-2-6-16,-2 1 5 0,-2-5 1 15,3 1-9-15,-1-4 3 16,-2 1 12-16,3 2 13 15,1-2-19 1,-4-2 0-16,2 4 9 0,-2 4-9 16,2 8 0-16,-2 2-1 15,0 2 10-15,0 0-3 16,2-2-6-16,-2 0-9 16,3 0 9-16,-1 4 0 15,-2 0 1-15,2-2-9 16,-2 0 19-16,2-2-11 15,-2 2 0-15,2-4-2 0,0 0 2 16,1-1 0 0,0 8 1-16,1-4-2 0,-4 4 10 15,2 3 0-15,-2 0-9 16,0-3 0-16,2 4 3 16,-2-1-1-16,0-1-1 15,0 1-1-15,0-1 13 16,0 2 10-16,0 2-23 15,0 1 0-15,0-3 0 16,0 3 0-16,0 0 1 16,0-2-7-16,2 0 21 15,1-2 2-15,-3 2-17 16,2-2 0-16,-2 0 9 16,2 2-8-16,-2-2-1 15,0 0 0-15,0 2 10 0,0-2 6 16,0 2-16-16,0 0 0 15,0-2 8-15,0 4-8 16,0 0 0-16,0 0 0 16,0 0 6-16,0 0-29 15,-2 0 23-15,0-2-69 16,-1 0-57-16,-3-6-205 16,-10-4-228-16,-49-48-601 15</inkml:trace>
  <inkml:trace contextRef="#ctx0" brushRef="#br0" timeOffset="48636.34">18516 7409 1232 0,'5'-2'288'0,"1"-2"-237"0,11 0-24 0,2-2 31 0,3 2 1 0,-2 0-22 16,-2-2-19-16,0 4-16 15,-7 0 58-15,-2 2-21 16,-6 2-5-16,5 0-10 16,-8 2-10-16,2 2 23 15,3 4-37-15,-1 10 8 16,-2 14 40-16,0 10 3 15,-2 12-8-15,-2 5-5 16,-2 3-19-16,0 2 31 16,-3 0-21-16,-5 2-28 15,2 11 48-15,-6 1-49 16,-4 4 10-16,4 0 3 0,1-1-12 16,7-10 21-16,6-4-22 15,4-7 1-15,4-2 48 16,0-6-38-16,1 0 4 15,1-1 49-15,2-3 2 16,-1-8-21-16,-1-4-45 16,-2-8 1-16,0-6 20 15,0 0-21-15,1-4 1 16,-1-4-2-16,6-4 10 16,-3-2-5-16,-3-6-2 15,3 1 5-15,-2-4 1 0,0-2-7 16,4 1-1-1,-7-3 8-15,2-1-7 0,-2 4 32 16,-4 0-33 0,-6 0 0-16,2 0 59 0,0 2-29 15,-1 4-24-15,-5 12 21 16,-4 13-19-16,1 14 34 16,-3 12-26-16,9 13-7 15,11 12 65-15,17 4-56 16,8 17-12-16,8-5 1 15,3 0 2-15,-4 3-6 16,-5-1-3-16,-11 0 0 16,-4-2 0-16,-11-10 1 0,-5-3 0 15,-10-9 4 1,-9-6 6-16,-6-2 31 16,-15-6-5-16,-5-4-19 0,-3-5 42 15,-2-7-39-15,8-4-7 16,7-10-5-16,10-8 3 15,7-8 1-15,11-8-13 16,3 0 0-16,4 0-3 16,0-2 3-16,4 0-7 15,3 4 6-15,5-6-23 16,1-2 23-16,-1-2-63 16,5-2-64-16,-3-4-1 15,-2-6-78-15,1-8-114 16,10-60-305-16</inkml:trace>
  <inkml:trace contextRef="#ctx0" brushRef="#br0" timeOffset="52784.5">18392 7225 861 0,'0'0'675'0,"-3"0"-559"0,6 0-76 0,-3 0 37 0,0-3 22 0,0 3-17 0,0-1-34 16,0 1-16-16,0 0 10 16,0 1-18-16,2-1-3 15,0 0-21-15,0 3 9 16,2-1-6-16,3 4-3 16,3 0-2-16,3 2 2 15,-1-4 5-15,9 0-2 16,-1-2-3-16,2-2-5 15,-2-2-2-15,3 0 8 0,-4-4-1 16,4 2 13 0,-5-4 4-16,-1 2 7 0,-5-1-18 15,-3-4 9 1,-1 0 36-16,-1-4-21 0,0 1 21 16,-3-7-21-16,-4-1 3 15,0 0-17-15,0-2-11 16,-4 1 1-16,-2 2 30 15,3 3-30-15,0 2 6 16,1 0-3-16,2 0 1 16,-2 0 6-16,2-2-16 15,0-2 0-15,0 2 5 0,2 2-5 16,-4-3 0 0,0 4 18-16,0 1-18 0,-3-7 0 15,1 2 0-15,-4-3 0 16,-2 1 7-16,3 2-7 15,-1 2 0-15,-2-3 2 16,4 2-2-16,-1 0 0 16,-1 2-6-16,0-4 6 15,4 2 12-15,2-2-12 16,-3 0 0-16,3 2-8 16,-2-2 16-16,2 2 3 15,-4 0-11-15,-2-3 0 16,1-2 12-16,-1-1 67 15,-3-1-71-15,4 3-14 16,0 7 13-16,1-3 7 16,1 1-14-16,-1 1-3 15,5 0 3-15,1 6 0 0,0 0-14 16,0 6 13-16,1 2-13 16,2 2 8-16,5-2-20 15,5-2-20-15,3 0 38 16,3 0-5-16,4 0-11 15,3 2 22-15,-3-4-7 16,3 2-4-16,-4-6 13 16,3 2 0-16,-2-2 0 15,-2 0 0-15,0-6-2 16,1 4-5-16,-5-6 14 16,2 0 5-16,-7 0-12 15,-2-2 0-15,1-1 0 16,-5 3 0-16,1 3 0 0,0 4-8 15,0 1 20-15,-1 1-9 16,3-1-3-16,-2-1 0 16,2 4 3-16,-2-2-3 15,1-3-5-15,0 0 4 16,-2-4 2-16,-2 0 17 16,1-2-18-16,-1-2 9 15,-2-10 17-15,2 0 5 16,0-2 40-16,-8-4-64 15,0 2 5-15,0-8 12 0,-5-3-24 16,1-3 1-16,0 2 6 16,4 6-7-1,0 2 8-15,1 8-19 0,1 8 22 16,-2 4-4 0,-3 2-7-16,0 2 0 0,-2-2 0 15,1 2 0 1,-4-4 0-16,1-2-2 0,3-1 14 15,-1-2-15-15,3 0 3 16,0 0 0-16,0-4 3 16,1 1-3-16,-6-6 1 15,0-4-7-15,0 4 15 16,-3 0 10-16,1 2-19 16,-1 2-3-16,1-8 3 15,-5-2 8-15,3-6-8 0,-5-5-1 16,4 1 1-1,0 0 6-15,-3 2-6 0,3 2-11 16,1 12 11-16,1 4 0 16,1 8-6-16,-3 6-1 15,5 4 7-15,-1 0 0 16,2 2 0-16,-3 1-3 16,5 0 3-16,-1-1 7 15,1-1-6-15,-3-5-1 16,1-10 10-16,0-4-1 15,-4-8-9-15,1 0 0 16,2 4 2-16,-3 0-2 16,5 4 0-16,-1 4-1 15,-2 8 2-15,5 6-4 16,3 4 3-16,2 3 0 0,2-2 6 16,0 3-6-16,0 0-1 15,4-4-8-15,1-6-1 16,3-1-5-16,2-5 15 15,1 7 0-15,-5-1-2 16,-6 7 2-16,0 4-15 16,-2 2 8-16,2-1-10 15,-2 0-1-15,2 2 14 16,-5 2-2-16,-1 0 6 16,-5 6 1-16,6-3 13 15,1-3-14-15,1 0 9 16,3-4 4-16,-2 0-13 15,2 0-6-15,0 0 6 16,0 0 0-16,-2 4 7 0,0-2-7 16,2-2 1-1,-2 0 37-15,0 0-26 0,2 0-11 16,-2 0 23-16,2 0 1 16,-7 0 8-16,4 0-25 15,-4-2 1-15,1 2 29 16,-3-4-38-16,-2 1 0 15,-2-1 8-15,-1 3-7 16,-1-2 3-16,-8 2-4 0,-10 1 0 16,-11 0 3-1,-17 1-3-15,-13 2 0 0,-1 1 2 16,5 0-2 0,13 2 12-16,10-5-12 0,13 3-2 15,16-4-5-15,10 3 7 16,5-2-21-16,3-1 4 15,7 7-31-15,-1 3-85 16,10 26-464-16</inkml:trace>
  <inkml:trace contextRef="#ctx0" brushRef="#br0" timeOffset="56734.54">19405 9114 1606 0,'0'0'309'0,"0"0"-187"0,-3 1-106 0,3-1 1 0,0 0 110 0,0-1-1 0,-2 1-48 0,2 0-31 15,0-3-37-15,2 6 50 16,-2-3-49-16,0 0 8 16,0 0 11-16,0 0-10 15,-2 0 11-15,0 0-4 16,4 0-25-16,-2 0 58 15,0 0-51-15,0 0-8 16,0 0-2-16,-6 12 7 16,1 8-6-16,-5 10 26 15,2 6-13-15,2 8 7 0,1-6-20 16,8-6 0-16,3-6 1 16,1-8 1-16,2-3-2 15,4-8 0-15,1 0 0 16,1-7-6-16,6-5 6 15,1-3 0-15,6-6-1 16,3-4 7-16,-3-2-12 16,-2-2 4-16,-3 0 2 15,-5 0 6-15,-3 0-6 16,1-2-21-16,-5 2 20 16,0-2-14-16,0 2 8 15,-6 1-16-15,-1 2 23 0,-2 2 3 16,-2 3-3-1,0 0-10-15,0 2 9 0,0-2 1 16,0 3 10 0,0-2-10-16,0 5 0 0,2 4 3 15,-2 3-3-15,0 1-22 16,-2 0 16-16,2 0-20 16,0 1 17-16,0 2-24 15,2 2 26-15,-2 8 5 16,5-2 2-16,-1 10 0 15,0-3-7-15,6-3 19 16,3 6-15-16,1-2 3 16,1 2 0-16,3-1 7 0,-3 0-7 15,3-4 0-15,-5 0-12 16,1-2 24-16,-1-2-11 16,-5-6-1-16,-2 0-6 15,-2-4-3-15,1-2 9 16,-3 0-12-16,2-6 5 15,3 2 4-15,2-2-3 16,-2-2 6-16,-1-4-17 16,3 0 10-16,0 0-19 15,0 2-17-15,0-2 34 16,-3 4 9-16,0 0-1 16,-2-2 1-16,0 3 0 15,-2 2 0-15,0-1 0 0,-2-1 0 16,3 4-1-16,3-1-10 15,-2 0-1-15,6-4 8 16,1 4-4-16,-1 2-4 16,2 4 12-16,-1 3-16 15,0 10 14-15,3 5 4 16,-1-1 4-16,-1 6-6 16,-2-7 0-16,3 0 0 15,-7-4 0-15,-2-6-9 16,-2-2 7-16,-2-4 4 15,2-2 14-15,-2 0-11 16,0 0-4-16,0-2 34 16,0 0-22-16,2-6-13 0,3-8-20 15,-1-6-19-15,10-6 25 16,1 2-100-16,3 0-19 16,5 2 94-16,-4 6 4 15,2 8 23-15,-6 6 11 16,1 5 2-16,-5 7 23 15,-3 9-6-15,4 1 9 16,-1 8 21-16,-3-2-33 16,2-4-9-16,-4-2-6 15,1-2 15-15,3-10-9 16,-6 0-6-16,0 0-13 16,0-4-13-16,3 0-79 0,20-14-244 15</inkml:trace>
  <inkml:trace contextRef="#ctx0" brushRef="#br0" timeOffset="57203.99">20601 8765 1606 0,'0'0'506'0,"0"0"-471"0,-2 2-17 0,2-2 21 0,-2 2 31 0,2 4-10 0,-2 10-3 16,0 8-27-16,2 12 66 15,0 6-54-15,2 4-3 16,2-2 12-16,0 2-22 16,1-6-4-16,4 2-11 15,-2-2-5-15,-1-7 14 0,1-5-23 16,-2-8-5-16,-1-4 5 15,-2-8 11-15,-2-4-5 16,3 0-6 0,-1-4-66-16,4-4-54 0,1-2-189 15,7-6-153-15,35-48-727 16</inkml:trace>
  <inkml:trace contextRef="#ctx0" brushRef="#br0" timeOffset="58103.18">20965 8992 1349 0,'2'0'305'0,"-2"-3"-242"16,2 2-21-16,0-2 58 15,0 1-13-15,-2 2-19 16,0-2-31-16,-2 2 62 16,2-2-25-16,-2 2 1 15,0 0 28-15,2 0-74 16,-7 0 17-16,-4 2-43 16,-2 2 3-16,-5 6 30 15,-4 6-36-15,1 5 0 16,2 0 0-16,5 1 0 15,8-5-6-15,1 1-6 0,5-4 3 16,2-6-1 0,1 0 10-16,1-2-14 0,2-6-4 15,4 0-21-15,1-6 5 16,5-4-19-16,-3-5 6 16,-2 0 46-16,5-3-37 15,-8 1 25-15,-1 8 12 16,-5 4 2-16,0 0-2 15,-2 5 1-15,-2 7-15 16,2 1 1-16,0 9 14 16,2 5-7-16,2-7 6 0,6 2 2 15,-4-5-2 1,5-10-5-16,5-4-35 16,2-9 29-16,2-4-37 0,0-3 8 15,-2-7 41-15,2 0 0 16,-5-4-3-16,3 0 3 15,1-2 0-15,-4-3 18 16,-5 2-12-16,0 0-4 16,-6-4 31-16,-1 0-11 15,-1 0 11-15,-2 6-9 16,2 4-24-16,-4 5 56 16,0 11-47-16,-1 2-3 15,-1 8-6-15,2 3-46 16,-6 6 41-16,2 12 4 15,0 8 2-15,-1 12 17 0,7 1-6 16,2 4-12-16,9 0 1 16,3-2-1-16,-1-6 12 15,3-7-12-15,1-8 8 16,-1-5-4-16,-1-8-4 16,1-3 0-16,-5-7 38 15,3-3-22-15,1-5 22 16,1-3-5-16,2-6-12 15,-4-2 30-15,-6-2-21 16,-8 1-14-16,-4-2 1 16,-10 2-16-16,-3 6-2 15,-6 2-36-15,-4 8-9 0,-2 4-16 16,2 4-83 0,4 4-98-16,-16 10-403 0</inkml:trace>
  <inkml:trace contextRef="#ctx0" brushRef="#br0" timeOffset="58868.77">21501 8877 1813 0,'0'0'229'0,"0"0"-203"0,5 2 16 0,-2 2 54 0,1-2-30 0,5-2-3 0,1 2-20 16,9 0 26-16,-3-4-49 15,1 0-7-15,1-6 29 0,-3 2-7 16,-3-2-17-1,1 0 6-15,-7 0 6 0,1 0 31 16,-7-2-49-16,-2 0-6 16,0 4 14-16,-5-2-14 15,1 6 13-15,-8 0-19 16,3 4 11-16,-6 2-13 16,-4 8 2-16,3 4-13 15,3 4 13-15,3 4 0 16,8 4 0-16,2-2 0 15,6-2 1-15,3 0 2 16,2-4-3-16,6-4 0 16,-1-1 0-16,5-8 17 15,-2 0-10-15,3-3-7 16,-3-11-34-16,4-1-64 16,-4-2-128-16,-1-8-67 0,2-4-28 15,13-48-470-15</inkml:trace>
  <inkml:trace contextRef="#ctx0" brushRef="#br0" timeOffset="59153.09">21860 8526 1612 0,'0'0'214'0,"0"2"-178"0,0 2 42 0,2 4 29 0,-2 8 13 0,0 6 13 16,2 8-22-16,1 7-24 0,-1 0-39 15,1 6-31-15,1-5 44 16,-2-2-61-16,7 0 0 16,-2-4 5-16,-2-2-4 15,-4-2-2-15,-1 0-95 16,-6-8-194-16,-1 0-29 15,-18 2-493-15</inkml:trace>
  <inkml:trace contextRef="#ctx0" brushRef="#br0" timeOffset="59468.28">22043 8602 1493 0,'0'2'328'0,"2"2"-230"16,0 10-22-16,0 4 58 15,6 13 35-15,-4 5-83 16,1 0 20-16,1 0-37 15,0 0-37-15,1-8 7 16,0 0-33-16,2-4 19 0,0-4-25 16,-6-4 1-1,3-4-18-15,-4 0-77 0,-2-2-272 16,-9 2-646-16</inkml:trace>
  <inkml:trace contextRef="#ctx0" brushRef="#br0" timeOffset="60352.9">22286 8925 1818 0,'6'2'222'0,"0"2"-136"16,11-4-38-16,-2 2 39 16,-1-4 39-16,3-4-71 15,1-2-43-15,3 0 17 16,-4-6-28-16,-3 2 44 16,-3-2-40-16,-11 0-4 15,-2 4 12-15,-9 0-13 16,-1 2-15-16,-1 4 4 15,-3 4 2-15,-1 4 2 16,-1 8 7-16,-3 8-27 16,8 0 27-16,0 8-10 15,8-4-7-15,8 0 2 0,6-2 3 16,2-7 2-16,5-1 10 16,1-7-8-16,3-3 8 15,3-4 7-15,1-4-7 16,2-2-31-16,-1-6-49 15,4-2 8-15,-4-4-31 16,-3-2-8-16,0 0-23 16,-4 0-29-16,0 4-77 15,-9 0-221-15,-7 4 368 16,-4 4 93-16,-2 4 114 16,-4 2 83-16,0 4-5 15,1 0-21-15,-1 0-60 16,-2 6-12-16,-5 2-74 0,1 4 40 15,3 2-65-15,0 4 13 16,4 4-13-16,5-2 5 16,6-2-5-16,10-4-1 15,-1-4 1-15,7-4 36 16,1-1-12-16,3-7 50 16,0-11 20-16,3 0-14 15,0-12-14-15,4-5 4 16,0-8-40-16,-4 0 62 15,-6-4-22-15,-6-6-20 16,-2-6 14-16,-8-7-34 16,-5-1 2-16,-2 0-13 15,-6 6-18-15,2 4 38 16,4 10-39-16,2 10 0 0,0 10 30 16,0 9 23-1,2 10-49-15,-2 1-4 0,0 5-60 16,0 13 42-16,-2 15 18 15,0 19 2-15,2 10 3 16,0 6-4-16,4-3 6 16,5-6-7-16,2-2 0 15,0-9-18-15,0-10 17 16,3-6-106-16,-6-10-149 16,-1-6-205-16,7-8-741 15</inkml:trace>
  <inkml:trace contextRef="#ctx0" brushRef="#br0" timeOffset="62520.85">21112 9687 756 0,'-2'-2'868'0,"2"0"-655"0,0-4-122 0,0 2-13 0,0 0 108 0,-2 0-51 0,-1 2-46 0,1 0-4 16,-1 2-23-16,3 0-5 15,-4 0 12-15,2 2-57 16,-1 0 24-16,-5 8-36 15,-9 0 0-15,3 6 19 16,-5 0-19-16,6-2 1 16,5-2-7-16,3-6-12 15,5-2 0-15,0-1 11 16,3-3-37-16,-3-3 32 16,2 1-25-16,4-2-14 15,3-10 31-15,9-2-14 0,-1-8 16 16,4-8 6-1,-4 2 3-15,-5-4 9 0,1-2 0 16,-9 4 9-16,-4 0-20 16,-2 6 26-16,-7 5 5 15,3 7-20-15,-1 4 0 16,2 6 13-16,2 0-7 16,2 4-6-16,1 7-13 15,0 8 13-15,0 12 12 16,1 11-12-16,5 8 6 15,5 0 6-15,9-4-3 16,0-2-8-16,7-4-1 16,-5-6 10-16,3-6 1 15,-8-6-11-15,4-8 0 0,-6-1-9 16,1-8 1-16,-3 3-53 16,3-9 1-16,5-4-98 15,2 1 79-15,2-7-31 16,-5-6 47-16,2-1 18 15,-6 0 24-15,-1 2 17 16,-6 2 2-16,-6 2 4 16,-6 2 59-16,-4 4-28 15,-4 2-3-15,-2 2 27 0,-3 6-15 16,-3 8 32 0,-4 2 1-16,-2 4-54 0,7 6 48 15,1-4-69 1,8 4 15-16,6-2-8 15,6-2-1-15,4-4 0 0,4-3-6 16,-1-2 0-16,6-5 23 16,5-6-23-16,0-5-23 15,2-4 8-15,-3-7-12 16,0 0-1-16,-6 0-7 16,-6 2 35-16,-3 8-4 15,-5 6 4-15,0 4-30 16,0 2 10-16,2 2-18 15,7 4 37-15,0 6-6 16,4 0-68-16,3-4 54 16,4-2-34-16,-2-4 28 0,2-4 27 15,0-8 0-15,4-2 23 16,-1-6-19-16,4-4-2 16,0-4 52-16,-5-2-29 15,2-2 7-15,-6 0 16 16,-3-2 0-16,-8-1 0 15,-2 0-27-15,-7-1-9 16,-6 0 52-16,0 5-28 16,1 5-1-16,3 10 5 15,0 4-10-15,4 6-9 16,-4 4-21-16,4 2-28 16,0 6 17-16,-1 10 11 15,-2 10-4-15,6 7-4 16,4-1 16-16,1 5 0 15,6 0-8-15,4-5 0 0,-3-4 11 16,3-8-11-16,-2-6-5 16,-1-4-1-16,1-8 12 15,-5-2 12-15,6-4-18 16,1-6 1-16,1-6 20 16,3-2-21-16,2-6-12 15,-4-2 11-15,-5-2 2 16,2 2-13-16,-9 8 12 15,-6 2 0-15,-2 8 5 16,-4 4-5-16,-2 0-15 16,-7 8 6-16,-4 8 18 15,-1 4 9-15,1 2-18 16,5 0 1-16,8-6-6 0,6 0 5 16,1-6 0-16,10 0 2 15,2-6-1-15,1-6 16 16,3 0-17-16,2-10 0 15,-3 0 0-15,2-6 0 16,-2-2-14-16,-4-2 13 16,-1 2 2-16,-9 6-9 15,1 3 8-15,-5 10-16 16,2 1 2-16,2 6-10 16,2 0-1-16,8 2 4 15,-1 6-80-15,1-4-44 0,-1 0-2 16,-1-6 16-1,-6 0-118-15,-10-8-302 16</inkml:trace>
  <inkml:trace contextRef="#ctx0" brushRef="#br0" timeOffset="62702.51">21783 9385 1762 0,'8'-13'475'0,"6"4"-358"0,16-14-87 0,11 5 3 0,8 0 15 0,4 4-47 16,5-2-1-16,1 0-54 0,-4 2-170 15,54-26-290 1</inkml:trace>
  <inkml:trace contextRef="#ctx0" brushRef="#br0" timeOffset="63919.71">19581 5266 1251 0,'0'1'494'0,"0"-1"-437"0,0 0-47 0,0 3 14 0,-2-3 51 0,2 1-34 0,-2 2-1 0,2-2-5 16,-3-1-5-16,1 3 15 15,0 3-9-15,0 6-11 16,-2 6 70-16,-6 4-58 15,4 6-5-15,-5 2 1 16,0 2-32-16,1 4 29 16,0-4-30-16,5-2 9 15,1-4 8-15,4-8-17 16,1-2 1-16,4-4 15 16,0-4-15-16,6-2 20 15,-4 1-1-15,8-4-4 0,1 0 44 16,6-3-50-1,5-3-10-15,-3 0-9 0,3-1-153 16,-5 0-87-16,21-6-206 16</inkml:trace>
  <inkml:trace contextRef="#ctx0" brushRef="#br0" timeOffset="64735.23">19946 5458 1395 0,'-2'0'460'0,"2"0"-448"0,-4 2 0 15,-8 2 42-15,-1 6 8 16,-9 6-28-16,2 4-6 15,4 0-27-15,5 0 22 16,5-4-23-16,6 2 1 16,2-3 21-16,2-8-22 15,1-3-6-15,1-1-5 16,-2-3 11-16,6-3 9 16,3-5-9-16,5-6-49 0,-5 0 38 15,2-4-1 1,-3 3-6-16,-5 2 12 0,-5 3 12 15,-2 8 20 1,0 0-26-16,0 2-16 0,2 0 15 16,0 2-20-16,2 0 2 15,8 0 19-15,3 2 0 16,6-2 4-16,1-4-4 16,-1-6-9-16,4-2 9 15,-2-6-7-15,0-2 7 16,-6 0 0-16,-1-6 1 15,-7 2 51-15,-5-4-51 16,-2-6-1-16,-4 2 22 16,-5-6 1-16,-1 1-22 0,-8 6 24 15,5 0-23-15,1 9 34 16,6 8-12-16,2 6-23 16,4 4 10-16,-2 4-11 15,2-2-24-15,0 8-2 16,4 8 26-16,-2 13 11 15,2 10-11-15,5 9 0 16,5 1 12-16,7-1-11 16,6-6 0-16,4-8-1 15,7-4 6-15,2-2 7 16,3-11-13-16,1-6 0 16,-1-9 15-16,0-2-14 0,-6-6 1 15,-4-1 10 1,-14-2-6-16,-5-3 40 0,-14-2-23 15,-8 0-1-15,-6-4 26 16,-7 4-22-16,-8 2-26 16,-9 4 0-16,-2 4 0 15,-4 4 0-15,2 4 0 16,7 2-47-16,4 6-68 16,6-4-118-16,1 16-137 15</inkml:trace>
  <inkml:trace contextRef="#ctx0" brushRef="#br0" timeOffset="66251.6">20722 5418 1395 0,'2'0'256'0,"3"0"-191"0,10 2 13 0,6-2 54 0,3-2-51 0,9 2-44 0,3-4 34 15,0 0-52-15,-5 0-18 16,-7-2 14-16,-4-2-13 16,-8 2 26-16,-8-2-20 15,-4 0 1-15,-2 2 22 16,-8-4-16-16,2 2-13 15,-11 4-2-15,0 4-8 16,-6 4 8-16,3 4 0 0,2 8-23 16,6 4 17-16,8 4 0 15,8 0-9-15,8 2 15 16,5-2 7-16,9-2 3 16,5-4-10-16,3-5 0 15,-1-6 22-15,2-7-22 16,-6-6-15-16,-1-2 14 15,-1-8-46-15,-3 0 8 16,3-8 6-16,-6-6-10 16,2 0 42-16,-7-4-19 15,-6-8-5-15,-1-4 11 16,-14-5-10-16,1-3-7 16,-6-4-97-16,1 6 116 0,-1 4-18 15,10 4 30 1,4 10-6-16,6 4 6 0,-4 14 32 15,-2 6 27-15,-2 10-59 16,0 11 0-16,-2 11 33 16,0 15 22-16,2 15-41 15,2 10 5-15,5 4-17 16,3 1 19-16,4-1-21 16,4-4 1-16,0-8 17 15,2-12-18-15,0-10 1 16,0-8-8-16,-2-6 19 15,0-4-11-15,-4-10 13 0,-2-2-13 16,7-6 20-16,-4-8-11 16,1-2-9-16,3-8-2 15,-5-6-11-15,-3-4 12 16,-5-4-12-16,-3-4 2 16,-6 1 10-16,-3 6 3 15,2 4 3-15,-3 5 9 16,3 9-14-16,-1 4 42 15,2 9-43-15,1 2-6 16,2 13 4-16,-2 12-5 16,4 11 7-16,0 11 0 15,8-1 9-15,5-6-6 16,8-2-3-16,4-8 0 16,-1-2 7-16,3-6-7 0,3-8 0 15,-6-5-1-15,5-8 3 16,-2-2 19-16,-5-8-9 15,1-5-11-15,-7 0 16 16,-5-4-8-16,-8 0 3 16,-5 0-4-16,-7 6-7 15,-1 0-2-15,-2 4-34 16,3 6 23-16,-1 2 11 16,4 4-15-16,-6 10-8 15,8 0 23-15,2 4-9 16,2 2 1-16,10-4 9 15,-2-2-8-15,7-2 8 16,4-4 1-16,4-3 1 16,4-5 5-16,4-5-5 0,1-1 32 15,-3-4-34-15,0 0 0 16,-4-6 0-16,-7 2 6 16,0-2-5-16,-7-2-1 15,-4 2-23-15,-1-2 16 16,0 2-7-16,-6 6 7 15,1 0-1-15,-6 6-13 16,1 2-3-16,-2 2 5 16,-4 0 14-16,-2 2 5 15,-3 2 1-15,-8 8 16 16,3 0 23-16,3 6-20 16,-1 0-7-16,12 2-13 0,4-2 0 15,4 0 12-15,8-2-12 16,1-4 0-1,5-2 24-15,3-4-3 16,2-6 8-16,4-4 11 0,-2-4-23 16,-1-6 61-16,0-4-54 15,-4-4-18-15,-8-2 36 16,3-4-12-16,-10-6-23 16,-8-4-7-16,-5-8 15 15,-8-5 3-15,-2 0-18 16,-4 0 1-16,4 9 29 15,3 14-15-15,8 10 10 0,3 10-14 16,1 8 1 0,3 6-24-16,-3 12-2 15,1 16 13-15,2 18 1 0,2 12 7 16,8 3 1-16,5-5-8 16,-2 0 0-16,1-4-30 15,-8 6 30-15,-8 4-279 16,-54 101-236-16</inkml:trace>
  <inkml:trace contextRef="#ctx0" brushRef="#br0" timeOffset="67657.66">20545 6198 1554 0,'0'0'268'0,"0"-2"-127"0,-1 2-31 0,-2-2 5 0,-1 0 17 0,-1-4-69 16,-3 2-4-16,-2 2-55 15,-3 2 7-15,-9 4 20 16,0 6-31-16,-5 2 0 16,2 6-11-16,3 0 16 0,7-2-22 15,3 0 8-15,8-4-36 16,4-6 45-16,2-4-60 16,0-2 3-16,8-3 8 15,0-10 2-15,9-5 13 16,4-6-34-16,0-4-2 15,2-4 8-15,-6-4-17 16,2 4-1-16,-5-1 46 16,-3 4 23-16,-9 8 11 15,-4 6 15-15,-2 8 65 0,0 6-20 16,-5 2-54 0,3 10 3-16,-1 9 36 0,0 10-18 15,5 8 31-15,10 4-53 16,10 0 5-16,6-4 5 15,10-4-7-15,2-4 2 16,2-8 4-16,0-14-14 16,1-6 36-16,-4-6-36 15,1-8 7-15,-3-4 2 16,-6-6-9-16,0-4 0 16,-10-2-1-16,-6 0-21 15,-9-2 13-15,-6 4-3 16,-5 2-57-16,-4 6 53 0,-2 7-28 15,-3 6 19-15,-2 5 24 16,5 12-5-16,-1 3 0 16,4 10 6-16,1 3-12 15,1 4 6-15,8 2 6 16,4-6-6-16,0-2 5 16,5-2 2-16,-1-8 20 15,3-6-21-15,-4-3-3 16,0-7 3-16,4-5 27 15,0-5-13-15,2-6-14 16,-3-2-35-16,5-4 19 16,-8 2-94-16,-5 0-83 15,-2 2 19-15,-2 4 0 0,-3 8 58 16,-3 8 68 0,2 6 48-16,3 6 11 0,3 4 10 15,6 2-14-15,3 0 11 16,4-4-17-16,5-1 7 15,5-10 25-15,2-3 27 16,-2-8 12-16,4-4-21 16,-6-4 1-16,0-6 4 15,0-4 1-15,-3-2-14 16,-3 0-16-16,-3-2-15 16,-4-4 71-16,-6 2-28 15,-4-2-23-15,-2-2-7 16,-6-1-16-16,2 7-9 15,1 0-4-15,3 14 4 0,2 4 40 16,-4 8-32-16,6 2-8 16,0 10 0-16,-2 6 22 15,2 12 20-15,0 7-11 16,8 2-30-16,-2-1 31 16,7 5-32-16,3-7 1 15,7 2 16-15,-6-6-16 16,3-4-2-16,-4-4 1 15,0-2-55-15,-8-8-112 16,-6-12-540-16</inkml:trace>
  <inkml:trace contextRef="#ctx0" brushRef="#br0" timeOffset="67838.48">21179 6046 1764 0,'12'-4'268'0,"0"0"-232"0,15-5-3 0,4 1 29 0,-2 3-13 0,5 0-37 0,3 4-12 0,3 1-82 16,1 0-79-16,49 1-341 16</inkml:trace>
  <inkml:trace contextRef="#ctx0" brushRef="#br0" timeOffset="68178.92">21686 6056 1389 0,'-11'8'380'0,"-4"2"-236"16,-7 8-104-16,-3 6 19 16,4-2 16-16,4-2 33 15,6-2-21-15,4 0-65 16,7-6-11-16,0 0 8 15,7-4-13-15,2-4 6 16,4-2 20-16,10-2-31 16,1-6 32-16,1-4-33 15,1-8-45-15,-4 0 39 16,-1-2-61-16,-8-2 1 16,-1 6 48-16,-8 2 0 0,2 8 16 15,-6 6-47-15,0 4-1 16,5 4 49-16,-1 8 1 15,6 4-12-15,3 0 12 16,7-4-103-16,4-4-127 16,69-12-522-16</inkml:trace>
  <inkml:trace contextRef="#ctx0" brushRef="#br0" timeOffset="70434.8">20483 6138 833 0,'2'0'156'0,"-2"-2"-71"0,0 2 95 0,-2 0-76 0,2-2-38 0,-2 0 75 0,0 0-86 0,-1 2 2 16,1-2 38-1,0 0-46-15,0 0 22 0,-2 0-38 16,-3 0-32-16,-2 2 40 16,-4-4-26-16,2 4-9 15,-5 0 37-15,3 0-43 16,1-2 47-16,-1 2-19 15,-3-2-27-15,3 2 21 16,-3 0-22-16,-3 2 0 16,-2 0-1-16,-6 2 2 0,5 2-3 15,-2 2 2 1,6 2-3-16,-3 0 3 0,9 4 0 16,-5-2 1-1,9 4-2-15,1-4 11 0,3 6-26 16,2-2 16-1,4-2 0-15,2 4 0 0,5-1 4 16,5-2-3-16,-1-1-2 16,1-4 2-16,3 2 23 15,1-5-24-15,-3-4 0 16,6-1 18-16,-4-2-3 16,3 0-6-16,-1-4-9 15,2-1 15-15,-3-2-1 16,5-4-14-16,-3 0-12 15,-2-1 12-15,-5 0-39 0,-4 0-17 16,-2 4 11 0,-3 0-49-16,-4-2-109 0,-23-4-1141 15</inkml:trace>
  <inkml:trace contextRef="#ctx0" brushRef="#br0" timeOffset="86169.69">19620 8696 826 0,'0'0'639'0,"0"0"-506"0,0-1-92 0,1 1 10 0,4-2 3 0,4-6 40 0,7 1-35 16,3-3-17-16,12-5 9 15,5-3-11-15,11-7-32 16,9-3 53-16,17-4-52 15,12-4 3-15,17-6 17 16,79-20-17-16,33-2 25 16,20-7-37-16,-65 23 1 15,-7 2 5-15,-6 10-6 16,-9 2-3-16,7 4 2 16,-13 4 2-16,3 10 15 15,6 8-3-15,5 3-5 16,-5 5 53-16,6 7-49 0,-5 5-12 15,-17 8 20 1,-14 8-10-16,-73-8 16 16,-9 6-26-16,-7 6 0 0,34 26 41 15,-18 13-2-15,-14 3-11 16,-11 0 26-16,-6 4-19 16,-12-8-8-16,-10 2-27 15,-9-7-5-15,-17-3-13 16,-10-4 1-16,-16-8-85 15,-18 0-31-15,-17 4-103 16,-77 27-47-16,-117 27-585 0</inkml:trace>
  <inkml:trace contextRef="#ctx0" brushRef="#br0" timeOffset="88052.9">22332 7712 936 0,'-2'0'807'0,"4"0"-696"0,-2 4-111 0,3-4 12 0,0 0 5 0,-1 0-1 16,0 0-1-16,4-4 8 15,3 2-4-15,3-2 70 16,-2-2-32-16,1 0-26 16,7-4 43-16,1 0-20 0,4-6-29 15,6-2 2-15,3 2-7 16,1-6 20-16,6 2-38 15,-4-5 7-15,1-3 27 16,1-4-10-16,-1-2-25 16,-1-8 25-16,2-4-26 15,-8-6 35-15,-6-8-35 16,2-6 6-16,-7-3 5 16,-2 0-10-16,-5-4-1 15,-4 3 4-15,-7 0 2 16,0 3 10-16,-7 9-16 15,-4-2 0-15,-9 6-6 16,-5 2 6-16,-10 0-22 16,-10-2 16-16,-11 1 1 15,-4 2-16-15,-3 0 18 0,3 11 3 16,12 8 26 0,10 8-10-16,16 6-14 0,3 8-4 15,11 0 5-15,-1 6-15 16,5 0 12-16,-4 4-24 15,6-2 24-15,0 4-23 16,-2 0-14-16,-5 2-106 16,-1 8-167-16,-25 10-256 15</inkml:trace>
  <inkml:trace contextRef="#ctx0" brushRef="#br0" timeOffset="89021.27">22178 6043 1330 0,'-8'-1'153'0,"-1"-2"-113"0,-5-2 4 0,8 0 88 15,1 1-2-15,10 0-82 0,1 0-30 16,2 1 3-16,-4-1-21 0,3 0 9 15,-3 1-9-15,-4 3 6 16,0 0 9 0,-2 0-9-16,2 3-5 0,-2-3 25 15,2 0-1-15,0 0 20 16,-5 0 9-16,1 1-9 16,-9 6 11-16,-7 4-55 15,-9 6 1-15,-5 7 14 16,-4 2-10-16,4-2 2 15,4-4-8-15,12-2 1 16,2-8 8-16,9-2-9 16,5-4-9-16,2-4 9 0,2 0 1 15,3 0-1 1,13 0 0-16,13 2 1 0,7-2 47 16,13 2-47-1,0 0 0-15,-6-2 5 0,-5 2-5 16,-5 0 7-16,-8-2-8 15,0 2 0-15,-7 4-11 16,-5 2 11-16,-6-2-10 16,-4 6 10-16,-2-2 15 15,-3 2-15-15,0-2-10 16,-3-2 10-16,0-2 17 16,1-4-17-16,2-2 2 15,-2 0 8-15,0 0-8 16,-5 0 20-16,1 0-22 0,-10-2 0 15,3 0 18-15,2-4-12 16,-5 0-5-16,5-4 22 16,1-8-23-16,6-6 4 15,4-4-4-15,2-10-4 16,3-4-25-16,2 4 5 16,6-2-6-16,7 7-13 15,-1 7 10-15,9 6-8 16,-8 6-64-16,3 10-61 15,-10 4-71-15,-7 17-476 16</inkml:trace>
  <inkml:trace contextRef="#ctx0" brushRef="#br0" timeOffset="96191.84">19742 11498 1713 0,'-3'-2'305'0,"1"0"-199"0,-3 0-34 0,1 0 6 0,4 2-48 0,0 0 45 0,0 0-48 0,0 0 3 16,2 0-4-16,0 0-20 16,3 2 7-16,9-2-13 15,9 2 6-15,9 2 8 0,2 8-14 16,-1 6 0-1,-10 8 13-15,-8 12 2 16,-13 18 36-16,-11 8-3 16,-15 13-35-16,-10-3 50 0,-6-6-55 15,0-12-7-15,9-14 27 16,7-16-19-16,14-13 15 16,8-12-24-16,4-1 6 15,3-1 28-15,6-3-33 16,13-7 13-16,17-7 14 15,11-4-20-15,13-4-5 16,5 2-3-16,-1 4-36 16,2 4-38-16,-5 4-170 15,0 0-70-15,74-14-192 16</inkml:trace>
  <inkml:trace contextRef="#ctx0" brushRef="#br0" timeOffset="96586.42">20771 11626 1277 0,'-6'0'489'0,"-2"-2"-365"0,-5 2-76 0,-7 2-13 0,3 2 53 0,-8 2-22 0,2 4-48 0,-6 2 110 0,-2 6-34 15,0 6-28-15,0 6-3 16,4 5-45-16,12-2 17 15,5-4-35-15,10-1-6 16,12-4 6-16,1-6 0 16,9-2-26-16,7-10-4 15,7-6-128-15,7-8-101 0,65-28-212 16</inkml:trace>
  <inkml:trace contextRef="#ctx0" brushRef="#br0" timeOffset="97002.93">21079 11671 845 0,'-5'0'949'16,"-3"1"-811"-16,-4 5-87 0,-5 9 12 16,-2 3-33-16,3 6 76 15,1 6-41-15,9-6-55 16,6-1 29-16,6-6-12 16,7-1-12-16,5-2 4 15,7-6-18-15,-3-8 45 16,7-2-45-16,-3-8 0 15,4-4 26-15,-4-4-18 16,-3-7-9-16,-6 2 11 16,-7-1-10-16,-8 2 48 15,-7 0-49-15,-6 1-19 16,-10 7 18-16,0 4-57 16,-10 10-2-16,0 6-105 0,2 2-180 15,-3 9-1076 1</inkml:trace>
  <inkml:trace contextRef="#ctx0" brushRef="#br0" timeOffset="97335.72">21413 11265 1633 0,'-2'0'292'16,"4"-2"-173"-16,-2-1-53 0,2 6-27 0,5 1-11 0,-1 8 58 0,5 9 16 0,3 7 49 15,-1 9-59-15,1 6-32 16,-4 3-11-16,-1 2-29 15,3 0-19-15,-4 0-1 16,3-2 0-16,-1-5 2 16,-2-4-2-16,-1-6-39 15,-3-9-113-15,1-4-127 16,0-8-51-16,17-19-631 16</inkml:trace>
  <inkml:trace contextRef="#ctx0" brushRef="#br0" timeOffset="97671.22">21752 11612 1456 0,'-7'14'339'15,"2"-2"-179"-15,-4 18-58 16,5 2-46-16,6-2-4 15,4-3-17-15,5-5-29 16,5-7 39-16,-1-6-27 16,2-7 33-16,3-4-5 15,-1-7-29-15,4-6 5 0,-3-7-22 16,0-2 1-16,-9-2 9 16,-4-1-10-16,-9 1 0 15,-7 7 6-15,-5 4-6 16,-6 5 0-16,-4 10-15 15,-3 2-39-15,0 8-121 16,7 0-59-16,-6 11-374 16</inkml:trace>
  <inkml:trace contextRef="#ctx0" brushRef="#br0" timeOffset="98789.49">22074 11556 1736 0,'0'2'225'0,"0"2"-149"0,2 10-16 16,3 4 50-16,-2 10-19 15,1 0-44-15,3 2-4 16,3-6-34-16,1-2-3 15,3-4 27-15,3-8-27 16,2-3 5-16,1-7 16 0,-3-4-26 16,6-9 35-1,-1-5-36-15,5-1 2 0,-4-8-13 16,3 1 11 0,-10-2-19-16,-8 4 17 0,-1 6 2 15,-7 4 14-15,0 8-14 16,-2 4-48-16,-3 6 40 15,1 8-13-15,0 4 21 16,-1 12-1-16,5-2 10 16,7 0-19-16,8-4 10 15,3-6-14-15,7-2 8 16,-1-5 6-16,4-4 0 16,-1-5 0-16,0-7 12 15,0 0 14-15,-4-7-26 16,0 0 0-16,-2-2-12 0,-3-4 8 15,-7 6-4-15,-5 1 8 16,-3 4 0-16,-3 3 39 16,0 0-39-16,0 6 0 15,0 2-12-15,0 4 0 16,5 2 12-16,-3 8-1 16,7 2 2-16,-5 4 32 15,2-1-32-15,-1-2-1 16,0-9 27-16,-3 1-13 15,-2-7-13-15,2-4 20 16,-2 0-15-16,0 0 68 16,5-7-35-16,3-4-38 15,3-5 5-15,3-7-6 16,-1 1-33-16,3 3 18 16,-5 6-13-16,-2 5 16 0,-2 6 12 15,1 4-33-15,-3 6 33 16,-1 8 5-16,0 2 5 15,0 2-5-15,0 3 4 16,0-7 18-16,-2-2-27 16,3-4 0-16,-3-6 4 15,-2 0 7-15,0-4-4 16,0-7 56-16,0 0-16 16,4-8 4-16,1-3-51 15,2-7-24-15,2 0 12 16,-1 1-36-16,8 2 6 15,-5 6-24-15,0 4 10 0,1 8 41 16,-2 4 5 0,-1 10-2-16,3 0 12 0,-1 4 0 15,2 0 1-15,0 1-7 16,4-6 16-16,2 3 2 16,-5-6-12-16,1-4 1 15,-1-4 3-15,-1-4-4 16,3-4-6-16,-5-4 0 15,-3 0 12-15,0-2-8 16,-2-2 2-16,-1 2 0 16,-1 4 14-16,-2 2 11 15,0 6-1-15,0 2-24 16,3 4 24-16,1 0-30 16,10 4 6-16,7 6 0 15,0-2 0-15,5 6 12 0,0 0 0 16,-9 0-6-1,-9 4 8-15,-18 2-28 0,-28 9-34 16,-28 6-312-16,-202 76-585 16</inkml:trace>
  <inkml:trace contextRef="#ctx0" brushRef="#br0" timeOffset="100457.26">20073 12599 2023 0,'0'-2'462'15,"0"2"-368"-15,0-4-94 0,0 10 0 0,2-2-7 0,-2 4 7 0,0 6 10 0,3-2-4 0,-6 2 29 16,6 0-22-16,-3 0 4 15,2 2 7-15,0 0-5 16,0 2-5-16,3 2-14 0,-2 2-25 16,1 0-4-1,-4-1-188-15,4-3-160 0,7 11-515 16</inkml:trace>
  <inkml:trace contextRef="#ctx0" brushRef="#br0" timeOffset="100895.07">20387 12711 1685 0,'0'0'320'0,"0"2"-214"15,-2 4-88-15,2 0-6 16,2 4 0-16,1 4-12 16,6-4 8-16,2 0 17 15,5-6-1-15,-1-2 5 16,8-4 41-16,-4-2-32 15,4-2 10-15,-1-6-20 16,1-2 2-16,-6 2 44 16,1-4-35-16,-9 4-5 15,-7 0 28-15,-4 2-14 0,-5 4 0 16,-6-2-48 0,-9 4 0-16,-5 4 12 0,-2 4-12 15,-7 8-20-15,-2 2 10 16,5 6-151-16,11 2-139 15,6 18-398-15</inkml:trace>
  <inkml:trace contextRef="#ctx0" brushRef="#br0" timeOffset="101569.62">21139 12537 1731 0,'0'0'327'0,"2"0"-173"0,-2 0-38 0,0 0-73 0,2 0-42 0,2 0 31 0,3 2 5 16,1 2-11-16,9-4 19 15,1-2-38-15,-1 0 50 16,3-4-55-16,-3-5 4 15,0 4 12-15,-6-4-12 0,-7 1-5 16,-2 5-2-16,-4 1 0 16,-7 2-15-16,-6 5 2 15,-14 8 8 1,-10 7 6-16,-2 6 0 0,-6 2 0 16,2 6 0-16,5-4 9 15,7 0 12-15,8-4-21 16,5-4-16-16,13-6 16 15,5 0 0-15,9-4-4 16,7 2 3-16,9-6-36 16,9-2-54-16,4-4-212 15,66-22-259-15</inkml:trace>
  <inkml:trace contextRef="#ctx0" brushRef="#br0" timeOffset="101903.99">21428 12581 1795 0,'0'0'357'16,"-2"2"-262"-16,-7 6-43 16,3 8-32-16,-4 0 26 15,1 0-38-15,5 0-7 16,4-8 26-16,4 4-8 15,1-8 16-15,3 2 1 16,2-4-2-16,5-2 49 0,1-4-29 16,6-4-23-16,0-6 4 15,1 0-17-15,-8-2 7 16,-5 2-16-16,-8 4-1 16,-4 4-10-16,-8-2 2 15,-3 6-43-15,-12 4-41 16,1 4-74-16,-3 4-67 15,-20 12-319-15</inkml:trace>
  <inkml:trace contextRef="#ctx0" brushRef="#br0" timeOffset="102186.93">21642 12378 1713 0,'0'0'487'15,"2"6"-385"-15,0 0-86 16,7 10 58-16,0 4 46 16,4 11-56-16,-1 1-2 15,-3 1 17-15,-3 2-37 16,-1-5 12-16,4 0-54 15,-4 0 12-15,1-4-12 16,-4-4 0-16,0-6-79 0,0 0-118 16,3-8-155-16,7-2-233 15</inkml:trace>
  <inkml:trace contextRef="#ctx0" brushRef="#br0" timeOffset="102490.5">21907 12629 1704 0,'-4'6'485'0,"1"4"-405"16,-3 6-31-16,3 4-47 0,6 0-1 16,2-4 6-1,6-8 1-15,2-4 19 0,5-6-3 16,3-2-2-16,6-10 52 15,2 0-35-15,-6-4-5 16,-5 0 49-16,-7 4-52 16,-9-2 32-16,-4 4-63 15,-7 4 5-15,-11 2-19 16,-5 6 14-16,-10 4-28 16,-7 6-56-16,3 4-96 15,8 2-126-15,-9 6-268 16</inkml:trace>
  <inkml:trace contextRef="#ctx0" brushRef="#br0" timeOffset="103020.57">22113 12605 1640 0,'0'0'495'15,"0"2"-424"-15,0 6-62 16,3 6-8-16,0 2 32 16,-1 0-26-16,3-2-6 15,-1-6 37-15,2-2 1 16,5-2-5-16,-1-2 16 16,1-4-37-16,7-6 37 15,-1-2-50-15,1-6 0 16,3-2-7-16,-6 0 7 15,1-2-24-15,-7 2 22 0,-5 8 2 16,-2 4-15-16,-2 3 15 16,0 6-28-16,-2 5 22 15,0 4 4-15,0 6-4 16,2 2 5-16,4 2 2 16,7-8 5-16,3 0-6 15,1-8 0-15,3-2 9 16,5-6-9-16,-2-4 0 15,6-4-9-15,0-4 23 16,-5-4-14-16,-4-2 0 0,-4 2-3 16,-6 0 3-16,-4 2 12 15,-1 8 12 1,-1 4 30-16,-2 4-44 0,2 0 11 16,5 4-21-1,0 1-1-15,2 8 1 0,4-1 0 16,5 0-102-16,-2-6-207 15,24-10-477-15</inkml:trace>
  <inkml:trace contextRef="#ctx0" brushRef="#br0" timeOffset="106586.72">16516 6906 1678 0,'0'2'228'0,"-4"2"-169"0,-2 6 7 0,0 8-2 0,-3 10-22 0,-1 8 32 0,2 8-11 0,-5 0 1 0,3 10 1 15,6 3-26 1,2 9 30-16,6 10-12 0,1 4-14 16,0 15 35-1,-1 9-49-15,-4 68 7 16,-7 18 15-16,0 7-15 15,5-58-6-15,4 9-30 0,8-28 6 16,0-3 3-16,-3-66-9 16,2-4 1-16,-4 1 29 15,8 44 8-15,-3-2 10 16,0 1-44-16,-6-1 8 16,1-4 35-16,-3-2-46 15,0-5 6-15,0-11 8 16,0-12-15-16,0-10 21 15,4-10-21-15,-4-12 0 0,2-4 15 16,-2-2-15 0,-2 2 1-16,0 5 13 0,0 3 4 15,0 2 22-15,-2 2-40 16,2-2 0-16,0-2 15 16,5 2-15-16,1-4 0 15,1-6-10-15,0-6 23 16,-3-8-1-16,1-6-12 15,-5 0-32-15,2-4 31 16,0 0-66-16,2-4-88 16,-2-2-7-16,3 2-21 15,-3 4 38-15,-2 4-95 16,0 4-15-16,-9 12-113 16</inkml:trace>
  <inkml:trace contextRef="#ctx0" brushRef="#br0" timeOffset="108272.22">16967 7059 1718 0,'0'5'180'0,"2"3"-154"0,1 8 5 0,4 5-25 0,2 2 20 0,1 2-26 0,2-1 0 0,1-6 12 16,-2-6 5-16,-4-2 2 15,0-4 17-15,-3-6-25 16,-2 2 65-16,0-4-4 16,6-4 0-16,-2-8 2 15,3 0-41-15,2-8-11 16,-2-3 16-16,2 1-29 16,-2-6 40-16,-4 4-49 15,2 2-20-15,-5 4 19 16,0 10-53-16,-4 6-84 15,0 8-132-15,-10 32-267 16</inkml:trace>
  <inkml:trace contextRef="#ctx0" brushRef="#br0" timeOffset="108786.68">17324 7160 1675 0,'0'0'253'0,"0"0"-161"16,4-1-47-16,5-1-35 15,7-1 20-15,4 2-13 16,0-2 2-16,3 2 6 15,-7 1-24-15,1-3 48 16,-9 6-49-16,-3-2-21 0,-4-1 19 16,-4 3-1-1,-2 1 3-15,-3-1 3 0,-8 1 8 16,1 4 13-16,3-3-24 16,3-4-10-16,7 2 9 15,4-3-1-15,4 1-46 16,4 3 38-16,3 5 10 15,8-4 6-15,-3 6-6 16,8 3-19-16,-8 1 19 16,-3 0 0-16,-1 1 10 15,-12-4-10-15,-4 2 1 16,-12-4 59-16,-3 4-40 16,-12 2-1-16,-2-2 11 15,-5 0-10-15,-3-6-13 16,4 2-7-16,4-6 0 15,4-2-12-15,5-2-49 0,8-2-115 16,6-16-175-16</inkml:trace>
  <inkml:trace contextRef="#ctx0" brushRef="#br0" timeOffset="109488.43">17817 7100 1610 0,'0'0'297'0,"0"-1"-204"0,2 1-8 0,-2 0-5 0,4 0-67 0,-2 1 32 0,2 1 8 0,1 5 4 16,4 1 40-1,4 6-55-15,6 0-13 16,0 1-13-16,4 6-4 0,-1 1 8 16,5 0-20-16,-5-4 0 15,0-4 7-15,-6-2-5 16,-1-8 7-16,-4-2 13 15,-1-4-10-15,0-4 41 16,4-6-52-16,-1-3-1 16,-1-4 29-16,-1-7-23 15,-7 2-6-15,-4-2 0 16,-4-5-26-16,-7 7 5 16,4 0-117-16,0 10-157 15,1 0-225-15</inkml:trace>
  <inkml:trace contextRef="#ctx0" brushRef="#br0" timeOffset="109903.71">18271 7099 1645 0,'-2'1'304'15,"-1"3"-212"-15,-1 9-70 16,-5 5 17-16,-2 4 24 16,0 2-10-16,4-1-13 15,3 0 17-15,4-5-34 0,6-6 41 16,6 0-29 0,5-4-22-16,1-4 43 0,6-2-10 15,1-4-14-15,0-2-22 16,1-2-2-16,-5-7 31 15,-4 0-39-15,-3-3 1 16,-3-4 9-16,-7 4-9 16,-4 1-1-16,0 8 3 15,-2 0 21-15,2 7-34 16,-2 7 10-16,0 4-8 16,0 11 8-16,-1 5 11 15,6 9 5-15,3-2-16 16,7 2-9-16,5 0 8 0,0 2-356 15,24 25-1186-15</inkml:trace>
  <inkml:trace contextRef="#ctx0" brushRef="#br0" timeOffset="116121.32">4818 6561 2014 0,'0'0'278'16,"-2"-2"-206"-16,0 2 7 0,0 0-8 0,2-2-20 0,0 4-3 0,0-4-27 0,0 2 42 0,0 0-35 16,2 0-28-16,-2-2 23 15,2 2-15-15,-2 2-8 16,2 0-1-16,0 8 1 15,-2 10 29-15,7 8-1 16,-5 10-7-16,0 6 18 0,-2 2-12 16,0 2-12-16,-2 1-15 15,-5-3 6-15,3-4 3 16,-6-4-9-16,2 2-16 16,-5-8-52-16,-5 0-151 15,0-8-236-15,-29 7-182 16</inkml:trace>
  <inkml:trace contextRef="#ctx0" brushRef="#br0" timeOffset="116520.39">4967 6707 1347 0,'-13'10'279'15,"-3"-2"-162"-15,-10 9-72 16,-3-2-27-16,0-1 72 16,4-3-34-16,1-4 13 15,10-4-9-15,3-6-11 16,4 2 71-16,5-5-30 15,4 3-48-15,-2 2 6 16,4-2-4-16,6 2-31 0,1 1 11 16,7 0-18-16,6 4 32 15,0 6-29-15,5-2-8 16,5-1 20 0,-3 5-21-16,1-2 11 15,-1 1-11-15,-1-4-30 0,-1 2-84 16,-6 1-262-16,26-7-414 15</inkml:trace>
  <inkml:trace contextRef="#ctx0" brushRef="#br0" timeOffset="116805.06">5213 6709 1767 0,'0'0'315'16,"0"-2"-235"-16,6 2 5 16,3-2 2-16,7 0-45 15,7 1 51-15,7-4-49 16,-4 1-20-16,6 2-20 15,-3-2 11-15,-7 4-30 16,3 4-82-16,-8 0-187 16,-1 3 22-16,-18 30-298 0</inkml:trace>
  <inkml:trace contextRef="#ctx0" brushRef="#br0" timeOffset="116989.07">5270 6978 1622 0,'3'0'276'16,"1"0"-223"-16,5 2 11 16,3-2 20-16,7 0-13 15,1 0 1-15,0-2-47 16,4-4 32-16,-1 0-57 16,4 0-142-16,48-28-206 15</inkml:trace>
  <inkml:trace contextRef="#ctx0" brushRef="#br0" timeOffset="117386.89">5818 6445 1312 0,'0'-4'455'0,"0"2"-386"15,0-5 36-15,2 6 18 16,-2 1 12-16,0 0-13 16,0 1-26-16,0 2-57 15,3 7 9-15,2 6-6 16,3 10-11-16,3 8 10 16,-2 2-40-16,2 0 15 15,-4 2-16-15,-1-6-31 16,4 0-101-16,-10-2-200 0,-31 27-669 15</inkml:trace>
  <inkml:trace contextRef="#ctx0" brushRef="#br0" timeOffset="121171.51">17318 4592 1484 0,'-9'-8'256'0,"6"-1"-149"0,-8-10-44 0,0 1-8 0,-5 0-11 0,1 0-19 0,-3-3 34 0,-9 1 11 16,-6-2-43-16,-5 0 44 15,-7-2-14-15,1 0-24 16,-3 0 9-16,2 4-9 15,0 0 0-15,1 6-33 16,0-4 1-16,-1 0 19 16,3 2-20-16,-3-2 0 0,-1 0 4 15,-4 0-2-15,-4 4 11 16,6 0-13-16,-4 2-3 16,-1-1-5-16,-10 5 8 15,-3-2 0-15,-10 2-6 16,-2-2 14-16,0-2-16 15,4 1 8-15,8-6 0 16,-1 5 2-16,9 2-2 16,-2 2 0-16,2 0-8 0,-2 2 22 15,-5 0-19 1,0 4 5-16,-8 0 0 0,-5 0 4 16,-4 4-4-16,-3-2-1 15,0 2-8-15,-2-2 18 16,-2 4-1-16,-1-2-8 15,-11 2 0-15,-2 0-8 16,-4 4 8-16,-4-2 0 16,-3 3-1-16,-4 0 7 15,4 0-4-15,-3-2-2 16,-62 11-3-16,119-11 3 16,-58 4 0-16,9 1 0 15,2 2-6-15,9-3 15 16,7 0-3-16,6 0-6 15,5 3-3-15,-5-2 1 0,-2 4 2 16,-9 4-10 0,-6 0 8-16,-1 2 4 0,-3 2 11 15,1-2-13-15,2 2 0 16,3-4 0-16,2 6 0 16,1-2 0-16,6 1-6 15,3-2 14-15,1 4-2 16,2-1-6-16,2 3-14 15,-1 8 14-15,-3 5 5 16,-9 8-5-16,-11 12 0 16,-62 46 0-16,-12 19-3 15,128-85 3-15,1-8-4 16,-48 38 3-16,11-2 1 16,9-6 0-16,8 0-1 15,-1 1 10-15,4 1 16 0,1 2-25 16,-7 7 1-1,2 4 0-15,-1 10 4 0,5 3-4 16,5 4-2-16,4 5 10 16,2-3 0-16,11-4-9 15,6-6-10-15,8-10 10 16,2-7 5-16,6-5-4 16,8-2-2-16,-1-4 2 15,5 8-4-15,-3 4 3 16,1 7-4-16,1 5 4 15,-4 6 10-15,0 0-10 16,1 9 0-16,-1-1 7 16,7 0-7-16,3-5 0 15,2-11 0-15,4-4 5 16,2-8 1-16,2 0-6 16,-2-3 0-16,2-1 15 15,0 2-3-15,0 4-12 0,2 10 0 16,2 17 9-16,5 67-8 15,11 17-1-15,18-9 0 16,-15-62 2-16,-7-66-5 16,-3-2 3-16,4-1-13 15,10 37 13-15,0-6 21 16,-3 0 2-16,-4 0-23 16,3 0 9-16,-1 3 69 15,10-1-56-15,3 8-14 16,11 9 8-16,2 7-10 0,39 62 6 15,13 6-12-15,-70-111 8 16,-1-6 16-16,35 52-24 16,-2-9 0-16,5-6 9 15,0-9 6-15,-1-5 4 16,5-2-19-16,-3-4 1 16,1 0 29-16,6 0-18 15,3-1-11-15,4-1 22 16,8 6-4-16,10 2-6 15,3-6-13-15,11 0 0 16,67 35 6-16,13-3-6 16,9-4-3-16,-72-35 3 15,1-3 0-15,4-12 12 0,10 4-12 16,-6-8 1-16,-4-8 19 16,-11 8-20-16,-67-24 0 15,-7-2 20-15,-1 3-19 16,55 14 10-16,-9-1-11 15,-2-1 1-15,2-5-3 16,-7-2 2-16,3 0 0 16,-3-4 1-16,-2 4 0 15,-2 0 13-15,-5 0-14 16,-1 0 1-16,-1 0 19 16,0-3-20-16,-2-2 0 15,0-6-6-15,-2-4 15 16,-1-3 6-16,4-2-15 0,-2 0 0 15,4 0 20-15,-2 2-14 16,2-2-5-16,-5 0 20 16,0-1-20-16,-4-3 22 15,-7-3-23-15,1 2 0 16,-4-3 9-16,3 0-8 16,3-9-1-16,6 2 0 15,8-7 6-15,10-4 17 16,6-3-23-16,-1 1 0 15,-1-2 7-15,-4 4-7 16,-8-2 0-16,-3-2-6 16,-2 0 14-16,4-6 1 15,4-2-9-15,3-6-5 0,3 2 4 16,-4-5 1 0,3 3-12-16,-3-2 11 15,-2 0 1-15,-5-6-18 0,1-8 18 16,-4-2-13-1,4-6 4-15,2-3 9 0,0 3-5 16,-3 4-4-16,0 4 18 16,-4 4-3-16,2 0-6 15,1-3 0-15,-1-3 0 16,0-8 0-16,2-8-2 16,1-12-10-16,-3-7 24 15,5-7-39-15,44-60 26 0,-82 106-47 16,44-61 46-16,0 7-13 15,-1 0-9-15,-5 1 6 16,-6 9-7 0,-9 4 10-16,-10 4 15 0,-7 2 0 15,-6-1 7-15,-3-1-6 16,-8-2 0-16,-5-3-2 16,-8 0-13-16,-7-4-1 15,-3-5 3-15,7-64-46 16,20-21 20-16,7-24-13 15,-16 73-9-15,-7 18 29 16,-14 69 31-16,-6 3-8 16,-2 2 8-16,2-46 0 15,-4 8 20-15,-6 2 7 16,-5-2 10-16,-5 3 1 0,-4-3-31 16,-2 2 16-16,2-5-23 15,-3-3 1-15,6-6 4 16,-1 0-5-16,5-9-12 15,4 1 11-15,6-2 2 16,3 3 18-16,7 5-19 16,2 6-4-16,4 2 4 15,3-1 0-15,-5 5 1 16,-5 4-7-16,-6 0 24 16,-8 5-21-16,-7 6 3 15,-8-2-8-15,-8 1 8 16,2 2 0-16,-7-5 0 0,1 4-1 15,-4-6 2 1,-1 5-1-16,-4-2 0 0,-3-1-10 16,1 9 10-16,-4 4 0 15,-3 10 0-15,-4 8 0 16,-3 8 0-16,-8 4 5 16,-12 2-5-16,-9 4-5 15,-9 6 4-15,-12 1 1 16,-4 6 0-16,6 4-9 15,-2 8-46-15,8 9-32 16,8 9-183-16,5 7-208 16,-110 13-490-16</inkml:trace>
  <inkml:trace contextRef="#ctx0" brushRef="#br0" timeOffset="123903.76">4731 7790 1785 0,'-2'-2'349'0,"2"2"-202"0,-2-6-28 0,2 4-13 0,0 0-4 0,0 0-46 0,0 2 49 0,0 0-36 0,0 2 0 15,-2-2 1-15,2 0-35 16,0 0-11-16,-3 2-24 16,6 8-33-16,-3 6 32 15,4 16 2-15,2 8-1 16,1 13 26-16,-4 1-20 16,1-4-5-16,-4-4-1 15,0-6 0-15,0-6-16 16,-4-6 16-16,-4-2-102 15,0-4-122-15,-6 0-282 16,-32-1-89-16</inkml:trace>
  <inkml:trace contextRef="#ctx0" brushRef="#br0" timeOffset="124337.4">4941 7863 1442 0,'-5'5'183'0,"-1"4"-75"0,-6 6-2 15,-6 3-20-15,1-3-41 16,-6 0-15-16,-2-5-3 15,2 3 25-15,0-5-20 16,5-4 20-16,7 0 23 16,5-8-46-16,3 4-10 15,3-3 5-15,0 2-18 16,3 1 27-16,-1-3-6 16,0 3-26-16,2 0 12 15,3 3-13-15,4 1 0 16,9 6 12-16,9 2 0 15,2 4 3-15,4 2-9 16,1 0 0-16,0-2 6 16,-2 0-12-16,-5 0 0 0,0-2-6 15,-3 0-46-15,-4 0-184 16,26 20-134-16</inkml:trace>
  <inkml:trace contextRef="#ctx0" brushRef="#br0" timeOffset="124655.18">5238 7903 1797 0,'0'-3'462'0,"4"3"-358"0,-2-1 32 0,9-3-73 0,1-3-39 0,9 1 11 0,10-4-14 0,2 6-15 15,5 0-6-15,-1 4 15 16,-6 4-35-16,0 0-79 15,-10 9-175-15,-9 1 11 16,-39 37-206-16</inkml:trace>
  <inkml:trace contextRef="#ctx0" brushRef="#br0" timeOffset="124821.72">5152 8153 1498 0,'0'0'331'0,"3"-2"-194"16,1 2-92-1,11 0-3-15,3 0 39 0,9 0 27 16,4-2-39-16,0-2-24 16,7-2-45-16,0 2 0 15,3 0-232-15,52-18-370 16</inkml:trace>
  <inkml:trace contextRef="#ctx0" brushRef="#br0" timeOffset="125278.22">5812 7724 1643 0,'4'-2'261'0,"4"0"-189"0,11-2-48 16,3 0 15-16,5 4 5 16,-5 4-35-16,-2 2 27 15,-8 4-35-15,-8 6 4 16,-8 8 37-16,-6 10 22 15,-10 5 7-15,-4 1-2 16,-3-7-24-16,5-4 46 16,2-8-59-16,9-6-5 15,6-9 10-15,7-5-35 16,1 2 23-16,8-1-19 16,9 0 14-16,9 2 46 15,13-2-47-15,9-4-13 16,5-4-6-16,0 1-1 0,-8 0-145 15,-7-5-205 1,8-20-548-16</inkml:trace>
  <inkml:trace contextRef="#ctx0" brushRef="#br0" timeOffset="128489.04">4820 8807 1423 0,'-2'-2'490'0,"2"2"-333"0,-2-2-64 0,0 0 23 0,2 0 17 0,0 2-62 0,0 0-19 15,0 0 14-15,0 2 0 16,0-2-34-16,0 2-32 15,2 8 12-15,2 6-12 16,5 18 27-16,-3 12 10 16,4 8 13-16,-6 2-29 15,1-1-15-15,1-5-6 16,-4-10-8-16,5-6-8 16,-4-10-73-16,-6-6-107 15,3-8-101-15,-7 4-211 0</inkml:trace>
  <inkml:trace contextRef="#ctx0" brushRef="#br0" timeOffset="128859.93">4962 8885 1570 0,'-21'16'222'0,"0"0"-152"15,-16 10-61-15,3-4-1 16,5-6 50-16,7-9-14 16,9-3-10-16,1-3 1 15,8 1 8-15,6-2 23 0,0 0-16 16,2 0-32-16,10 0 18 15,0 2-9-15,12 7-5 16,5-2 11-16,7 5 12 16,-2-2-4-16,0 1-29 15,-3 3-6-15,-6-5 13 16,-2 5-19-16,-6 0-33 16,-3-1-94-16,-5 1-113 15,-1 13-280-15</inkml:trace>
  <inkml:trace contextRef="#ctx0" brushRef="#br0" timeOffset="129120.76">5286 8925 240 0,'0'0'1776'0,"2"0"-1542"15,7 0-168-15,4 0-58 16,7-2-8-16,9 2 0 16,2-2-24-16,0 2-111 0,-4 0-158 15,20-2-748-15</inkml:trace>
  <inkml:trace contextRef="#ctx0" brushRef="#br0" timeOffset="129321.06">5259 9176 954 0,'2'0'1053'0,"-2"0"-850"16,6 0-170-16,4 2-8 15,10-2 38-15,0 2-24 16,7 0 5-16,0-2-44 0,4-2-9 16,2-4-96-1,59-17-349-15</inkml:trace>
  <inkml:trace contextRef="#ctx0" brushRef="#br0" timeOffset="129770.75">5792 8875 1724 0,'13'-2'193'16,"0"0"-152"-16,18 2-35 15,5 2 0-15,-5 4-6 0,-1 4 0 16,-13 4-17-16,-6 2 17 16,-11 6 1-16,-9 0 0 15,-2 3 28-15,-5 0 2 16,-6-3 56-16,0-1-19 16,0-8 26-16,6 1-11 15,7-7-43-15,9-4-40 16,4 5 0-16,8-3 0 15,5 0 21-15,10 8-21 16,7-1 6-16,2 3 0 16,-8 3-6-16,-1 5-7 0,-9-5 5 15,-9 2 4 1,-9-2 7-16,-13 2-3 0,-8 0 24 16,-14-2 6-16,-14 2-26 15,-5-2-2-15,-9 1-8 16,1-6-52-16,-2 1-101 15,-97 10-465-15</inkml:trace>
  <inkml:trace contextRef="#ctx0" brushRef="#br0" timeOffset="135298.71">5828 5885 1596 0,'-4'-8'283'0,"4"4"-187"0,-1-4-49 0,-2-2 10 0,3-2 39 0,-4-2-2 16,2 2-4-16,-3-4 18 16,3 6-31-16,-4 0 16 15,-2 4-59-15,4 2-26 16,-3 0 20-16,-3 2-21 15,-9-6-6-15,-1 2-2 16,-11 0 2-16,-9 0 3 16,-8-6-4-16,-13 6 5 15,-13-4-5-15,-7 6 0 16,-13 1-1-16,-7 6-1 16,-1 1 2-16,-2 6 3 15,-2 2-3-15,4 6 0 16,-3 4 5-16,0 6-5 0,3 6 0 15,3 0 9-15,6 4-1 16,11 0 19-16,10 6-27 16,15 1-2-16,10 7 2 15,7 10 0-15,7 8 1 16,-1 14-2-16,1 10 10 16,-1 13-11-16,-17 65 2 15,4 29 0-15,-2 15 3 16,14-75-3-16,-4-1 2 15,10-3-7-15,1-1 20 16,6 0-6-16,10 7-9 16,1 5 0-16,9-20 0 15,4-78 17-15,2 0-16 0,3 0-2 16,5 55 15-16,5-3-10 16,3-3-4-16,3-3 0 15,1 12 6-15,25 70 33 16,15 33 62-16,15-35-59 15,-29-53-42-15,9-13 48 16,-33-64-48-16,3-2-9 16,0 0 9-16,30 43 5 15,-1-1-4-15,4-2-2 16,2-8 3-16,5-6 18 16,4-9-20-16,2-1 0 15,2-8 12-15,1 0-12 0,3-8 0 16,1-4-1-1,5-8 10-15,0-9 8 0,4-9-17 16,5-13 1-16,8-8 7 16,4-11-7-1,8-13 0-15,71-27-1 0,9-20 1 16,-5 10 9-16,-70 24-10 16,-70 22-4-16,-1-5 4 15,-2-1 1-15,45-31 13 16,3-16-14-16,-4-17 1 15,41-73-22-15,1-33 17 16,-5-37-17-16,-53 77 4 16,-4 21-11-16,-14 9 13 0,-10 12 14 15,-12 3 1 1,-18-15-8-16,-7 4 8 0,-16-2 0 16,-8 3 2-16,-9 5-1 15,-9 2 13-15,4-7-14 16,-4-11 1-16,-1 10 8 15,-3-17-9-15,6 1-14 16,-2 0 8-16,-5 1 0 16,-7-53 6-16,3 15-18 15,-2 41-11-15,-18 21 17 16,31 61-1-16,-2 8-2 16,0 6 13-16,-32-40-2 15,-3 16-4-15,-2 14-14 16,-7 8-44-16,-8 12 28 0,-3 9-86 15,-5 14-70-15,6 11-79 16,6 14-85-16,-52 50-351 16</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40:59.153"/>
    </inkml:context>
    <inkml:brush xml:id="br0">
      <inkml:brushProperty name="width" value="0.05292" units="cm"/>
      <inkml:brushProperty name="height" value="0.05292" units="cm"/>
      <inkml:brushProperty name="color" value="#FF0000"/>
    </inkml:brush>
  </inkml:definitions>
  <inkml:trace contextRef="#ctx0" brushRef="#br0">18895 8005 1382 0,'0'-2'239'0,"0"2"-101"0,2 0-78 0,0 0 1 0,-2 2 7 0,2-2-31 0,-2-2 26 16,0 2 2-16,3 0-2 0,-1 0 3 15,2-2-41 1,12-4-5-16,7-3 55 0,19-5-38 15,20-1-29-15,9-10-4 16,14 0 10-16,2-4-28 16,2 1-98-16,98-28-634 15</inkml:trace>
  <inkml:trace contextRef="#ctx0" brushRef="#br0" timeOffset="783.95">18995 9019 1620 0,'0'0'302'0,"0"0"-209"0,0-2-27 0,0 2 1 0,0 0-13 0,2 0 6 0,-2 0 9 16,2 0-18-16,0 0 41 15,6-4-40-15,5 1-32 16,20-10-14-16,17-5 3 16,18-6-3-16,24-6-6 15,10 2-56-15,70-14-50 16,-118 32-115-16,202-28-236 16</inkml:trace>
  <inkml:trace contextRef="#ctx0" brushRef="#br0" timeOffset="1551.58">19047 10347 663 0,'0'0'1141'0,"0"0"-913"0,0-2-139 0,4 4-19 0,-4-4-37 15,2 2 71 1,0 0-44-16,2-4 4 0,5 2 7 16,3-8-31-16,7 0-19 15,8-4-21-15,14-4-5 16,5-4 4-16,10-7-76 16,6 4-76-16,5-1-81 15,116-28-242-15</inkml:trace>
  <inkml:trace contextRef="#ctx0" brushRef="#br0" timeOffset="2217.77">19289 11390 1669 0,'3'0'233'0,"-3"-3"-169"0,4-5-26 0,5 5-4 0,-1-4 8 0,4 2 0 15,6-4 12-15,4 0 33 16,7-5-61-16,4 0-26 15,7-4-39-15,12-4-129 16,86-39-112-16</inkml:trace>
  <inkml:trace contextRef="#ctx0" brushRef="#br0" timeOffset="2836.51">19287 12699 1564 0,'7'-6'362'0,"4"0"-181"0,7-6-119 0,15-2-61 0,9-2-1 0,8-4-40 0,10-2-94 15,112-30-328 1</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41:20.638"/>
    </inkml:context>
    <inkml:brush xml:id="br0">
      <inkml:brushProperty name="width" value="0.05292" units="cm"/>
      <inkml:brushProperty name="height" value="0.05292" units="cm"/>
      <inkml:brushProperty name="color" value="#FF0000"/>
    </inkml:brush>
  </inkml:definitions>
  <inkml:trace contextRef="#ctx0" brushRef="#br0">4405 7106 693 0,'0'0'483'0,"-2"0"-300"0,2 3-98 0,-4-3-20 0,4-3-19 0,0 3-23 0,0 0 49 16,0-2-27-16,0 2-3 16,0 0-5-16,-2-2-28 15,2 2-1-15,-3-2 10 16,3 2 1-16,0 0 22 15,-2 0-26-15,2 0-8 16,0 0 14-16,0 0-9 16,0 0-10-16,-2 0 22 15,0 0-17-15,0-1 34 16,0 1-40-16,0 1 0 16,-2-2 17-16,0 2-10 15,2-1-2-15,-2 0-5 0,1 0 5 16,-1 2-3-16,-2-2-3 15,4 2-12-15,-1-2 12 16,-2 2-1-16,3-2 3 16,-2 3-10-16,-1-2 17 15,1 3-4-15,-3 2-5 16,-2-2 0-16,5 0 0 16,-5 0 0-16,2 3-4 15,1-1 2-15,-4-2 4 16,0 1 4-16,1 1-6 0,-1 5 0 15,0-4 6 1,-3 1 0-16,1 3 0 16,1-4-6-16,-5 6 7 0,5-5 2 15,0 2-9-15,2 0 1 16,-2 0 0-16,0 2-1 16,-1 2 8-16,2 4 1 15,-6 4-9-15,5 6 28 16,-2 8-19-16,-3 4-7 15,3 9 7-15,-1 6-3 16,-1 2-6-16,1 1 0 16,5 0 0-16,1-2 8 15,5 2-8-15,6 3-2 16,3 5 2-16,5 2 1 16,3 2-1-16,5-4-6 0,4-2 6 15,4-8-8-15,4-5 8 16,0-8-6-16,2-6 6 15,3-3-1-15,-1-6 0 16,1-2-73-16,9-4-122 16,82-2-539-16</inkml:trace>
  <inkml:trace contextRef="#ctx0" brushRef="#br0" timeOffset="1382.31">10970 7018 1608 0,'0'0'287'0,"2"0"-221"0,-2 2-36 0,0-2-30 0,2 0-6 0,0 2 6 0,5-2 1 16,-1 0-1-16,8 6 1 16,1-2-1-16,2 4 23 15,0 2-23-15,3 4 0 16,5 6 16-16,4 10 1 15,6 10 4-15,10 10 15 16,6 15-21-16,7 5 25 16,-2 8-34-16,-5 0-5 15,-4 5 1-15,-7-7 5 16,-11-4 1-16,-9-2-8 16,-13-8 6-16,-12-6 3 0,-13-5-9 15,-7-5 0 1,-14-4 23-16,-13-4-23 0,-1-2-2 15,-5-6-10-15,-4-2-37 16,-3-2-65-16,-5 5-141 16,-101 30-493-16</inkml:trace>
  <inkml:trace contextRef="#ctx0" brushRef="#br0" timeOffset="4299.12">6262 6413 1529 0,'-8'4'183'0,"2"4"-124"0,-5 10-52 0,-7 6-6 0,1 4 19 0,-4 6 14 0,2-4-16 0,3-2-3 16,-2-4-7-16,7-2 7 15,0-2-15-15,-3 0-2 16,1-2-14-16,-5-4-152 16,-49 10-874-16</inkml:trace>
  <inkml:trace contextRef="#ctx0" brushRef="#br0" timeOffset="4519.85">5834 6537 1326 0,'0'0'468'0,"2"0"-404"15,7 2-62-15,0 4 7 16,4 4 36-16,7 2-2 15,5 4-14-15,6 0 8 16,4 2-14-16,8 0-17 16,3 2 4-16,8 0-10 15,6 2-84-15,96 23-446 16</inkml:trace>
  <inkml:trace contextRef="#ctx0" brushRef="#br0" timeOffset="5351.9">8831 6342 1848 0,'0'0'322'0,"2"0"-293"0,0 3-29 0,6 6-39 0,6 14 38 0,-1 9 1 0,3 4 6 15,5 6-6-15,-4-4 1 16,6-8 2-16,-4-4-3 16,1-4 1-16,-6-8-2 15,-5-4 2-15,0-4 11 16,-7-6-12-16,-2 0 1 15,0 0 29-15,-2 0-21 16,-3 0-9-16,1 4-9 16,-5 4 9-16,-2 2 8 15,-12 2-8-15,4-4 0 16,-8-4 25-16,0-2-4 16,-4-4-12-16,2-2-2 15,4-10-6-15,3 0 10 16,11-6-11-16,6-4-12 0,12-4-45 15,13 2-94-15,92-42-133 16</inkml:trace>
  <inkml:trace contextRef="#ctx0" brushRef="#br0" timeOffset="21555.6">19452 8592 1291 0,'0'0'225'0,"0"0"-130"0,2 0-40 0,-2 0-17 15,2-2-10-15,-2 2 28 0,0 0-37 0,2 0-19 16,0 2 20-16,1 2-19 16,0 0-1-16,1 2 12 15,3 2-10-15,-1 2 13 16,0-2-15-16,6-2-9 16,-3 5 9-16,7-6 0 15,3-1 0-15,4-2 14 16,-3-2 1-16,8-2-6 15,-1-6-9-15,0-2 10 0,4-4-1 16,3-4-3-16,-3 0-4 16,-2 0 26-16,-4 2 4 15,-8-2 5-15,3-2-10 16,-4-2-9-16,-3-4 26 16,3 0-32-16,-3-2 3 15,-2 0 7-15,-1 1-21 16,0 4 35-16,-3-1-36 15,3-1 1-15,-2 3 11 16,3 0-12-16,-5 2 0 16,0-2 7-16,-2 0-6 15,-6 2 8-15,0-4-9 16,-4 0 0-16,0-2 5 16,-5 2-5-16,-3-2-11 15,1 2 10-15,-5 1 2 0,1 1 19 16,-1 8-7-16,-2 0-13 15,-2 5 15-15,-1-1-15 16,-6 2-10-16,2 2 4 16,-6-2-4-16,-3 4 9 15,-1 1-6-15,-3 1 7 16,-1 0 3-16,1 2 0 16,-2 0 3-16,1 2-9 15,2 0 13-15,-1 2 1 16,-1 7-11-16,1-4 1 15,5 11 4-15,-1 4 2 16,3 7-7-16,2 5 0 16,8 10 0-16,7 4-8 15,12 2 8-15,13 2-31 16,13 4-34-16,11-5-20 0,12 1 4 16,4-2-117-16,83 72-171 15</inkml:trace>
  <inkml:trace contextRef="#ctx0" brushRef="#br0" timeOffset="26316.89">10437 13487 1062 0,'-2'-2'599'0,"2"2"-478"0,-5-2-71 0,3 2-22 0,0 0 14 0,0-2-25 0,2 2-7 16,-2 0 26-16,2 0 0 15,-2 0 11-15,2 0 7 16,0 0 19-16,0 0 16 16,0 0-44-16,0-2-30 15,0 2 27-15,2 0-33 16,-2 0 1-16,0 0-10 15,2 0-1-15,4-4 0 16,3 2 0-16,9-2 1 0,5-2 9 16,8 0-9-1,0-6-1-15,-2 6-5 0,-3 0-15 16,-10 4 10-16,-7 2-11 16,-5 2-40-16,-8 2 61 15,-3 2-21-15,-4 8 22 16,-7 4 4-16,-6 4 4 15,-1-4-10-15,8-4 11 16,6-8-4-16,3-2 13 16,6-2-11-16,2-4-14 0,2 2-10 15,3-4-25 1,4-2-7-16,2-4-14 0,12 0-41 16,-1-4-104-16,33-8-695 15</inkml:trace>
  <inkml:trace contextRef="#ctx0" brushRef="#br0" timeOffset="28853.19">22192 8562 667 0,'0'0'798'0,"0"0"-677"0,0 2-86 0,0 0 4 0,3 4-5 0,-1 0 32 0,0-2 0 15,2 2-25-15,-2 4 25 16,4-6-45-16,-2 2 4 16,2-1 8-16,3 2-22 15,0-3-5-15,2 0-5 16,2 0 0-16,10-4 23 16,4-4-24-16,2-2 6 15,6-6 1-15,3 2 4 16,-1-6-2-16,2 0 1 15,-5-2 17-15,-5-4 39 16,-4-4-24-16,-2-2 0 0,-3-4 47 16,-4-2-62-1,-3-2-5-15,-4-4-22 0,-5 0-10 16,-4-5-13-16,-2 1 20 16,-4 0 3-16,-1 6 9 15,-4 2-7-15,2 6 14 16,0 6-15-16,1 4 8 15,-6 4 37-15,3 2-45 16,-3-2-1-16,-3 1 21 16,-4 4-6-16,-3-1 11 15,-1 6-26-15,-6 2 6 16,-5 5 1-16,-6 6-7 16,-7 7-6-16,-6 8 6 15,-11 12 0-15,2 12-4 0,-3 14 4 16,5 10-14-16,2 10 13 15,11 7-153-15,-2 117-359 16</inkml:trace>
</inkml:ink>
</file>

<file path=ppt/ink/ink1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42:25.443"/>
    </inkml:context>
    <inkml:brush xml:id="br0">
      <inkml:brushProperty name="width" value="0.05292" units="cm"/>
      <inkml:brushProperty name="height" value="0.05292" units="cm"/>
      <inkml:brushProperty name="color" value="#FF0000"/>
    </inkml:brush>
  </inkml:definitions>
  <inkml:trace contextRef="#ctx0" brushRef="#br0">14225 12573 358 0,'0'-4'452'0,"-5"1"-313"0,5-1-56 0,-2 1 43 0,0-1-35 0,0 2-71 15,0 0-8-15,2-2 15 16,-3 1 19-16,1 3 1 16,0-1-46-16,-3-1 36 0,3 2-37 15,-3-4 0 1,5 2 8-16,-2-4 9 0,0-1 26 15,0 4-24-15,2-1-18 16,-2 1 50-16,0 3-51 16,2-1 1-16,-5 2 43 15,3-1-22-15,2 0 6 16,-2-1-28-16,-1 1 0 16,1-3 11-16,-3-1-11 15,1-2 0-15,2 5 2 16,0-3-1-16,0 0-2 15,2 1-44-15,0 2-42 16,-3-4 12-16,1 0-28 16,2-2 43-16,-4 1-32 15,2 1-29-15,-6-4 22 16,4 4 45-16,2-2-66 16,-2-8 49-16</inkml:trace>
  <inkml:trace contextRef="#ctx0" brushRef="#br0" timeOffset="281.39">14118 12408 698 0,'0'0'210'0,"-2"2"-112"0,0-2-98 0,0 2-5 0,-2 0-17 0,2 0-5 0,0 0 27 0,2-2 9 0,0 0 9 16,0 0 36-16,0 3 1 16,0-3-5-16,-2 0-38 15,2 1-12-15,-2 1-66 16,-5 9-180-16</inkml:trace>
  <inkml:trace contextRef="#ctx0" brushRef="#br0" timeOffset="2450.46">14108 12396 1165 0,'0'0'499'0,"-2"0"-391"0,2 0-39 16,0 0-54-16,0 0 60 16,0 0-42-16,2-2-3 15,-2 2 56-15,4 0-29 16,-4-2 9-16,0 2-6 16,0 0-35-16,0 0 71 15,-4 0-51-15,4 0-36 16,0 0 26-16,0 0-7 15,4 0-13-15,-4 0-15 16,0 0 21-16,0 0 8 16,0 0-29-16,0 0-8 15,0 0 8-15,0 0 0 16,10 11 1-16,-3-4-1 0,4 1 7 16,-2-2-2-1,2 5-5-15,-2-2-2 0,5 1 1 16,-2 0 1-16,2 5 0 15,2-4 0-15,-3 3 6 16,0-2 0-16,3 1-6 16,-3-5-1-16,-1-1 1 15,-1 2 1-15,2-3 6 16,1-3-7-16,-3 4 6 16,4 1-6-16,1-4 0 15,-1 2 0-15,5 0 3 16,1 0-2-16,3 0 0 0,-2-2-1 15,3 2 0 1,2-4 8-16,-3 4-8 0,3-2-8 16,-3 0 8-16,3 0 0 15,2 2 3-15,-5 2-3 16,8-2 0-16,-3 0 0 16,0 2 0-16,2-2-15 15,2 0 14-15,1 0 2 16,1 2 6-16,-2-2-7 15,1 2 0-15,0 2-2 16,-3-4 2-16,-5 2 0 16,3 0-4-16,-2-4 11 15,0 0-5-15,2-2-2 0,0 0 0 16,2 2 10 0,0-2-10-16,5 2-3 0,1-2 3 15,2-4 1 1,1 2 8-16,0-6-9 0,0 4 0 15,-4-2 7-15,2 2-7 16,-1-2 0-16,1-4-7 16,1 4 14-16,-2-2-4 15,3 0-3-15,-2 2 0 16,0-4 2-16,0 0-2 16,-3 2-5-16,3-4-1 15,0 2 12-15,0-4-1 16,2 2-5-16,-2 0 0 15,-1-4 9-15,2-2-9 16,1 2-5-16,0-4-5 0,-5 0 20 16,6 4-7-16,-6-4-3 15,1 4 0-15,-3 2 2 16,3-1-2-16,-5 4-8 16,0 3 1-16,-2-5 14 15,2 4-11-15,-6-4 4 16,4 4 0-16,-6-1 4 15,1-5-4-15,0 3-11 16,-4-2 10-16,5 4 2 16,-5-2 2-16,2 0-3 15,-1 2 0-15,-2-2 1 16,1 4-1-16,3-4 0 0,-1 0-1 16,0 0 9-16,-4-6-10 15,0 2 2-15,2-4 0 16,-2-2 13-16,-1-2-13 15,-3 2 0-15,-3-1-1 16,1 3 2-16,-6-4 24 16,-1-2-25-16,-5-2 1 15,0-2 5-15,-5-2-6 16,-1-4 3-16,-4-6-10 16,2-4 14-16,-4-2-5 15,3 0-2-15,-2 2 0 16,3 6 6-16,-4 2-6 15,-1 3-9-15,-3 3 8 16,3 2 2-16,-3 0 12 16,-1 0-13-16,-1 0-16 0,-4 0 5 15,2 2 11 1,-1 2-18-16,-1 0 17 0,0 2 2 16,0 4-4-16,-5 0 3 15,0 3-3-15,-2 0 3 16,-7-3 0-16,1 4 1 15,-5-4-7-15,-1 0 13 16,-1 5-5-16,0-3-2 16,-3 6-8-16,3-4 8 15,-1 0 0-15,3 0 1 16,1-2-2-16,-2-2 2 16,3 2 5-16,3-4-6 15,-5 2-3-15,4 0 3 16,-1 2 0-16,-4 0-2 0,3 1-4 15,-5 6 12-15,-1 0-5 16,2 2-1-16,-5 0-6 16,1 3 6-16,-4 4 0 15,-3-1-7-15,-3 1 5 16,-4 0 4-16,-3 0 8 16,-1 0-10-16,-1 0-3 15,3 0 3-15,-3 1 0 16,5 2 0-16,-5 1-9 15,5 2 24-15,-2-1-10 16,2 2-5-16,2-3-6 16,3 3 6-16,-1 2 0 0,2 1-2 15,-4 2-4-15,4 0 12 16,2 2-13-16,-2-2 7 16,2 2-6-16,4 0 6 15,-4 2 1-15,3 0 5 16,-4-4-12-16,4 6 14 15,-1-2-10-15,4 0 2 16,-1 4-9-16,0 4 9 16,2 2 0-16,1 8-1 15,2 0 1-15,-3 9 0 16,3 3-1-16,1 4 1 16,2 8-3-16,3 8 3 15,5 10 0-15,2 10 10 16,6 11-10-16,10 3 0 15,3 5 10-15,12-7-10 0,6-6 0 16,5-8 0-16,8-1 1 16,6-11 19-16,2-8-20 15,6-6 0-15,1-12 8 16,9-8-8-16,9-4 0 16,2-4 4-16,11-6-3 15,5-6 13-15,6-8-14 16,7-7-2-16,4-7-28 15,9-7-27-15,2-5-97 16,5-6-10-16,10-6-73 16,63-32-43-16,72-62-1045 15</inkml:trace>
  <inkml:trace contextRef="#ctx0" brushRef="#br0" timeOffset="7115.46">21395 6852 875 0,'0'0'208'16,"0"-2"-62"-16,-3 2-17 0,1-3 27 0,0 3-51 0,-2-1-3 0,0-2-62 0,-4 0 59 15,-1 1-57-15,3 0-10 16,0-2 13-16,-4 1-11 16,1 3-28-16,1-1-6 15,-2 1 12-15,-1 0-6 0,-2 1-6 16,-3-1 0-16,-1 3 0 15,-3 1 12-15,-3-4-4 16,-6 2-7-16,-6 0 20 16,-5 0 14-16,-4-1-34 15,-4 3-1-15,-1-4 43 16,-2 5-10-16,-5-3-18 16,-2 2-15-16,0 0 15 15,-6-1-3-15,1 2-12 16,-3 1 0-16,3 4 3 15,-1-2-2-15,6 0-1 16,2 2 0-16,9-6 6 16,3 0 3-16,2 2-9 15,-1 0-3-15,1-2 3 16,1-2 0-16,1 0 1 0,5 2-1 16,3-2 8-16,1 2 10 15,2 2-18-15,4-4 0 16,-2 0 1-16,2 2 0 15,-4 0-1-15,-6 2-1 16,-2 4 1-16,-3 0-3 16,-2 0 3-16,-3 2-1 15,-4 0 1-15,4 0 0 16,-1 0 1-16,1-2-1 16,1 5 1-16,-1-4 9 15,1 5-10-15,-8 2-4 16,0 0 4-16,-2 5 0 15,0-4 17-15,-2 3-17 16,2 1 0-16,4 1-2 16,-2-2 2-16,-6 2-4 15,2 2 2-15,-5 0 4 0,7 4 1 16,-4 2-3-16,2 0 0 16,0 4-2-16,0 0 2 15,-3 6-6-15,10 1 6 16,-3 1 0-16,3 0 6 15,2 2-6-15,3 0 0 16,1-2-2-16,3 0 2 16,3 1-12-16,-2 3 12 0,-1-1 8 15,1 6-1 1,-7 3-7-16,4 4 0 16,3 2 2-16,0-1-2 0,4 3-9 15,1-2 9-15,3 2 1 16,2-4 16-16,6-8-17 15,4-5 0-15,1-11 0 16,5-4 0-16,1-6 0 16,3-2 0-16,1-2 1 15,-6 2 13-15,3 6-14 16,-2 4 2-16,-3 6 43 16,3 2-45-16,-1 2 0 15,-3 3 14-15,3-4-13 16,3 2 17-16,3-5-18 15,-1-2 0-15,9-6 17 0,7-2-5 16,-1 4-11-16,3-4 15 16,1 0-15-16,6 6 33 15,3 0-14-15,0 5-19 16,4 0 46-16,4 2-47 16,2-1 0-16,2 0-1 15,6 0 13-15,3-4-2 16,1 3-10-16,7-1 1 15,4-4 20-15,2 0-13 16,5-3-8-16,1 2 16 16,6-7-14-16,-4 0 31 15,5-2-33-15,-1-2 1 16,3 0 19-16,5-4-20 0,-1-4 0 16,4-4-1-1,5-4 12-15,5 1 23 0,6-5-34 16,3-1 1-16,0 1 15 15,-3-2-15-15,-6 0 24 16,-6-4-6-16,-8-2-4 16,-4-4 5-16,-2 2-20 15,7-7 0-15,-3 2 9 16,-2-5-9-16,2 2 1 16,-6 4-2-16,-1 0 3 15,-3 4 8-15,1-2-10 16,-2 2 0-16,5-2 3 15,-3-2-3-15,5 0-3 16,-1 0-6-16,6-4 18 16,1 2-15-16,3-2 6 0,0 4-5 15,2-2 5 1,0 4 0-16,-4 0 0 0,4 0-10 16,-7 1 20-16,1 2-8 15,-2-1-2-15,6-2-5 16,0 0 5-16,6 2 0 15,7-4 8-15,-2 2-16 16,-2 0 17-16,-2-1-3 16,-6 5-6-16,-5 0-6 15,-3 3 6-15,2-1 0 16,3-6-2-16,10 1 2 0,3 0 0 16,5-5 3-1,3 2-3-15,3-5-9 0,-2 3 9 16,-7 0 0-16,-2 4 0 15,-13 1-10-15,-5-4 22 16,-11 3-8-16,-7 2-4 16,-2-4 0-16,5 0 0 15,-4-2 0-15,9-2 0 16,3-6-6-16,0-6 18 16,3-6-28-16,-3 2 16 15,0-2-12-15,-3 0 10 16,-10 4 2-16,-7 1 0 15,-7 5 0-15,-8-4 1 16,-2 0 11-16,2-4-12 0,0-8-15 16,4-6 5-1,-2-2 2-15,2-2-12 0,-2-5 19 16,2 2 2-16,-3-2-7 16,-1 1 6-16,-2 6-2 15,-5 0 2-15,-2 4 12 16,-7 2 5-16,-2-5-17 15,-5 4 24-15,1-9-11 16,2-5-13-16,0 3-9 16,3 0-4-16,1 0-4 15,3 8-7-15,-3 1 23 16,-4 7-22-16,-2 0 7 16,-8 3 16-16,-2 0 0 15,-6 3 6-15,-7 0-5 16,-1-4 8-16,-10-2-9 0,-5-4 0 15,-3 2-3-15,-6-9 3 16,-4 0-17-16,0-8 17 16,-1 5 2-16,3 4 7 15,-2 2-9-15,0 8 0 16,-1 0-12-16,-8 4 12 16,-2 2-11-16,-7-5 11 15,1 2 0-15,-4-3 18 16,6-1-18-16,1-1 0 15,11 4 9-15,0 0-9 16,4 6 0-16,1 2 10 16,7 0-4-16,1 4 12 0,3 2-18 15,5 4 0-15,0 0-1 16,0-1 1-16,0 7-6 16,-2-1 0-16,-4 0 12 15,-3 0-5-15,2 0-1 16,-2-3 0-16,5 4 3 15,-5-4-3-15,-2 0-6 16,-1-4 5-16,1 0 2 16,-1-4 14-16,-2 4-15 15,-2-2 0-15,-4 0-6 16,-6 0 6-16,1 0-3 16,-4 0-5-16,-2 4 16 15,0-4-1-15,4 2-7 0,-2 0 0 16,6 4 3-16,4 0-3 15,3 1-19-15,3 0 17 16,4 4 4-16,7 0 8 16,2 2-10-16,7 4 0 15,-3-1-3-15,5 4 3 16,-2 0-13-16,1 0 5 16,0 1 16-16,0 2-16 15,1 0 8-15,1 1 0 16,-2 4-3-16,3-2 3 15,-1 1-4-15,-2-3-4 16,4 0 16-16,-3 1-5 16,3-3-3-16,-2 5 0 0,-3 1-27 15,-10 6-27 1,-10 5-110-16,-7 12-154 16,-111 69-392-16</inkml:trace>
  <inkml:trace contextRef="#ctx0" brushRef="#br0" timeOffset="8364.34">16475 10922 1377 0,'0'0'248'16,"0"0"-173"-16,0 0-47 0,0-1-17 0,2 1 25 0,-2 0 1 0,0 0-29 0,0 0 109 15,0 0-66-15,2 0 22 16,-2 0-7-16,0-3-31 16,2 3 4-16,1 0-26 15,0-1-5-15,5-4 41 16,3-1-22-16,7-6 2 15,5-4 14-15,3-4-23 16,10-8-14-16,4 0-6 16,4-6 0-16,10-2 16 15,0 0-14-15,6-5-2 16,0 4 24-16,-2 2-18 0,-3 5 4 16,-8 6-10-16,-7 6 0 15,-11 4 3-15,-11 8-3 16,-9 4-6-16,-5 2 5 15,-4-2 2-15,-2 2 11 16,4 0-12-16,5-2 0 16,0 0-23-16,6-4 23 15,3-4-100-15,6 2-20 16,5-6-146-16,45-22-677 16</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1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43:07.127"/>
    </inkml:context>
    <inkml:brush xml:id="br0">
      <inkml:brushProperty name="width" value="0.05292" units="cm"/>
      <inkml:brushProperty name="height" value="0.05292" units="cm"/>
      <inkml:brushProperty name="color" value="#FF0000"/>
    </inkml:brush>
  </inkml:definitions>
  <inkml:trace contextRef="#ctx0" brushRef="#br0">18124 11721 1717 0,'0'0'276'0,"0"0"-138"0,0 0-38 0,0 0-26 0,0 0-34 0,0 0-38 0,0 0 14 0,2-3-23 0,-2 6 7 0,0-6-20 15,-2 6 5-15,2-3-208 16,13-21-497-16</inkml:trace>
  <inkml:trace contextRef="#ctx0" brushRef="#br0" timeOffset="957.69">18080 11841 1293 0,'-3'-2'536'0,"-2"0"-410"0,3 2-36 0,2-2-38 0,0 2 20 0,0 2 47 0,0-2-44 16,0 0-6-16,0 0 6 15,0 0-18-15,0 0-2 16,2 0-26-16,-2 0-28 16,5-2 19-16,-2 2-20 15,6-6-1-15,3 2-1 16,11-2 2-16,4-2-6 0,0-2 5 15,-8 2-5-15,2 4-11 16,-11-2 17-16,0 3-15 16,-1 3 15-16,-7 0-8 15,-2 0 7-15,-2 3-15 16,-5-3-4-16,2 8 19 16,-6 4 1-16,-7 6 0 15,-6 4 10-15,-3 0-10 16,2-8 16-16,6 0-16 15,7-6 0-15,8-6 9 16,4-2-9-16,2 0-6 16,5-4 5-16,11-2 2 15,3-4 9-15,11-4-10 16,2-4 0-16,-8 4-4 16,-1 2 4-16,-9 4-1 0,-10 3 1 15,-4 4 6-15,-2 1 10 16,-4 0-16-16,0 1 0 15,-3 2 10-15,-9 1-10 16,-3 2-3-16,-6 4 1 16,-2-2 4-16,2 0-11 15,7 2 9-15,5-6-16 16,7-2 15-16,6 0-103 16,0-2-84-16,4 2-73 15,0-2-25-15,21-16-1254 16</inkml:trace>
  <inkml:trace contextRef="#ctx0" brushRef="#br0" timeOffset="2315.73">22560 9232 1689 0,'0'-2'265'0,"0"4"-154"0,0-2-70 15,0 0-5-15,4 2-6 0,-4-2 3 0,3 0-3 0,-1 0-9 16,0 0-11-16,0 0 52 15,2 0-40-15,4-2-1 0,3 2-3 16,5-2-1 0,-3 2-1-16,-3-2-16 0,0 0 0 15,-1 2 3-15,-7 0-3 16,-2 0-2-16,-2 0-4 16,-1 2 12-16,-3-2 3 15,4 2-8-15,-1-2-1 16,3 2 30-16,-2-2-30 15,2 0 7-15,0 0-4 16,5 0-3-16,1 0-24 16,5 2-18-16,9 0 42 15,12 2-13-15,7-2 13 16,9-2-194-16,56-8-182 16</inkml:trace>
  <inkml:trace contextRef="#ctx0" brushRef="#br0" timeOffset="12299.82">2588 10349 607 0,'0'0'517'0,"3"0"-417"0,-6 0-59 0,6 0 1 0,-3-2-21 0,0 2 54 0,0 0 3 15,0 0-3-15,0 0-12 16,0 0-18-16,0 0-45 16,0 0-14-16,0 0-5 15,4 14-49-15,-2 18-283 16</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1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43:54.214"/>
    </inkml:context>
    <inkml:brush xml:id="br0">
      <inkml:brushProperty name="width" value="0.05292" units="cm"/>
      <inkml:brushProperty name="height" value="0.05292" units="cm"/>
      <inkml:brushProperty name="color" value="#FF0000"/>
    </inkml:brush>
  </inkml:definitions>
  <inkml:trace contextRef="#ctx0" brushRef="#br0">16972 10106 863 0,'0'0'243'0,"0"0"-206"0,-3 0 250 0,3 0-148 0,0 0-50 0,-2 0-43 15,2 0 22-15,-2 0-19 16,0 0 1-16,2 0-28 16,-2 0 28-16,0 0-28 15,-1 2 20-15,3-4-3 16,-2 2 9-16,0 2-13 16,0-2-16-16,0 0-18 15,-4 0 33-15,5 0-24 16,-4 0-9-16,-1 0 13 15,-1 0-8-15,-2 0 3 16,0 0 0-16,0 0-8 0,-2-2 10 16,0 2-11-16,0-2 0 15,0 2 0-15,-3 0 1 16,3-2 7-16,-3 2-8 16,2-2 0-16,0 2 13 15,1-2-12-15,0 0-1 16,-5 2 6-16,5 0-6 15,1 0 8-15,-2 0 2 16,1 2-10-16,-3-2 27 16,3 2-27-16,-5 0 2 15,3 0 13-15,2 0-5 16,-2 0 4-16,2 0-14 16,0 2 0-16,1 2 17 0,-3-2-17 15,2 3-11-15,0-3 11 16,-2-3 0-16,1 3 10 15,4 2-10-15,-3 1 0 16,-3-2 6-16,1 5-6 16,1-2 0-16,-3 2 0 15,4 0 1-15,-1-2 1 16,4-1-2 0,-3 0 1-16,4 0 4 0,0-1-5 15,1-1-4-15,-1 6 3 16,3-4 2-16,-4 4 6 15,0-1-7-15,6 2 0 16,-3 0 2-16,1 2-2 16,2 0 0-16,-3 2 3 0,0 0 3 15,1-2 2-15,0 2-8 16,-3-4 1-16,5 4 6 16,0-6-7-16,0 4 0 15,2 0 19-15,0-2-13 16,2 2 23-16,-2-2-24 15,0 0-4-15,0-2 12 16,0 3-13-16,2-6-5 16,-2 1 4-16,2 2-2 15,2-3 3-15,-1-2 0 16,-1 5 7-16,2-3-4 16,-4 1-3-16,4 2 0 0,-1-2 0 15,0-2 0-15,1 2 9 16,-2-1-9-16,0 1 0 15,0 3 4-15,3-1-3 16,-3 6-1-16,0-4 24 16,-2 0-22-16,0-2 19 15,0 0-21-15,0-4 1 16,0 0-1-16,4-2 0 16,-2 4 0-16,1 0 0 15,0-2 1-15,1 4 5 16,1-2-6-16,-3 0 1 15,0 2 6-15,0-2-7 16,2-2-1-16,-2 2 1 16,2-2 0-16,-1-2-3 0,0 2 3 15,4 0 0 1,-3-2 1-16,0 2-1 0,5 2 0 16,-2 0-6-16,2 0 12 15,-1 0-3-15,-1 2-3 16,3-2-2-16,-2-1 2 15,1 2 0-15,5-3 1 16,-6 2-2-16,3 2 2 16,1-2 1-16,-1 2-2 15,0-2-1-15,0 1 1 16,-2 0 0-16,2 0 1 16,0-4-2-16,0 4 2 15,3-5 0-15,-3 0-1 16,0 2-3-16,3-4 3 15,1 2 0-15,-3 2-1 16,-4-2 0-16,5-2 2 0,-3 2 4 16,0-2-5-16,-1 0-6 15,5-1 6-15,-3 4 0 16,2-3-7-16,1-2 7 16,-1-2 0-16,1-3 2 15,-4 4-2-15,4-1 0 16,-1-2 7-16,-1 0-7 15,1 0-7-15,0 1 6 16,-1 0 2-16,1-1 12 16,5 0-13-16,-1-3-1 15,3-2 0-15,-2 3 1 16,2-1-1-16,-2 4 1 16,2-5 0-16,-4 1 5 0,-1 1-5 15,1 1-3-15,-3-6 3 16,1 5 0-16,1-2 0 15,-3 1-1-15,1 0 2 16,-7-1 3-16,6 1-4 16,-6 0 0-16,-1 1 2 15,-1-2 4-15,0-4-7 16,-2 0 1-16,2-2-3 16,-3 2 1-16,2 0 2 15,-1-4 0-15,5 2-2 0,-5-2 1 16,2-2-5-16,-2 4 6 15,0-2 0 1,1-2 2-16,-1 4-2 0,1-2 0 16,-3 0 1-16,0 2-1 15,0-1 0-15,0 0 0 16,-3 2 0-16,1-2-6 16,2 3 6-16,-3-2-21 15,3 1-2 1,-2-1 13-16,2 2-2 0,-2-2-2 15,0 0 8-15,0 4 6 16,0-4 0-16,-3 0 6 16,1-4-6-16,-4 0 0 15,2 2-1-15,2-4 0 0,-3 0 1 16,3 0 3-16,-6 0-3 16,4 4 1-1,-5-2 5-15,-1 1 11 0,-1-1 5 16,-1 4-7-16,4-1-6 15,-1-3 6-15,1 3-15 16,2-3 0-16,1 4 1 16,-1 4 0-16,-4 2 0 15,1-2-1-15,-2 2 1 16,1 2 4-16,-3-2-5 16,3 4-12-16,4 0 11 15,-3-2 1-15,-1 2-8 0,4-2 5 16,-1 2-19-1,-3 2 21-15,1 0-18 0,3 2-4 16,-1-2 23-16,0 2 0 16,0 0 1-16,0 2-1 15,0 0-14-15,0 0 5 16,3 4 5-16,-4 4-8 16,1-2-29-16,1 6-34 15,1-2-43-15,2 5-109 16,8 15-422-16</inkml:trace>
  <inkml:trace contextRef="#ctx0" brushRef="#br0" timeOffset="2598.34">21495 8626 1347 0,'0'0'321'0,"0"0"-223"0,0 0-68 0,0 0-11 0,0 0-17 0,0 0 10 0,0 0 0 0,0 0 13 15,2 0 13-15,-2 0 11 16,-2 0-11-16,2 0 16 16,0 0-20-16,0 0-11 15,0 0 23-15,0 0-35 16,0 0-10-16,14 10 0 15,-8-1 6-15,1-1-1 16,-1 2-6-16,4 2 8 16,3-2-9-16,-3 4 1 15,4-5 0-15,3 1 0 16,0 1 2-16,-2-4-4 16,1 4-11-16,-3-7-4 15,3 0 7-15,-3-2 4 16,1-4-5-16,1 0 11 15,3-2 0-15,-5-2 0 0,5-2-18 16,-5 2 10-16,1-1 7 16,3 2-21-16,-1-5 22 15,-3 2 9-15,1-2-8 16,-3-3 6-16,-2 1-7 16,-2 1-3-16,0-7 3 15,1 5 0-15,-3-3 0 16,0 0 0-16,-1 2-1 15,-2-4 1-15,3 0 1 16,-1 0 7-16,0-6 0 0,1 4-8 16,3-4 0-1,0 2 0-15,-2 0 1 16,3 2-1-16,-5 4 15 16,0 2 1-16,2-3 5 15,-2 3-20-15,-2 3 9 0,0-1 22 16,-4 2-19-16,0-3 16 15,-2 4-29-15,-2-5 1 16,2 3 10-16,-2-3-11 16,-1 2 1-16,1-2 5 15,-2 0 0-15,0-2 0 16,1 0-5-16,-2 2 0 16,1-2 35-16,-2 0-4 15,2 2-11-15,-1-2-3 16,-3 2-3-16,1-4 0 0,-3 2-15 15,2 3 0 1,1 0 8-16,-5 3 1 0,5-3-9 16,-5 8-6-1,-1-1 6-15,3-2 27 0,-1 4-18 16,-2-5 1-16,5 1 13 16,-2 1-8-16,-2 0-6 15,5-2-1-15,2 4-7 16,0 1 10-16,-2 0-11 15,0 0-4-15,2 2 4 16,1 1 0-16,-8-3-10 16,5 4 10-16,-1 0 0 15,-3 0 3-15,1 0-3 16,1 0-8-16,-5 0 8 0,1 4-1 16,-4-4 0-16,1 1 1 15,-2 1 0-15,0 2 2 16,-3-1-2-16,2-2 0 15,2 3 13-15,-2-1-13 16,3-1 0-16,3 3 0 16,-6-1 7-16,6 3-5 15,-6 0-2-15,1 8 1 16,-5-1 10-16,-2 2 4 16,-7 4 39-16,3 0-14 15,2-2-29-15,8-4 10 16,6 0-21-16,3 4-3 15,1 0 3-15,-3 10 15 0,3 4-9 16,-1 6 1-16,1 4-1 16,2 2 2-16,4 1-8 15,1-1 1-15,3 0 4 16,-1-4-5-16,8-2 0 16,4 0-1-16,3-4 2 15,4-1 5-15,9-4-6 16,5 0 1-16,3-8-1 15,3 0 0-15,2-3 0 16,5-2 0-16,-3 0 2 16,3-8-10-16,1-2 1 0,1 0-40 15,-1-6 8 1,1-4-58-16,-2 2-38 16,-3 0-72-16,39 2-113 15</inkml:trace>
</inkml:ink>
</file>

<file path=ppt/ink/ink1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44:31.750"/>
    </inkml:context>
    <inkml:brush xml:id="br0">
      <inkml:brushProperty name="width" value="0.05292" units="cm"/>
      <inkml:brushProperty name="height" value="0.05292" units="cm"/>
      <inkml:brushProperty name="color" value="#FF0000"/>
    </inkml:brush>
  </inkml:definitions>
  <inkml:trace contextRef="#ctx0" brushRef="#br0">6439 13026 808 0,'0'0'137'0,"-2"0"-83"0,2 0-53 0,-2 0 11 0,-4 2-12 0,3 0 0 16,-3 2 0-16,2 0 0 15,2-2 13-15,-2 2 7 16,4-4-7-16,0 0 17 16,-2 0 33-16,2 0 30 15,0-2-16-15,2 2 11 16,-2 0 29-16,0 0-28 15,0 0-47-15,-2 0 33 16,2 0-35-16,0 0-1 16,0 0-1-16,0 0 5 15,0 0 8-15,0 0-13 0,0 0-7 16,0 0 37-16,0 0-20 16,0 0 1-16,0 0 10 15,0 0-13-15,0 0 8 16,0 0-12-16,-11-4-12 15,9 2 12-15,-4 2-7 16,4-2 2-16,0 0 1 16,-4 2-25-16,2-2 22 15,-3 2-10-15,-1 2-10 16,1-2 14-16,-2 2-17 16,2 0-6-16,1-2 7 0,-3 4-7 15,0 0 15-15,-2 2-10 16,0-2-10-16,-3 2 21 15,-3 2 2-15,3 4-12 16,-1 0 15-16,-3 2-20 16,5 4 25-16,1 2-25 15,-3-2-5-15,4 4 13 16,1 5-14-16,0 2 0 16,-1 2 13-16,1 3-13 15,4 2 15-15,4-4-16 16,-1 4 1-16,1-2 13 15,2 2 1-15,0-4-15 16,2-4 0-16,1-2 8 16,1-4-5-16,0-4-3 0,3-1-12 15,0-7 12-15,0-2 0 16,1 3 0-16,-1-3 0 16,4 1 0-16,5-4-10 15,0 2 10-15,1-1-26 16,5 2-20-16,1 2-23 15,4 4-56-15,4 2-88 16,44 30-251-16</inkml:trace>
  <inkml:trace contextRef="#ctx0" brushRef="#br0" timeOffset="1030.77">9490 12873 1666 0,'-2'-1'306'0,"4"1"-150"0,-2 0-60 0,3 0-36 0,1 1-20 0,5 4-39 0,4 7 28 0,9 7 19 16,1 9-8-16,4 9 4 16,-1 9 16-16,-4 8-24 15,1 6 30-15,-7 6-8 16,-6 5-14-16,-7-3-5 16,-6-6-9-16,-1-2-2 15,-10-12-19-15,1-4-7 16,-7-10 14-16,-2-6-14 15,0-2-2-15,-3-5 4 16,2-3-4-16,-1-2-46 16,4-4-109-16,-2 6-161 0,-41 4-468 15</inkml:trace>
  <inkml:trace contextRef="#ctx0" brushRef="#br0" timeOffset="15813.62">11791 8035 616 0,'0'-2'933'0,"0"2"-740"0,0-4-119 0,0 1-8 0,3-2 13 0,-1 3-5 0,0-2-16 15,0 2-25-15,1-3-9 16,6 4 24-16,-1-1-36 16,9 0 9-16,2 0 24 15,6 2-18-15,4-4-16 16,4 4 4-16,-2 4-14 16,3-4 16-16,-1 2-17 15,2 0 0-15,0 0-2 16,-7-1 3-16,1 2-1 15,-9-3 0-15,-4 2-22 0,-9 0 14 16,-9 0-47 0,-9 6 7-16,-12 0 1 0,-8 2-40 15,-10 4 12 1,-3-4 30-16,-1 2 11 0,1-4 33 16,4-2-1-16,1 0 1 15,6-4 1-15,0 0 9 16,6-2 18-16,10 0 9 15,1 0 16-15,13 0 40 16,1 0-46-16,7 0-38 16,2 2 2-16,4 2 7 15,11 0 14-15,10 4-2 16,5-4-16-16,10-2 16 16,0 0-13-16,2 0-10 15,-5 0 6-15,-4 0-10 0,-9 0 31 16,-6 0-33-16,-14-2-2 15,-6 2 1-15,-7-2 0 16,-8 4 2-16,-9-2 9 16,-8 2-3-16,-12 2-14 15,0-2-10-15,1 4-73 16,5 0-78-16,10 0-127 16,-12 12-764-16</inkml:trace>
  <inkml:trace contextRef="#ctx0" brushRef="#br0" timeOffset="23582.08">1939 14562 1538 0,'-2'0'225'0,"-3"-2"-109"0,1 2-29 0,0 0-11 0,2 0-31 0,-1 2-4 16,1 0-17-16,-1 4-5 15,1 0-4-15,0 2 20 16,0 0 1-16,0-6 18 16,-3 6-11-16,3-6-5 15,0 0 7-15,2 2-17 0,0-4 2 16,0 4-4-16,2 0-25 15,5 4 28-15,4 2-29 16,4 4 1-16,10-2 26 16,2 0-18-16,2-2-9 15,2-2 11-15,3 0-10 16,-8-4 13-16,3 4-14 16,-7-8 1-16,1 6 6 15,-7-4-7-15,-3 0-6 16,-9-2 6-16,-2 4 0 15,-2-4 11-15,-4 4-2 16,-11 2-8-16,-6 10 14 16,-12 2-15-16,-5 2-16 15,-3-3 15-15,4 1 1 16,8-6 1-16,0-2-1 0,6-6 0 16,10 0 0-1,5 0 1-15,5-4-1 0,3 0-1 16,3-4-25-16,1 1 17 15,5 2-21-15,11-7 30 16,5 2 2-16,10-6-1 16,3 2 0-16,-1-7-1 15,6 8 1-15,-5-5 17 16,0 5-18-16,-7 0-5 16,-4 4 5-16,-12 5 2 15,-3 0-2-15,-10 0-2 16,-4 5 2-16,-10 4 32 15,-5 5 1-15,-12 4-27 16,-3 4 3-16,-5-3 3 16,3-7-11-16,3-2-1 0,7-2 1 15,1-7 12-15,10 2-8 16,6-3-4-16,0 0-2 16,7-3-4-16,4 2 3 15,-1-3-41-15,4-9 22 16,2 4 21-16,6-5 0 15,5 1-1-15,-4 4-5 16,1 0 0-16,-5 5 6 16,-5 3-21-16,-5 2-35 15,-2 3-20-15,-4 5 40 16,-4 3 3-16,-1 2-32 16,-6 4-85-16,-1 0-21 0,-1-4-97 15,-22 4-660-15</inkml:trace>
  <inkml:trace contextRef="#ctx0" brushRef="#br0" timeOffset="24765.28">2148 14801 1059 0,'-6'-3'288'16,"-3"3"-6"-16,-7 0-132 0,-4 3-35 0,5-2-31 0,-1 4-24 0,1 0-6 15,4-1-31-15,-3-1-1 0,7 3-4 16,3-6-1-16,4 0-16 16,2 0 8-16,3 0-9 15,8-5-7-15,5 1 2 16,7-5 5-16,1-1 3 16,6-3 3-16,-3 1-8 15,-4 1 2-15,2 2-24 16,-6 0 17-16,-6 2-16 15,-8 5 10-15,-7 2-8 16,-4 6 21-16,-12 2 3 16,-4 5 13-16,-14 6-16 0,-6 3 26 15,1 1-14-15,0-5 16 16,6-6 25 0,4 2-32-16,5-8-9 0,10-2 6 15,10 0-12-15,4-4 0 16,4-6-6-16,8-2-17 15,9-6 7-15,4-2-2 16,8-7 1-16,-2 4 10 16,1 1-26-16,-10 5 15 15,-7 5-21-15,-9 7-9 0,-6 5 42 16,-12 5 26 0,-3 4 14-16,-6 6-16 0,-8 4-23 15,2-1 11-15,6-4-12 16,3-4-11-16,7-2-19 15,4-6-58-15,7-2-25 16,5 0-86-16,32-8-133 16</inkml:trace>
  <inkml:trace contextRef="#ctx0" brushRef="#br0" timeOffset="27150.57">17607 6703 1512 0,'0'-1'306'0,"0"1"-201"0,0-5-48 0,0 1 81 0,0 2-36 0,0-4-54 0,0 5-2 16,4 1 2-16,-4-3-28 16,0 3 16-16,0 0-17 15,0-2-11-15,0 2 14 16,0 0-17-16,0 0-5 15,0 0-1-15,0 2-28 16,0-2-49-16,0 3-136 16,-4 6-124-16,-11 13-502 15</inkml:trace>
  <inkml:trace contextRef="#ctx0" brushRef="#br0" timeOffset="38015.39">14537 7772 887 0,'-1'0'461'0,"2"0"-404"0,-2 0-2 16,1 0 32-16,0 0-3 0,-2 0-12 0,4 0-16 0,-2 0-31 0,-2-2 61 15,4 2-61-15,-2-2 19 0,0 2-7 16,0-2-8 0,0 2 49-16,0 0-35 0,0 0-17 15,-2 0 59-15,2 0-58 16,0 0 0-16,0 0 14 16,0 0-29-16,0 0 30 15,2 0-42-15,-4 0 0 16,2 0 3-16,0 0-3 15,10 2-4-15,-4 0-7 16,3 2 22-16,7 0 17 16,3 0-28-16,6-2 0 15,-2 2 28-15,4-2-28 16,-6 0 0-16,2-2-7 16,-1 0 14-16,1-2 8 0,0 0-15 15,0-2 0-15,0 2 0 16,-5 0 0-16,1 2-2 15,-7-2-7-15,1 2 18 16,-4 0-12-16,-1 0 3 16,2 0 0-16,-4 0 5 15,1 2-5-15,-1-2-3 16,4 0-6-16,-2 0 18 16,-1 0-7-16,-3 0-2 15,3 0-6-15,-2 2 0 16,-3 0 6-16,0-2-14 15,0 6 8-15,3-4-91 16,-5 2-61-16,-9 4-43 0,-24 18-291 16</inkml:trace>
  <inkml:trace contextRef="#ctx0" brushRef="#br0" timeOffset="38432.05">14526 7931 1319 0,'2'1'285'0,"0"-1"-255"0,5 3-13 0,8-3 13 0,6 0 63 0,0 0-57 0,11-3-11 0,1 2 23 16,2-3 2-16,0 2-28 15,0-1-13-15,-1 2 5 16,-1-2 19-16,-8 2-33 16,-2-2 0-16,-4 3 21 15,-1 0-11-15,-5-1-9 16,-5 1 5-16,0-3 9 15,-4 3 19-15,-2 3-33 0,-2-3-1 16,0 0 31-16,0 0-19 16,0 0-12-16,0 0-1 15,2 0-56-15,1 1-45 16,11 6-219-16</inkml:trace>
  <inkml:trace contextRef="#ctx0" brushRef="#br0" timeOffset="53983.04">20298 7528 891 0,'0'0'758'0,"-2"0"-616"0,2 0-97 0,-2 0 18 0,2 0 18 0,0 0-39 0,-2 0 35 15,2 0-31-15,0 0-22 16,0 0 57-16,0 0-49 16,0 0-16-16,0 0 17 0,2 0-16 15,-4 0 20 1,2 0-37-16,2 1 1 15,0-1 1-15,0 3-1 0,8 3-1 16,5 2 16-16,3 3-15 16,5-3 33-16,-2 2-34 15,4-2 0-15,0-1 6 16,-3 0-6-16,-3-2-2 16,2-1-5-16,-6-2 14 15,-1 0 2-15,-5-2-9 16,-5 0-21-16,-6 2 8 15,2-2-40-15,-9 2-17 16,-7-1 38-16,-6 6-17 16,-14-1-1-16,-6-1-40 15,0 2 15-15,1 1 66 0,4-4 5 16,1-2 2-16,3 2-4 16,6-2 6-16,6 0 16 15,11-2-15-15,5 0-1 16,8 0 74-16,-1-2-35 15,4 2-33-15,6 0 1 16,7-2 5-16,10 2 10 16,9 2-22-16,3-2 0 15,-4 2-1-15,3 0 1 16,-6-2 0-16,-1 0-6 16,-8 4 12-16,-3-2-9 15,-9 0 3-15,-5 0-45 0,-6-2-11 16,-4 2-131-1,-35 6-443-15</inkml:trace>
  <inkml:trace contextRef="#ctx0" brushRef="#br0" timeOffset="59685.8">20952 6838 1423 0,'-3'-2'462'0,"0"-2"-398"0,0 0-44 0,2 1 110 0,1 2-26 0,-2-1-67 16,2 2-4-16,0-2-25 16,-2 0 65-16,2 2-52 15,-2-3-15-15,2 2 42 16,-5-6-28-16,3 6-20 16,-2-3 0-16,-1-1 19 15,3 1 1-15,-4-1-20 0,-2-1-2 16,2 2 2-1,-3 0 2-15,0-3-2 0,0 0 0 16,-2 3 15 0,-1 0-18-16,2-3 3 0,-3 4-5 15,-1-4 4-15,1 3 1 16,-5 0-3-16,-1 2-4 16,-2-2 14-16,0 4-2 15,0-1-5-15,3-2-3 16,-1-3 3-16,0 4 0 15,1-2 1-15,0 1-2 16,0-2 2-16,-2 3 20 0,3-2-21 16,-2-2 0-1,1 5 6-15,1-2-6 0,-6 1 1 16,3 0-3-16,-2 4 8 16,0-2 0-16,2 2-6 15,0 1-4-15,2-2 4 16,5 1 1-16,1 2 5 15,-1-2-12-15,7 0 15 16,-4 0 2-16,1 3-11 16,-6-2 0-16,-1 3 4 15,1 4 4-15,-10 0-7 16,1 6-1-16,-5 1 14 16,0-2 13-16,4 2-27 15,3-6 0-15,6 0 4 16,1-4-2-16,3 0-1 0,4 3-1 15,1-2 1-15,-5 4 13 16,2 0-14-16,-1 2-2 16,-1 4 2-16,1-4 6 15,5 4-4-15,-4 0-2 16,4 4 0-16,-3-2 13 16,-2 8-13-16,2-6 0 15,0-2 8-15,3 0-2 16,1 1 9-16,0-6-15 15,-1 0 10-15,4-4 7 16,2-1-17-16,-3 5 0 16,3-4 15-16,0 6-9 15,3 1 4-15,-1 1-10 0,1 4 0 16,5-3 12 0,-3 2-12-16,1-2-10 15,1-2 10-15,-1-2 0 16,2 0 16-16,2 0-16 0,-1 2 0 15,-1-2 6-15,0 2-6 16,3 2-6-16,-2-4 6 16,0 0 0-16,0 0 3 15,-1-2-3-15,4-4 0 16,-5 1 7-16,1 0-7 16,1-3-6-16,1 2 6 15,2-2 1-15,0 1 14 0,-1 3-15 16,4-4 0-1,-1 4 7-15,-1-4-7 0,3 4 0 16,-3-4-7-16,1-2 14 16,1 0-5-16,-3 0-2 15,-1 0 0-15,-1-2 6 16,6 0-6-16,0 0 0 16,2 2-2-16,-3 0 8 15,-3-2 0-15,5 0-6 16,-3-2 0-16,1 4 0 15,5-4 0-15,-4 0 0 16,4-2-6-16,-2 2 15 16,4-4-3-16,-2 2-6 0,5-2 0 15,-3 0 0 1,5 2 0-16,-5-4-7 0,5 4 1 16,-1-2 12-1,-3 0-27-15,3-2 19 0,-1 2-14 16,-1-2-7-16,-1-2 23 15,2 0-27-15,-2 2 27 16,0-2-6-16,2 0-10 16,-3-6 16-16,0 4-11 15,-2-4-11-15,0 0 22 16,-2-2-18-16,2-1 18 16,-3 0 0-16,-1-2 5 15,0 5-5-15,-3-2-2 0,-2 4-11 16,3-4 13-1,-1 5-23-15,-2-5 14 0,5 1-1 16,-4-3 4-16,3-2 6 16,-2 2 0-16,-1-2 4 15,-2 0-4-15,-3 0-1 16,1 4-10-16,0-2 22 16,-4 0-2-16,-2-2-9 15,1 0 0-15,-1-4 13 16,0 2-7-16,0-2-5 15,-2 4-1-15,0 0 6 16,0 0 15-16,0-3-21 16,0 2 0-16,-4-2 12 15,4 3 15-15,-5 0-15 16,3 0 1-16,-2 0 7 16,-4-4-4-16,2 0-16 15,-3 2-7-15,1 0-4 0,-4 4 11 16,-1 0 0-16,-1 4-6 15,3-2 12-15,-2 4-10 16,-1-2 4-16,1 6-38 16,-7-1 13-16,1 6-64 15,-10-1-22-15,-3 0-24 16,1 2-90-16,-7 2 17 16,-67 0-424-16</inkml:trace>
  <inkml:trace contextRef="#ctx0" brushRef="#br0" timeOffset="62989.78">14686 7746 924 0,'0'0'542'0,"0"-2"-431"0,0 4-96 0,-2-4 92 0,2 2-52 0,0 0-32 16,0 0 34-1,0 0-26-15,-3 0 7 0,3 0 20 16,3 0-52-16,-3-2 54 15,0 4-54-15,0-4 0 16,0 2 3-16,2 0-9 16,-2 0-3-16,4 2-3 15,0 0 12-15,2 0 11 16,2 4-17-16,3-2-3 16,5 4 3-16,-3-4 2 0,3 0 4 15,-1 0-12 1,1 0 12-16,-3-2 0 0,6 4-6 15,-2-2-8 1,1-2 8-16,-1 2 2 0,-1 0 4 16,5-4-12-16,-4 0 12 15,3 0 0-15,-2-4-6 16,2 2 0-16,0-2 1 16,-1 0 0-16,-2-2-1 15,-6 2 0-15,-2 2 0 16,0 2 10-16,-5 0-10 15,1 0-6-15,-1 2 6 16,-2-2 0-16,2 0 1 16,4 0-12-16,-2-2 22 15,5 0-5-15,-1 0-6 0,-2 0 0 16,3 0 6 0,1 0-6-16,-1 0 1 0,-3 0-2 15,2 2 2-15,1 0 3 16,-3-4-4-16,-1 4-3 15,0-2 3-15,2 0 1 16,6 0-1-16,1-2 0 16,4-2 1-16,-2-2 6 15,0 2-7-15,1-2-7 16,0-2 6-16,-1 0 2 16,-3 2 10-16,-4-2-11 15,1 0 17-15,-4 0 23 16,1 2-29-16,-2 0-2 0,-2-7 25 15,1 4-19 1,0-7 2-16,1 0-17 16,-5-3 0-16,3 6 3 0,-2-3-3 15,-1-3-13-15,0 2 13 16,-2-3 1-16,-2 1 2 16,-3 1-3-16,2 0 0 15,-3-2 0-15,-1 2 0 16,1-2-10-16,-3 2 10 15,4 2 1-15,-4-2 10 16,5 0-11-16,-2 0 0 16,-4 2 4-16,6 2-4 15,-3 3-13-15,3 2 13 16,-1 0 7-16,-1 1-1 0,1-1-6 16,-4-6 0-1,5 4 8-15,-1-1-8 0,1 0-5 16,2 1 5-1,-2 4 0-15,-2-4 4 0,2 1-4 16,0-2 0-16,-1-4-6 16,-1 2 6-16,0-2-19 15,-2-2-2-15,2 0 15 16,1 4-3-16,-1 4-11 16,1 4 1-16,-4 0-1 15,2 2 20-15,-1 0-6 16,-2 0 0-16,-3-2 12 15,2 2-3-15,-2 0-3 0,-5-4 0 16,2 3 2-16,-1 2-2 16,-1 1-1-16,3-5-7 15,-4 4 16-15,5 1 19 16,-3-2-27-16,-1-2 0 16,1 2 12-16,-6-1-3 15,5 2-3-15,-4-4 9 16,2 4-8-16,-3-2 23 15,4 0-30-15,-1 3 1 16,7 0 15-16,-1-1-16 16,3 3 0-16,-5 2-1 15,3 0 9-15,-8 0-6 16,6 2-2-16,-1-2 0 16,-3 2 4-16,3-2-4 0,1 0-6 15,-1 3 5-15,1-3 2 16,1 0 4-16,1 1-5 15,1 2 0-15,1-2 5 16,-5 2-5-16,3 2-3 16,0 0-7-16,-1 0 20 15,1 2-17-15,-1 0 7 16,1 0-3-16,2-1 3 16,0-2 0-16,-2 4-2 15,1 0-7-15,-1-2 18 16,2 2-7-16,-3-2-2 0,4 2 0 15,-1 2-1 1,-5-2 1-16,2 0-2 0,1 4-4 16,0-2 12-1,-1 0-1-15,1 0-5 0,1 2-6 16,-3-2 6-16,2 4 0 16,-1 0 0-16,-3 0-8 15,1 0 16-15,0 0 6 16,3-2-14-16,2 0 0 15,2-2 0-15,-2 2 0 16,0-2 1-16,-1 4-1 16,2 2 9-16,-4 1 3 15,3-2-12-15,2-3 0 16,5 2 1-16,-6 0 0 16,6-1-1-16,2 5 0 0,0 0 6 15,2 0 9-15,2 2-15 16,0 2 0-16,2 0 0 15,4-2 1-15,-6-2 0 16,2-2-2-16,3 2 2 16,-3-2 4-16,0 0-5 15,3 0-5-15,0 4 5 16,2-2 0-16,-1 2 1 16,-1-4-2-16,3 2 13 15,-4-1-8-15,5-6-4 16,-7 2-3-16,4-5 3 15,-2 2 0-15,3-1-6 16,2 0 6-16,0 3 0 0,3-2 10 16,-1 0-10-1,2 0 0-15,1 0 2 0,-1 0-1 16,-1-2 1 0,-1-2-2-16,-4 2 9 0,5-2-11 15,-6-2 2-15,2 0-4 16,-1 2 3-16,-1-2 1 15,2-2 0-15,1-2 0 16,-3 2 0-16,5-2 17 16,1 0-17-16,2 0-6 15,-1 0 6-15,-2 0 0 16,1 0 8-16,-1 2-8 16,-1-2 0-16,-3 2 0 15,-1 0 0-15,1-2-6 16,3 2 6-16,-6-2 0 15,1 0 4-15,-5 2-4 0,2-2 0 16,-4 0 2-16,3 0-2 16,-3-2-5-16,0 2 5 15,2 2 0-15,-2-2 0 16,2 0 0-16,1 0-7 16,-1 0-19-16,-2 0 17 15,4 0-42-15,-4 0-3 16,0 2-51-16,0 2 11 15,0-2-83-15,7 6-278 16</inkml:trace>
  <inkml:trace contextRef="#ctx0" brushRef="#br0" timeOffset="111335.73">11515 7630 614 0,'-4'-2'916'0,"4"0"-765"0,-2-2-101 0,0 2 68 0,-1-3-53 0,1 4 4 0,0-3-35 0,-2 2-13 0,2-2 64 0,-2 0-85 16,2-3 0-16,-2 4 14 0,2 1 4 16,0-3 10-16,0 4-28 15,-3-2 11-15,-1 2 1 16,-4-2-12-16,-3 2-9 16,-5-3 8-16,-4 4 2 15,-7-2 17-15,2 2-18 0,-6 0 0 16,-6 2 9-1,-2 2-9-15,-6 0 0 0,-4 1-8 16,-3 2 17-16,0 0-6 16,4 0-3-16,-2-1 0 15,-3-1-6-15,10 4 6 16,-2-3 0-16,5 2-10 16,2 2 22-16,0-2-2 15,2 0-10-15,2 2 0 16,-2-4 2-16,3 2-2 15,4 0 0-15,4-2 0 16,4 0 9-16,1-2 30 0,0 2-39 16,-5 0 1-16,0 2 8 15,-4 2-9-15,0 0 0 16,-2 2 0-16,6-4 13 16,-4 2 1-16,-3 4-14 15,-1 2 0-15,2-1 15 16,-8 3-15-16,-1 1 0 15,-1 2-6-15,3-6 14 16,2 3 2-16,5 3-10 16,-2-2 0-16,-1 2-9 15,1 3 9-15,-2 2-1 16,-1-2-7-16,3 2 16 16,-3 0-5-16,0 2-3 0,0 4-3 15,-4 8 2 1,1 4 1-16,-5 13 0 0,-3 5 0 15,2 4 1-15,2-2 13 16,8-4-14-16,3-5-5 16,1-10 5-16,4 1 0 15,-2-3-3-15,-3-7-4 16,3 2 14-16,0-4 1 16,-2 6-8-16,-3 6-6 15,-7 10 6-15,-3 12 0 16,-8 15 1-16,-6 9-3 15,4 2 1-15,10-7-19 16,5-22 20-16,15-18-10 16,10-19 10-16,5-6 0 15,-1 0 0-15,4 0 0 0,-7 6 9 16,-3 6 10-16,0 8-19 16,-4 8-3-16,-1 11 2 15,-4 7 1-15,5 4-3 16,-2 6-6-16,-1 6 18 15,1-2 2-15,1-5-11 16,8-15-11-16,5-16 10 16,6-12 2-16,4-8 15 15,0-2-1-15,0 6-5 16,-2-2 32-16,-2 6-42 16,-7 8 0-16,-1 9 14 15,-3 9 38-15,-6 2-28 16,6-2-24-16,4-10 17 15,2-8-13-15,5-7-4 0,-1-3 0 16,-4 4 8 0,-2 6-7-16,-6 4 18 0,-2 2-8 15,1-2 5-15,3-2 8 16,-1 2-24-16,-6 12 0 16,0 13 15-16,-3 3 15 15,3-2-13-15,2-14-17 16,8-13 0-16,6-12 11 15,2-12-11-15,-1 1-5 16,1-7 5-16,2 2 0 16,2-1 9-16,-2 6-9 0,0 2 1 15,-6 14 29 1,0 8-23-16,-9 10-5 0,2 2 80 16,5-11-46-1,0-15-22-15,3-20-14 16,5-2 0-16,2-6 10 0,0-2-10 15,-2 2-6-15,2-3 6 16,0-1 2-16,0 4 8 16,0 3-10-16,0 1 0 15,-2 4 39-15,0 0-39 16,2 2 0-16,-2-4 10 16,0 2-9-16,-1-6 23 15,3-2-24-15,0 0 0 16,-2 0 8-16,2 4-8 15,2-2 0-15,-2 4 6 0,0 2 0 16,0 0 12-16,0 2-18 16,-2 0 0-16,2-6 7 15,-3 6-7 1,3-4-7-16,0 1 7 0,-2 4 0 16,2 6 18-16,-4-2-18 15,-1 2 0-15,3-7 12 16,0-3-12-16,0-4-5 15,2-6-2-15,0 2 14 16,0-3-2-16,0 1-5 16,0-1 0-16,0 5-3 15,0 3 3-15,0 0-12 16,0 2 10-16,-4 2-23 0,4-2-16 16,0 4-125-1,4 0-137-15,-2-6-78 0,2-16-585 16</inkml:trace>
  <inkml:trace contextRef="#ctx0" brushRef="#br0" timeOffset="112084.45">7501 11911 1652 0,'0'0'289'0,"0"0"-221"0,0 0-8 0,2 0-60 0,-2 2-14 0,4 2 14 0,2 6 18 0,2 8 30 0,3 4 20 16,-1 6-50-16,2 8 63 15,-3-2-62 1,0 9-17-16,2-4 35 0,-4 0-19 16,-1 3-10-16,1-2-8 15,-5 0 12-15,0-2 27 16,-1-8-39-16,-1-3 1 16,3-9 1-16,-3-7-2 15,0-7-2-15,0-1 2 16,0-2 0-16,3 2 17 15,0 0-17-15,1 5 6 16,-2-1 4-16,2-4-10 16,1 5 9-16,-3-1-8 0,0-3 22 15,0-1-7-15,-2 0-16 16,0-6 0 0,2 3 6-16,-2 0-4 0,6-1 8 15,0-1-8-15,9-2 8 16,8-7 58-16,6 1-65 15,6-4 4-15,1 0 1 16,-1-4-8-16,4 0 0 16,3-4 0-16,5-4 1 15,2 2 2-15,-2-2-3 16,-7 6-30-16,-11 8-27 16,-9 4-69-16,-11 4-8 15,-7 4-13-15,-2 2-49 0,4 10-71 16</inkml:trace>
  <inkml:trace contextRef="#ctx0" brushRef="#br0" timeOffset="116188.2">11995 10112 1417 0,'-3'0'311'0,"3"0"-190"16,-2 0-58-16,2 0-30 0,0 0 5 0,2 0 8 0,-2 0-37 0,3-2 78 15,-1 2-43-15,-2 0 8 16,2 0 8-16,-4 0-21 15,2 0-19-15,4 0-7 16,0 2-1-16,8 3 35 16,3 0-47-16,4-3 0 15,5-2 12-15,0 0-10 0,7-4 4 16,-2 1-12-16,-2-4 21 16,0 5-11-1,-5-2-4-15,-11 2-13 0,-4 2 13 16,-5 0 0-16,-6 2-13 15,-5 4-22-15,-9 6 35 16,-11 6 12-16,-9 6-12 16,-6-2 0-16,-1-1 8 15,5-6-7-15,7-4 0 16,8-4 2-16,9 0 7 16,9-5 34-16,5-2-43 15,4-2-1-15,5-1-6 16,2 2 6-16,11-7 18 15,5 2-18-15,8-2 1 16,2-1 14-16,0 4-15 0,-9-2 0 16,-2 3 3-16,-8 1-3 15,-7 3 21-15,-3-4-21 16,-10 8 0-16,0-3 11 16,-7 4-11-16,-7 0 0 15,-11 2 0-15,-2 3 7 16,-3-2 13-16,10-4-20 15,6-2 1-15,9-4 9 16,7 2-10-16,6-2-42 16,12-7-88-16,4-5 20 15,8-1 70-15,7-3-2 0,-4-1-44 16,0 3 37-16,-6 2-34 16,-6 0 26-16,-6 2 42 15,-5 0 15-15,-11 6 12 16,-8 2-12-16,-4 4 0 15,-10 0 39-15,0 2-18 16,-4 0-6-16,0 0 28 16,8 0-16-16,-2-2 21 15,7 0-48-15,5-2 8 16,7 2 17-16,4 0-25 16,0-2-37-16,4 2-7 15,0-4-17-15,3 0-8 16,0-2 19-16,-4 2 16 15,-1 0 17-15,0 2 17 0,-4 2-43 16,0 0 5-16,-4 2-76 16,-2 0 36-16,-1 2 38 15,-5-2-10-15,1 0 50 16,0 4-48-16,-18-2-159 16</inkml:trace>
  <inkml:trace contextRef="#ctx0" brushRef="#br0" timeOffset="120620.35">14817 14650 961 0,'-4'0'337'0,"4"0"-184"0,-3 0-45 0,1 0-54 0,2 2-12 0,0-2-31 0,0 0 53 16,0 0-44-16,0 0-2 15,0 0 22-15,0-2-20 16,0 2 28-16,0 0-17 16,0 0-22-16,-2 0 72 15,2 0-60-15,0 0 2 0,0 0 10 16,0 0-23-16,0 0 11 16,0 0-21-16,0 0 0 15,0 0-27-15,0 0-9 16,0 0-67-16,0 0-70 15,14 10-301-15</inkml:trace>
  <inkml:trace contextRef="#ctx0" brushRef="#br0" timeOffset="121668.95">15622 14674 849 0,'0'-2'322'0,"-5"4"-176"0,5-4-56 0,-2 2-47 0,2 0-4 0,0 0 35 0,0 2-25 16,0-2-25-16,0 0 26 15,0-2-44-15,0 2 58 16,0 0-47-16,0 0-10 15,0 0 22-15,0 0-7 16,0 0-10-16,0 0 23 16,0 0-34-16,0 0 65 0,0 0-45 15,0 0-8-15,0 0 11 16,0 0-22-16,0 0-2 16,0 0 0-16,0 0 1 15,0 0 3-15,0 0-4 16,0 0-12-16,0 0 12 15,0 0 0-15,0 0 0 16,0 0 0-16,0 0 2 16,0 0-26-16,0 0 1 15,0 0-125-15,2 24-115 16</inkml:trace>
  <inkml:trace contextRef="#ctx0" brushRef="#br0" timeOffset="122985.46">16275 14680 740 0,'-2'-2'531'0,"2"2"-222"0,-3 0-171 0,1 0-75 0,2 0 46 16,0-2-49-16,-3 2-18 16,3 0-12-16,3 0-3 0,-1 0 54 15,-2-2-57-15,5 2-13 16,-3-2 31-16,2 2-29 15,3-4-5-15,7 0-8 16,-1-2 12-16,3 2 7 16,-1 0-19-16,-4-4-7 15,-2 4 7-15,-2 2 0 16,-5 0 0-16,-2 2 0 16,0 2 0-16,-5 0-28 15,-1 6 19-15,-8 4 9 16,-5 4 32-16,-2 2-32 15,-1-2 27-15,4-8-27 0,7-4 6 16,4 2 77-16,7-6-34 16,0-4 22-16,5 4 28 15,-3-2-38-15,0 0-7 16,2-4-54 0,1 2 5-16,2 0-28 0,2-4-19 15,4 2-97-15,-2-4-34 16,2 2-140-16,28-14-631 15</inkml:trace>
  <inkml:trace contextRef="#ctx0" brushRef="#br0" timeOffset="124585.4">16827 14712 1403 0,'-2'0'305'0,"2"0"-202"0,2 4-32 16,-2 0-55-16,3 2 20 0,-1 0 12 0,0 2-40 0,2 0 74 15,0-4-28-15,3 1-24 16,0-1 44-16,-2 1-26 15,1-1 15-15,1 2 0 16,-1-2-57-16,2 5 55 16,0-5-61-16,-1-3-1 15,1 3 1-15,2-1 0 16,-1-2 9-16,3 4-18 0,2-5 24 16,-1-5 0-16,6 4-15 15,-6-2-2-15,5-1 2 16,-4 0 0-16,-1-2 6 15,2 1-16-15,-1-4 22 16,-1-3-2-16,5 6-10 16,-5-10 0-16,3 2 5 15,1-4-5-15,-3 0 1 16,1-4-1-16,1 4 1 16,-3-2 11-16,-1 0-12 15,1 2 0-15,-4 0 2 16,0 0-1-16,0 0 5 15,2 0-6-15,-3-3 0 16,2 3 0-16,-2-4 0 16,1 3-18-16,1-3 18 15,-6 3 6-15,2 1 0 16,-1 2-6-16,-1 0 0 0,0 3 6 16,2 2-6-16,-4 5-8 15,0-8 8-15,0 10 0 16,5-10 6-16,-5 6-6 15,0-2 0-15,0-4-7 16,0-2 7-16,3 2-8 16,0-6 8-16,1 0 0 15,1-2 6-15,-3-4-6 16,2 2 0-16,-3 2 5 0,-3 1-5 16,0 6-8-1,-3 1 8-15,-3-1 1 0,2 8 8 16,-1-4-9-1,-1 0 0-15,-1-2-10 0,-2-1 17 16,-2-2-7-16,-1-2 21 16,4-2-19-16,-3 0 17 15,-3-2-19-15,3 4 1 16,-5-2 23-16,1 6-24 16,-2-2-5-16,1 4-1 15,-5 0 12-15,2 0-6 16,-1 0 0-16,-1 2 0 15,-4-2 2-15,2 2-2 16,-2-3-14-16,0 6 13 0,1-1 2 16,2 1 13-1,-1 2-14-15,-1 0 0 0,5 4 22 16,-2-3-22 0,3 1 0-16,-5 2 21 0,4 2-19 15,-2 3 40-15,1 3-42 16,-4 7 0-16,2 1 39 15,-5 8-21-15,5 3-12 16,-2 6 16-16,-1-2-21 16,4 4 36-16,4 0-37 15,1 2 0-15,3 8-2 16,6 4 2-16,2 7-15 16,8 9 5-16,6 4-104 15,8 8 10-15,12 0-133 16,83 107-242-16</inkml:trace>
  <inkml:trace contextRef="#ctx0" brushRef="#br0" timeOffset="136672.91">19180 14640 1655 0,'-2'0'339'0,"2"0"-163"0,-5 0-50 0,5-2-104 0,0 2-2 0,0 0 17 0,0 0-26 0,0 0 17 15,0 0-8-15,0 0-19 16,0 0 52-16,0 0-53 16,0 0-22-16,5 2-49 15,-3 4-92-15,0-2-67 16,12 4-379-16</inkml:trace>
  <inkml:trace contextRef="#ctx0" brushRef="#br0" timeOffset="137670.01">19670 14720 1822 0,'-4'-2'537'0,"2"2"-381"0,-3-2-126 0,5-2 0 0,0 4-21 0,0 0-7 0,2 0 1 16,-2 0 9-16,0 0 55 15,3 0-32-15,-3 0-4 16,2 0 29-16,0 0-34 15,2 0-11-15,-2 0 27 16,10 0-29-16,-1-4 26 0,9 4-39 16,5-4-18-16,11 0 17 15,-8 0-18-15,0-2-9 16,-3 2 8-16,-9 2 8 16,-7 0-13-16,-5 2 25 15,-6 2-21-15,-4 6 21 16,-13 4 1-16,-12 6 50 15,-6 4-17-15,-3 0-33 16,-2-5 92-16,5-2-93 16,2-1-6-16,6-1-64 15,2 1-417-15,10-6-1259 16</inkml:trace>
  <inkml:trace contextRef="#ctx0" brushRef="#br0" timeOffset="141007.01">16003 12701 663 0,'-7'0'279'0,"1"-2"-202"0,-4 0-41 0,2 0-23 0,-3 0-11 0,-1-4 38 16,6 2 11-16,-3-2 24 16,1-2 50-16,2-2 16 15,-3 2-26-15,3 2-61 0,-1 0-21 16,1 0 42-1,3 2-48-15,1 0-16 0,0 0 8 16,-3 0 7-16,1 0 25 16,-5-2-33-16,5 2-3 15,-3 0 34-15,0 2-43 16,1-4-5-16,-1 2 26 16,-3 0-16-16,4-2 11 15,0 2-22-15,-1-4 1 16,-3 4 26-16,0-2-27 15,-4-2-2-15,1 0-7 0,-5 2 18 16,0-5 12 0,0 1-1-16,-1 2 14 0,-2-3 56 15,1 3-61 1,5-2-11-16,-6 1 28 0,6 4-23 16,-1-6 38-16,-1 4-34 15,3-1-10-15,-3-3 61 16,3 5-51-16,-1 0 6 15,-1 0 0-15,1-2-33 16,-4 4 36-16,1 2-36 16,1 0 0-16,-6 0 4 15,1 0-4-15,-2 0 0 16,1 0-9-16,-1 2 20 16,1-4-10-16,2 4-1 15,-4 4 0-15,0-2-4 0,-4 2 4 16,0 0-6-1,0 2 0-15,-2 4 12 0,-2-2-2 16,-1-2-4-16,3 7 0 16,2-5 9-16,0-1-9 15,2 5 0-15,-3-3-12 16,7 3 29-16,1-2-13 16,-1 0-4-16,6-1 0 15,-3 0 11-15,4 3-11 16,3-2 0-16,-7 4-9 15,4 2 18-15,-9 2 9 16,3 2-18-16,0 0 0 16,4 0 4-16,0-2-4 15,1 2 0-15,0 4-9 0,-4 6 24 16,-2 0 26-16,-1 2-41 16,-1 0 0-16,8-5 16 15,1-1-16-15,3-4 8 16,4-2-17-16,2 2 27 15,0-4 4-15,1 4-22 16,-6 0 0-16,5 2 8 16,3-2-8-16,-2 2 7 15,3 0-16-15,-1 0 24 16,0 0-12-16,-1 2-3 16,2 1-4-16,-1-2 4 15,4 0 0-15,4 3-2 16,-1-5-8-16,4 2 20 0,-1-3-8 15,3 4-2 1,2 0 0-16,3 2 6 0,-3 0-6 16,0-2 0-16,2-2-2 15,1-2 4-15,-1-2-5 16,5 3 3-16,0-1 0 16,0 0 6-16,1 2-5 15,4-2-1-15,-1 0 0 16,3 0 15-16,-3-2 11 15,0 2-26-15,-1-4-18 16,-1-4 18-16,-1-4 0 16,0-2 8-16,2 0-22 15,-5 0 31-15,4-6-2 0,-2 4-15 16,5 0 0 0,1-2 6-16,1 0-6 15,5-2 1-15,-1 2-2 16,6 0 13-16,-3 0-1 0,2 0-11 15,2-2 0-15,-1 0 2 16,-4 0-2-16,3 0 0 16,-3 0-1-16,-2 0 3 15,0-2 10-15,2-2-12 16,-2 0-5-16,4 2 4 16,3-2 1-16,-3 2 0 15,1 0 0-15,-8 2 0 16,1-2 8-16,-4 2-8 15,1 0-9-15,0 0 8 16,-1-2 2-16,4 0 0 0,-3-2-1 16,6-2 0-1,-5 0 15-15,2 0-15 0,0-6-11 16,-4 6 11 0,-1-2 0-16,-2 2 6 0,4 0-6 15,1-2 0-15,2 0 3 16,4-2-3-16,2-2-1 15,3-2 1-15,-3-2 0 16,1 4 9-16,-3-2-9 16,-2 2 0-16,-9 2 0 15,0-2 0-15,-2 6-6 16,-2-6 6-16,3-1 0 16,-3 4 11-16,4-4-11 15,-4 4 0-15,1-4 3 0,4-3-3 16,-3-4-6-16,1-1 6 15,-1-2 0-15,3-3 0 16,-6 2-9-16,-2 0 9 16,1 4-15-16,-6 0 15 15,1 6-17-15,-1-4 16 16,-2-2 2-16,3-2-4 16,-3-4 3-16,-1 0 0 15,0-2 5-15,-3-2-5 16,-2 0-11-16,-2-3 4 15,-3-1 14-15,-2-2 4 16,-6-6-11-16,2-2-26 16,-1 0-5-16,0-6 26 0,-5-2-37 15,5-2 15-15,3 5 0 16,-3 9 15-16,6 2 12 16,-1 12-4-16,-2 6-14 15,0 2 18-15,-4 2-17 16,1 4 8-16,1-2 18 15,-2 0 2-15,0-2-11 16,2 0 0-16,-2 0 0 16,3 4 0-16,-1 0-15 15,0 4-3-15,-2 2-30 16,-8 2 40-16,4 4-25 16,-10 2-52-16,-2 0 67 15,4 0-62-15,1-2 43 0,7-2 10 16,-2-2-65-1,6 4 1-15,5 2-86 0,-11 8-280 16</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2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47:33.905"/>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F0"/>
    </inkml:brush>
  </inkml:definitions>
  <inkml:trace contextRef="#ctx0" brushRef="#br0">11727 3264 1022 0,'-4'-2'240'0,"-1"-2"-147"0,1-2-39 0,-3 2 54 0,0-2 60 0,1-2-33 0,-1 4-89 15,-1 0-14-15,0 0 13 16,2 2 15-16,-1-2 4 16,3 0-23-16,-4 2-14 15,0 0 39-15,1 0-66 0,1 2 1 16,1-2 19 0,3 2-1-16,-1 2-2 0,1-2-17 15,2 2 10-15,0 0-16 16,0-2 6-16,0 2-21 15,5 2 14-15,0-2-4 16,5 6 11-16,11 0 11 16,6 6-1-16,10 0 34 15,7-7-44-15,12-3 0 16,0-4 9-16,-2-3-3 16,1 3 5-16,-6-1-11 0,-5 1 0 15,-5 0 3 1,-8 0-3-16,-11 0-6 0,-9 0-2 15,-11 1 8 1,0-1 0-16,-4 0-19 0,4 3-67 16,0-2-43-1,0 5-130-15,4-17-1239 0</inkml:trace>
  <inkml:trace contextRef="#ctx0" brushRef="#br0" timeOffset="1099.63">15319 3218 866 0,'-2'-2'233'0,"2"2"-145"0,-2 0-64 0,0 0 11 0,-2 0 37 0,2 0-33 0,-2-4 49 16,4 4 13-16,-2 4-25 15,2-8 56-15,-2 4-63 16,2 0-13-16,0 0-35 16,0 4-8-16,-3-4 16 15,6 0-29-15,-3 0 0 16,4-4 39-16,6 4-39 16,7 0 0-16,7 0-9 15,12 4 24-15,8-2-3 0,10 0-12 16,4 0 0-1,-2-2 9-15,-3 2-9 0,-2 2-2 16,-8 0 2 0,-16 2-32-16,-10-2 31 0,-10 2-61 15,-14 0-3-15,-13 4 65 16,-15 0 27-16,-8 4-19 16,-10-2-8-16,-8 1 7 15,1-7 28-15,7-2-22 16,6-3-4-16,12-2 30 15,10 1-28-15,16 0-11 16,7 4-81-16,33 7-427 0</inkml:trace>
  <inkml:trace contextRef="#ctx0" brushRef="#br0" timeOffset="14135.24">16281 12194 829 0,'-4'0'569'0,"4"0"-392"0,-2-3-91 0,0 3-31 0,2-4-26 0,0 4 28 0,0 0-32 0,0 0-7 16,0 0 23 0,0 0-1-16,0-1 17 15,0 1-30-15,0 0-19 0,0 0 46 16,-3 0-33-16,3 0 0 15,0 0 21-15,-2 0-17 16,4 0 25-16,-4 0-26 16,2 0-23-16,0 0 58 15,-3 8-44-15,-1 0 21 16,-5 10 25-16,3 2-14 16,1 4-4-16,-2-4-25 15,3 0-18-15,-1-2 38 16,3-4-38-16,0-4-10 0,4-2 9 15,-2-2 2 1,2-2 6-16,1-4-7 16,-1 0 0-16,-2 0 22 0,1 0-22 15,-1-2 0-15,6-4 0 16,-2 0 6-16,3-4 3 16,4-6-9-16,-5 0 0 15,2 0 8-15,-4 0-8 16,2 0 0-16,-3 4-6 15,1-2 12-15,0-2-8 0,6 0 2 16,-8 0 0 0,2 3 2-16,-2 4-2 15,-2 5-1-15,0 4-5 16,3 0 10-16,-6 2-20 0,3 5 7 16,-2 2 4-16,0 7 5 15,0 6 2-15,2 2 4 16,0-4-12-16,2 0 15 15,2-4-5-15,-1-6-4 16,-1-2 0-16,2-6 5 16,-4 0-5-16,2-2-6 15,-4 0 4-15,4-2 1 16,-2-6-11-16,2-4-6 16,2-4 7-16,-2-6 11 15,-2 0 0-15,0 4 1 16,-2 2-7-16,-2 10 18 0,2 1-30 15,0 5 18-15,-2 5-40 16,2 5 40-16,-3 8 0 16,3 2-54-16,0 4-150 15,8 16-265-15</inkml:trace>
  <inkml:trace contextRef="#ctx0" brushRef="#br0" timeOffset="17150.99">12990 10700 60 0,'0'0'948'0,"-2"0"-724"0,2 0-115 0,-2 0-58 0,2 0 56 0,-2 0-14 0,0 0-36 15,-1 0 40 1,1 0-40-16,2 0 5 16,-2 0-8-16,2-2-30 15,0 2 54-15,-2 0-18 0,2 0-33 16,2 0 25-16,-2 0-46 15,2 0 0-15,0 0 3 16,1 0-1-16,1 0 43 16,-2-2-51-16,7 2 0 15,0 2-13-15,4-2 19 16,3 0-6-16,4 2 0 16,-4-2 13-16,-5 0-2 15,-2 0-11-15,-8 0-3 16,3 0 2-16,-4 0 1 15,-4 2 0-15,0 0-14 0,-7 0-14 16,-7 2 1-16,-9 6 27 16,-1-2-48-16,-3 0 48 15,2 2-9 1,4-6 9-16,7 0-6 0,7-4 16 16,7 0-19-16,4 0 9 15,4-2-40-15,3 2 5 16,3-2 23-16,9-2-3 15,-1 2 15-15,4 0 0 16,-2 2-6-16,2 0 6 16,-4 2-48-16,0 0 21 15,-5 0-65-15,-3 2-139 16,0 4-1125-16</inkml:trace>
  <inkml:trace contextRef="#ctx0" brushRef="#br0" timeOffset="20102.23">16096 11111 1018 0,'0'0'177'0,"0"0"-100"0,0 0-62 0,2 0-5 16,-2 0 70-16,0 0-10 0,3-2-8 0,-3 2 31 15,0 0-47-15,0 0 25 16,-3 0-38-16,3 0-3 16,0-2 21-16,3 2-27 15,-3 0 7-15,0 0-19 16,0 2-4-16,0-2 4 15,2 0-12-15,2 2 0 16,0-2 7-16,2 2-6 16,2-2-1-16,3 2 13 15,-1-2-4-15,-2 2 24 16,3-2-33-16,1 0 2 0,-1 0 16 16,-1 0-18-16,7 0 1 15,-2-4-1 1,3 2 0-16,2-4 11 0,-2 0-11 15,2-6 0-15,-3 0 6 16,4-2-6-16,-5-3 0 16,-3 3 0-16,2-1 6 15,-3-3 11-15,-2 1-17 16,-4-2 0-16,4-3 6 16,-5 0-6-16,-5-5 7 15,0 1-13-15,0 0 18 16,-5-4 9-16,-2 4-9 15,-2 0 8-15,1 4 14 16,-6 4 37-16,-4 0-61 0,0 0 5 16,-3 0-7-16,2 2 38 15,-3 2-40-15,5-3-4 16,-4 6 31-16,6-1-17 16,1 2-8-16,1 2 19 15,3-2-21-15,0 6 27 16,-1 1-33-16,-5 3-11 15,-1 3 5-15,-6 1 2 16,-2 1-2-16,-1 5 6 16,-1-3 0-16,-1 0 3 15,1 5-3-15,2-2-15 16,-2 4 14-16,3 3 1 16,1 1 0-16,-1 6-1 15,2 8 1-15,-3 2-8 16,7 8 8-16,3 2-31 0,8 4-23 15,14 4-86-15,20 2-13 16,91 81-102-16</inkml:trace>
  <inkml:trace contextRef="#ctx0" brushRef="#br0" timeOffset="25933.41">21172 12828 1732 0,'0'0'452'0,"0"-3"-263"0,0 3-21 0,0-2-75 0,0 0 24 0,0 2-41 0,0 0-26 16,0-2 17-16,2 2-34 15,-2 0-16-15,0 0 7 16,0 0-14-16,2 0 8 16,1 9-18-16,-3 9 0 15,2 8 20-15,-2 6-11 16,-2 1-8-16,2 0-2 16,0-7 7-16,2-6 3 15,0-4-9-15,2-6-3 16,-2-6 2-16,6 0 1 15,-2-10-9-15,9 0 9 0,-1-6-30 16,-1-6 20-16,5-4-17 16,-7 2-14-16,-4 2 40 15,0 2-4-15,-7 2-2 16,0 8 7-16,-3 2-37 16,3 4 28-16,-2 0-96 15,-2 1-57-15,-3 2-53 16,-22-1-264-16</inkml:trace>
  <inkml:trace contextRef="#ctx0" brushRef="#br0" timeOffset="29869.95">20975 7849 1090 0,'-2'0'197'0,"0"-3"-157"0,-2 3-17 0,-3-1 19 0,-1 1-15 0,-1 0 13 0,4 0-10 16,-2 0-24-16,3 0 60 15,-3 1-30-15,2-2-1 16,-1 2 8-16,4-1-7 0,-3 0-10 16,1 0 2-16,0 3-16 15,-1-3 48-15,-1 1-60 16,-4 1 0-16,2 0 49 15,-4 4-34-15,3-2-3 16,-2 0 21-16,0 0-32 16,4-2 45-16,-1 2-46 15,-1 3 0-15,0-4 19 16,2 1-10-16,2 0 3 16,1 3 6-16,0-2-9 15,2 1 24-15,-4-2-33 16,3 3 0-16,2 0 5 15,1 1 4-15,0-1 1 16,1 4-10-16,2-1 11 0,1 1 13 16,-2-1-24-16,0 2 1 15,0-2 13-15,2 0-8 16,3 2-5-16,-1-2-2 16,2 2 7-16,-4-4-6 15,3-2 0-15,-1 2-1 16,0-2 1-16,6 0 9 15,-5-2-8-15,-1 4-1 16,2-4 0-16,-2 0 11 16,1 2-11-16,1 0-5 15,2-2 5-15,-4 0 0 16,3 0 1-16,-3 0-1 16,2-2 1-16,0 4 2 0,-1-4-3 15,-3-2-9-15,1 2 9 16,-3 0 6-16,2-2 4 15,-3 0-10-15,2-2 0 16,3 2 8-16,2-2-8 16,-1 0-6-16,-1-2 5 15,2 2 2-15,-4 0 3 16,0 2-4-16,5 0 0 16,-3-2-11-16,0 0 11 15,2 0-13-15,-3 0 12 16,3 0-6-16,2 0 5 15,-6 0-8-15,3 0 10 0,-3 2-6 16,2-4 6 0,-2 2-11-16,4 0 11 0,-3 0 1 15,5-2 4 1,1 0-5-16,-1 0 0 0,-2-4 3 16,5 4-3-16,-5 0-3 15,0-2-3-15,-1-2 10 16,-1 2-4-16,4-2 0 15,-4 2 1-15,1-6 8 16,-1 4-9-16,2-2-9 16,-6 2 9-16,2 2 0 15,-4 2 21-15,2-2-21 16,-2 0 0-16,0 2 16 16,-2 0-15-16,0-6 11 0,-2 6 18 15,2-5-12-15,-4 1 21 16,4 3-39-16,-2-4 0 15,0 4 15-15,1-4-9 16,-3 1-7-16,-4 1 1 16,4-5 0-16,-3 3 4 15,1-3-4-15,-4 5-6 16,1-6 6-16,-3 5 0 16,1 2 6-16,-5 2-6 15,1-2 0-15,-2 4 4 16,0 1-4-16,-4 2 1 15,1 5-12-15,-7-2 11 16,1 4-82-16,0 4-107 16,-3 2-56-16,-33 22-434 0</inkml:trace>
  <inkml:trace contextRef="#ctx0" brushRef="#br0" timeOffset="40236.25">16281 10618 1102 0,'-2'-3'532'0,"0"2"-379"0,-2 1-70 0,1-3-23 0,1 3-27 0,-1 0 36 15,6 0-23-15,-6 0-16 0,0-1 18 16,3 2 6 0,-5 2-18-16,-6 5-16 0,-4 3-4 15,-6 7 47 1,-1 9-30-16,-3 3-19 0,6 2 20 16,0-4-20-16,5-2 7 15,8-4-21-15,4-2-25 16,4-8 25-16,4 0 0 15,2-6 1-15,7 0 7 16,3-4-8-16,7-2-1 16,4-6-11-16,4-4-3 15,-2-6 6-15,1 0 9 16,-9-4-6-16,-4 6 6 16,-11 2 0-16,-6 4 36 15,-6 6-36-15,-9 2 0 0,-5 2-4 16,-11 4 4-1,-2 8 0-15,-5 2-8 0,3 2 16 16,8 0-4-16,12-4-4 16,7-8-16-16,8 0 5 15,2-6-16-15,5 2 27 16,7-4 3-16,1 0-3 16,10-6 25-16,-2-4-25 15,2 2 6-15,-6-4 17 16,0 4-14-16,-11 0-8 15,-4 4 9-15,-4 0-10 16,-4-2-42-16,-6 0-99 16,0-4-147-16,-24-32-440 15</inkml:trace>
  <inkml:trace contextRef="#ctx0" brushRef="#br0" timeOffset="41351.17">20956 8101 1664 0,'0'0'243'0,"2"0"-106"0,-4 0-61 0,4 0-20 0,-2 0 2 0,0 0 10 0,0 0 23 16,0 0-22 0,0-2-12-16,0 2 62 0,0-2-59 15,2 2-2-15,0-4 5 16,1 2-34-16,3-2 22 16,2-2-51-16,0 0 9 15,-1 0 43-15,-3 2-52 16,-4 4 6-16,0-2-16 15,-7 2-26-15,-1 4-134 16,-13 8-297-16,-97 22-498 16</inkml:trace>
  <inkml:trace contextRef="#ctx0" brushRef="#br0" timeOffset="43051.91">15816 9198 847 0,'-2'0'253'0,"2"0"-136"0,-3 0-81 0,3-2 78 0,-2 2-6 0,2-2 24 0,-2 2-24 16,2-2-49-16,0-4 20 15,0 4-41-15,-2 0-1 16,2 0 31-16,0 2-40 16,0-2-4-16,-3 2 20 15,3 0-43-15,3 0 70 0,-1 0-47 16,0 0 22-1,-2-2 7-15,5 2-40 0,-3 0-12 16,6-2 10-16,6 4-2 16,-3 0 20-16,3 2-29 15,3 6-1-15,-5 0 1 16,7 6 0-16,4 6 0 16,-6 6 0-16,6 10 7 15,-5 2-1-15,1 6-6 16,0-3 0-16,-3-3 0 15,1 2 0-15,-4-4-7 16,1-2 6-16,-6 0 2 16,1-4 7-16,-1 2-8 0,-2 0-2 15,-2 2-8 1,3 2-1-16,-5 7 11 0,-2-1 0 16,2 2 18-16,0 0-8 15,0-6-10-15,2 0-12 16,-2-4 12-16,0-8 6 15,2-1-6-15,1-4 0 16,-1-3 0-16,0-4 12 16,6 1-12-16,-6-2-2 15,3-1 2-15,-3 1 1 16,0-1-1-16,-2 0 0 16,-2 0 2-16,2-4 2 15,0-4-4-15,1 0 0 0,-3-6-1 16,3 2 2-1,-3-2 0-15,2 2-1 16,5 0 1-16,-5 2 8 16,0-4-9-16,0 2-3 0,-2-2 3 15,0 0 1-15,0 0 16 16,0 0-17-16,2-4 0 16,0 0 10-16,3-6-10 15,-1 2 0-15,-1-2-7 16,-3 0-2-16,0 1-20 15,-6 2-23-15,3-1-44 16,-4 0 64-16,3-2-59 16,-5 0 29-16,4-5 13 15,-2 5 14-15,1 1 22 16,-3 0-37-16,-5 5 14 0,-1 3 24 16,-1 2-18-16,-3 3 18 15,5-4 5-15,3 3 14 16,2-3 7-16,6 0-13 15,3-3 9-15,3 3 49 16,4-1-22-16,-3 2-20 16,5 2-8-16,3-2-3 15,5 8 14-15,-1-1-20 16,1 3 0-16,6 0 47 16,-5-4-34-16,4 6-7 15,-6-5 9-15,-1 0 3 16,-4-2 24-16,-4 0-17 0,-1-4-24 15,-3 0 46-15,-1-2-27 16,-2 0-5-16,0-2 54 16,2-2-15-16,2-6 0 15,8-6-54-15,-1-6 9 16,1-5-26-16,0 4-1 16,-1-5-84-16,-1 3-73 15,-2-33-200-15</inkml:trace>
  <inkml:trace contextRef="#ctx0" brushRef="#br0" timeOffset="45651.18">22263 6992 1151 0,'-2'-2'455'0,"2"0"-360"0,-2 0-4 0,0 0-38 0,2 0-17 0,-2 2 22 16,0-4-38-16,2-2-10 0,-3 4 5 15,3-2-13 1,-2 0 32-16,2 0-13 0,-2 2-21 16,2-4 40-16,0 4-28 15,-2 2-1-15,2-2 14 16,0 0-17-16,0 2 38 16,0 0-40-16,0 2 2 15,2-2-4-15,-2 2-4 16,2 4-13-16,-2 6 2 15,0 8 22-15,0 6 10 16,0 6-21-16,0 6 0 16,-2 0 11-16,-2 1-11 15,-2 1-5-15,-2 1 4 0,-5 0 2 16,-1-1 13-16,-3 0-14 16,-6-4 0-16,-4-2 9 15,0-2-9-15,-8 0 2 16,-3 2-10-16,-2-3 19 15,-2-1-1-15,0 2-10 16,-1-2 0-16,5-4 5 16,3 0-5-16,10-6 1 15,5-2-2-15,6-6 7 16,6 0-2-16,1-4-4 16,0-4-6-16,3 0 6 15,4 4 0-15,-5-2 0 16,1 0-8-16,0 4 16 15,-3-4 1-15,0 3-9 0,-4 0-3 16,2-3 3-16,0 1 0 16,-2-2 0-16,2 4-6 15,-7-2 14-15,1 1-5 16,-3 2-3-16,1 1 0 16,-2 0 1-16,3-3 0 15,-15 9-1 1,16-12 0-16,-8 5 2 15,-1 3-2-15,-4-4-5 16,3 2 5-16,0-4 0 16,9 0 1-16,1-1-1 15,9-2 1-15,1-3 3 16,2-1-4-16,1 0 0 16,2 0 2-16,0 0 4 0,2 0-6 15,-2 0 0-15,3 0 10 16,-3 0 0-16,2 0-10 15,3-1-25-15,-3 1 25 16,2-2 10-16,5-2-10 16,1-2 0-16,0 0 0 15,3 0-7-15,3 2 7 16,-3-4-8-16,-1 0 8 16,3 2 1-16,-6-2-1 15,0 4 0-15,-2-1 1 16,-5 4 5-16,0-2-6 0,-4 3-12 15,-2 0 11-15,-1 0-27 16,1 3 10-16,-6 1 12 16,2 7 6-16,-5 0 19 15,-1 3-19-15,3 0-7 16,3-4 7-16,0 0 6 16,4-4-1-16,-1 0-5 15,5-5 0-15,-2 2 9 16,4-3-9-16,1 0-7 15,-1 2 7-15,2-2 0 16,4 4 25-16,-4-2-25 16,2 0 2-16,1 0 14 15,1 2-16-15,4 0-18 16,3-2-85-16,1-2-110 0,22-2-288 16</inkml:trace>
  <inkml:trace contextRef="#ctx0" brushRef="#br0" timeOffset="47168.84">16402 10866 1669 0,'-2'0'239'0,"2"0"-142"0,0 0-86 0,0-2-2 0,2 2 30 0,-2 0-28 16,0 0-10-16,2 0 9 15,-2 0-10-15,0 2 0 16,0-2-6-16,0 2-72 16,2 2-43-16,2 18-181 15</inkml:trace>
  <inkml:trace contextRef="#ctx0" brushRef="#br0" timeOffset="48317.62">21079 8205 1673 0,'-3'0'249'0,"1"2"-245"0,-6 0-4 0,2 9-49 0,-2-4-37 0,-7 9-179 0,-28 24-897 15</inkml:trace>
  <inkml:trace contextRef="#ctx0" brushRef="#br0" timeOffset="87857.18">16422 10764 340 0,'0'-4'170'0,"0"4"31"0,0-2-72 0,-3 2-35 0,3 0-29 0,0-2-32 16,-3 4-3-16,3-4-24 15,0 2-5-15,0-2 32 16,0 0-32-16,0-2 61 15,0 2-25-15,-1 0 74 16,1 0-19-16,0 0-52 16,0 2 22-16,0-4 2 0,0 2-8 15,-3 2-11-15,3-2-38 16,0 0-7-16,0 0 39 16,-2 0-39-16,2 2 6 15,0-2 1-15,0 2 4 16,0-2 14-16,0 2-25 15,0 0 1-15,2-2 10 16,-2 2-11-16,3-2-18 16,-2 0-12-16,2-4-20 15,0 0 10-15,1 0-23 16,1 0-30-16,-1-4 42 16,-2 2-120-16,5-4-18 0,-3 1 7 15,3-3-13 1,-2 6 147-16,-3 1 48 0,0-4 60 15,-2 4 78-15,-2 0-51 16,-2 0-36-16,1 3-4 16,-2 0 19-16,1 4 36 15,2-3 19-15,-1 6-58 16,1-3 2-16,2 0-25 16,0 0 25-16,0 0 10 15,0 0-30-15,-2 0 34 16,2 0-28-16,0-3-13 15,0 3 28-15,-2 3-35 16,-2-2-16-16,-1 3 2 16,1 1-17-16,-2 0 45 15,5-1-45-15,-2 0 1 0,3-1 24 16,0-3-10-16,0 2-6 16,0-2 22-16,0 0-30 15,0 0 43-15,0 0-44 16,0 0 2-16,0 0 19 15,0 0-15-15,0 0-5 16,3 0-2-16,-3 0 7 16,4-2 21-16,3-1-20 15,0-1-6-15,1 0 35 16,1-3-16-16,3-1-14 16,-1 0-5-16,0-2 10 15,-2-1 17-15,2-3-16 16,1 3-12-16,1-4 21 15,-1 3-20-15,5-4-1 16,-2-2 0-16,3-2 1 0,4-2 8 16,-2-2-9-16,5-2 0 15,-1-2 6-15,-1-2 11 16,2-4-5-16,-2 2 3 16,2 2-9-16,-2-2 43 15,-4 7-49-15,-3 5 1 16,-3 4 0-16,-1 0-1 15,-4 6 0-15,-1-4-1 16,0 2 2-16,4-4 10 16,2-4-11-16,3-2 0 15,7 0 4-15,0 4-4 0,4-2 1 16,2 2-2 0,-6 4 2-16,2 4 5 0,-10 0-6 15,3 2-2-15,-7 2 2 16,-5 1 0-16,6-2 0 15,1-1 0 1,-6 1 1-16,6-2 14 0,0-1-15 16,10 0 0-16,-1-7 10 15,7 1-1-15,0 2-7 16,3-4-2-16,-7 3 0 16,4-2 8-16,-4 3-8 15,0 0-5-15,0 4 5 0,-8 2 0 16,-1-2 1-16,-1 2-1 15,-3 2 0-15,5-4 6 16,1 2-6-16,5-4-5 16,0 2 5-16,2-2 0 15,-2 0 0-15,1 4 0 16,-6-2 0-16,-2 6 0 16,-1 0 0-16,-5 0-12 15,-2 2 12-15,-1-4 1 16,1 2 10-16,2-2-11 15,3 0 0-15,7-6 2 16,2 2-2-16,7-4-11 16,-2 4 11-16,4-2 1 0,-2 4 8 15,-4-2-9 1,-1 3 0-16,-6 0 2 16,2 0-2-16,-9-3-13 0,-2 5 13 15,-2 1 9-15,-3-5 1 16,-2 5-10-16,0 3 0 15,1-2-3-15,-3 2 3 16,0-2-11-16,2 2 11 16,2-6 0-16,-1 1 16 15,2 2-16-15,-1-2 0 16,0 2-1-16,-2 0 1 16,0-2-8-16,3 2 8 15,-2 0 0-15,-2 0 9 16,2 0-9-16,-1-4 0 15,3 4-7-15,-1-2 7 16,0 2 0-16,1 0 1 16,-3-2-1-16,3 4 6 0,-5-2-6 15,1 2 0 1,2 0 12-16,-3 2-12 0,5 0 15 16,-5 0 9-16,-5-2-22 15,5 2 11-15,0 0-13 16,0 0 1-16,5 0 11 15,-5 0-12-15,0 0-3 16,0 0-6-16,0 0 18 16,0 0-7-16,0 0-2 15,0 0 0-15,0 0 9 16,0 0-9-16,0 0-3 0,0 0-8 16,0 0 22-16,0 0-5 15,0 0-6-15,0 0 0 16,0 0 8-16,0 0-8 15,8-2 0-15,-6 0-5 16,-2 2 11-16,3 0 15 16,-1 0-21-16,0 0 0 15,0 0 12-15,1-4-12 16,2 2 0-16,-1 0 0 16,0 0 14-16,5 0 0 15,-5 0-14-15,-1 0 0 16,4 2 3-16,-5-2-3 15,0 2-6-15,0-2-1 16,3 0 14-16,-3 2 13 16,0-2-20-16,0 2 0 15,0-4 2-15,-2 4-2 0,2 4-3 16,-2-8-8 0,5 4 22-16,-5 0 23 0,0 0-34 15,2-2 6-15,1 2 0 16,-1-2-6-16,0 0 0 15,0 2 0-15,1 0 1 16,1-2 5-16,0 0-6 16,4 0 0-16,-2-2 4 15,7 2-4-15,-6-4-13 16,2 4 13-16,-5 0 0 16,1 0 5-16,-1 0-5 0,-2 2 0 15,3-2 7-15,-5 2-7 16,0 0-12-16,2 0 10 15,-2 0 4 1,0 0 17-16,0 0-19 0,0 0 0 16,-2 2 19-16,2-2-18 15,0 0 14-15,0 0-15 16,0 0 12-16,0-2 14 16,0 2-26-16,0 0-1 15,0 0 1-15,0 0 0 16,0 0 0-16,0 0-1 15,0 0 3-15,0 0-4 16,0 0 2-16,0 0 0 16,0 0 5-16,0 0-4 15,0 0-1-15,0 0 0 0,0 0 6 16,0 0 21 0,0 0-27-16,0 0 0 0,0 0 5 15,0 0-5-15,0 0 0 16,0 0-7-16,0 0-1 15,0 0-8-15,-11 4-41 16,9 2-182-16,-34 32-267 16</inkml:trace>
  <inkml:trace contextRef="#ctx0" brushRef="#br0" timeOffset="90636.06">15876 11073 124 0,'0'-4'1007'0,"0"2"-779"0,0 0-155 0,0 0-13 0,2 0 29 0,-2 0-13 0,0 0 7 15,0 0 1-15,0 0-32 16,0 0 26 0,0 2-18-16,0-2-16 0,0 2 25 15,-2 2 1-15,2-2 8 16,-4 2-31-16,1 2-29 15,1 4 63-15,-5 8-59 16,0 8-10-16,1 6 9 16,-1-2-21-16,0 2 23 15,0-6-23-15,1-6 0 16,2 0 32-16,-1 0-31 16,1 3 6-16,-1-2 5 0,0-1-12 15,1 3 21 1,-2-2-21-16,4-1 6 0,2-4 5 15,-3 1-11 1,6-5 0-16,-3-2 0 0,0-2 7 16,0 0 10-16,-3-4-17 15,3 0 1-15,0 2 25 16,0-4-26-16,0 0 1 16,3 0 25-16,-3 0-25 15,0 0 33-15,-3 0-34 16,3 0 1-16,0 0 16 15,0 0-17-15,3-4 1 16,-3 4-2-16,-3 4 11 16,3-4-13-16,0 0 3 0,0 0-58 15,0 0-104 1,0 6-215-16</inkml:trace>
  <inkml:trace contextRef="#ctx0" brushRef="#br0" timeOffset="92556.01">14436 11518 882 0,'0'-2'241'0,"0"2"-56"0,0 0-115 0,-4-2-8 0,4 2 5 0,0-2 43 15,0 2-44-15,0 0 22 16,0 0-32-16,0 0 29 15,4-2-58-15,-4 2-16 16,0 0 16-16,0 0 1 0,0 0 8 16,0 0-16-16,0 0-19 15,2-2 74-15,1 2-57 16,-1 0 6-16,2 0 35 16,6-2-26-16,-2 2 27 15,8-2-32 1,2-4-10-16,4 0 44 0,1 0-55 15,0 0-7-15,2-4 20 16,0 2-13-16,2-4 11 16,2-1-18-16,2-1 0 15,-2 1-2-15,0-3 2 16,2 1 0-16,-2 1-1 0,0 0 7 16,-1 0-5-1,3 0-1-15,-4 2 0 0,2-2 1 16,-2 4-1-16,-4 1-13 15,-1-2 12-15,-2 1 2 16,2 2 2-16,-1 0-3 16,2-4 0-16,-2 0 2 15,4-2-2-15,-1 0-7 16,0 0 7-16,3-4 0 16,-2 2 3-16,-3 2-3 15,1 0 0-15,-2 2-12 16,-3-2 12-16,3 4-9 15,-6-2 8-15,1 4 2 16,-1 0 11-16,-4 0-12 16,1 4 0-16,-2 2-6 0,-5-3 6 15,-1 4 0-15,1-5 0 16,2 0 0-16,-1 1 9 16,3-3-9-16,1 1 0 15,-2-1 1-15,1 2-1 16,-1-2-1-16,4 5-7 15,-3-1 16-15,-3 0-5 16,4 1-3-16,-4 0-2 16,-1 2 2-16,1-2 0 15,1-1 0-15,-2 0-1 16,4 1 2-16,-3-1 8 16,1-3-9-16,4 1 0 15,-4 2 5-15,-1 0-5 16,1 0-2-16,0 2-5 15,0-4 14-15,1 0 2 0,-1 2-9 16,-1 0 0-16,2 0 6 16,-6 2-6-16,2 1-2 15,0-2-5-15,1-1 14 16,3 2 2-16,0 0-9 16,0-2 0-16,-1 2 2 15,2-2-2-15,0 0-5 16,-2 2-4-16,-3-4 18 15,-2 6 5-15,-2 0 5 16,0 2-8-16,0-2 46 0,0 0-35 16,0 0-21-1,0 0 7-15,0 0 4 0,0-2 2 16,0 2-14-16,0 2 0 16,2-4 9-16,-2 2-8 15,0 0-1-15,0 0 12 16,2 0-2-16,-4 0 17 15,2 0-3-15,0 0-23 16,0 0 42-16,0 0-28 16,0 0-6-16,0 0 9 15,0 0-10-15,0 0 20 16,0 0-28-16,0 0 0 16,0 0-1-16,0 0 1 0,0 0-39 15,-11 10-117-15,-35 46-223 16</inkml:trace>
  <inkml:trace contextRef="#ctx0" brushRef="#br0" timeOffset="98255.02">16241 10836 943 0,'0'0'228'0,"0"0"-52"0,-2 0-127 0,0 0 4 0,2-4 43 0,0 4-48 0,0 0 13 16,0 0-10-16,0 0-25 15,0 0 26-15,-3 0-40 16,3 0-10-16,0 0 37 0,0 0-9 15,0 0 3-15,-3 4-6 16,3-4-17-16,0 0 25 16,-1 0-35-16,1 0 1 15,0 0 12-15,0 0-12 16,0 0-1-16,-2 0 0 16,-1 0 11-16,1 0 4 15,0 0-15-15,2 2 0 16,-4-2 7-16,2 2 1 15,-3-2-7-15,3 0-1 16,0 2 11-16,-4-2 8 0,4 4-19 16,-4 2 6-16,2 6 5 15,-1 0 4-15,-3 4-14 16,0 4-2-16,2 3 7 16,4-1 11-16,0-4-17 15,2-3-2-15,4-2 2 16,0-5 0-16,10-4 0 15,-5-2-6-15,3 0 17 16,5-4 9-16,-4-4-20 16,3-1 0-16,-1-3 9 15,-1 2 4-15,1-6-12 16,-1 0-2-16,-6-1 12 16,1-3 2-16,-5 1-13 15,2-3-3-15,-4 2 3 16,-2 0 6-16,-2 2 20 0,-4 2 26 15,-2 4-35-15,1 0 50 16,-4 6-38-16,-5 2-23 16,1 4 12-16,-7 6-6 15,1 6-11-15,-1 4 1 16,5 6 14-16,-2 0-1 16,6 4-15-16,5-3 0 15,6-6-7-15,4-6-2 16,2-4 9-16,5-4 0 15,7-4 9-15,-3-1 6 16,-1-3-15-16,7-5 0 16,-7-3 6-16,3-3-5 15,-2 0 5-15,-4-5-6 16,-2 1 9-16,-5 1 5 0,-4 3-13 16,-8 0 4-16,-3 8 16 15,-2 2-19-15,-5 4 8 16,-7 8-10-16,0 6 15 15,2 5-7-15,4-1-8 16,5 0-14-16,7-3 13 16,5-2-18-16,6 2-98 15,2 1-210-15,10 21-1101 16</inkml:trace>
  <inkml:trace contextRef="#ctx0" brushRef="#br0" timeOffset="112287.17">18552 8963 1304 0,'0'0'309'0,"0"0"-182"0,0 0-26 0,0-2-32 0,0 2-15 0,0 0 10 16,0 0-19-16,0 0 26 16,0 0-20-16,0 0-21 15,0 0 40-15,0 0-52 16,0 0-10-16,0 0 17 0,4-8-16 16,-4 8 18-16,0-4-27 15,2 4 1-15,1 0 16 16,-3-4-17-16,2 2 0 15,2-2-7 1,0 0 14-16,2-4-4 0,2 2-3 16,1 0 0-16,2-2-1 15,0-2 1-15,5 2-2 16,0-4-5-16,-3 4 14 16,5-2-2-16,-5-2-5 15,1 4 0-15,1-2-3 16,-1 2 3-16,-4 0-3 15,7 0-5-15,-4 0 16 16,-1 2-4-16,7-2-4 0,-1 1 0 16,1 2 0-16,2-8 0 15,-2 6-4-15,2-4-2 16,-5 4 12 0,-1 0-3-16,-1 3-3 0,-6 0 0 15,1 3 2-15,0-5-2 16,-4 3-3-16,-1-1-3 15,3 3 12-15,-3-2-1 16,2-2-5-16,8-4-3 16,-3 4-6-16,7-5 9 15,2 2-3-15,0-1-5 16,1 1 16-16,-4 0 2 16,1 1-10-16,-3 0 0 0,-1 0 1 15,-1 0-1-15,-1 3-11 16,-1 0 10-16,4-2 2 15,-1-2 7-15,1 0-8 16,3 0-2-16,2 0 2 16,2 0 0-16,0-2-8 15,3 4 6-15,-2-2 4 16,0 2-8-16,-2-2 6 16,-3 4-35-16,-5 0 34 15,-1 0 1-15,1 2-11 16,-3-4 10-16,2 2 0 0,3 0-8 15,-2-2 9 1,3 0-1-16,-1 0 1 16,-1 2 0-16,0 0-11 15,6 0 11-15,-2 0-2 16,1-2-16-16,0 0 5 0,-4 2 2 16,1 2 11-16,-3-4 0 15,1 4-11-15,1-6-1 16,-3 4 12-16,0 0-6 15,5-2 6-15,0-1-9 16,5 4 9-16,-2 1 0 16,0-2-38-16,-4 2 26 15,-1 0 12-15,4 0-6 16,-2-2 6-16,3-4-6 0,5 4 6 16,6-2 0-1,2-4-11-15,3 2 9 16,-3 2 4-16,1-2 13 0,-3 0-15 15,-9 2-6-15,-1-1 6 16,-6-1 0-16,3 2 1 16,-7 2-12-16,0-1 23 15,-2-1-5-15,0 2-7 16,-3 0-15-16,3 0 15 16,1-3 0-16,3 1 0 15,-3 0 0-15,6 0 0 16,3-4 11-16,0 2-11 15,6 1-11-15,-3-2 10 16,-2 3 1-16,-6 2 0 16,-4 0-6-16,-1 2 19 0,5 0-13 15,-7-4 0 1,-1 4-1-16,1-2 1 0,-2 0 4 16,-1 2 2-16,5-2-12 15,-2-2 15-15,0 2-1 16,1-2-8-16,1 2-21 15,5 0 20-15,-3 2 1 16,-3-4-2-16,4 4 2 16,-3-2 0-16,-1 2 13 15,2-2-13-15,-4 2-4 16,3-2 4-16,2-2 1 16,-2 2 0-16,0 0-1 15,0 0 10-15,5 0-17 16,-6 2 7-16,3-4-2 15,-1 4 2-15,-2 0 6 0,-1 0-6 16,-1-2 0-16,2 2 8 16,-6 2 11-16,2-2-17 15,-4 2-1-15,2 0 34 16,-2 0-11-16,0-2-3 16,0 2-2-16,0 0-19 15,0 0 41-15,0 0-41 16,0 0 0-16,0 0 9 15,0 0 0-15,0 0-2 16,0 0-7-16,0 0 6 0,0 0 17 16,0 0-23-1,0 0 0-15,0 0 16 0,0 0 3 16,0 0-10-16,0 0-9 16,0 0 9-16,0 0 24 15,0 0-19-15,0 0 1 16,0 0 16-16,0 0-7 15,0 0 17-15,0 0-13 16,0 0-26-16,0 0 61 16,0 0-58-16,0 0-4 15,0 0-1-15,0 0 9 16,0 0 8-16,0 0-17 16,0 0 6-16,0 0 31 15,0 0-37-15,0 0 7 16,0 0 25-16,0 0-13 15,0 0 7-15,0 0-26 16,0 0 0-16,0 0 1 0,0 0-1 16,0 0-19-16,0 0 13 15,0 0-38-15,-8 2-92 16,0 4-127-16,-1 2-218 16,-49 36-1098-16</inkml:trace>
  <inkml:trace contextRef="#ctx0" brushRef="#br1" timeOffset="149355.84">18548 8992 471 0,'-4'0'614'0,"4"1"-551"0,-2-1 27 0,-2 0 14 0,4 2 5 0,0-4-34 16,0 4 12-16,-2-2 17 15,2-2-73-15,0 2 17 16,-2-1 6-16,0-2-16 15,-1 2-1-15,1 1-19 16,0 0-10-16,0 0 58 16,0-3-41-16,0 3 11 15,2 0 12-15,0-2-10 16,0 2 20-16,0-2-29 0,0 2-29 16,2 0 53-1,-2-2-53-15,2 2 0 16,0-2 2-16,0-2 14 0,0 2 1 15,3-2-17 1,3-2 0-16,0 0 5 0,-2-4-4 16,1 4 7-16,1-2 13 15,2 0-4-15,-1 0 28 16,1 2-45-16,-2-4 0 16,-2 4 19-16,3-2-19 15,0-2 1-15,0 2-9 16,0 2 22-16,-5-2 14 15,3 4-28-15,-4 2 1 16,3 0 28-16,-2 0-29 16,-1 0 0-16,-1 0 0 15,2 0 12-15,-2 0-11 0,0-2-1 16,1 2 0-16,1-2 12 16,0 0-12-16,2 2-9 15,2-2 1-15,1 0 16 16,-3 0-7-16,2 0-1 15,0 0 0-15,-1 2 10 16,5-2-10-16,-6 0-2 16,1-2-13-16,-1 4 30 15,0-3-10-15,0 4-5 16,2-1-6-16,-3 0 6 16,-1 0 0-16,0 0 0 0,-2 0-1 15,3 0 1 1,2-3 2-16,-2 4-2 0,1-3-3 15,-2 2 2-15,1 0 1 16,-1-2 0-16,1 4-13 16,2-2 29-16,-1-1-10 15,5-2-6-15,-1 3 0 16,-4 0 0-16,1-3 0 16,-1 4-6-16,-2-2 5 15,2 3 2-15,-2-1 4 16,0-2-5-16,1 3 0 15,1-1 0-15,0 1 0 16,0-6-5-16,0 3 4 16,-1 2 2-16,5-2 6 15,-2-1-7-15,-2 0 0 0,1 3 2 16,-3-1 8 0,0-5-10-16,6 7 0 0,-4-4 0 15,-1 0-1-15,1 2 1 16,-1-2 0-16,-1 3 1 15,3-2-1-15,2-2 6 16,-3 2-15-16,1 1 18 16,-2-2 0-16,2 3-9 15,-3-2-6-15,2 2 6 16,1-2 0-16,-3 2-1 16,2-4-10-16,0 5 22 15,0-2-5-15,-1 2-6 16,-1-3-6-16,1 0 6 15,2 2 0-15,-3-2 0 0,1 1-1 16,1-2 3-16,-1-4 8 16,2 4-10-16,-1 0-6 15,5 0 6-15,-2 0 0 16,-2-2 0-16,2 2-1 16,-1 0 1-16,4 0 6 15,-5 2-6-15,-3-2-9 16,2 2 9-16,-1-2 1 15,-1 0 5-15,1 2-6 16,2-2 6-16,-1 0-2 16,3 0-4-16,3-2-3 15,1 2 2-15,-2 2 1 16,-4 2-1-16,1-2 1 16,-1-2 0-16,3 2 4 0,-6 0-4 15,0-4-3-15,0 4 3 16,1 0 0-16,1 0 1 15,2 0-2 1,-2 0 3-16,3-2-5 16,-3 2 3-16,4 0 0 0,-1 0 0 15,-3-4 0-15,8 4 9 16,-5-2-9-16,1 0 0 16,-1 0 2-16,5 2-2 15,-6-4-8-15,1 2 8 16,-1 2 1-16,-2 0-1 15,3-2-5-15,-4 2 5 0,6 0 8 16,-5-2-8-16,1 0-12 16,0 2 12-1,2 0 0-15,-5 0 7 0,0 0-7 16,3 0 0-16,-3 0 17 16,4 0-17-16,-4-2-3 15,5 2-5-15,-3-2 16 16,3 2-7-16,-2 0-1 15,0 0 0-15,1 0 0 16,-3 0 0-16,2 0 0 16,-3-2-4-16,1 4 14 15,-1-2-2-15,2 2-8 0,-1-2 0 16,2-3 1 0,-2 5-1-16,-1-1-6 0,0-1-4 15,3 2 20-15,-2-2-4 16,4 2-6-16,1-2 0 15,-3 0-4-15,-2 2 4 16,2-2-3-16,-1 2-5 16,-2 0 16-16,3-2-13 15,1 2 5-15,2 0 0 16,1-5 12-16,-3 5-12 16,4-5-6-16,-3 3-2 15,-3 2 16-15,-2-2 2 16,4 2-10-16,-4-2 0 15,1 2 6-15,1-2-6 16,-2 2-3-16,3-2-13 0,3-1 32 16,-2 2-8-16,5-2-8 15,-1-2 0-15,-1 3-9 16,3-1 9-16,-1-1-2 16,-3 3-7-16,2-2 18 15,-1 2-3-15,-5 1-6 16,2-2 0-16,-4 0 11 15,3 0-11-15,-3-2-6 16,2 1-5-16,2 2 22 16,-2-2-7-16,-1 0-4 15,-1 3 0-15,2-4 3 16,1 1-3-16,3 2-4 16,-2-2-7-16,1-1 22 0,0 3 0 15,0-4-11 1,-3 4-3-16,5-2-3 15,-5 2 6-15,-2-2-3 0,0 2-8 16,0-2 22-16,1 2-5 16,-1-4-6-16,6 4 0 15,-6-2-2-15,3-1 2 16,1 0-6-16,0 0 5 16,0 0 2-16,5-2 5 15,-1 5-6-15,-3-4 0 16,-3 5 1-16,-4-2-1 15,5 0 0-15,-2 0-7 16,-3 0 14-16,0 1-1 0,3-2-6 16,-3-1 0-16,2 4 2 15,-2-2-2-15,-2 2 1 16,0 0-1-16,2 0 19 16,-2 0-10-16,3-2-9 15,1 2 0-15,-2-2 2 16,3 0-2-16,2 0 0 15,-3 0-9-15,0 0 18 16,3 1-8-16,-3-2-1 16,4 1-3-16,-2-2 3 15,3 2 0-15,-3 0 1 16,2 0-9-16,-4 0 16 0,0 2-5 16,3-2-3-16,-3 0-5 15,6 0 5-15,-4 0 0 16,-2 2 1-1,3-2-8-15,0-4 17 0,0 6-10 16,1-4 0-16,-1 2 0 16,-1 0 3-16,2 0-3 15,-2 0-8-15,1 0 7 16,1 0 2-16,-3 0 7 16,0 2-8-16,2-4-6 15,-1 4 6-15,3-2 0 16,2 2-1-16,-2-2-6 15,2-2 14-15,-2 2-2 16,4-2-5-16,-1 2-5 16,-3 0 5-16,-3 0 0 0,1-2-1 15,2 2-1 1,-2-2 4-16,-1 2 7 0,1 0-9 16,-1 0-6-16,-1 0 6 15,2-2 0-15,4 2 0 16,-5-4-6-16,1 4 12 15,0 0 6-15,-3 0-12 16,-1 0-3-16,-1 2 3 16,0-2 0-16,4 0-9 15,-3 0 7-15,1 0 4 16,1 0 7-16,-1-2-9 16,3 2-3-16,-3-2 2 15,3 2 2-15,0 0-1 16,-2 0 0-16,-1-2 0 15,0 2 3-15,-2 0-3 0,3-2 0 16,-3 2-5-16,3 0 5 16,-4 0 0-16,5 0 0 15,-2 0 8-15,2 0-5 16,3-2-3-16,1 2-15 16,-2 0 14-16,5-2 2 15,-1 0 6-15,-1 2-7 16,-1-2 0-16,4 2 4 15,-3-2-4-15,-2 4-13 16,-4-3 12-16,-3 3 2 0,0 0-2 16,-4 0-1-1,2 0 2-15,-2 0 11 0,0 3-11 16,-1-3 0-16,2 2 7 16,-3-2 1-16,-2 4 20 15,-5 0-28-15,-5 2 11 16,-1 2 2-16,-6-2-13 15,-1 2 0-15,-3 0 17 16,1 0-8-16,-4 2 14 16,-1 2-23-16,2-2 0 15,3 0 2-15,3-4-2 16,8 0 0-16,-1-2 0 16,5 2 0-16,0-4 20 15,0 2-20-15,-3-2 0 16,1 2 15-16,2 0-15 0,-7-2 0 15,5 6 1-15,-5-4-1 16,-3 2 19-16,6 2-19 16,-3-2 0-16,3 0 57 15,-1-2-37-15,-2 4-7 16,2-3 20-16,-4-2-24 16,7 3 26-16,0-2-35 15,-1 2 0-15,3 0-1 16,0-2 1-16,2 0-3 15,-4 0-11-15,3-1 28 16,2 2-11-16,-3 0-3 16,-1-1 0-16,1 0 1 15,-1 1-1-15,-7 4-3 16,4-4-9-16,-1 1 24 0,-5 2-7 16,9-1-5-16,-1-1 0 15,-3-2-8-15,7 4 8 16,0-4-1-16,0 2-10 15,-2-2 22-15,-1 0-2 16,4 2-9-16,-1-2 0 16,0 0-2-16,0 0 2 15,2 0-7-15,1-2-4 16,4 3 22-16,-3-2-8 16,0 1-3-16,2-2 0 15,-5 2-6-15,4 0 6 0,-5 2 0 16,2 0-11-1,-2 2 25-15,-4-2-10 0,4 2-4 16,2-2 0-16,-1-2 2 16,3-2-2-16,1 0-9 15,-3 4 1-15,2-4 16 16,-1 2-7-16,-1 0-1 16,1 0 0-16,-4 6 6 15,-5-4-6-15,-1 4-4 16,-3 0-7-16,0 0 22 15,2-2 1-15,1 2-12 16,5-4 0-16,0-4-3 16,-2 2 3-16,2 2-2 15,-1 0-8-15,-3-2 20 0,1 2-8 16,1 0-2 0,-3 0 0-16,1 0-5 0,-3 2 5 15,-2 4-1 1,-2-2-10-16,-3 4 22 15,5-4-4-15,2 1-7 0,2-7 0 16,5 0 1-16,-7-1-1 16,3 5 0-16,-7-1-11 15,0 0 22-15,-5 4-8 16,5-1-3-16,-1-2-3 16,8-1 3-16,1 0 0 15,1-1-2-15,-1-2-7 0,1 4 18 16,1-2-7-1,2 0-2-15,1 2-3 16,-5-4 2-16,5-2 1 16,3 0 0-16,0 2-9 0,-4-3 28 15,-1 2-22-15,0 1 3 16,-3 0-6-16,2-2 6 16,-5 0 0-16,2 2 0 15,-5 2-6-15,0-2 14 16,0 4-5-16,6-2-3 15,3-2-8-15,5 0 8 16,-4 0 0-16,6-4 0 16,0 4-9-16,-1-2 29 15,1 0-25-15,0 0 5 0,-1-2-6 16,3 2 6 0,-3-2 0-16,-1 2 0 0,-1 2-7 15,3-2 14-15,-1 0 5 16,-2 0-12-16,3 2-6 15,-1-4-1-15,1 4 7 16,-5-2-3-16,3 0-5 16,-2 2 16-16,0 0-2 15,-7 0-6-15,1 4 0 16,1-4-3-16,3 2 3 16,2-4-8-16,1 2 7 15,1 2 2-15,-4 0 4 16,-1 0-5-16,1-2 0 15,0 2 1-15,1-2-1 16,5 0 0-16,-3 0-1 16,-3 2 1-16,4 0 7 0,2-2-7 15,0-2-12-15,-1 2 5 16,1 0 14-16,-1-2-8 16,-2 6 1-16,-1-2 0 15,1-2 1-15,3 2-1 16,-2 0-1-16,0-4 0 15,4 2 1-15,0 0 0 16,0-2 0-16,0 2 0 16,-1 0-3-16,1 0 3 15,-2 0 0-15,2-1-5 16,0-2 11-16,-2 4-7 16,0-1 1-16,2 4 0 15,-2-2 1-15,-1-1-1 16,1-1-3-16,2 0 3 0,-6 2 6 15,2 1-3-15,2-3-3 16,2 0 0-16,-1-4 3 16,1 0-3-16,4 0-9 15,-2 0 9-15,0 0 0 16,3 0 15-16,-3 0-15 16,0 0 0-16,0-2-5 15,0 2 5-15,2 2-25 16,-2-2 25-16,2 0-56 15,0 0-61-15,4 3-100 16,4 4-104-16,7 7-297 16</inkml:trace>
  <inkml:trace contextRef="#ctx0" brushRef="#br1" timeOffset="150608.41">20900 8013 1148 0,'0'0'514'0,"0"0"-412"0,-2 0-63 16,0 0 23-16,2 0-35 0,0 0-8 0,0 0 28 0,-2 0-47 0,4 2 62 0,-4-2-17 0,2 0-20 15,0 0 1-15,0 0-20 16,0 2-6-16,-3 0-15 15,1 0-32-15,0 3 22 16,-1 0-68-16,2 1-11 16,-11 12-163-16</inkml:trace>
  <inkml:trace contextRef="#ctx0" brushRef="#br1" timeOffset="155640.7">15791 11635 702 0,'-4'0'551'0,"2"-3"-363"0,-1 1-56 0,1 0-36 0,0-2-47 0,-3 4 58 0,3-2-56 16,-1 0-3-16,3-2 19 15,-2 2-35-15,2 2 70 0,0 0-54 16,0 0-42 0,0-2 66-16,0 2-33 0,0 0-26 15,0 0 35-15,2-2-48 16,-2 2 60-16,3-2-60 15,2 2 0-15,-1-2 21 16,3 2-11-16,3-2-2 16,2 0 19-16,1-2-27 15,5-2 70-15,2-2-70 16,2 0 1-16,1-6 23 16,6-2-6-16,-2 2-18 15,-1 0 0-15,4 2 12 16,-1-2-2-16,-1 2-10 15,3 0 0-15,-2 2 0 16,-2-4 0-16,2 2 0 0,-2-1-13 16,0-5 29-1,4 0-11-15,0 0-5 0,4-4-3 16,-6 4 2-16,5 0 1 16,-5 3-9-16,-2-2 3 15,0 5 12-15,-2-4 1 16,0 2-7-16,4 0-3 15,0-2 3-15,-2 0 0 16,2 0 1-16,0 0-2 16,-6-2 7-16,0 2-3 15,-2 0-3-15,-3 0-8 16,-1 2 8-16,-1 0 0 16,2 4 2-16,-2-2-8 15,-3 2 15-15,3 0-2 16,-5-1-7-16,2 2-3 15,0-1 3-15,0 1 0 0,3-3 0 16,5 1-7-16,-4-3 17 16,8-3-7-16,-5 5-3 15,4 1-10-15,-2 0 10 16,1 1 0-16,-6 0 1 16,4 2-2-16,-5-4 8 15,-1 4-7-15,1-4 0 16,-1 0 0-16,5 4-1 15,0-4 1-15,5 0 0 0,-1 0-1 16,3 0 2 0,-4-2 5-16,-4 0-6 0,8 0-1 15,2-4 1-15,4 0 12 16,1 1-12-16,-1-2 0 16,0 2 0-16,-4-1 4 15,2 4-4 1,-4-1 0-16,-4 3 0 0,-3 2 0 15,-7 1 11-15,-4 0-11 16,1-2 0-16,-2-3 15 16,1 3-15-16,3-6-12 15,0 1 11-15,9-4 1 16,6-4 0-16,6 0 0 0,5-6 6 16,-1 6 1-1,-3 6-7-15,-7 0-19 16,-5 4 18-16,-5 3 2 15,2 0 17-15,-4-1-18 0,7-1 0 16,-1 2-6-16,-2-3 6 16,-3 2-2-16,2-2 2 15,4-4 2-15,-2 4 8 16,5-5-10-16,-3 3 0 16,-2 2-6-16,3 0 6 15,-5 4-1-15,-5-2-8 16,0 6 18-16,-4 0-9 0,2-4 0 15,2 0 0 1,7-6-3-16,5 2 3 0,4-6-8 16,2 4 7-16,-6 2 2 15,-1 0 0-15,-2 4-1 16,-3 0 0-16,-6 2 1 16,3 2-1-16,-6-5-4 15,1 6 3-15,-3-1 2 16,2-2 13-16,-1 2-14 15,-1-2 0-15,4-2-3 16,5-2 3-16,8-5-7 16,7-1 1-16,1 3 12 15,-6-2-2-15,-2 7-4 0,-7-2 0 16,-3 6 3 0,-5 0-3-16,0-1 0 15,-3 0-12-15,3 1 24 16,0-4-7-16,-1 4-5 0,-3 0 0 15,5 0 5-15,-1-2-5 16,-2 2-9-16,1-6-2 16,7 4 22-16,-1-4-7 15,8 0-4-15,3 0 0 16,3-2-6-16,-2 0 6 16,0 2-12-16,-10 0 11 15,4 2 2-15,-2-4 7 16,4 2-8-16,-3-2 0 15,-2 4-3-15,-5 2 3 16,-4 0 0-16,2 2-12 16,-2-2 25-16,0-2-4 0,0 2-9 15,5-6 0-15,-1 4-3 16,3-2 3-16,-1-2-3 16,3 1-4-16,5-1 14 15,-2 0-8 1,6-2 1-16,-2 1 0 0,2 0-3 15,-9 3 3-15,-1 2-3 16,-3 0-6-16,-3-4 18 16,6 2 1-16,-3-2-10 15,1 2 0-15,1-4-3 16,-1-2 3-16,3 4-10 0,3-6 10 16,0-2 0-1,4-2-8-15,4 0 8 16,0 2-4-16,-6 1 2 0,-4 6 2 15,-5 3-4-15,-3-1-8 16,-3 3 24-16,4-2-12 16,-5 4 0-1,1-4-3-15,2-1-3 0,1-4 6 16,-1 3-2-16,2-2-8 16,-1 0 20-16,1 4-22 15,-1-2 12-15,-3 2 0 16,-1 0 9-16,1 4-9 15,2 0-8-15,-4-4 1 16,3 2 14-16,1-4-2 16,-2 2-5-16,5 0-24 0,-1 2 24 15,-1-3 0-15,-1 4-9 16,4-3 7-16,-5 2 4 16,-1-2 11-16,0 4-13 15,1-4-4-15,-5 3 3 16,3 1 1-16,-1-3 0 15,2 1-8-15,-2-1 19 16,0 0-10-16,3-2-1 16,3 5-3-16,-4-4 3 15,5 0 0-15,4 2-13 16,-5-4 12-16,2 2 2 16,4-2 4-16,-4 0-5 15,-4 2-3-15,6 0 2 16,-5 4 1-16,0 0 0 15,5-2-6-15,-3 0 17 0,1-2-8 16,5 0-3 0,-3-2-8-16,1 2 8 0,-5 0 0 15,4-2 1-15,0 0-2 16,-1 3 2-16,-1-2 2 16,3 4-3-16,-3-2 0 15,-3 3 0-15,3-2 0 16,-6 2 0-16,1-2-2 15,0-1 10-15,0 1-1 16,2-1-7-16,-2 0-7 16,2 3 7-16,-2-4 0 0,3 4-4 15,-4 0 3 1,1 0 2-16,0 2-18 0,2-4 17 16,-2 0-39-1,5 0 38-15,-1-2-39 0,5-2 20 16,-1 4 13-16,2 0 7 15,-7 0 1-15,-1 2-1 16,3-2-4-16,-7 4 4 16,-3 0 1-16,-1-2 8 15,6 0-9-15,-1 0 0 16,3 0 0-16,3-4 0 16,-3 4-16-16,-3-4 15 15,4 4 1-15,-7 1 1 16,1 0-1-16,-2 3 0 0,2-3 0 15,0 2 0-15,-2-1-8 16,1 4 8-16,1-3 0 16,-1 1 5-16,1 3-5 15,-3-5 0-15,1-1 24 16,1 6-24-16,-5-2 0 16,2 2 9-16,0-1 13 15,-2 0-1-15,2 0-21 16,0-1 0-16,3 2 12 15,-2 1-12-15,0-3 0 16,0-1 5-16,-3 3 5 16,0 1 25-16,0-2-35 15,0 2 6-15,0 0 44 0,2 0-50 16,1 0 0 0,-1-2 12-16,0 2-11 0,0 0 10 15,-2 0-11-15,0-2 0 16,2 2 32-16,-4 0-32 15,2 0 9-15,0 2 30 16,-2-2-26-16,2 0 14 16,-2 0-27-16,2 0-57 15,-2 2 6-15,-9 5-252 16,-72 36-500-16</inkml:trace>
  <inkml:trace contextRef="#ctx0" brushRef="#br1" timeOffset="160141.54">14488 11478 866 0,'0'0'249'0,"0"0"-94"0,0 0-46 0,0 0-10 0,0 0-16 0,0-4-2 0,0 4-57 0,0 0 73 15,0 0-38 1,0 0-10-16,0 0 13 0,0 0-10 15,0 0 5-15,0 0-21 16,0 0-35-16,0 0 80 16,2-8-61-16,0 4-19 15,3-2 24-15,1-6-24 16,4 0 33-16,0-2-34 16,1 0 8-16,1 0 19 15,1 0-27-15,5 2 0 16,-5-5 0-16,7 2 6 15,-2-2 31-15,4-1-37 16,-1-4 2-16,2 0 26 16,0 0-28-16,2 2 1 0,-1-2-3 15,1 6 8-15,-3-2 6 16,2 0-12-16,1 4 0 16,-5-4 3-16,2 2-3 15,-2 2-3-15,-4 0-6 16,2 2 18-16,-2 0 3 15,-1 1-12-15,1-4 0 16,1-2 13-16,6 2-13 16,-6-3 0-16,6 0-6 15,-3 0 23-15,-1 3 6 16,2-1-23-16,-1 0 0 16,-3 4 6-16,4-2-6 15,-3 2-1-15,2-2-7 16,-4 2 16-16,1-2-4 15,1 4-4-15,-1-4 0 0,4-2 10 16,-3 4-10-16,-3-4-1 16,5 4-8-16,-4-2 18 15,2 4 4-15,-3-2-13 16,5 0 0-16,-4-2-4 16,2 2 4-16,2-2-5 15,-5 0-2-15,1 1 14 16,-3 1-1-16,1 2-6 15,-3 2 0-15,7-6 8 16,-3 3-8-16,6-4 0 16,-4-1-12-16,3 4 24 15,-4-2-9-15,-1 4-3 0,4-2-5 16,-6 2 5-16,3-4 0 16,1 2 0-1,-3-2-13-15,3 2 29 0,-3 0-16 16,1 0 0-16,6-2-1 15,-4 2 1-15,3-2 0 16,-2-2-3-16,6 0-6 16,-3-3 18-16,5 0 3 15,-3-2-12-15,3 2-10 16,-4 1 10-16,1 0 0 16,-6 4 1-16,1 1-15 15,-5 3 29-15,1 1-16 16,5 0 1-16,-6-4-6 15,7-4 6-15,-5 3 0 0,3-2 7 16,2-2-14-16,0-2 19 16,3 4-15-16,-4-2 3 15,4 0-8-15,-5 4 8 16,-3 2 0-16,-3 0 0 16,-4 0-1-16,1 0 9 15,5-4-2-15,-1-2-6 16,-1 0-8-16,7-1 8 15,-1-2 0-15,4-5 0 16,5-5-9-16,0 5 18 16,-1 2 0-16,-8 6-9 15,-4 2-5-15,1 2 5 0,-6 0 0 16,0 0 0 0,2 2-6-16,0 0 16 0,-4 2 2 15,2-4-11-15,-1 4-1 16,2-2 39-16,3 0-30 15,5-4-9-15,7-2 0 16,-4 2 13-16,2 2 13 16,-7 2-26-16,-5 2-5 15,4 2 5-15,-3-2 0 16,-2 2 0-16,9-5-1 16,-2 2 3-16,5-3 4 15,1-1-6-15,2-1-3 16,-4 0 1-16,4 2 3 15,-3-4-1-15,5 0 0 16,-4 2 0-16,-4 0 3 0,-6 4-3 16,3 4-6-16,-7 0 6 15,-3 0 0-15,4 2 7 16,-1-2-7-16,-1-2 1 16,4 2 1-16,-3-2-2 15,4-2-6-15,-2 4 5 16,2-2 2-16,6-2 1 15,3-4-2-15,3 0 0 16,3-2 0-16,-1 2 0 16,-7-1 0-16,0 6-1 15,-2-3 2-15,4-1 1 16,-7 4-2-16,4 1 0 16,-4-3-3-16,1 5 3 15,3 0-8-15,-3-3 8 16,5 0 0-16,-6 1 9 0,-7 2-9 15,6 0 0-15,-5 0 0 16,0 0 0-16,-2 4-3 16,0-4 2-16,1 4 2 15,-2 0 2-15,0-2-3 16,0 0 0-16,3-2 9 16,9-4-9-16,4-4-7 15,7 0 1-15,-2 0 12 16,2-2-4-16,-7 8-2 15,-7 0 0-15,-1 4-4 16,-3 2 4-16,-4 0-8 16,-3-2 7-16,3 4 2 0,-2-2 8 15,-1 0-9-15,0 0 0 16,5-6 10-16,-2 4-10 16,0-2-12-16,2-4 11 15,-1 3 2-15,6 0 11 16,-5-1-12-16,5 2-3 15,-4-5-6-15,6 3 9 16,4-4-2-16,5 5-14 16,-3-5 32-16,0 3-15 15,-10 1-1-15,-4 4 0 16,4 0-7-16,-6 2 7 16,-1-2 0-16,-1 0-14 15,0 2 31-15,3 0-20 0,-2-2 3 16,4 0 0-16,-1 0 0 15,1-2 0-15,1-2 0 16,5 2-14-16,1-6 29 16,-1 4-15-16,12-6 0 15,0 2 0-15,-3 0 3 16,5 4-3-16,-11 0-21 16,0 4 20-16,-7 2 2 15,2-2 11-15,3-2-12 16,-3 0 0-16,5-5 6 15,4 4-6-15,-1-5-7 0,0 6-2 16,-5-1 18 0,0 2-9-16,-3 3 0 15,5-3 0-15,9 0-3 0,4-5 3 16,0 2-2-16,4-3-5 16,-1 5 14-16,-3-2-1 15,-9 5-6-15,1-2-3 16,-10 3 3-16,-4 2 0 15,5-3-3-15,-6 5-9 16,4-3 24-16,3 2-4 16,1-2-8-16,4 1 0 15,4-2 1-15,1 0-1 16,-8 3 1-16,-3-2-11 16,-1 3 29-16,1-4 25 15,1 2-44-15,5 0-3 16,0-2 3-16,7 0 0 15,6-2 1-15,1-2-7 0,6 0 30 16,0 0-13-16,-2-2-11 16,2 0-5-16,-2 0 5 15,-2 2 0-15,-5 0 1 16,0 0-8-16,-2 2 16 16,0 0 14-16,-2-4-23 15,0 2 0-15,6 0 8 16,3-4 17-16,1 0-10 15,6 0-15-15,-9 2 18 16,1 0-16-16,-4 2-2 0,-2 2-3 16,-4 1 3-1,-1 0 0-15,-2 1 1 16,-1 0-2-16,0-1 2 16,6 0 10-16,0-1-11 0,-5-1 0 15,-1 2 1 1,-6 1-1-16,-2-2 1 0,3 2-2 15,-3 0 13-15,5-2-2 16,7 2-10-16,4-4-4 16,0 2 4-16,4-1 0 15,-2 3 6-15,-6-1-14 16,1 0 20-16,1 1-7 16,-5-1-5-16,1 0-6 15,-10 4 6-15,-4-3 0 16,-2 4-5-16,2 0 4 15,-1-3 2-15,2 3 10 16,-1-1-11-16,6-2-6 0,-1 2 6 16,1-4 0-16,7 1 0 15,-1 3-1-15,2-2 3 16,2-1 4-16,2 4-6 16,0-1-9-16,-5 1 7 15,-2 1 2-15,-2-1 0 16,0 4 0-16,-3-1 0 15,1-3 3-15,4 0-3 16,-4 1-5-16,-3-1 5 16,1 2 0-16,-6-2 9 0,-5 0-9 15,-1 2 0-15,-2-2-2 16,2 0 2-16,-2 0-13 16,4 2 12-16,0 1 2 15,6-2 3-15,1 3-4 16,-3-1 0-16,4 1-2 15,1-1 2-15,-3 1-9 16,-2-1 9-16,1 1 1 16,-2-3 8-16,-2-1-9 15,-2 3 0-15,2-3 3 16,-5 0-3-16,3 0-8 16,-6 0 8-16,3 0 0 15,0 0 12-15,-2 0-12 0,4 0 0 16,-2 0 30-1,-2 0-30-15,2 0 8 0,0 0 31 16,0 0-17-16,0 0 37 16,0 0-46-16,0 0-1 15,0 0 59-15,0 0-61 16,0 0-8-16,0 0 26 16,0 0-26-16,0 0 38 15,0 0-40-15,0 0 2 16,0 0 42-16,0 0-44 15,0 0 0-15,0 0-8 16,0 0 20-16,0 0-22 16,0 0 10-16,0 0-170 15,-11 2-283-15,-54 14-1016 16</inkml:trace>
  <inkml:trace contextRef="#ctx0" brushRef="#br1" timeOffset="172256.08">21049 7885 992 0,'-2'0'266'0,"2"0"-158"0,0 0-30 0,0 0 7 0,0 0 23 0,0 0-54 0,0-3-1 16,2 3 26-16,-2 0-16 16,3 0-39-16,-3-4 9 15,0 4 0-15,0-1 48 16,0-2-57-16,0 1-12 15,-3 2 39-15,3-2-21 16,0 2-28-16,0-2-1 0,3-2 13 16,-3 3 17-1,0 1-31-15,0 0 0 0,0 0 34 16,0 0-4-16,0 0-29 16,-3 0 47-16,1 0-37 15,0 0 74-15,2 0-44 16,-2 0-22-16,0 0 32 15,-8 1-37-15,2 2-14 16,-3 0 0-16,-3 4 9 16,-1 2 3-16,3 1-12 15,-1 4 0-15,-2 1 15 16,3-1-15-16,4 1 8 16,-3-1-8-16,1 4 0 15,6 4 7-15,-3 1-7 16,5-3-7-16,2-2 5 0,2 2 4 15,5 0-2-15,2-2 0 16,2-4 0-16,0 0 7 16,0-6-7-16,5 4 0 15,-3-6 5-15,-1-2 1 16,-2-2-3-16,3 2-3 16,-1-8 0-16,1 2 22 15,5-6-22-15,0 0 0 16,4-6 6-16,-4-4 9 15,-5-2 2-15,3 2-17 16,-5-4 0-16,-2 2 18 16,-5 0-18-16,-2 0 0 0,-2 8 14 15,0-3-1-15,-2 8 20 16,-2 3-33-16,-3-4 0 16,1 4-3-16,-4 2 3 15,-3 2-19-15,-2 3 13 16,-3 4 12-16,-5 3-9 15,4 2 3-15,-4 4 0 16,5 0-3-16,3-4 3 16,3 2-15-16,4-2 14 15,3 2 1-15,3-2-12 16,4 2 9-16,1 4 3 16,5-4-17-16,2 2 17 15,5-8-36-15,-3 2 27 16,-2-8 6-16,1-2 3 15,3-2 0-15,-1-2 0 0,-2-6 34 16,5-2-34-16,-7-2 1 16,0-4 15-16,-2 4-15 15,-3-4 30-15,0-2-31 16,-4 6 0-16,-4-2 42 16,0 8-41-16,-1 0 0 15,-3 4-2-15,2 4-11 16,-2 2 2-16,-9 4 10 15,5 6 0-15,-5 6-17 16,3-2 17-16,5 0-16 16,5-2 10-16,1-6-11 15,6 0 1-15,1 0 13 16,0-6-38-16,3 0 32 0,1-2-6 16,6 0 3-1,-1-8 5-15,1 0 5 0,3-2 2 16,-5-8 0-16,-1 0 2 15,-5 0 25-15,-1-2-27 16,-5 2-9-16,-5 0 8 16,-1 4-3-16,0 7-23 15,-6 4 6-15,-1 5-24 16,-8 3 33-16,4 9 6 16,-3 5-30-16,7 1 16 0,5-2-14 15,6-2 23-15,4-6-16 16,6 2-59-16,3-8 85 15,-1-2-16 1,6-2 2-16,-3-4 9 0,1-2 2 16,-1-6-5-1,1 0 9-15,-5-2 0 0,-1-4 0 16,-1 4 7-16,-5 0 22 16,-4 2 22-16,0 2-45 15,-9 2 30-15,2 3-36 16,-2 4-44-16,-4 2 44 15,-4 8 0-15,2 3 1 16,1 2-12-16,3 1 23 16,3 2-27-16,4-5 15 15,-1 4-123-15,10 20-142 0</inkml:trace>
  <inkml:trace contextRef="#ctx0" brushRef="#br1" timeOffset="-153785.5">7617 11474 1585 0,'-9'4'248'0,"4"-4"-157"0,-8 4-34 0,-5 4-12 0,2 0 69 0,0 2 2 15,3 0 4-15,7-6-2 16,3 0-13-16,3-2-13 16,3-2-37-16,3 0-40 15,7 0 65-15,8 2-40 16,19-6-14-16,18-8 22 0,24-8-24 16,18-8 13-1,12-4-37-15,1-1 6 0,-15 10 8 16,-20 9-14-1,-26 5-21-15,-28 8 20 0,-19 15-40 16,-17 8 32-16,-19 14 9 16,-15 12-21-16,-22 8 11 15,-7-4 5-15,-4-4 1 16,2-7-4-16,4-8 16 16,3-4-10-16,1-5 2 15,5-5-54-15,8-4 27 16,16-8-45-16,9-2-70 15,16-5-149-15,5-27-352 16</inkml:trace>
  <inkml:trace contextRef="#ctx0" brushRef="#br1" timeOffset="-152250.39">7683 9533 828 0,'0'0'378'0,"0"0"-135"0,0 0-119 0,-2-2 20 0,2 2-18 0,0 0-45 15,-2 0 24-15,2 0-37 16,-2 0-8-16,2-2 40 16,-2 2-13-16,4 0-21 15,-2 0-1-15,0-3-28 16,4 2 22-16,3-3-56 16,1 0 6-16,13-2-3 15,1-2-6-15,7-2-9 16,2 2 9-16,-7 2-1 15,1-1-14-15,-7 7 15 16,-9 3-41-16,-7 1 35 16,-11 2-54-16,-7 6 35 0,-11 6-8 15,-13 6 0-15,-4 2 33 16,-3-2 0-16,7-4 0 16,13-6 15-16,8-8 6 15,16-4 3-15,5-2-20 16,5-2 16-16,11-4 1 15,6-6-21-15,16 0-2 16,12-2-13-16,-4 2-5 16,0 4-175-16,43 6-138 15</inkml:trace>
  <inkml:trace contextRef="#ctx0" brushRef="#br1" timeOffset="-151535.06">7712 10337 1594 0,'-2'-2'278'0,"4"2"-190"0,-2 0-47 0,2 0 37 0,3-4-42 0,1 2-5 0,6-2 1 16,10-4-11-16,0-2 4 16,5-3-25-16,0 6 6 15,-6-1-1-15,0 4-5 16,-13 2-9-16,-2 4-2 15,-12 6 11-15,-9 10 12 16,-9 6-12-16,-10 4 1 0,-8 4 9 16,-1-4-9-16,4-2-1 15,5-8 39-15,14-8 0 16,7 0 18-16,6-8-18 16,10-4-33-16,1-2 31 15,5 0-37-15,5-4 1 16,9-2-2-16,8-2-115 15,5-2-160-15,34-10-1448 16</inkml:trace>
  <inkml:trace contextRef="#ctx0" brushRef="#br1" timeOffset="-150805.15">7761 11075 1487 0,'-2'0'327'0,"-3"-2"-237"0,1 2-42 0,2 0 50 0,-2 0 20 0,4 0 4 0,4 0 7 15,-2-6-45-15,2 4 19 16,3-4-79-16,11 0-24 15,7-6 21-15,6 0-21 16,2-2 1-16,-2 2-2 16,-2 2 7-16,-11 3-21 15,-9 7 15-15,-2 0-76 0,-16 8 4 16,-5 9 36 0,-13 5-35-16,-10 6-61 0,-11 4-81 15,0 2 57-15,3-4-64 16,-49 38-447-16</inkml:trace>
  <inkml:trace contextRef="#ctx0" brushRef="#br1" timeOffset="-150350.06">7672 11780 1549 0,'0'-1'294'0,"0"1"-141"0,0-3-3 0,3 3-65 0,-1-1 1 0,2-3-16 0,5 0-38 16,1-5 37-16,9 2-69 16,-4 0 1-16,5-2 3 15,1 3-4-15,-2 3-60 16,1 2-141-16,16 19-247 16</inkml:trace>
  <inkml:trace contextRef="#ctx0" brushRef="#br1" timeOffset="-149899.1">7781 12468 1846 0,'0'-2'327'0,"2"0"-186"15,5-1-45-15,-1-4-70 16,6-3 11-16,3 1 0 16,1-2-36-16,1 1 23 15,2 2-24-15,-3-4 0 16,-1 4-14-16,5 4 14 16,-9-4-52-16,-2 6-32 15,-5 4-18-15,-4-2 24 16,-2 8-3-16,-5-2 63 15,-1 0 18-15,-6 3-57 16,-1-2-116-16,-10-11-928 16</inkml:trace>
  <inkml:trace contextRef="#ctx0" brushRef="#br1" timeOffset="-148084.78">10303 9394 1139 0,'-2'0'297'0,"2"0"-150"0,-2 0-64 0,2 0 26 16,0 0-50-16,0 0-13 16,0 0 19-16,2 0-10 15,0-2-29-15,3 0 16 16,5-2-18-16,9 0 49 16,1-6-43-16,9 2-13 15,2-2 13-15,-5 0-17 0,5 2-11 16,-1-4-2-1,-8 6 7-15,-6 2-4 0,-9 4-3 16,-5 2-57-16,-9 2 19 16,-9 4 37-16,-3 8-61 15,-12 4-31-15,-6 2-84 16,4 0-64-16,-38 28-1100 16</inkml:trace>
  <inkml:trace contextRef="#ctx0" brushRef="#br1" timeOffset="-147134.96">10352 10096 1095 0,'0'0'275'0,"-2"0"-107"0,2 0-114 0,0-4 4 0,-2 4 17 0,2 4 0 0,0-8-3 15,0 4-22-15,0 0 31 16,0 0-8-16,0 0-23 16,0 0 4-16,0 0-21 15,0-2-3-15,2 2 25 0,-2-2-4 16,7 0 30 0,4-2-73-16,9-4-7 0,9-6 23 15,5-2-24 1,3 4 1-16,1 0-2 0,-5 2-3 15,1 4-18 1,-10 0 8-16,-1 4-109 0,-10 4-58 16,-7 6-55-16,-27 22-146 15</inkml:trace>
  <inkml:trace contextRef="#ctx0" brushRef="#br1" timeOffset="-145818.62">10383 10858 731 0,'-2'0'1120'0,"2"0"-920"0,0 0-130 16,0 0 2-16,0 0-13 0,2-4-10 0,3 2 19 15,4-2-55-15,8-2 17 0,4 0-30 16,3-4-15-16,1 4-12 16,2 2-114-16,30 0-201 15</inkml:trace>
  <inkml:trace contextRef="#ctx0" brushRef="#br1" timeOffset="-145280.58">10381 11536 1746 0,'2'-2'315'0,"1"-2"-220"0,6-4-26 0,6 0-69 0,10-2-7 0,1-2-8 0,1 2-92 0,5 0-62 0,39-8-481 16</inkml:trace>
  <inkml:trace contextRef="#ctx0" brushRef="#br1" timeOffset="-144782.98">10408 12494 1531 0,'2'0'448'0,"-2"0"-311"0,0 0-41 0,4-1 15 0,-4 1-17 0,6 0-8 0,-4 0-31 0,6-3-54 16,3 2 35-16,5-2-36 15,1 0-139-15,33-23-330 16</inkml:trace>
  <inkml:trace contextRef="#ctx0" brushRef="#br1" timeOffset="-142045.59">7297 9348 803 0,'0'0'615'0,"0"0"-489"0,3 0-6 0,-3 0-72 0,0 0-23 0,0 2 32 0,2 2-19 0,1 5 35 15,1 0-10-15,3 1-49 16,1 0 44-16,0-2-41 16,-2 2 17-16,3-2 11 15,2-1-22-15,3-1 14 16,1-1-17-16,3 3-19 15,7-2 38-15,-2 2-29 16,2-3-10-16,4-3 1 16,-4-2 0-16,2-2 14 15,-1-3-15-15,0 1 2 16,1-1 9-16,-2-1-11 16,0-1-3-16,-1 2-3 0,-5-5 12 15,2 2-1-15,-5-2-5 16,-3 1 0-16,0 0 6 15,-3-4-6-15,-2 1 0 16,1-6-6-16,5 0 15 16,-8-2-3-16,1-2-6 15,-1 4 0-15,-4-4 2 16,-2-2-1-16,0 0-1 16,-4-1 0-16,0 2 8 15,-3 3 5-15,1-2-13 16,-6 6 1-16,3-3 15 15,1 1-7-15,-2-1-7 16,-3-3-2-16,3 1 12 0,-4 1 4 16,3 4-16-16,-6-2 0 15,7 0 19-15,-1 0-12 16,-3 4-7-16,6 0 0 16,-1 4 15-16,-1 0 11 15,-3 2-26-15,1 2 7 16,-5 0-8-16,-2 0 1 15,5 0 0-15,-6 2 2 16,5 0 6-16,-2-2 5 16,-2 4-12-16,1 0-1 15,-7 4 15-15,-1 0-2 0,-2 0-13 16,0 6 0 0,2-2 7-16,-1 2 11 0,0 2-18 15,2 2-3 1,-2 6 3-16,-1 4 2 0,-1 8 7 15,-2 2-5-15,1 3 10 16,11-4 1-16,2 1-15 16,5-4-11-16,9 3 11 15,3-5 0-15,7 0 0 16,6 0-1-16,3-2 2 16,6 4 9-16,1-4-10 15,3 0-19-15,-1-4 10 16,1 6-87-16,-3-2-107 15,39 28-296-15</inkml:trace>
  <inkml:trace contextRef="#ctx0" brushRef="#br1" timeOffset="-141033.75">8225 9146 709 0,'-3'0'180'0,"1"0"-11"0,-2-2-61 0,1-2-24 0,-3 2-7 0,-1 0 1 0,2-1 22 16,-1 2-25-16,1 1 17 16,-1 0-28-16,2 0-8 15,1 0 35-15,-2 0-37 16,5 0 8-16,0 0 8 16,0 0-16-16,5 0 18 15,-2 0-64-15,1-2-8 16,7 0 19-16,5 0-18 15,5 0 1-15,9 0-2 16,-2-5 1-16,4 3-19 16,-1-1 18-16,-9 0-31 15,1 1 29-15,-8 0-10 0,-8 4 0 16,-4 0 0-16,-3 4 6 16,-10-4-1-16,-7 4 7 15,-8 3-8-15,-8-1 8 16,1 4 6-16,-1-2 2 15,6-2 23-15,7 0-16 16,7-4 48-16,9-2-45 16,1 0-10-16,6-2 29 15,1 2-2-15,2-4-16 16,6 2-19-16,-1-3 15 16,10 2 1-16,2 1-16 0,2 0-12 15,-5 0 5 1,-3 4-20-16,-5-2-83 0,-5 4-77 15,-7 2-17-15,-25 9-177 16</inkml:trace>
  <inkml:trace contextRef="#ctx0" brushRef="#br1" timeOffset="-137547.95">10119 9296 1479 0,'0'2'295'0,"0"-4"-224"0,0 4-37 0,0-2-34 0,-5 0 42 0,5 0 42 0,5 0-50 15,-5 0 59-15,0 0-43 16,0 0-14-16,0 0-3 15,0 0-27-15,10 6 30 16,-3-4-36-16,5-2 0 16,0 2 21-16,7-2-20 15,-4-2-1-15,7 0 4 16,-1-2 2-16,0-4 15 16,4-2-21-16,-2 2 0 0,-3-6 18 15,2 2-18 1,-6-2 1-16,-3 0 19 0,-7-4-19 15,-1-2 39 1,-2-2-40-16,-6-5 7 0,-2-2 2 16,-1-7-9-16,-5 0 0 15,2-4 0-15,0 3 0 16,-2 1 11-16,0 4-11 16,-1 0 0-16,-1 4 6 15,-1 4 1-15,-1 2-7 16,1 6 0-16,-3 0 0 15,-1 0 3-15,1 1-3 0,-6 4-6 16,0 3-1-16,-1 2 7 16,-4-1-2-16,-1 10 2 15,-8 3 0-15,4 2-1 16,-5 2 1-16,3 6-9 16,-1 2 3-16,5 0 6 15,0 0-1-15,2 0 1 16,4 4 0-16,0 2-10 15,10 4 10-15,1 4-17 16,8 2 17-16,8 4 1 16,2-2-1-16,10 0 0 15,-1-5 6-15,6-3-5 16,1-5-1-16,-1 0-9 0,4-3 8 16,4-2 1-16,2-4-24 15,2 0-39-15,7-6-59 16,-1-2-32-16,75-6-176 15</inkml:trace>
  <inkml:trace contextRef="#ctx0" brushRef="#br1" timeOffset="-136634.85">10707 9093 640 0,'-3'0'783'0,"3"0"-578"0,0 0-110 0,0 0-43 0,0 0 52 0,-2 0-25 16,2 0-50-16,0 0 77 16,0 0-61-16,2 0-4 15,-2 0 13-15,3 0-6 16,5 0-14-16,6 0-9 16,6-1-24-16,11-3 52 15,10-2-47-15,1-1 0 0,-5 0-12 16,-1 3 12-16,-6 1 9 15,-11-1-15-15,-7 3 0 16,-8 1 9-16,-4-3-4 16,-7 3-4-16,-11 3-2 15,-8-2-16-15,-12 3 10 16,-3 3 7-16,4 0 0 16,7-4 7-16,11 1-7 15,7-4 1-15,10 0-2 16,4 0 10-16,3-3-10 15,13 3 1-15,4-1-6 16,14-2-6-16,4 3-9 16,0 0-144-16,40 4-308 15</inkml:trace>
  <inkml:trace contextRef="#ctx0" brushRef="#br1" timeOffset="-36027.77">16317 9124 1092 0,'6'0'154'0,"0"0"-113"0,-2 0 1 0,-2 2 0 0,-4 0 3 0,2 0 18 0,-2 0-39 0,0-1 60 16,-2 2-30-16,4-3-14 15,0 2 10-15,-2-2-32 16,2 2-11-16,-4 6-7 15,0 2-64-15,-3 6-50 16,-15 42-167-16</inkml:trace>
  <inkml:trace contextRef="#ctx0" brushRef="#br1" timeOffset="-35312.86">16564 9525 1382 0,'0'0'234'0,"0"0"-183"0,0 0-50 0,0-4-1 0,0 4 14 0,2 0 10 16,-2 0-6-16,0 0-2 0,0 0 38 15,0 0-10 1,-2 0-5-16,2 0-39 0,0 0 10 16,0 0-47-16,-4 14-22 15,-3 4-394-15</inkml:trace>
  <inkml:trace contextRef="#ctx0" brushRef="#br1" timeOffset="-34612.44">18487 10533 705 0,'-14'2'198'0,"2"2"-198"0,-20 8-21 0,1 1-4 0,2 2-58 0,-27 21-510 0</inkml:trace>
  <inkml:trace contextRef="#ctx0" brushRef="#br1" timeOffset="-34076.07">18182 10688 705 0,'-4'4'225'15,"1"-2"-106"1,-2-2 8-16,5 2 35 0,0-4 15 16,1 0-75-16,3-2-25 15,-1 0 14-15,-1 2-28 16,0-2 42-16,2 2 24 16,-1 0-24-16,1 2 12 15,0 0-24-15,-2 0-40 16,3 2 46-16,-3-2-69 15,-4 0 1-15,4 2 10 16,1-2-31-16,1 2 32 0,7-2-42 16,3 2 0-1,5-2 8-15,4 2-8 0,4 0 0 16,-2 0-1-16,-2 2 9 16,2-4-8-16,-5 0 0 15,0 0-19-15,-4 0 8 16,-2 0-31-16,-3-4-33 15,-5 4 8-15,-4 0-4 16,0 0 71-16,-4 0-19 16,2 4 19-16,-2-4 6 15,0 2-6-15,0-2 7 16,2 2 19-16,-2-2-25 16,-1 2 47-16,3-2-48 15,0 0 0-15,0 2 35 16,0-4-10-16,0 2-1 0,0 0 24 15,0 0-36-15,0 0 41 16,0-2-50-16,3 2 7 16,-3 0 10-16,0 0-20 15,0 0-8-15,-3 2-4 16,3-2-12-16,0 0 24 16,0 0-161-16,-20-2-203 15,-36 2-742-15</inkml:trace>
  <inkml:trace contextRef="#ctx0" brushRef="#br1" timeOffset="-28663.23">10532 9767 798 0,'-2'0'283'0,"2"0"-140"0,-4 0-109 0,2 0 94 0,0 0 13 0,0 0-80 0,-1 2 25 16,3-2 7-16,-2 0-26 0,2-2 22 16,0 2-38-1,2 0-9-15,-2 0 36 0,0 0-35 16,0 0-13-16,0 0-4 15,0 0-13-15,3 0 34 16,-1 2-44-16,4-2 3 16,8 0 33-16,1 2 10 15,12-4-25-15,-4 2-7 16,6-4-5-16,-7 2 25 16,2-5-37-16,-4 2-14 15,-2 3 2-15,-5 2 11 16,-4 0-91-16,2 2-110 15,-6 4-85-15,-3 2-327 16</inkml:trace>
  <inkml:trace contextRef="#ctx0" brushRef="#br1" timeOffset="-28146.55">10989 9639 1508 0,'0'-2'218'0,"0"0"-133"0,5-4-49 0,-1 2-24 0,10-6 60 0,-3 4-52 0,3 0-2 0,3 0 28 0,-5 2-11 15,-2 10-23-15,1 2 7 16,1 12-19-16,-8 10 87 15,1 10-66-15,-7 2-20 16,-5 2 17-16,-5-2-6 0,4-3 18 16,-3-11-30-1,0-4 7-15,6-10 56 0,3-6-62 16,2-4 0-16,0-4 20 16,0 0-20-16,6-2 19 15,4 0-20 1,3-2 1-16,11 0 12 0,-1-4-13 15,3 4-13-15,1 0-47 16,-5 4-155-16,22 12-107 16</inkml:trace>
  <inkml:trace contextRef="#ctx0" brushRef="#br1" timeOffset="-27913.59">11340 9821 1659 0,'0'0'301'0,"-3"0"-203"0,3-2-80 16,0 2 52-16,0 0-70 15,3 0-12-15,-3 2-78 16,6 2-70-16,7 13-112 15</inkml:trace>
  <inkml:trace contextRef="#ctx0" brushRef="#br1" timeOffset="-27429.41">11580 9685 1536 0,'0'0'351'0,"0"0"-250"15,0-2-89-15,2 0 6 16,5 0-11-16,6 0 20 16,3-2-27-16,4-4 0 15,7 2 5-15,-3 2-5 16,-3 2-6-16,-4 2 5 15,-6 4 2-15,-4 2-12 0,-2 8 11 16,-10 4 0-16,-2 2 13 16,-4 0-13-16,-4 2 0 15,1-4-1-15,3-1 7 16,-1-9 2-16,8-5-8 16,2 1-6-16,6 0 6 15,8-1 0-15,1 1 0 16,5-1-1-16,4 4 7 15,-2 1-5-15,1-1-1 16,-9 1-4-16,-7 5 4 16,-7 3 25-16,-11 4 41 15,-16 10-20-15,-9 2-45 16,-7 2 45-16,-4 2-46 0,0-4-9 16,5-4 0-1,5-3-40-15,10-4-193 0,-11-5-481 16</inkml:trace>
  <inkml:trace contextRef="#ctx0" brushRef="#br1" timeOffset="-26453.64">11910 9615 1521 0,'2'-2'280'0,"2"0"-212"0,8-4-41 0,3 0 34 0,1 0 19 0,-3 4-70 16,3 2 4-16,-3 2-5 16,-4 4-9-16,0 0-10 15,-4 4 9-15,-10 6 2 16,-4 6 41-16,-9 6-42 16,-6 2 1-16,-1 1 22 15,3-6-18-15,4-9-5 16,6 1 0-16,11-11 0 15,2 2 7-15,11-3-7 16,3 0 0-16,8 0 3 16,2-2-3-16,6 2-5 0,-4 0 4 15,-7 0 2 1,-7 4-11-16,-13 7 7 16,-12 4-62-16,-16 7-46 0,-98 56-536 15</inkml:trace>
  <inkml:trace contextRef="#ctx0" brushRef="#br1" timeOffset="-26179.38">11371 9898 1633 0,'0'-2'518'0,"0"0"-436"0,0 0-76 0,0 2 24 0,2-2-30 0,5 4-1 15,6 2-59-15,27 18-279 16</inkml:trace>
</inkml:ink>
</file>

<file path=ppt/ink/ink2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48:38.760"/>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F0"/>
    </inkml:brush>
  </inkml:definitions>
  <inkml:trace contextRef="#ctx0" brushRef="#br0">12691 6086 847 0,'-6'-2'31'0,"4"-3"-31"0</inkml:trace>
  <inkml:trace contextRef="#ctx0" brushRef="#br0" timeOffset="533.98">14183 6521 640 0,'0'0'339'0,"0"0"-235"15,0 0-88 1,0 0-1-16,4-2-15 0,2-2 0 16,6-4 0-16,1-2 0 15,20-19-30 1</inkml:trace>
  <inkml:trace contextRef="#ctx0" brushRef="#br0" timeOffset="1913.84">12066 3387 1039 0,'-5'-2'339'0,"10"2"-201"0,-10-7-60 0,5 7 57 0,0-1-54 0,0-2-43 0,0 3 16 0,-2-1-2 16,4 1-25-16,-2 0 5 15,0 0-25-15,5 0 23 0,1 4-30 16,8 1 0-16,15 0 39 15,13 0 12-15,12 2-28 16,15-3 16-16,3 4-38 16,5-2 56-16,6 0-57 15,-4 3-5-15,2 0 5 16,-4-3 1-16,-5 0 0 16,-1-2-2-16,-8 0 8 15,-12 0-11-15,-17 0 4 16,-17-4-11-16,-10 2 2 15,-7 0-7-15,-9 2 4 16,-6 0 10-16,-14 2-37 16,-14 4 17-16,-10 6-56 0,-15 2-2 15,-7 2 35-15,-6-4-19 16,-7 4-23-16,-5-4 9 16,-8-4-3-16,-6-2 67 15,4-2-26-15,5-2 40 16,16 0 70-16,20-3-46 15,19-2 30-15,19-1 2 16,17 0-31-16,11 0 53 16,17 0-78-16,14-1 2 15,19-4 11-15,15-1 1 16,11 2 8-16,9 2-22 16,3 2 9-16,1-2 32 0,-1 2-41 15,-1 0 1-15,-5 0 15 16,-7 0-1-16,-15 2-5 15,-22-2-10-15,-19 0 0 16,-15 0-1-16,-12 2 13 16,-7-2-3-16,-7 2 19 15,-15 2-22-15,-16 8-6 16,-144 44-157-16</inkml:trace>
  <inkml:trace contextRef="#ctx0" brushRef="#br0" timeOffset="7947.58">17212 6208 1025 0,'-8'-2'128'0,"-1"0"-95"0,-9 0-27 0,3 0 3 0,1 0-9 0,-1 2 1 0,3-2-5 16,1 2 4-16,-3 2-9 16,6 0-5-16,-3 2-83 15,-14 10-173-15</inkml:trace>
  <inkml:trace contextRef="#ctx0" brushRef="#br0" timeOffset="9414.49">21752 5997 964 0,'0'-2'195'0,"0"2"-78"0,0 0-28 0,0 0-29 0,0 0-48 0,0 0-12 0,0 0-13 16,2 0 8-1,-2 2-8-15,0-2 13 16,-2-2-9-16,2 2 9 0,0 0 0 16,0 0-12-16,0 0 10 15,0 0 4-15,0 0 28 16,0 0-20-16,0 0-10 15,0 0 44-15,0 0-20 16,0 0-17-16,0 0 20 16,0 0 12-16,0 0 45 15,0 0-73-15,0 0-5 16,0 0 34-16,0 0-25 16,0 0-14-16,0 0 27 15,0 0-22-15,0 0 33 0,0 0-39 16,0 0 0-16,0 0 3 15,0 0 6-15,0 0-9 16,0 0-2-16,0 0 2 16,0 0-37-16,0 0-37 15,-10 8-125-15,-46-4-1009 16</inkml:trace>
  <inkml:trace contextRef="#ctx0" brushRef="#br0" timeOffset="10798.26">5796 7437 1272 0,'0'0'246'0,"0"0"-162"0,5 2-51 0,-5-2-13 0,0-2 2 0,0 4-21 0,0-2 74 16,0 0-56-16,0 0 11 15,0 0 39-15,0-2-43 16,0 2-19-16,0 0-5 16,13 2 22-16,1 0 3 15,7-2-12-15,6-2-8 16,9 2 13-16,2-4-15 15,2 2-4-15,-2 0-2 16,-7 0 7-16,-11 4-9 16,-9 0 3-16,-11 4-58 15,-13 4 57-15,-16 8-31 16,-11 4-51-16,-9 2 53 0,-3-4-1 16,4-1 31-16,1-10 0 15,7 0 1-15,9-5 36 16,10-3 41-16,8-2-27 15,8-5 8-15,14-2-52 16,16-6 22-16,11-4-29 16,10-4-8-16,6 1 8 15,1 3 0-15,1 8-8 16,-6 6-55-16,50 16-419 16</inkml:trace>
  <inkml:trace contextRef="#ctx0" brushRef="#br1" timeOffset="-185188.63">11311 11235 1158 0,'-2'-2'375'0,"-1"2"-198"0,0-2-33 0,3 2-75 0,0-2 72 0,0 2-24 16,0 0-18-16,0 0-7 15,0 0-7-15,3 0-17 16,-3 0-8-16,3 0-59 16,-1 0 34-16,4-2-35 15,5 2 0-15,7-2 10 0,0 0-10 16,2 0-5 0,3 0 4-16,-8 2-2 0,-1-2-20 15,-6-2 22-15,-6 4-20 16,-2 0 19-16,-2 0-19 15,-6 0-12-15,-13 6 24 16,-6-2 18-16,-8 2-12 16,-3-2 3-16,7 2 0 15,8-4 9-15,10-2 5 16,10 2-4-16,3-2-10 16,8-2 20-16,7 0-7 15,7-4-13-15,14 0 0 0,2 0 12 16,0-2-11-16,-4 2 5 15,-11 2-6-15,-4 2 1 16,-13 0 6-16,-4 2 4 16,-4 2-11-16,-2-2 33 15,-1 0-15-15,-9 4 7 16,-5-2-25-16,-10 4 2 16,0 0 22-16,6-2-24 15,8-2 0-15,6-2 16 16,9 2-8-16,0-2-8 15,5-2-2-15,4 2 2 16,-1 0 2-16,6 0-2 16,6-2 0-16,-4 2 0 15,-1 0 1-15,-3 0 14 16,-8 0-15-16,-4-2 0 0,0 2 24 16,0 0-24-16,-2 0 0 15,0 2 10-15,-8-2-2 16,-1 0 11-16,-9 4-19 15,-7 0 0-15,-1 0 5 16,7 2-5-16,8-2-9 16,6-2 9-16,7-2-20 15,7 0 20-15,2-2-23 16,6 2 23-16,10-2-4 16,2-2 4-16,2-2-7 15,-2 0 6-15,-10 0 2 16,-5 4 0-16,-6 0-1 15,-6 2 0-15,-4 0-6 16,0 0 6-16,-4 2-4 16,-3-2-4-16,-5 4 16 15,-1-2-1-15,3 0-7 0,3-2 0 16,3 2-26-16,1 2-62 16,-2 4-224-16,-29-2-738 15</inkml:trace>
  <inkml:trace contextRef="#ctx0" brushRef="#br1" timeOffset="-178255.08">10364 9078 1137 0,'0'-3'317'0,"0"3"-220"0,0 0-25 0,-3 0-18 0,3 0 5 0,0 0 2 0,0 0-16 16,3 0 42-16,-6 0-42 15,3 0-15-15,0 0 12 16,0 0-1-16,0 0 1 16,0 0-21-16,0 0-12 15,0 0 40-15,0 0-32 16,0 0-1-16,0 0 19 15,0 0-11-15,0 0 1 16,-9 4 2-16,9-4-25 0,-2 0 55 16,-3 0-48-16,3 0 0 15,-2 3 19-15,0-2-22 16,-1 2 9-16,-7 1-15 16,6 3 0-16,-5 2 22 15,-3 3-22-15,-1 6 0 16,-3 6 21-16,-1 2-12 15,0 4 32-15,1-4-41 16,5 2 18-16,5 0 3 16,5 2-21-16,3 6 0 15,3-1 6-15,3 1-6 16,5-4 18-16,5-2-18 16,-1-6 0-16,8-1 9 15,-3 0-9-15,2-3 0 16,-2 0 4-16,0-4-4 0,-2-2-21 15,-2-2-125-15,-1-2-148 16,7 4-236-16</inkml:trace>
  <inkml:trace contextRef="#ctx0" brushRef="#br1" timeOffset="-177188.93">10580 9176 1151 0,'-2'0'290'16,"4"0"-160"-16,-2-2-26 0,0 2-19 0,0-2-8 0,4-1 7 0,-4 3-72 0,4-5 57 16,1 3-47-16,4-4 5 15,4 1 27-15,3 0-25 16,-3 3-4-16,2-2 3 16,1 8-27-16,-2-2 45 15,-1 3-37-15,2 8-9 16,-3 3 20-16,-3 6-19 15,-7 4 0-15,-4 6-1 16,-9 4 1-16,-9-2 10 16,-1 4-11-16,-6-6 0 15,4-1 4-15,-2-12-4 0,7-2 12 16,-2-5-12 0,9-6 9-16,2-2 21 0,7-4-10 15,2 0 1-15,2 0 28 16,0 0-17-16,0 0 28 15,0-3-50-15,10 2-10 16,5-1 63-16,4-2-63 16,8-3 0-16,2 2 0 15,-4-1 0-15,2-1-40 16,-1-1-166-16,-3 2-251 16,40-20-1127-16</inkml:trace>
  <inkml:trace contextRef="#ctx0" brushRef="#br1" timeOffset="-176621.79">11068 9276 1682 0,'0'0'327'16,"-2"0"-228"-16,2 0-8 0,-2 0 74 0,2 0-40 0,0 0-40 0,0 0 4 0,0 0-40 15,0-2 32-15,0 2-78 16,0 0 11-16,0 0-28 15,0 0-79-15,-4 0-190 16,-13-2-377-16</inkml:trace>
  <inkml:trace contextRef="#ctx0" brushRef="#br1" timeOffset="-176038.12">11264 9204 1655 0,'2'0'252'0,"-2"-2"-162"16,4-2-4-16,0 0 31 15,2-4 27-15,2 2-41 16,3-2 20-16,5-2-54 16,-1 2-6-16,6 0 21 15,-1-2-27-15,-1 4-22 16,-5 2-23-16,-3 4 4 16,-7 0-19-16,1 6 3 15,-3 2-27-15,-4 8 27 16,-5 2-3-16,-3 0 3 15,-4 0 0-15,-4 0 12 16,4-4 11-16,4-4-23 16,5-6-12-16,5 0 11 0,2 0-7 15,5-2 2 1,6 4 5-16,7 0-2 0,7 0-22 16,2 2 25-16,-4 0-27 15,0 0 26-15,-8 4-16 16,-3-4 5-16,-8 2-6 15,-4 0-33-15,-8 5 51 16,-10-2-27-16,-1 3 27 16,-8 2 1-16,-4-3 0 15,0-4 7-15,-4-1-8 16,3 1 1-16,4-7 10 16,-1 0-11-16,8-2-56 15,4-4-67-15,-1 0-135 0,8-22-94 16</inkml:trace>
  <inkml:trace contextRef="#ctx0" brushRef="#br1" timeOffset="-175505.23">11727 9140 1715 0,'4'-2'256'0,"3"-3"-196"0,5-2-30 0,7-1 5 0,3 0 2 0,1 4 32 0,0-1-51 0,-2 5-12 16,-3 5 15-16,-7 4-21 16,-1 8 22-16,-8 5-22 15,-11 2 0-15,-2 4 26 16,-5-4-20-16,-6-2-5 16,4-4 10-16,-5-6-10 15,10 0 40-15,5-8-41 16,5 0 12-16,6-4-9 15,1-2-3-15,7 2 0 16,7 0 9-16,4 0 0 0,4 0-6 16,-5 0-3-16,-1 4 0 15,-9 0-9-15,-5 4 9 16,-3 0-16-16,-8 2 2 16,-3 2 14-16,-10 2 17 15,0-2-17-15,-7 2-20 16,3-4 14-16,-3 0-73 15,6-2-82-15,-4-1-58 16,-19-2-421-16</inkml:trace>
  <inkml:trace contextRef="#ctx0" brushRef="#br1" timeOffset="-174805.4">12163 9507 1599 0,'0'0'315'0,"0"0"-214"0,-2 0 53 0,2 1-64 0,-2 4-3 0,0 3 30 16,-2 8-49-16,-3 0-37 15,0 4-31-15,0-4 9 0,-3 2-13 16,-1 0 4-16,-3-6-153 16,3-2-161-1,-16-2-477-15</inkml:trace>
  <inkml:trace contextRef="#ctx0" brushRef="#br1" timeOffset="-174305.43">12543 9200 1494 0,'2'-4'363'0,"5"-4"-202"0,6 0-131 15,7 0 16-15,-2-2 82 16,2 4-74-16,-2 1 10 16,1 5-17-16,-3 7-38 15,-3 4 55-15,-1 8-52 0,-6 15 9 16,-6 4 2-16,-6 8-23 16,-12 2 30-16,-3 1-30 15,-7-8 11-15,1-2 4 16,3-11-15-16,6-8 0 15,7-8-6-15,6-4 16 16,5-6 28-16,3-2-25 16,5 0-11-16,8-2 71 15,8-5-10-15,12 2-33 16,2-3-15-16,2-4 0 16,0 1-30-16,-4 0-61 15,-10 0-266-15,17-26-420 0</inkml:trace>
  <inkml:trace contextRef="#ctx0" brushRef="#br1" timeOffset="-174054.59">13042 9358 2028 0,'0'0'564'0,"0"0"-495"0,0 0-26 0,0 0 25 0,-2 2-38 0,2-2-30 0,0 0 0 0,0 3-114 16,0-2-62-16,0 2-166 16,10 0-361-16</inkml:trace>
  <inkml:trace contextRef="#ctx0" brushRef="#br1" timeOffset="-173038.81">13251 9168 1211 0,'3'-4'472'15,"1"4"-407"-15,2-4-14 16,6 2 7-16,5-2-8 0,4 0-4 16,3 2 10-16,0 2-1 15,3 2-2-15,-9 4-8 16,0 2 31-1,-9 6-70-15,-4 6-6 16,-8 0 20-16,-2 4-5 0,-6-2 0 16,-2-4-5-16,-3 0-2 15,-3-4 56-15,1-4-49 16,2 0-6-16,0-4 6 16,8-4-9-16,6 0-4 0,2 0-2 15,0-2 0 1,-3 0-6-16,3 0 6 15,0 0-15-15,0 0 15 0,0 2 6 16,-4-2 6-16,3 2-12 16,-1-2 0-16,2 0 6 15,-2 0-6-15,2 2-1 16,-2-2 1-16,-3 0 1 16,-3 2 3-16,0 2-4 15,0-2 0-15,-1 1 5 16,0 1-5-16,0-1-15 15,2 1 15-15,3-2 0 16,2 0 2-16,2 2-2 16,0-4 0-16,0 0-5 15,2 0 13-15,-2 0-4 0,2 0 18 16,0-4-21 0,1 4 25-16,-1 0-26 0,0 0 0 15,1 4 13-15,-2-4-13 16,4 0 0-16,0 3 7 15,1-2-6-15,3-1 37 16,5 0-17-16,3-1-20 16,3-6 43-16,5 3-44 15,0 0 0-15,2 1-1 16,-4-1 12-16,0-1-2 16,0-1-9-16,-8 4 0 15,-1 0 0-15,-4 0 0 16,-1 2-12-16,-4 0 10 15,4 0 2-15,-5 2 1 16,1-2-1-16,3 2-6 0,-6 0-3 16,3 0 9-16,2 2 0 15,0-4-6-15,-1 2 12 16,4 1-6-16,-2-2 0 16,-1-1-41-16,-3 0-64 15,-2 0-175-15,3-10-249 16</inkml:trace>
  <inkml:trace contextRef="#ctx0" brushRef="#br1" timeOffset="-172421.08">13485 9352 1354 0,'4'-2'317'0,"4"0"-250"0,9-2-8 0,-1 2 19 0,5 0-23 0,0 2-14 16,-1-2 14-16,-2 2-34 15,-2 2 36-15,-1 0-42 16,-1 4 14-16,-4 6 5 16,-1 2-16-16,-1 8 6 15,-6 3-10-15,-4 0-5 0,-5 1 27 16,0 1-30-1,-4-1 6-15,-3-2 9 16,-3-6-3-16,-2 2 0 16,2-4-2-16,-5-4-16 0,1 2 33 15,-6-6-33-15,0 0-8 16,2-2 8-16,0-4 0 16,4 0-11-16,6-4-92 15,7-4-127-15,-2-34-293 16</inkml:trace>
  <inkml:trace contextRef="#ctx0" brushRef="#br1" timeOffset="-171719.47">13898 9212 1580 0,'4'-2'243'0,"0"0"-186"0,9-2-40 0,5-2 58 0,3 0-26 0,5 0 10 0,-2 2-4 15,1 4-31-15,0 4 36 16,-10 2-55 0,-5 4 8-16,-6 8-16 0,-6 2 3 15,-8 4 0-15,-5 0-1 16,-5-4 11-16,0 0 10 15,0-4-20-15,6-6 7 16,3 3 6-16,7-8-13 16,4 5-10-16,6-4 4 15,8 2 12-15,3 2 15 16,10 1-21-16,2-2 0 16,-2 8 9-16,0-3-8 15,-10 0 8-15,-3 1 7 16,-7-2-14-16,-9 1 50 15,-9 2-22-15,-10-1-1 16,-12 6 7-16,-10-3-32 0,-3-2-3 16,-2-4-2-16,4 0-113 15,2-8-98-15,-47 0-243 16</inkml:trace>
  <inkml:trace contextRef="#ctx0" brushRef="#br1" timeOffset="-171205.55">14423 9046 1627 0,'7'-3'356'0,"1"6"-253"0,11 2-11 0,5 5 86 0,0 11-80 0,7 7-11 0,3 12 18 15,-3 4-12-15,0 8 9 16,-4 0-53-16,-11 0-49 16,-14 4 28-16,-13-4-28 15,-24 5-28-15,-23-3-86 0,-25 0-179 16,-178 56-269 0</inkml:trace>
  <inkml:trace contextRef="#ctx0" brushRef="#br1" timeOffset="-167854.9">20853 8993 819 0,'-1'0'514'0,"-3"0"-377"0,4 0-41 0,-2 0 13 0,2 0-16 0,0 0-46 0,0 0 28 15,0-1-30-15,0 1-23 16,0 0 25-16,0 1-13 15,0-1-2-15,-2 2 17 16,0-2-16-16,-2 2 60 0,-1 4-45 16,-3-3 3-16,-2 2 21 15,4 1-22-15,-3 2-19 16,3-1 25-16,-11 3-26 16,5 4 37-16,-7 4-29 15,-1 8-10-15,-2 2 26 16,-2 6-12-16,3 2-6 15,2 2-27-15,3 0 2 16,5 2 34-16,6-4-44 16,3 2 7-16,7-4 9 15,3 2-17-15,1-1 0 16,5-2 0-16,-1-4 8 16,5-5-1-16,-1-2-7 15,6-2 0-15,-3-6 3 0,4 0-2 16,1-4-1-16,-3 2 0 15,-1-8 1-15,-2 0-26 16,2-4 2-16,1-4-118 16,0-6-129-16,56-32-304 15</inkml:trace>
  <inkml:trace contextRef="#ctx0" brushRef="#br1" timeOffset="-167070.83">21305 9028 709 0,'3'-3'852'0,"-6"3"-702"0,3-4-22 0,0 4-20 0,0 0 15 0,0 0-38 0,0 0 8 15,-2 0 20 1,2 0-43-16,-2 0-11 0,0 4 10 16,-7 0-48-16,-2 6 37 15,-7 11-17-15,-9 9-25 16,-2 10 59-16,3-1-52 15,1 4-2-15,10-1-2 16,5-4-19-16,8-6 32 16,6-4-32-16,10-6 0 15,3-4 21-15,8-4-21 16,2-10 0-16,2-1 12 16,2-6-11-16,-2-4 23 15,-2-2-24-15,0 0 0 0,-4-6 19 16,-8 3-19-16,-7-4 0 15,-10 4 0-15,-4 2 10 16,-15-2-10-16,-8 6 0 16,-11 2-4-16,-8 4-13 15,-8 4 17-15,5 2-52 16,11 2-52-16,13-2-133 16,4 12-279-16</inkml:trace>
  <inkml:trace contextRef="#ctx0" brushRef="#br1" timeOffset="-166739.1">21586 9467 1804 0,'0'1'285'0,"5"2"-157"0,-4 5 10 0,5-1 21 0,0 10-8 0,-4-1-68 0,-2 6 28 16,-4 4-62-16,-2 4-16 15,-6-4 8-15,3 0-34 16,-2-6 1-16,0-6-16 0,0 0-44 15,1-4-14 1,4-2-165-16,2-6-147 0,12-22-104 16</inkml:trace>
  <inkml:trace contextRef="#ctx0" brushRef="#br1" timeOffset="-166087.25">21959 9156 1281 0,'0'0'521'0,"0"0"-452"0,0-2 5 0,0 2 20 0,3-3-8 0,3 3-8 0,2 0-14 0,1-1-28 15,5-1 65-15,5-2-62 16,-1 0 3-16,7 2 10 16,-1 0-25-16,4-1 9 15,0 2-36-15,-3 2 0 16,-1-1 0-16,-3 0 0 15,-2 3-7-15,-5-3 7 16,-5 2 1-16,-5 0 21 16,-2 2-14-16,-2-2-8 15,0 2 55-15,0 2-43 16,0 6 9-16,0 4 18 16,-2 4-18-16,-2 6 12 15,-1 4-33-15,1 2 1 0,-4 0 27 16,4-2-28-16,0 1-5 15,2-6-2-15,-5 1 14 16,5-5-7-16,-2-6 0 16,2 2-81-16,-2-7-58 15,2-1-115-15,2-4-124 16,6-13-1347-16</inkml:trace>
  <inkml:trace contextRef="#ctx0" brushRef="#br1" timeOffset="-165685.22">22498 9051 765 0,'0'-1'1179'0,"4"-3"-1011"0,2 0-90 0,8-3 24 0,-3 4 44 0,0-1-37 0,5 1-62 15,-1 3 35-15,3 3-26 0,1 4-29 16,-4 9 12-1,3 8-15-15,1 12 78 0,0 11-62 16,0 11-13-16,-3 2 39 16,-5 6-9-16,1 2-37 15,-14-7-17-15,-19-3 16 16,-23-4-38-16,-32-6 2 16,-82 24-161-16,-52-4-112 15,0-21-431-15</inkml:trace>
  <inkml:trace contextRef="#ctx0" brushRef="#br1" timeOffset="-158071.08">4627 13537 1325 0,'0'0'240'0,"-3"-2"-119"0,3 2-13 0,0 0-52 0,3 0 31 0,-1 0-56 0,-2 0 13 16,2 2 38-16,0 0-17 15,0 0-25-15,3 0 11 16,-1 4-50-16,2-2 68 15,6 0-63-15,3 4-6 16,8 2 17-16,2-3-16 16,6 0 18-16,2 1-19 0,5-5-63 15,-5 1-22 1,2-4-112-16,1 0-101 16,30-7-346-16</inkml:trace>
  <inkml:trace contextRef="#ctx0" brushRef="#br1" timeOffset="-157673.42">5221 13852 231 0,'0'0'647'0,"0"0"-647"0,7 2-160 0</inkml:trace>
  <inkml:trace contextRef="#ctx0" brushRef="#br1" timeOffset="-157271.68">5043 14101 1727 0,'-9'0'258'0,"5"0"-180"16,-8 0-12-16,8 0-66 16,4 0-19-16,2 0 7 15,2 0-71-15,2 0 14 0,0 1 36 16,5 2-61-16,3-3-62 15,28-8-292-15</inkml:trace>
  <inkml:trace contextRef="#ctx0" brushRef="#br1" timeOffset="-156408.3">6385 13910 1003 0,'0'0'354'0,"0"-2"-354"0,4 0-107 0,21-12-250 0</inkml:trace>
  <inkml:trace contextRef="#ctx0" brushRef="#br1" timeOffset="-154920.25">7160 13164 894 0,'-2'0'0'0,"4"-2"-54"16</inkml:trace>
  <inkml:trace contextRef="#ctx0" brushRef="#br1" timeOffset="-151786.06">4041 14419 633 0,'-3'0'47'0,"0"-4"-47"0</inkml:trace>
  <inkml:trace contextRef="#ctx0" brushRef="#br1" timeOffset="-147349.68">8541 14477 899 0,'0'0'233'0,"0"0"-145"16,0-1 43-16,0 1-29 15,0-4-23-15,0 4-28 16,0 0-49-16,0 0 23 15,2 0-25-15,1 0-12 16,-1 0 11-16,4-4-67 16,15-6-219-16</inkml:trace>
  <inkml:trace contextRef="#ctx0" brushRef="#br1" timeOffset="-146643.22">9475 14080 1029 0,'0'-1'235'0,"0"1"-173"0,0 0-62 0,0 0-80 0,2 0-4 0,11 0-69 0</inkml:trace>
  <inkml:trace contextRef="#ctx0" brushRef="#br1" timeOffset="-146403.78">9464 14091 1249 0,'-6'0'219'0,"5"0"-120"0,-4 2-64 16,1 2-35-16,4-4-8 16,0 0 8-16,0 0 0 15,2 0-12-15,0 0-81 16,4 4-34-16,11-4-224 15</inkml:trace>
  <inkml:trace contextRef="#ctx0" brushRef="#br1" timeOffset="-146126.43">9724 14021 1127 0,'0'0'220'0,"0"0"-220"0,2 0-79 0,2-5-217 0,13 0-441 0</inkml:trace>
  <inkml:trace contextRef="#ctx0" brushRef="#br1" timeOffset="-145637.46">9773 14016 1407 0,'-4'0'259'0,"1"0"-139"15,-4 5-78-15,3-5-7 0,0 0 19 16,0 1 1-16,-1-1-25 16,5 0 5-16,0 0-8 15,0 0 48-15,2 0-45 16,-2 0-15-16,0 0 19 15,0-1 7-15,0 1-8 16,0 0-23-16,0 0-4 16,0 0 26-16,0 0-32 15,0 0 1-15,0 0 13 16,0 0-13-16,0 0 6 16,0 0-7-16,0 0 0 15,0 0 28-15,0 0-28 16,0 0-3-16,0 0 3 0,0 0 0 15,0 0 7 1,0 0-7-16,0 0-1 0,0 0-13 16,0 0 14-16,0 0-8 15,0 0 7-15,0 0 2 16,0 0-2-16,0 0 1 16,0 0-12-16,0 0 0 15,0 0-24-15,0 0-65 16,0 0-47-16,-6 12-13 15,2-8-56-15,-2 2-155 16</inkml:trace>
  <inkml:trace contextRef="#ctx0" brushRef="#br1" timeOffset="-143353.85">11600 13880 1293 0,'0'0'489'0,"0"0"-377"0,0 0-19 0,-4-2-63 0,4 4-22 0,4-2 23 0,-4-2 13 15,0 4 11-15,0-2 22 16,0 0-43-16,0 0 34 16,0 0-22-16,9 12 29 15,0-4 32-15,2 4-38 16,4 0-32-16,6 0 8 16,1 0-37-16,5 2 47 0,4-10-49 15,7 5-5 1,4-5 19-16,5-3-20 0,4-2 0 15,0-3 0 1,3 0 9-16,-2-1-1 0,-6 1-8 16,-1 0 1-16,-3-6 3 15,-4 2-4-15,-3 0 1 16,-6 0-13-16,-4 0 27 16,-1 0-13-16,-5-2-2 15,-4 4 0-15,5-6 0 16,-5 4 0-16,6 0-1 15,-2-6 0-15,4 6 2 16,-1-4 12-16,1 6-13 16,-6 0-14-16,3 2 14 15,-9 2 0-15,-4 2 1 0,-3-4-1 16,1 4 0-16,-3 0 5 16,3-2-5-16,3-2-2 15,-1-2 2-15,2 0 7 16,2-2-7-16,4 0-6 15,-1 4 3-15,1 0-20 16,1-6-4-16,-3 6-90 16,-3 0-81-16,5-18-290 15</inkml:trace>
  <inkml:trace contextRef="#ctx0" brushRef="#br1" timeOffset="-139720.62">14503 11251 1393 0,'-2'0'246'0,"2"0"-168"0,-2 0-36 0,4 0 0 0,-2 0 49 0,0 0-31 0,0 0-28 0,0-2 53 16,2 2-19-1,-2 0-36-15,2 0-6 16,1 0-16-16,-3 0 8 16,1 0-16-16,5 2 0 0,0-2 21 15,3 0-20-15,-2 0 7 16,2 0 10-16,2 2-9 16,2 0 16-16,1 0-22 15,2 1 3-15,1 0 48 16,1-3-45-16,2 0-3 15,-2 2 8-15,0 0-13 16,4 0 18 0,0 0-19-16,-5 0 0 0,8 3 7 15,-4-4-7-15,-2 1 0 16,1 0-9-16,-4 2 18 16,2-2-6-16,-2 1-3 15,1-3 0-15,-1 1 4 0,-1-1-4 16,3 3 0-16,-1-3-8 15,2 0 17-15,-3 0 0 16,1 0-9-16,6 1 0 16,-4 2 13-16,6-2-13 15,0 1 0-15,-1 2-1 16,1 0 2-16,-4 0 4 16,4-4-5-16,-2 3 0 15,2-6 24-15,1 3-24 16,-4 0 0-16,3 3 6 15,-3-3-5-15,1 0 31 16,-4 1-32-16,2-1 0 16,-2 2 18-16,-1 0-18 0,-2 0 1 15,-1 1-2-15,4-2 11 16,-4-1-1 0,7 3-9-16,-1-3 0 15,0 0 6-15,-2 0-6 0,-4 0 0 16,3-3-1-1,-3 3 2-15,3-1 15 0,-5 1-16 16,3-3 0-16,-1-1 13 16,-1 1-7-16,-1-1-6 15,3-5 5-15,-3 5 2 16,1 0 14-16,1 0-21 16,-1 0 0-16,-1-4 0 15,5 2 0-15,-5-2-1 0,3-2 0 16,0 2 2-16,-3 0 12 15,0-2-13-15,-1 0-5 16,1-2 5 0,0 2 0-16,1-6 2 0,-1 2-4 15,1-2 11-15,1 0-7 16,-2 0-2-16,1 0 0 16,-1-2 0-16,-4 4 0 15,-4-2 0-15,-1 0 0 16,-2 1 1-16,0-4 5 15,0-8-6-15,3-3-3 16,-3 2 3-16,-1 0 0 16,-1 6 0-16,-3 2-1 15,1 4 2-15,-3 0 5 0,1 2-6 16,-2 4-14-16,-2-2 14 16,-5 0 0-16,2-2 1 15,0 0-2-15,-5 0 12 16,4 0-17-16,-2 0 6 15,-5 0 0-15,4 2-1 16,-1-2 1-16,1 2 0 16,0 2-1-16,5 2 11 15,-3 0-8-15,4-5-2 16,-2 6 0-16,2-4 4 16,-5 1-4-16,-1 2 0 15,-1-2 0-15,-3 2 0 16,-4 1 1-16,1-6-1 0,-3 4-1 15,-2-4 0 1,1 3 2-16,-1-2 6 0,-2 0-7 16,0-4 0-16,3 0 4 15,-1 2-4-15,2-2 0 16,3 4 3-16,2-2-2 16,2 0 11-16,3 8-12 15,-1-2 0-15,0 4 1 16,5 2-1-16,-2-4-4 15,2 6 3-15,1-2 2 16,-3 0 8-16,-3 2-9 16,3 0 0-16,-7 0-1 15,3 0 1-15,-10 0-5 0,0 0 4 16,-6 0 2 0,-3 2-1-16,-1 0 0 15,-2-2 0-15,-1 2 3 16,2 2-3-16,5-4-7 15,0 0 6-15,2 2 2 0,-1 2 7 16,6 0-8-16,-1 0 0 16,4 2 8-16,-2 2-8 15,6-4 0-15,-4 2-6 16,4 0 12-16,-1 4-3 16,-1-2-3-16,-1 4 0 15,-5 2 15-15,3 2-15 16,-1 2 0-16,1-2 0 15,1 0 9-15,4 4 0 0,-2 0-9 16,6 2 0 0,1 3 6-16,-3-3-6 0,3 2-4 15,-1 2 2-15,1-2 4 16,1-2 10-16,1 0-12 16,-1-2 0-16,5 2 10 15,-2 0-10-15,4-2 0 16,6 2-1-16,0-4 2 15,4 0 22-15,1-4-23 16,4 2 0-16,0-3 15 16,4 2-15-16,0-1 0 15,0 3 0-15,4 1 11 16,-2 0-1-16,1-2-10 0,3 2 0 16,4 0 4-16,1-2-4 15,-1-2 0-15,1 0-6 16,-6-2 18-16,2 0-3 15,-5-2-9-15,1 0 0 16,-5-4 0-16,0-2 0 16,1 2 0-16,-1-4-4 15,0 4 11-15,2-2 26 16,-1-2-33-16,1 0 2 16,-4 0 13-16,5 0-15 15,1 0 1-15,1-2-1 16,5 2 12-16,2-2 12 15,2 0-24-15,-4 2 0 0,2-2 10 16,-5 4-7 0,-3-4 3-16,-3 4-12 0,-4-4 15 15,-1 2-3-15,-3 0-6 16,1-2-1-16,2 2 1 16,-1-2 5-16,1 0-4 15,-1 0-2-15,2 0 14 16,-4 0 11-16,-2 0-24 15,0 0 0-15,3 0 2 16,-1 0-2-16,0 2 0 16,0-2-8-16,6 2 16 15,-1 0-2-15,6 0-6 16,-1 0 0-16,1 2 0 0,3 0 0 16,-3 0 0-1,4 0-9-15,-1 0 18 0,-3 2-6 16,1-2-3-16,-5-2-2 15,-1 2 2-15,5-2 0 16,-7 0 0-16,-1-2 0 16,-3 0-3-16,-1 0-18 15,-10 0-111-15,-58-6-629 16</inkml:trace>
  <inkml:trace contextRef="#ctx0" brushRef="#br1" timeOffset="-135370.75">831 9367 1493 0,'-2'0'217'0,"2"0"-143"0,-2 0 25 0,2 0-65 0,0 0-25 0,0 0-9 15,0 0 6-15,0 0 35 16,0 1-28-16,-2 1-5 15,0 10 17-15,0 0 10 16,-3 8 11-16,1 5 8 16,0 4-22-16,-4 6 37 15,8 3-47-15,0 4 16 16,8 4-1-16,0-2-25 16,3 0 33-16,1 2-18 0,1-2-26 15,-2 5 50-15,0-4-32 16,5 4-2-16,-3-5 2 15,3 2-7-15,2-6 5 16,-3-3-17-16,3-1 9 16,5-4 18-16,-6 0-27 15,8-5 1-15,-5 2 23 16,6-3-10-16,5-2 1 16,0-2-15-16,-3-2 0 15,10 0 9-15,-3-6-9 16,5 4 0-16,0-4 8 15,1-2 3-15,1 0-1 0,1-2-10 16,-4-2 0-16,-3 0 37 16,-7-4-37-16,-2 0 0 15,-10 0 7-15,-1-2-1 16,-7-2 12-16,-3 2-18 16,-2-2 0-16,-1 0-1 15,0 0 1-15,-1-2 0 16,-2 2-8-16,0 0 1 15,-2 0-71-15,-1-2-150 16,-8 0-98-16,-41 4-162 16</inkml:trace>
  <inkml:trace contextRef="#ctx0" brushRef="#br1" timeOffset="-134597.16">1322 10587 1221 0,'-2'0'218'0,"2"3"-164"0,-3-3 57 0,3-3 34 0,-2 3-29 0,2-1-47 0,0-2 9 0,-2 3 10 16,-2-1-29-16,4 1-7 16,-2 0 28-16,2 0-26 15,2 0-6-15,-2 0 10 16,4 0-4-16,-4 0 9 15,0 0-18-15,-4 0-21 16,4 0 41-16,-2 0-49 0,4 0-1 16,-2 0 11-16,0 0-25 15,0 0 20-15,0 0-21 16,22-3 0-16,-4 2 26 16,15-2-14-16,10 2-6 15,3-4-6-15,4 4 1 16,-2 1 16-16,-1-3-17 15,-3 3-5-15,-6 3 4 16,1-2 1-16,-12 5-3 16,-4-3-3-16,-9 1 12 15,-7-4 4-15,-5 0-10 16,0 1 0-16,-4-2 15 0,0 1-5 16,0 0 2-1,-3-3 21-15,-1-1-22 0,-2-3 35 16,0-1-34-16,-1-2-12 15,-1-9 22-15,4 1-11 16,-3-4-10-16,-4-4-1 16,-1-4 16-16,2-10-8 15,-7-2-8-15,2-6-6 16,3 1 4-16,1 1 2 16,6 9-7-16,2 8 7 15,3 11 0-15,0 10 8 16,2 5-8-16,0 3-26 15,0 0 25-15,-2 5-4 0,2-1-8 16,0 2 12-16,0 6 1 16,0 2 6-16,-2 4-6 15,2 9-4-15,-5 1 4 16,-1 2 0-16,-10 3-1 16,-1-2 1-16,-6-3 0 15,3-4 14-15,-6-2-14 16,3 0-2-16,-4-2 2 15,-4 2 0-15,2 2-8 16,-6 6 7-16,-5 4-29 16,3 5 30-16,-2 4-136 15,3 4-199-15,-51 49-451 16</inkml:trace>
  <inkml:trace contextRef="#ctx0" brushRef="#br1" timeOffset="-112219.89">14356 12160 1225 0,'-2'0'339'0,"2"0"-201"0,-3 0-66 0,-1 0 1 0,2 0 47 0,2 0-61 0,0 0-4 0,0 0 26 0,0 0-27 0,0 0-25 0,0 0 13 0,0 0-24 16,0 0 57-16,0 0-54 15,0 0-14-15,0 0 37 16,0 0-13-16,0 0-13 15,0 0 17-15,0 0-34 16,0 0 46-16,0 0-38 16,0 0-8-16,11 6 16 0,-8-6-5 15,1 7 0-15,0-2-12 16,1-1 12-16,-1 0 24 16,3 1-36-16,0-2 2 15,4 1 1-15,0-2 7 16,3 4-9-16,3 0-1 15,-1 6 12-15,3-4-8 16,-3 2-4-16,3-2 0 16,0 0 11-16,-3 2-11 15,-1-6 0-15,-1 2-12 16,-1-2 26-16,5 2-14 16,-3 0 0-16,4-2-2 15,1 2 2-15,-1-2 0 0,6 2 0 16,-4-2-8-1,2-2 16-15,-2 0-5 0,1-2-3 16,2-2 0-16,-4 2 0 16,3-2 0-16,-7 0 0 15,3 2-1-15,2 0 7 16,-4-2-5-16,1 2-1 16,-3-2-1-16,-1 2 1 15,4-4 0-15,-2 2 0 16,0 0 0-16,3 0 1 15,4 0 2-15,-4-2-3 16,-1 0 0-16,5 0-1 16,-6 0 2-16,6 0 0 0,-5 2-1 15,4-2 0 1,-2-2 7-16,5 2-7 0,-4-8-1 16,8 4 1-1,0-4 0-15,-4 0 10 0,4-2-10 16,-4 4 2-16,-6-2 4 15,-1 4-6-15,1-4-11 16,-4 3 11-16,3 1 1 16,-5-2 1-16,3 2-2 15,-1-3 0-15,3 1 6 16,2-5-6-16,-4 4-9 16,6-3 7-16,-4-1 4 15,0 1 4-15,1 0-6 16,-3 0 0-16,-1 4 1 0,-3 0-1 15,-1 2-1-15,-6-4 1 16,6 2 0-16,-5-2 13 16,-1 2-13-16,1-4 0 15,-1 6 9-15,0-2-9 16,-3 0-1-16,0 2-8 16,0-2 18-16,-2 4 3 15,3-2-12-15,-3-6 0 16,2 2 6-16,2-4-6 15,-2-2-8-15,2-2 7 16,-1 4 2-16,-1-2 16 0,1 2-17 16,-3 2 0-1,0-3 9-15,0-1-9 0,-3 3-2 16,1-3-7-16,-1-3 18 16,-3 3 21-16,-5-2-30 15,2 4 1-15,0-2 6 16,-2 2-1-16,-5 0-6 15,3 2 16-15,-3-2-15 16,-1 0 17-16,-1-2-18 16,-5-2 0-16,1-1 8 15,0 6-8-15,-7-3-3 16,2 1-6-16,-2 4 18 16,-7 0 3-16,1 5-12 15,0 1 0-15,-8 0-6 16,5 1 6-16,-2 2-8 0,5 3 2 15,-1-6 12-15,2 5 2 16,6 0-8-16,-3 0 0 16,4 1 3-16,2 1-3 15,-2-3-6-15,2 3-2 16,3 0 16-16,-2-1-2 16,2 1-6-16,-5-3 0 15,2 3 0-15,-3 3 0 16,3-3-4-16,3 1-2 15,-3-1 12-15,2 3 3 16,0-2-9-16,4 1 0 16,-5 2 3-16,7 3-3 15,-8 0 0-15,0 0 0 0,-4 4 0 16,-2 4 3 0,0-1-3-16,2-3 0 0,-2 4 0 15,4-1 0-15,4-3 1 16,-1 2-13-16,6-1 24 15,-2 0-9-15,5-4-3 16,1 6-6-16,1-4 5 16,0 6 1-16,-1 0-12 15,-1 6 11-15,-1 6 2 16,5 4 11-16,-1 2-12 16,6 2-3-16,1 0 2 15,5 4 1-15,5 1-2 0,-1-1 2 16,6 4 0-1,-2-2 3-15,1 0-3 0,0-8-6 16,0 3 6-16,4-10 0 16,1 4-5-16,1-3 4 15,5-2 2 1,-2-2-6-16,4-4 5 0,1-4-6 16,-1-4 6-16,4-2 0 15,-1-4 0-15,2-2 0 16,0-4 6-16,2-4-14 15,2 0 8-15,2-2-27 16,-2-2 27-16,5 2-28 16,-3 0-53-16,2 4-63 15,-10 0-140-15,27 2-94 16</inkml:trace>
  <inkml:trace contextRef="#ctx0" brushRef="#br1" timeOffset="-109051.84">3985 12414 1543 0,'-2'0'206'0,"2"0"-107"0,-3 0 16 0,3 0-52 0,3 2 12 0,-3-2-24 16,0 2-31-16,0-2 41 0,2 0-43 16,-2 0-1-1,2 0 32-15,4 0-4 0,3 3 20 16,11-2-13-16,5 1-38 16,9-2 43-16,3-3-57 15,10-2-6-15,2-3 6 16,2-4 0-16,5 2 18 15,-9-2-18-15,-2 2 0 16,-8 0 0-16,-12 2 0 16,-6 4-5-16,-12 2-4 15,-7 2-24-15,-7 4 33 16,-10 2-15-16,-10 6-17 16,-16 2 26-16,-9 6-30 15,-6-2 17-15,0 0 18 16,0-4 2-16,6 1 10 0,8-4-11 15,6 0 0-15,5-1-6 16,8 0 6-16,5-5 0 16,11-1 0-16,5-4 6 15,8-1-15-15,11-7 3 16,14-6 6-16,14-7-3 16,13-1 3-16,9 0-13 15,3 4 12-15,-1 0-11 16,0 2 10-16,-11 4 2 15,-9 0 0-15,-14 4-7 16,-18 4 7-16,-6 4-17 16,-16 0 2-16,-3 6 15 15,-13 4 8-15,-12 6-8 0,-9 4 0 16,-6-2 21 0,-1 0-21-16,4 1 0 0,6-4 29 15,6-2-28 1,8-1 47-16,8-6-47 0,9-2 5 15,6-7 48-15,8-1-54 16,10-7-10-16,13-2 2 16,8-5 5-16,15 0-15 15,-2 4 11-15,0 0-47 16,-4 4 54-16,-9-2-1 16,-10 6-1-16,-12 2-5 15,-8 2 14-15,-10 2 26 16,-6 2-16-16,-11 0-8 15,-4 4 11-15,-15 8-19 16,-1 1-1-16,-1 3 11 16,1 0-4-16,9-7 31 15,4 0-26-15,10-6-5 0,11-3 13 16,5-4-20 0,8-2-3-16,9-10-8 0,13 1-1 15,6-10-4-15,9-1 16 16,0 4-45-16,-3 4 37 15,-10 4 7-15,-12 4-5 16,-5 4-3-16,-10 2 18 16,-4 4 25-16,-10 0-17 0,-1 4-16 15,-12 2 24 1,-8 2-25-16,-5 4 1 0,-1 2 7 16,6-4 1-16,6 0 27 15,6-6-36-15,7-2 0 16,9-1 19-1,3-6-19-15,7 1-18 0,3-2-3 16,11-2 21-16,5-6 3 16,10 0-3-16,-3-2-33 15,2 0 13-15,-2 2 1 16,-8 0 14-16,-6 2-7 16,-5 4 24-16,-12 0 17 15,0 6-23-15,-4 4 7 16,-8 0 19-16,-5 2-32 15,-6 8 0-15,-10 2 0 16,-1 2 0-16,5 0 6 16,5-6-6-16,7 0-5 0,5-8 5 15,7 1 1-15,5-8-1 16,2 1-12-16,11-4 11 16,10-6 0-16,10 0 1 15,12-8-30-15,2 0 12 16,-2 2-23-16,-3 4-2 15,-9 2 20-15,-10 4 23 16,-11 2-6-16,-9 6 6 16,-10 0 0-16,-10 4 3 15,-10 4-3-15,-14 0 2 16,-11 8-2-16,-2 0 10 16,2-2 24-16,4 2-33 15,5 0-1-15,9-4 29 16,5 2-11-16,12-8-9 0,5-2-9 15,6-2 1-15,12-5 7 16,13-8-8-16,10-3-27 16,15-8 18-16,12-2-44 15,4 0-1-15,7 0-43 16,-3 2-37-16,-8 6 86 16,-7-2-3-16,-13 4 41 15,-16 8 10-15,-11 2 7 16,-16 8 34-16,-11 2 13 15,-13 6-27-15,-9 2 43 16,-9 4-69-16,-1 2 7 0,4-2 26 16,4-6-16-1,11 0 9-15,8-4-27 0,7-2 0 16,12-4-3-16,4 0 3 16,6-4-30-16,13 2 4 15,8 0-116-15,66-2-119 16</inkml:trace>
  <inkml:trace contextRef="#ctx0" brushRef="#br1" timeOffset="-82801.2">10513 12230 1680 0,'0'0'273'0,"0"-2"-122"0,0 0 25 0,-2 2-20 0,2-2-14 0,-2 2-4 16,-1-2-51-16,1 4 21 15,-1-4-42-15,1 4-37 0,-2 2 1 16,2 14-29 0,2 12 12-16,0 16 4 15,2 14-10-15,2 2 37 16,1 2-44-16,0 1-14 0,-1-3 2 16,-2-4-1-16,0-8-199 15,-2-14-297-15,-8-1-494 16</inkml:trace>
  <inkml:trace contextRef="#ctx0" brushRef="#br1" timeOffset="-80065.26">6351 11773 1017 0,'0'0'588'0,"-6"0"-495"0,5 0-21 0,-1 0 36 0,-1 0-32 0,1 0 8 16,2 0 11-16,0 0 1 15,0 0-45-15,0 0 10 16,-2 0 26-16,2 0-48 16,0 0-21-16,2 0 3 0,0-2-12 15,1 2 26-15,-1-2-35 16,-1 2 0-16,9-2 9 15,-1 0 1-15,2-5-8 16,-1 3-2-16,2 1 10 16,-3-1 2-16,1 0-12 15,-2-3 0-15,5 4 0 16,-1-1 0-16,1 0 5 16,3 1-11-16,-5 2 12 15,2-2-11-15,1 3 5 16,-1 3-13-16,-4 5 13 15,-2 10 0-15,-1 10 0 16,-6 12 0-16,-2 6 12 16,-7 4-5-16,-2 2-7 0,-9-4 0 15,2-4 18 1,-7-6-3-16,4-2-14 0,-4-7-1 16,5-5 15-16,-4-4 13 15,10-10-28-15,3 0 0 16,2-6 23-16,4-2-10 15,3-2-1-15,4-2 5 16,-2 2-16-16,2-2 42 16,1 2-43-16,-1 0 4 15,-1 0-4-15,9-2 1 16,1 0 11-16,2-6 5 16,12 2-16-16,2-2 50 0,4-3-51 15,2 2 0-15,5-3 0 16,-2 0 11-16,0-2-11 15,-3 6 0-15,1-2 1 16,-10 2 5-16,-6 4-6 16,-7 2-11-16,-4 2 5 15,-5 0-6-15,-4 0-52 16,-2 2-91-16,1-2-131 16,-1 1-71-16,-3-4-592 15</inkml:trace>
  <inkml:trace contextRef="#ctx0" brushRef="#br1" timeOffset="-79500.7">6811 11887 1304 0,'-2'2'367'0,"2"-4"-179"0,-2 2-64 0,2 2 26 0,0-2-28 0,0-2 2 15,2 2-49-15,0 0-24 0,8-2 33 16,1 2-15 0,5-2-13-16,6-2-24 0,-2 2-31 15,2 0 13-15,3 0-14 16,-1-2-33-16,1 2-81 15,-3-2-343-15,20-10-282 16</inkml:trace>
  <inkml:trace contextRef="#ctx0" brushRef="#br1" timeOffset="-78495.77">7318 11748 1291 0,'0'0'315'0,"-2"-1"-208"0,2 1-23 0,0 0-20 0,0 0 1 0,0 0-20 16,0 0-8-16,0-3-7 0,2 3 21 15,-2 0-3-15,0 0 29 16,0-1-53-16,0 1-3 16,0-3 25-16,0 3-17 15,0 0-11-15,0 0-2 16,0 0-14-16,0 0 43 16,0-4-24-16,0 4-20 15,0 4 22-15,2-8-7 16,-2 4 13-16,0 0-29 15,4-1 7-15,-2-1 20 16,4-2-27-16,-2 0 0 16,0 1 10-16,-2-1 1 15,3 3-1-15,-3 1-5 16,-2-5 5-16,0 5 19 16,0 0-29-16,0 0 1 0,2 0-1 15,0-1 6-15,3 1-5 16,4-4-1-16,0 1 0 15,-1 2-7-15,0-2 7 16,3 3 0-16,-3 3-11 16,-1 2 14-16,-2 8-13 15,4 9 4-15,-5 4 6 16,0 8 15-16,-2 4-15 16,1-2-5-16,-6 4 5 15,-1 0 0-15,-2 0 6 16,-6-2-6-16,-3-4 0 15,-1 1 17-15,1-7-17 0,-4-5 0 16,9-6 1 0,3-9 0-16,2-4 12 15,5-4-13-15,3 0 0 0,-1 0-7 16,2 0 7-16,5-2 0 16,7-2 17-16,4-2-8 15,4-2 2-15,1-1-11 16,4 1 0-16,-4 1 0 15,2 0 0-15,-4 3-15 16,-2 3-57-16,-5-1-252 16,21-2-229-16</inkml:trace>
  <inkml:trace contextRef="#ctx0" brushRef="#br1" timeOffset="-78001.19">7741 11937 1659 0,'-4'0'372'0,"1"-2"-204"0,-1 2-32 0,1-2-1 15,3 0 27-15,-2 2-91 0,0-4-26 0,2 4 4 16,0 0-29-16,0 0-20 0,0 0-1 15,0 0-95-15,0 0-138 16,-6-4-511-16</inkml:trace>
  <inkml:trace contextRef="#ctx0" brushRef="#br1" timeOffset="-77358.48">7995 11725 1552 0,'-2'-3'273'0,"0"2"-154"16,2-3 19-16,0-2-41 0,4-5-29 16,7 0-19-1,5-4 13-15,7 1-5 0,-2 2-27 16,6 0-30-1,-2 8 55-15,-3 2-55 0,-5 8 0 16,2 6-8-16,-8 4 16 16,-7 6-1-16,-2 3-7 15,-6 0 0 1,-5 0 9-16,-7-1-9 0,3-4 0 16,-3-4 0-16,3 0 9 15,4-8-9-15,7-2-4 16,4-4 2-16,7-2-7 15,7 0 9-15,1 0-3 16,8 0 2-16,0 0 2 16,-1 6-2-16,-4-2 1 0,-2 6 0 15,-7 4 6-15,-2 0-6 16,-7 4-14 0,-4 4 14-16,-7 2 0 0,-6 0 13 15,-10 2-13-15,3-4 0 16,-5 1 4-16,-2-5-4 15,7-9 0-15,0 1-15 16,5-7-76-16,7-10-59 16,3-3-116-16,20-48-749 15</inkml:trace>
  <inkml:trace contextRef="#ctx0" brushRef="#br1" timeOffset="-76916.31">8456 11717 1925 0,'3'0'277'0,"5"-5"-215"0,4 4 8 0,7-2-23 0,10 2-19 0,8-2-23 0,-2 2 5 16,-1 2-1-16,-3 2-9 16,-4 2 1-16,-8 5-16 15,-3 4 15-15,-5 7-9 0,-7 5-2 16,-8 3 22-16,-7 2 5 16,-9-3-16-16,-1-2 14 15,2-8 10-15,5-6-24 16,10-4 0-16,4-6-24 15,4 2 24-15,10 0 1 16,3 0-1-16,6-2 1 16,2 4 8-16,-3-4-9 15,-3 4 0-15,-10 4-6 16,-6 4 14-16,-12 4-10 16,-16 8 2-16,-11 2-181 15,-10 2-74-15,-3-3-60 16,-78 15-426-16</inkml:trace>
  <inkml:trace contextRef="#ctx0" brushRef="#br1" timeOffset="-76500.93">8868 11492 1680 0,'10'-2'283'0,"5"0"-161"0,10 2-32 0,8 2-18 0,5 10 27 0,-1 6-50 0,4 8 47 0,-3 12-40 0,-5 8-2 16,2 2 22-16,-8 4-47 15,-14 3-20-15,-13 3-9 16,-17 0 0-16,-16 2-24 0,-13-2-18 15,-10 2-114-15,-14-3-96 16,-146 75-200-16</inkml:trace>
  <inkml:trace contextRef="#ctx0" brushRef="#br1" timeOffset="-75900.61">6194 11635 1214 0,'3'-3'294'0,"-3"3"-136"0,3 0-61 0,-3 0 35 0,-3 6-64 0,0 9 59 0,-1 6 37 0,-2 16-25 15,-3 13-1-15,-3 12-27 16,1 8-57-16,5 10 42 0,2 4-39 16,10 0-49-16,14-1 10 15,18-9-18-15,10-8-18 16,15-9-39-16,13-12-230 15,145-3-303-15</inkml:trace>
  <inkml:trace contextRef="#ctx0" brushRef="#br1" timeOffset="-74779.49">9521 11297 1221 0,'0'0'272'0,"0"0"-185"0,0 0-14 0,0 0 76 0,0-1-101 0,0 1 4 0,0-3-14 0,-2 2-4 16,-3-2 13-16,-1 3-17 16,2 0 1-16,-1 0 77 15,1 0-30-15,2 0-21 16,-1 0 29-16,3 0-8 16,-2 0-9-16,2 3-50 0,0 2-8 15,0 5 52-15,2 6-55 16,-2 4-7-1,3-2 2-15,-1-1-1 0,-2-1 2 16,2-2-4-16,-2-6 0 16,2-2 23-16,-2-2-22 15,-2 0 11-15,2-4 10 16,0 2-16-16,-2-2 21 16,2 0-27-16,-2 0 1 15,-1 2 62-15,3-2-48 16,0 0 9-16,0 0 8 15,3-2-20-15,-1 0 3 16,2-2-15-16,3-3 6 16,3 2 13-16,9-1-19 0,3-6 0 15,5 6 0-15,0-5 1 16,-3 4 26-16,3 0-27 16,-1 3 0-16,1-6 21 15,0 5-21-15,-4-2 0 16,-2 4-1-16,-7-4 7 15,-5 6 3-15,-7-2-9 16,-2 6 0-16,-2-2-1 16,0-1 1-16,0 3 0 15,-1-6 3-15,3 3 5 16,-2 0-16-16,2 0 8 16,-3 3-60-16,3-3-52 15,-1 0-154-15,-7 4-236 0,-11-11-827 16</inkml:trace>
  <inkml:trace contextRef="#ctx0" brushRef="#br1" timeOffset="-68916.14">11222 11889 1083 0,'0'0'276'0,"0"0"-183"0,0 0 3 0,0 0 29 0,0 0-7 0,0-2-20 0,0 2-38 16,0 0-36-16,0 0 70 16,0 0-26-16,0 0-23 15,0-2 30-15,0 2-18 16,0 2-26-16,-3-2 2 16,3 2-25-16,0-2 37 15,0 0-29-15,0 4-14 16,5 4 35-16,-1 6 10 15,5 8-13-15,5 6 22 0,1 8-37 16,3 2 46 0,-3 6-47-16,3 1-6 0,-3-7 9 15,-1 2-21-15,-3-6 6 16,-4-6-6 0,0-6-23-16,-3-8 16 15,-1-2-139-15,-1-8-185 16,-11-8-261-16</inkml:trace>
  <inkml:trace contextRef="#ctx0" brushRef="#br1" timeOffset="-68531.88">11584 11983 1780 0,'0'0'300'0,"0"0"-186"0,0 0 18 0,3 0-33 0,-1 0-2 0,11-2-58 0,8 0-13 16,10-2 46-16,9 0-51 16,4-2-20-16,1 2-1 15,-5-6-24-15,0 6-140 16,31-12-370-16</inkml:trace>
  <inkml:trace contextRef="#ctx0" brushRef="#br1" timeOffset="-67584.33">12095 11758 1367 0,'0'0'325'15,"0"0"-214"-15,2 0-19 0,-2-1 17 0,2-3-46 0,7 2-16 0,0-5 16 0,0-2 1 0,2 4-7 16,3 0-19-16,-4 5-29 16,4 0 45-16,-1 4-36 0,3 3-17 15,-1 8 13 1,-4 3-2-16,5 2 0 0,-7 3-12 15,-3 0 11-15,0 5-1 16,-6 0-10-16,-3 4 0 16,-3 6 3-16,-1-4-1 15,-4 2 10-15,-3-6-12 16,5-4 0-16,1-8 24 16,3-8-18-16,5-3-6 15,0-6 15-15,2-1-14 16,3 0 18-16,1 3-19 15,7-3 11-15,10-3 47 0,6-2-41 16,2-5-16 0,8-1-1-16,0-3-1 15,-1-1-67-15,0 4-196 16,36-25-289-16</inkml:trace>
  <inkml:trace contextRef="#ctx0" brushRef="#br1" timeOffset="-67345.69">12636 11867 497 0,'0'0'1606'0,"0"0"-1355"0,-2 0-178 0,2 2 32 0,-3-2-18 0,1 0-42 0,2 0-45 0,0 0-13 16,2 0-62-16,3 0-195 15,8-6-275-15</inkml:trace>
  <inkml:trace contextRef="#ctx0" brushRef="#br1" timeOffset="-66784.53">12845 11685 42 0,'-2'-3'1669'0,"0"1"-1396"15,0 0-157-15,2 2 20 16,0-2-20-16,2 0-5 16,4-1-65-16,4-6-31 15,11 0 20-15,4 0-14 16,6-3-20-16,3 8-2 16,-3 4 3-16,-6 4-7 15,-1 8 5-15,-8 2-13 0,-5 8 7 16,-2 2 6-1,-9 2 0-15,-7 1-1 0,-3-4 16 16,-4 2-9-16,-4-5-6 16,4-2 1-16,6-10 2 15,3 0-3-15,5-4-1 16,3-2-14-16,3 0 6 16,3 2 9-16,7 4 0 15,1 4-1-15,6 0 0 16,-1 0 1-16,1 0 0 15,-4 4-1-15,2 0 3 16,-9-2-8-16,0 2 6 16,-7-4-8-16,-8 0 8 15,-6 3 1-15,-6-2 5 0,-10 7-6 16,-4-2 7-16,-4-4-28 16,-3 1 12-16,-2-9-97 15,5-9-74-15,4-4-117 16,-4-51-437-16</inkml:trace>
  <inkml:trace contextRef="#ctx0" brushRef="#br1" timeOffset="-66315.25">13238 11630 1911 0,'2'0'333'0,"3"0"-242"0,8 0-14 0,5 0 4 0,8 2-60 0,3 2 27 0,9 0-48 16,0 6 0-16,0-2 14 15,0 5-8 1,-9-4-6-16,-9 7-3 0,-13-1 3 15,-10 9 0-15,-13 8 6 16,-14 2-6-16,-2 4 0 16,-1-6 0-16,4-8 20 15,7-8-20-15,10-8 7 0,10-4-10 16,6-4 3 0,6 0-22-16,5 0 22 0,3 0 0 15,6 2 18 1,1 0-18-16,0 4 0 0,-7 0-5 15,-3 2 5-15,-9 4 0 16,-5 0 5-16,-4 6-4 16,-5 0 20-16,-13 6-21 15,0 0-1-15,-6 0-13 16,-4-3-13-16,4-7-90 16,2-2-211-16,-28-10-206 15</inkml:trace>
  <inkml:trace contextRef="#ctx0" brushRef="#br1" timeOffset="-65700.01">13732 11494 1771 0,'2'0'309'0,"3"4"-219"16,6 6-26-16,6 4 26 0,4 10 15 0,6 10-27 0,-2 2-4 0,-2 8-14 15,0 3-45-15,-7 4 30 16,-7 6-45-16,-9-1 1 16,-11 6 0-16,-18 2-1 15,-16 4-29-15,-16 4-137 0,-12-3-101 16,-16-7-8-16,-174 60-295 16</inkml:trace>
  <inkml:trace contextRef="#ctx0" brushRef="#br1" timeOffset="-65097.19">11183 11729 1227 0,'-3'1'181'0,"-1"4"-124"0,-4 4 90 0,-3 1 9 0,-3 7-96 0,-3 3 0 16,1 0-30-16,1 4 36 15,1 8-4-15,5 14-17 16,9 12 21-16,13 8-44 15,16 5 4-15,18-1-25 16,20-4 8-16,18-10-18 16,17-6-54-16,72 6-171 15,68-38-312-15</inkml:trace>
  <inkml:trace contextRef="#ctx0" brushRef="#br1" timeOffset="-64014.3">13966 11470 1094 0,'-2'2'363'0,"2"-2"-266"0,0 0-55 0,0 2 86 0,2-4 13 0,-2 2-69 16,5-2-26-16,-5 0 17 15,2 2 21-15,2-4-27 16,1 2-1-16,-1-2-5 16,1 0-23-16,2-2 17 0,1 4-22 15,1 0-13 1,0-2 52-16,-2 4-62 0,-3 0-6 15,-2 4 0-15,-2 10 6 16,0 8 2-16,-2 6-2 16,-4 2 10-16,-1 0 5 15,2-8-4-15,1-6-11 16,6-6 18-16,3-4-9 16,4-4 32-16,6-4-22 15,12-6-13-15,6-4 36 16,6-6-42-16,-6-2-45 15,0-2-84-15,-9 2-159 16,-3-20-237-16</inkml:trace>
  <inkml:trace contextRef="#ctx0" brushRef="#br1" timeOffset="-58022.26">11847 11177 454 0,'-2'-4'0'0,"0"2"-12"16,-10-12-67-16</inkml:trace>
  <inkml:trace contextRef="#ctx0" brushRef="#br1" timeOffset="-57917.03">11820 11105 150 0,'0'-2'268'0,"0"0"-140"16,-2-2 14-16,4 0-142 15,1 2-139-15,8 8-126 16</inkml:trace>
  <inkml:trace contextRef="#ctx0" brushRef="#br1" timeOffset="-41045.68">15359 7313 1249 0,'-2'0'683'0,"-1"0"-542"0,3-2-107 0,-2 4 13 0,2-4 46 0,-2 2 51 0,2 0-42 0,0 0-42 16,0 0 51-16,-2 0-48 15,4 2-29-15,-2 0 8 16,0 0-33-16,2 2 9 15,0 4-18-15,5 4 2 0,4 6 14 16,-2-2-16 0,2 4-3-16,-2 0-3 0,3-2 8 15,-6-6-8-15,3 0 6 16,0-2 0-16,2 0-23 16,2-2-1-16,1-4-163 15,-1-1-263-15,20-21-128 16</inkml:trace>
  <inkml:trace contextRef="#ctx0" brushRef="#br1" timeOffset="-38748.96">15265 4578 1116 0,'0'0'347'0,"0"-3"-188"0,0 3-60 0,0-1 13 0,0-1-8 0,0 2-50 0,-2 0 52 0,2-4-28 16,-2 4-13-16,2 4 8 15,-2-4-2 1,0 2-20-16,2-1-41 0,0 2 5 16,-3 5-28-16,1 4 13 15,-1 2 0-15,1 2 3 16,4-4 6-16,3-4-6 15,0-2-3-15,3-4 0 16,1 0 10-16,3-4-8 16,1 0-2-16,3-2 21 15,-3-6-20-15,-5 4 21 0,-2 0-17 16,-6 0 5-16,0 0 22 16,-8 4-32-16,2-2-6 15,-7 2 6-15,-3 4 0 16,1 2-5-1,-8 6-13-15,5 2 18 0,1 2 0 16,5 0 0-16,5 0 0 16,3-4-1-16,4 2-6 15,2-4 0-15,3 0 1 16,1-6 6-16,4 0 1 16,3-2 9-16,-2 0-9 15,2-2 22-15,-2-6-17 16,-1 2 24-16,-4 0 0 15,-4 0-13-15,-2 0 59 16,-2 2-29-16,-2 4-47 0,2 0 15 16,-1 2-15-16,-4 0 0 15,1 6-28-15,-3 4 28 16,-3 6 0-16,-1 2 0 16,5-2-17-16,5-6 11 15,8-4 3-15,-1 1-3 16,7-6 6-16,-2-1 0 15,2-4 21-15,2 0-21 16,3-4 6-16,-3-4 11 16,-1 0-16-16,-1-4 32 15,-7 6-33-15,-2-4 1 16,-6 6 6-16,-3 0-6 0,-5 2-2 16,-2-2 1-16,3 2 0 15,-3 2-18 1,5 2 18-16,3 0-22 0,4 0-4 15,-3 2-137-15,2 2-306 16,3 4-107-16</inkml:trace>
  <inkml:trace contextRef="#ctx0" brushRef="#br1" timeOffset="-37548.36">17852 4580 1335 0,'0'0'252'0,"-2"0"-171"0,2 0 50 0,0 0-13 0,0 0 28 0,-2 0-50 0,2 0-33 0,-2 0 18 0,2 2-24 0,-3-2 3 16,3 0-5-16,0 0-14 15,-2 0 50-15,2 2-53 16,-2-2-17-16,-1 0 10 16,3 0-19-16,-2-2 16 15,-3 2-28-15,-1 0-7 0,-5 2-4 16,4-2 11-16,-2 4-9 16,-2 4 2-16,-3 0-7 15,1 4 13-15,5 4-6 16,0-2 0-16,6-4-7 15,4-2 14-15,4-2-15 16,2 0 14-16,1-2 0 16,7-2 1-16,-1 0 0 15,-1-2 0-15,1 0 53 16,-6 0-37-16,-2-2-4 16,-5 0 15-16,-2 0 8 15,0-4 25-15,0-4-41 16,0-2-13-16,-4-2-12 0,-3 4 3 15,-8 0-27 1,3 6 24-16,-3 4-27 0,-4 8 27 16,9 0 6-16,-1 0-16 15,3 4 1-15,4-6-12 16,4 0-78-16,2-2-101 16,4 0-252-16,9-38-1217 15</inkml:trace>
  <inkml:trace contextRef="#ctx0" brushRef="#br1" timeOffset="-36548.36">17834 3222 912 0,'-2'0'549'0,"2"0"-450"0,-3 0 35 0,1 0 8 0,2 0-28 0,-2 0-18 0,2 0-46 16,0 2-10-16,-2 2 2 15,-4 6-13-15,-1 2 2 16,0 7-9-16,2 0-21 15,1-1 40-15,4 3-41 0,0-3-7 16,0-4 7-16,2-4 10 16,-2-6 4-16,2 0-14 15,-2-4 0-15,2 0 8 16,1-3 1-16,-1 0-3 16,5-5 42-16,4-5-5 15,-2 0-10-15,0-5-33 16,-4-1 1-16,-5 7 38 15,-3 2-39-15,-1 6 0 16,-3 3-5-16,-6 1 5 16,-1 5-11-16,-1 8 10 15,-1-2 1-15,5 6-17 16,6-2 17-16,5 0-10 0,7-4 10 16,2 0 0-1,7-5 1-15,-1-6-1 16,5 0 0-16,-2-4 27 0,-2-2-2 15,-3-2-5-15,-4-5 29 16,-7 4-1-16,-2-4 5 16,-4 3-52-16,-5-6 13 15,-5 5-11-15,-1-2-3 16,-1 8-24-16,-6 5-65 16,2 7-109-16,-5 9-103 15,-28 44-548-15</inkml:trace>
  <inkml:trace contextRef="#ctx0" brushRef="#br1" timeOffset="-33478.44">15392 4652 228 0,'-2'0'787'0,"2"0"-686"0,0 0-58 0,-2 0 35 0,2-2 111 0,2 2-118 0,-2 0 35 0,0 0-25 16,0 2-18-16,0-2 30 16,0 0-21-16,0 0-36 15,0 0 45-15,0 0-48 16,0 0 8-16,0 0 22 16,0-2-20-16,0 2 13 15,0 0-35-15,0 0-3 0,0 0 46 16,0 0-34-16,13-4-24 15,-1-4 38-15,1 2-26 16,5-2 7-16,1-2-25 16,2 2 1-16,-1 0 3 15,3-4-4-15,0 0 0 16,6-1 2-16,0-2-1 16,3 1-2-16,1-1 0 15,2 1 1-15,-7-1-14 16,7 1 14-16,-1-1-28 15,-3 1 7-15,-2 4-3 16,-4-4 24-16,-3 4-30 16,2-3 18-16,-6 2-5 15,2-1 17-15,-2 2-10 16,2-4-1-16,0 0 11 0,0 0-1 16,-5 2 1-16,4 0 0 15,-6 2 1-15,3-2-1 16,-1 0 0-16,1-2 2 15,-1 2 7-15,3 0-17 16,-1 2 8-16,4-2 0 16,-3 2 3-16,6-4-3 15,-2 1-4-15,5 2-2 16,-4-1 12-16,1-2-8 16,-2 0 2-16,1 3 0 0,-3-3 8 15,-1 3-8 1,0-4-12-16,2 4 10 0,2-6 4 15,2-1-1 1,-1 2-1-16,1 0-21 16,-3 2 21-16,-4 4-12 0,-5 0 4 15,5-2 7-15,-3 0-21 16,3 0 11-16,-2 0-1 16,-1-2-28-16,4 0 38 15,-4 2-29-15,5-2-7 16,-3 0 8-16,8-2-30 15,-2 0 59-15,1 3-32 16,-1 0-14-16,1-1 29 16,0 0-9-16,-1 4-49 15,-4-5 56-15,2 4-30 0,-3-2 49 16,7-2-13 0,-4 2-41-16,4-3 29 0,2 5 14 15,-6-6-6 1,2 1 11-16,-3 2-8 0,1 0 13 15,-8 4-47-15,-3-2 32 16,2 2 17-16,-3 4 0 16,0-2-3-16,-3 0-3 15,1 2 12-15,4-6 55 16,-1 2-61-16,-2 0 1 16,1 2 20-16,-5 0-14 15,3 0-5-15,5 0-2 16,-4 0 1-16,3-2 43 15,3 0-35-15,3-4-8 0,1 4 11 16,0-2-12-16,0 4 0 16,-5-1-1-16,3 1 8 15,-4 1 5-15,5-1-12 16,0-2 0-16,-1 2 0 16,5-2 0-16,-6 2 0 15,-1 4-1-15,-3-1 2 16,-5 1 3-16,-4 0-3 15,0 4-1 1,-2 0 37-16,0 0 19 0,0 0-11 16,0-1-41-16,5-2-3 0,2-3-2 15,4 2-12 1,2-1-3-16,1 0 14 0,-6 3 2 16,-1 0-27-16,2 2 18 15,-2-2 9-15,-1 0 3 16,-1 1-3-16,-1-2 0 15,1 2 12-15,-2 1 0 16,-3 0-10-16,0-3 1 16,2 6-2-16,-2-6 32 15,2 3-33-15,2 0 1 16,3-2 25-16,-1 0-26 16,6-4 0-16,-4 4-5 15,3 0 5-15,-3 2 1 16,-6 2-1-16,0-2-16 15,-2 0 16-15,0 2 3 16,0-2 21-16,-2 0-6 16,2 2-17-16,0-4 48 0,0 2-37 15,0 0 1-15,0 0 7 16,0 0-4-16,0 0-1 16,0 0-15-16,0 0 0 15,0 0 20-15,0 2-20 16,0-2 1-16,0 0 19 15,0-2-8-15,0 2 9 16,0 0-12-16,0 0-2 16,0 0 17-16,0 0-24 15,0 0 1-15,0 0-2 16,0 0 3-16,0 0-2 0,0 0 0 16,0 0 0-16,0 0 25 15,0 0-19-15,0 0 3 16,0 0 8-16,0 0-17 15,0 0 26-15,0 0-26 16,-4 14 0-16,0-2 63 16,2 6-38-16,0 6-11 15,-4-2 8-15,3 3-14 16,3-4 34-16,0 1-41 16,3-1 11-16,-1 1 32 15,-2-2-29-15,4-2 4 16,-4 0 8-16,2 2-19 0,-2 0 37 15,0 2-34 1,0 2-10-16,0 0 30 16,0-2-30-16,2 4 5 0,-2-2-6 15,0-2 12 1,0 4 9-16,0 1-21 0,0-4 1 16,0 4 22-16,-2-3-22 15,2 0-1-15,-2 0 0 16,2 2 10-16,-4-2-5 15,2-2-5-15,-3 0 0 16,3 2 9-16,0-2-9 16,0 2 0-16,0 1 0 15,0-1 7-15,2-1-4 16,-4 4-3-16,4-3-1 16,0-3 1-16,0 4 0 0,0-3 0 15,0-2-6-15,4 2 13 16,-4 0-4-16,0-4-3 15,2 2-1-15,0-2 0 16,-2 0 1-16,2-4 0 16,-2 0-1-16,0 3 2 15,0-8 6-15,0 5-7 16,0 0-3-16,2 3 3 16,-2-3 0-16,0 2-4 15,2-2 2-15,-2-3 4 16,0 2 4-16,2-5-6 15,-2-2-11-15,0 2 11 16,3-4 11-16,-3 0-10 0,2-2-2 16,-2 0 2-1,0 4-2-15,4 2 1 0,-2 0 0 16,-2 0 7 0,6 4-7-16,-6-4-1 0,2 0 1 15,0-4 0-15,-2 0 6 16,0-2-6-16,0-2-3 15,-2 0 3-15,2 2 0 16,-6 0-112-16,-11 4-248 16,-83 4-938-16</inkml:trace>
  <inkml:trace contextRef="#ctx0" brushRef="#br1" timeOffset="-32413.61">15290 4877 910 0,'2'0'334'0,"0"0"-239"0,5 1 2 0,1-1 38 0,4 0 9 0,3 0-57 0,1-1-1 0,7 1 7 15,1 0-47-15,7 0 34 16,2-3-46-16,4 3 1 0,5-1 20 16,7 1-16-16,8-5-15 15,15 1 17-15,8 0-40 16,9-6 35-16,4 2-36 15,5-3 0-15,3-2 39 16,-5 1-27-16,-7 0-11 16,-7 0 2-16,-6 4 6 15,-5 0 27-15,-8 0-36 16,-5 2 2-16,-5 0 7 16,-4 2 4-16,-4-2-5 0,-3 2-8 15,-5 0 0-15,0 0 16 16,-8 2-16-1,0 2 0-15,-5-2-1 16,-4 2 1-16,-5 0-1 0,8-2 1 16,-3 2 0-16,11-2 39 15,3-2-29-15,1 4 1 16,3 0 2-16,-6-2-13 16,8 2 2-16,-5-2-11 15,3-2 21-15,0-2-5 16,2 0-7-16,-2-2 0 15,-2 4 8-15,-5-2-8 16,-4 0 1-16,-5 0-2 16,-9 2 9-16,-6 2 5 15,-5 2-11-15,-2-2 34 0,0 2 30 16,-2 0-24-16,-1 2-20 16,1-2-13-16,0 2-9 15,0-2 0-15,-2 2-194 16,-30-8-299-16</inkml:trace>
  <inkml:trace contextRef="#ctx0" brushRef="#br1" timeOffset="-17432.3">10042 11899 1188 0,'0'0'669'0,"-2"0"-537"0,0 0-47 15,2 0 34-15,-2 0-65 0,2 0 48 0,-2 0-62 0,2 0-7 16,0 0 27-16,0 0-19 15,0-2 32-15,0 2-23 16,0 0-38-16,0 0 42 0,0 2-41 16,0-4-7-1,2 2 18-15,-4 0-12 16,2 0-12-16,10-2-1 0,0 0-5 16,3 0 6-16,5-2 1 15,-1 0 5-15,4-2 1 16,-3 2-7-16,-3 0 8 15,-1 0-8-15,-7 2 7 16,-1 0 5-16,-4 2-12 16,-2 0-11-16,0 0 10 15,-4 2 0-15,2-2-5 16,0 2 6-16,-1-2-16 16,3 0 1-16,-2 4 4 15,-3 0 1-15,-8 6-5 16,0 2 3-16,-7 2 1 0,-3 0-43 15,2 0-18 1,-4-4 72-16,2 2-24 0,1-2-19 16,0 2 4-16,4-4 28 15,2-4 10-15,3-2 1 16,6 0 0-16,5-4-6 16,4 2 6-16,3-4-27 15,1 0-18-15,8-2 22 16,3-4 13-16,10 0-4 15,2 0 4-15,2 2 10 16,3 0 0-16,-3-2 7 16,-2 0-14-16,0-2 17 15,-4 2-4-15,-8 2 0 16,-1-2 9-16,-3 2 42 0,-9 6-22 16,-2 0-17-16,-4 4 40 15,-2 0-32-15,0 0 19 16,-5 0-45-16,-3 0 0 15,-3 4 10-15,-7 2-10 16,2 0-1-16,-2-2-10 16,3 4 11-16,2-4-9 15,3 0 9-15,1 2-66 16,5-2-4-16,0-2-59 16,2 2-98-16,1 12-139 15</inkml:trace>
  <inkml:trace contextRef="#ctx0" brushRef="#br1" timeOffset="-15032.08">10528 11646 756 0,'0'-2'223'0,"0"2"-83"0,0-4-61 0,0 2-40 0,0 2-15 15,0 0 35-15,0 0-38 16,-2 0-8-16,2 0 11 16,0 0-23-16,0 0 29 15,0-2-24-15,-2 1 15 0,2 1 42 16,-2 0 50 0,0 0-50-16,-1 0 43 0,3 0-82 15,-2 0 27 1,2 0-1-16,-2 0-34 0,0 0 38 15,2 0-15-15,0 0-21 16,0 0 18-16,0 0-22 16,0 0 35-16,0 0-4 15,0 0-37-15,0 0 17 16,0 1-25-16,0-1-12 16,0 2 11-16,0 0-5 15,2-2 4-15,-2 0 2 16,0 0 0-16,2 0 6 0,-2-2 8 15,0 0 2 1,2 2-16-16,-2-1 14 0,3-2 11 16,-3 1-25-16,0-2-19 15,-3 2 10-15,1-2-12 16,-2 0-24-16,-3 4 2 16,-2 4 32-16,0 2-5 15,-3 3 16-15,2 4 0 16,-1-1 0-16,1 2 0 15,8-6-1-15,0-4 0 16,4-1 1-16,0-3-18 16,0-3 30-16,4 2-12 15,4-6 47-15,1 1 7 0,3-6-24 16,-5 6-14 0,2 0-5-16,-8 2-22 0,-1 4-8 15,-2 0-176-15,-12 6-385 16</inkml:trace>
  <inkml:trace contextRef="#ctx0" brushRef="#br1" timeOffset="-14445.66">10640 11512 1587 0,'0'-2'360'0,"0"2"-249"0,0 0-16 0,0-2-7 0,0 0-26 0,2 0-23 0,0 2-18 15,3 0 6-15,-1 0-11 16,2 4-7-16,4 0 44 0,-6 4-53 16,3 4 0-16,-3 2 10 15,1 4 2 1,-3 4 11-16,-4-2-23 15,2 0 1-15,-3-2 31 0,1-4-32 16,4-1-17-16,-2-4 16 16,5 0 2-16,0 0-2 15,1-3-25-15,5-2 23 16,1 0-7-16,-1 2 10 16,-3-2 0-16,4 3-1 15,-8-1-6-15,-1 6 7 16,-3-1 0-16,-7 10 0 15,-7 1 19-15,-1 4-19 0,-5 0 0 16,-1-4 9 0,6-6-9-16,-3-4 19 15,7-2-19-15,0-4 0 16,0-4-25-16,4-2-32 0,1-4-147 16,-2-36-143-16</inkml:trace>
  <inkml:trace contextRef="#ctx0" brushRef="#br1" timeOffset="-13338.36">10283 11620 1372 0,'-2'0'352'0,"2"-4"-223"0,-2 2-54 16,0 0-6-16,2-2-31 0,-3 4 35 0,3-2-40 0,0 2 23 0,0 0 25 0,0-2-6 16,0 0 7-16,0 0-2 15,0 0-19-15,0 2 47 16,0 0-57-16,0 2-12 16,0 0-36-16,3 2 11 15,3 14-14-15,8 8 0 16,3 9 12-16,8 9 12 15,-3 0-24-15,3-5 1 16,-5 0-8-16,0-7 14 16,-5-2-14-16,1-8-53 15,-5-6-206-15,-1 0-97 16,7-2-578-16</inkml:trace>
  <inkml:trace contextRef="#ctx0" brushRef="#br1" timeOffset="-12578.65">10902 11426 1610 0,'0'0'301'0,"1"0"-233"0,6-4 22 0,6-2-54 0,3 0-29 0,11-3 17 0,-1 6-9 0,3 1 2 0,0 4-10 16,-9 4-5-16,-5 4 22 16,-3 2-24-16,-6 4 13 15,-3 0-13-15,-8 4 14 16,-9 6 2-16,-1-2-16 0,-3 0 11 15,-1-6 13 1,5-4-24-16,3-8 0 0,4-2 12 16,5 0-6-16,4-8-6 15,9 2-17-15,1 2 17 16,7-2 12-16,6 2-12 16,-2 0-6-16,-4 2 6 15,-1 4 0-15,-3 0 0 16,-5 2 17-16,-6 2-17 15,-2 0 60-15,-4 6-32 16,-6 0-5-16,-6 5 11 16,-9 2-22-16,-4-1-12 15,-3-1-48-15,-1 1-99 16,-1-2-79-16,-50 12-702 16</inkml:trace>
  <inkml:trace contextRef="#ctx0" brushRef="#br1" timeOffset="-7798.91">9842 12198 866 0,'0'-2'818'0,"0"2"-668"0,0-2-72 0,0 2-30 0,0 0 33 0,0-3-8 0,2 3-26 16,-2 0 29-16,3 0-22 16,1 0 11-16,1 0 29 15,10 0-38-15,-4 0 53 16,3 0-52-16,1 3-46 16,3-1 62-16,-3 2-41 15,8 0-20-15,2 0 9 0,-4 0-20 16,10 4 43-1,4-4-44-15,0 2 2 16,7-4 7-16,8 0 7 16,0-2-16-16,8-2 0 0,0-2 9 15,0-4-3-15,-4-2-6 16,4 0 1-16,-5-3 3 16,-4 4 5-16,-2-5-7 15,0 1-4-15,-3-5 8 16,-1-1 3-16,1-4-9 15,-3 1-9-15,-1-4 9 16,-1 2 1-16,-3-4 0 16,-4 0-1-16,4-2 9 15,-11-4-9-15,4 4 0 16,-4 0-1-16,-4 6-5 0,-6 0 6 16,1 2 0-16,-5 0-1 15,-4 0 8-15,2-3 6 16,1-1-13-16,-3-4 0 15,-1 0 2-15,2 0-2 16,-4 0 0-16,3 4-8 16,-1 0 16-16,1 4-4 15,-2 2-4-15,-3 2-7 16,0-2 7-16,-4 2 0 16,0 0 3-16,-6-4-3 15,0 0 0-15,-1-2-3 16,-5-2 3-16,-1-3-12 15,0 5 11-15,3 2 1 0,-7 2-2 16,5 4-14 0,-4-2 16-16,-6 6-11 0,-5-2 11 15,-2 6-9-15,-8 2 3 16,-5 0 6-16,-8 6 0 16,-6 4-1-16,-4 0 1 15,-5 2-10-15,-2 2 10 16,5 4-3-16,-3-2 2 15,5 4 2-15,0-2 1 16,4 4-2-16,4 0 0 16,-2 6-14-16,2 4 14 15,-1 4-15-15,-3 5 9 16,0 5 2-16,2 2-2 0,-4 0-3 16,2 4 9-1,4 2-6-15,8 0 6 16,4 7-30-16,11 0 29 15,8 2 1-15,12-1-6 0,16-6 6 16,12-2-5-16,10-4-7 16,8-2 12-16,11-4-1 15,4-6-8-15,10-7-12 16,-2-10-3-16,5-2-137 16,-5-5-74-16,-2-4-131 15,48-7-1169-15</inkml:trace>
  <inkml:trace contextRef="#ctx0" brushRef="#br1" timeOffset="-4548.26">7006 11496 822 0,'0'0'200'0,"0"0"-98"0,-2 0 13 0,2 0-23 0,0 0 10 0,0-2-26 0,0 0-8 15,-2 0 1-15,0 0-14 16,-1-2-16-16,3 2 3 16,-3 0-27-16,1 2 54 15,0-2-61-15,2 2-2 16,-2-4 43-16,2 4-19 0,-2-2 9 15,2 0-6 1,0 2-24-16,-5-2 48 16,5 2-45-16,0 0 6 15,0-2 14-15,0 0-10 0,-2 0-11 16,2 0-11-16,-2 0 0 16,2-2 6-16,-2-4-6 15,2 2-9-15,-2 0 9 16,-1 2 2-16,6-4 2 15,-3 4-4-15,2 2 0 16,-2-2-1-16,2 2 1 16,-2 0 0-16,0-2 0 15,0 0 6-15,0 2 18 16,0 0-5-16,0 4-19 0,0-2 52 16,-2 0-52-1,2 3 0-15,0 8 22 16,-2 0 1-16,2 8 50 15,0 1-35-15,0 0-37 16,0-4 53-16,2 0-54 0,0-2 0 16,0-4 5-16,0 2-3 15,3-4 2-15,-5 2-4 16,0 2-27-16,0-2 27 16,-5 4-141-16,5-2-117 15,-4 7-290-15</inkml:trace>
  <inkml:trace contextRef="#ctx0" brushRef="#br1" timeOffset="-4225.93">7245 11502 1643 0,'-4'0'318'16,"4"-4"-178"-16,-3 4-1 0,3 0-76 0,-3 0 0 0,3 4-63 0,-2-4-2 0,0 4 1 15,0-2 1-15,-3 0-51 16,5 2-76-16,0 0-88 16,0 14-134-16</inkml:trace>
  <inkml:trace contextRef="#ctx0" brushRef="#br1" timeOffset="-3697.45">7416 11437 679 0,'-3'-1'1099'0,"3"-1"-912"16,-2 0-83-16,2 0-7 15,0-2-11-15,5 0-56 16,-1 0-6-16,2-2-9 16,4-6 3-16,-1 4 1 15,0-1 23-15,0 2-25 16,-5 4-16-16,3 3-1 16,-3 3 1-16,-2 4-4 15,2 6 3-15,-1 3 0 16,0 4 3-16,-6-4-3 15,3 0 0-15,0-2-1 16,3-4 3-16,3-4 7 0,-1 2-9 16,1-6-35-16,4 2 25 15,3-2-20-15,-1 0 16 16,2 2 13-16,-1 2 1 16,1 2-8-16,-5 2 8 15,-5 2-3-15,-2-2 3 16,-6 4 6-16,-2 0 17 15,-8 2-22-15,1 2 16 16,-3-2 23-16,1-2-39 16,2-4 0-16,1-2 7 15,3-6-8-15,-3-2-8 0,6-6-133 16,4-6-147 0,10-50-674-16</inkml:trace>
  <inkml:trace contextRef="#ctx0" brushRef="#br1" timeOffset="-3247.71">7833 11373 1732 0,'-6'0'240'0,"12"0"-159"0,-2 0-46 0,5 5 19 0,5-4 40 0,5 6-65 0,1-3-2 0,5-2 16 0,-5 2-28 0,2-2 9 15,-7 4-24-15,-1 2 0 16,-5-1 9-16,-7 4-8 16,-4 1-1-16,-5 4 30 15,-6 0-17-15,-3 4 22 16,-4 0-34-16,0 0 8 15,2-8 24-15,5 0-32 16,4-6-1-16,2-4 6 16,5 0 3-16,4-2 11 15,-2-2-20-15,0 2 0 16,2 0-8-16,-2 0 8 16,2 0-6-16,-2 0 5 0,-2 2-31 15,-4 8 11-15,-11 2-46 16,-6 8-95-16,-8 2-3 15,-5-1-20-15,-3-3-17 16,-56 5-253-16</inkml:trace>
  <inkml:trace contextRef="#ctx0" brushRef="#br1" timeOffset="1985.9">15639 12298 1295 0,'-2'0'381'0,"0"0"-239"0,0 0-50 0,0 0-28 0,0 2 65 0,-3 0-60 0,-4 0-16 0,4 2 29 16,3 0 23-16,0-4 15 15,4 0-27-15,-4 0-42 16,4-4 60-16,-2 4-61 15,2-2-22-15,5 0-28 16,5 0 21-16,10-4-9 0,14-2 11 16,8-4-23-16,12 0 34 15,0 0-34-15,-10 4-17 16,-1 4 16-16,-5-2-29 16,-5 4-9-16,-8 2-60 15,-4 0-12-15,-8 2-23 16,-9 6-140-16,-6 0-28 15,-34 34-183-15</inkml:trace>
  <inkml:trace contextRef="#ctx0" brushRef="#br1" timeOffset="2218.87">15691 12486 1736 0,'0'-1'358'0,"4"-4"-214"16,10-3-90-16,1-2 29 16,6-4 34-16,2 5-84 15,4 0-26-15,2 1-7 16,0 2 8-16,3 2-23 16,1-2-27-16,-2 0-129 15,6 2-90-15,44-22-553 16</inkml:trace>
  <inkml:trace contextRef="#ctx0" brushRef="#br1" timeOffset="3353.66">16571 11997 1076 0,'-3'0'751'0,"3"-2"-605"0,-4 0-64 0,2 0 1 0,2 0 73 0,0 2-83 0,-2 0-7 16,0 0 30-16,2-2-4 16,-3 2-2-16,3 0-20 0,-6 2-41 15,-2 4 44-15,-7 6-52 16,-7 9-4-16,2 0 20 16,4 5-31-16,6-1-6 15,7-2-1-15,8 0-4 16,5-3-5-16,4-2 10 15,2-2 0-15,6-4 9 16,1-4-8-16,0-4 9 16,-4-4-10-16,1-4 0 15,-3-6 27-15,4-2-21 16,-4-6-5-16,3-2 12 16,-7-4 1-16,-5-1 2 15,-4 1-4-15,-6-3-12 16,-2-2 48-16,-6 3-48 0,-1 2 0 15,0 4 29 1,0 4-6-16,0 8-8 0,-3 2-15 16,1 0 0-16,-3 6-9 15,-4 2 9-15,0 6-6 16,-7 2 5-16,0 2 2 16,1 0 2-16,4 2-3 15,8-4 0-15,3 2-33 16,7-4 33-16,0-2-39 15,4 3-3-15,0-6-4 16,0 1 40-16,0-2-8 16,0 0 14-16,0-2-12 15,0 2 12-15,0 3 0 16,0 4-9-16,0 1 18 16,2 8-6-16,0 4-3 0,0 2 0 15,2 1-6 1,1-6 6-16,1-1-12 0,4-5 11 15,5 3 1-15,-3-4 1 16,3 0-1-16,3-4-12 16,-3-2-3-16,3 0 15 15,0-6-21-15,0-4 19 16,4 0 4-16,-4-4 8 16,4-6-10-16,-2-2 1 15,0-6 6-15,-2-5-2 0,-2-2-4 16,-5-6-2-1,-2-1 7-15,-7 4 18 16,-7-2-24-16,-1-2 0 0,-5 4 23 16,-5 4-23-16,2 6 12 15,-5 6-4-15,-2 6-7 16,-8 6 28-16,-6 10-29 16,-7 10 0-16,-5 14 6 15,-2 8-6-15,8 8-17 16,12 0-49-16,8 3-235 15,-4 59-487-15</inkml:trace>
  <inkml:trace contextRef="#ctx0" brushRef="#br1" timeOffset="22322.8">17919 10062 1297 0,'-2'-2'605'0,"-1"2"-468"0,-1-2-113 0,2 2 70 0,2-2-29 0,0 2-40 0,2 0 14 0,-2 0-21 16,4-2 8-1,1 2 2-15,3-2-14 0,8 2 62 16,9-2-61-16,8-4-14 16,9 0 22-16,10-2-13 15,2 0 4-15,3 0-14 16,-6 0-3-16,-3 0-14 15,-11 2 17 1,-10 0 0-16,-7 4 12 0,-13 0-11 16,-7 2-2-16,-4 2-25 15,-10 2 26-15,-15 2-2 16,-11 6 2-16,-14 2 0 16,-6 2 7-16,4-2-7 0,10-6 15 15,8-2-8 1,11-4-1-16,16 0 41 15,6-2-36-15,10 0-11 16,6-2-21-16,11-2 12 0,19-6 9 16,11-4 0-16,16 2 2 15,-1-4-1-15,-3 4-1 16,-8 4-7-16,-12 0 5 16,-15 4 4-16,-13 0-4 15,-13 4 1-15,-8 4 1 16,-4-2 6-16,-9 4 6 15,-13 4 4-15,-10 4 16 16,-5-2-5-16,6 0 22 0,9-6-29 16,13-4-11-1,9 0 4-15,9-2-13 0,5 0-33 16,3 0-51-16,8 0-120 16,13 2 62-16,9 2-133 15,75-12-309 1</inkml:trace>
  <inkml:trace contextRef="#ctx0" brushRef="#br1" timeOffset="50640.48">17713 10495 1909 0,'0'0'315'0,"4"0"-210"0,-4 0 54 0,2-2-16 0,-2 2-31 0,0 2-35 0,0-4-53 16,0 2 61-16,0 2-55 16,2-2-6-16,-2 2 20 15,0 4-23-15,2 4-8 16,0 6-13-16,-2 8 20 16,0 2-23-16,-2 3 3 15,0 0-6-15,0 2 0 0,0-7 12 16,-2-8-12-1,4-2-11-15,0-6-52 0,4-6 39 16,-2 0-88-16,2-4-146 16,2-2-84-16,42-36-270 15</inkml:trace>
  <inkml:trace contextRef="#ctx0" brushRef="#br1" timeOffset="51354.81">20470 10096 1283 0,'-4'8'321'0,"2"5"-132"0,-8 16-113 0,-3 6-11 0,-2 6 46 0,-1 4-30 16,-7 1-65-16,6-6-4 16,-1 0-1-16,5-6-7 15,-1-2-4-15,-1-6-10 16,-3 0 4-16,-7-2-89 15,-1 1-97-15,-48 5-364 16</inkml:trace>
  <inkml:trace contextRef="#ctx0" brushRef="#br1" timeOffset="51920.87">20853 11003 1879 0,'-5'20'324'0,"3"8"-165"0,-2 20-90 0,6 0-69 0,10 4 0 0,-1-6 69 0,6-4-69 16,-1-8 6-16,2-12-6 16,2-11 0-16,7-11 34 15,10-15-34-15,13-13-9 16,6-16 7-16,8-14 2 16,-8-2 0-16,-8-4 10 15,-12 0-9-15,-20 4-1 16,-16 5-8-16,-14 7-1 15,-12 12 9-15,-8 12 0 16,-8 16-17-16,-12 10 16 16,-7 12-10-16,-5 8-19 0,4 8-40 15,0 2-125 1,-59 45-146-16</inkml:trace>
  <inkml:trace contextRef="#ctx0" brushRef="#br1" timeOffset="53520.56">17010 11993 1270 0,'0'0'314'0,"0"0"-226"0,0 0 4 0,0-2-22 0,0 2-14 0,0-2 38 0,0 2-20 0,0 0 16 16,2 0 3-16,-2-2-35 15,0 2 17-15,0 0-6 0,2-2-18 16,-2 2 36-1,5-2-49-15,-3 0-23 0,2 0-1 16,5-6-13-16,1 4 26 16,7-2-27-16,1 0 9 15,2 2 17-15,5 2-17 16,-1 8-9-16,-4 0 0 16,-5 2 11-16,-1 8-3 15,-7 4-8-15,-5 4 0 16,-4 7 12-16,-5 2-5 15,-9 3 8-15,-1-1-15 16,-8-3 14-16,5-8 4 16,-3-4-18-16,4-6 1 0,-2 2 32 15,4-6-22 1,3 0-5-16,3-6-5 0,9-2 10 16,2-2 26-1,7 0-37-15,-3 0 8 0,3-2-5 16,4 0 16-16,9-2-13 15,11-6 12-15,10 4-7 16,3-6 19-16,1 2-30 16,-3 2 0-16,-4-2 6 15,-3 2-5-15,-2 2-1 16,-4-2 0-16,-2 4 10 16,-2-2-5-16,-7 4-5 15,-9 0-3-15,-3 2 3 16,-6 2 0-16,-4-2-10 0,4 0 9 15,-2 0-35 1,0 2 34-16,0 2-110 0,2 4-112 16,2 2-283-1,2 0-998-15</inkml:trace>
  <inkml:trace contextRef="#ctx0" brushRef="#br1" timeOffset="55021.34">17740 11955 1046 0,'0'0'637'0,"-2"0"-517"0,2 0-18 0,-4 0-22 0,4 0 13 0,0 0 3 0,0 0-14 16,0 0-34-16,-2 0 14 15,-1 0-17-15,3 0 37 16,0 0-58-16,0 0-1 16,0 0 23-16,0 0-7 15,-2 0-6-15,2 0 3 16,0 0-22-16,0-4 46 16,2 4-45-16,-2 0-3 15,3 0 21-15,-1 0-26 16,2 0-1-16,-2 0 0 15,0 0-6-15,4-2 54 16,0 2-54-16,3 0 0 0,2-4 2 16,3 2 5-16,-4-2-7 15,4 2 0-15,-1-2 2 16,1 2 10-16,-3-4-12 16,0 2 0-16,0 2 1 15,-2 0 0-15,-2-2 0 16,-3 2-1-16,-2 2 1 15,-2 0 8-15,0 0-9 16,-2 2-16-16,-2 0 15 16,-1-2-28-16,-1 4 29 15,-6 0-4-15,-5 6 14 16,-4 0 25-16,-6 4-35 16,4-6 0-16,2-2 1 15,5-2-1-15,5 0 14 0,3-2-14 16,4 0 0-1,0-2 12-15,4 0-12 0,4 0-23 16,-4 0 23-16,2 0 0 16,4 0-1-16,1 0-45 15,7-2 46-15,7 0 43 16,10-2-41-16,12-2-2 16,6 0 15-16,2-6-14 15,1 4 9-15,-6 0-10 16,-5-2 0-16,-13 6-21 15,-8 0 21-15,-13 4-57 16,-5 2-7-16,-6 0-65 0,-5 2-146 16,-9 6-5-1,-38 16-364-15</inkml:trace>
  <inkml:trace contextRef="#ctx0" brushRef="#br1" timeOffset="56387.77">18505 11717 1165 0,'0'-5'671'0,"-2"5"-563"0,-1 0-42 0,3 0 28 0,0 0-29 16,3-1 32-16,-3 1-82 0,2 0 38 16,-2 0 19-16,0-3 9 15,0 3-20-15,0 0-32 16,0 0-17-16,-2 0 61 15,2 3-46-15,-3-3-12 16,3 0 17-16,0 0-11 16,0 0-6-16,0 0-15 15,0 0 15-15,-4 0 7 16,4 0-22-16,0 0-1 16,0-3 1-16,0 3 0 15,0 0 18-15,0 0-18 16,0 0 0-16,0 0 5 15,0 0-5-15,0 0 0 0,0 0-2 16,0 0 4-16,0 0-2 16,0 0 0-16,0 0 0 15,0 0 6-15,0 0-6 16,0 0 0-16,0 0-6 16,0 0 16-16,0 0-19 15,0 0 9-15,0 0-3 16,0 0-15-16,0 0 18 15,-9 13-3-15,-2 2 3 16,-4 18 17-16,-6 3 14 16,4 10-31-16,1-2 2 15,9 0 10-15,7-2-12 0,2-6-12 16,7-2 10-16,5-3 4 16,-3-8 5-16,4-2-7 15,3-10 11-15,0-2-1 16,4-8-10-16,3-8 0 15,4-1-7-15,0-10 19 16,0-3-9-16,-2 1-3 16,-5-2 0-16,-9 2 15 15,-6 2-15-15,-7 6-5 16,-9 2-1-16,-8 6 12 16,-4 4-4-16,-12 8-2 15,-8 7 0-15,-3 4 6 16,1 3-6-16,11-4-14 15,9-1 1-15,11-3-119 16,8-4-90-16,8 3-275 0,19 4-235 16</inkml:trace>
  <inkml:trace contextRef="#ctx0" brushRef="#br1" timeOffset="59005.21">20000 11686 1682 0,'0'-1'321'0,"0"1"-189"0,0 0-24 0,0 0 49 0,2 0-56 0,-2 0-50 16,2 4-14-16,1 3 5 0,1 1 0 16,0 6 9-16,0 3-21 15,2 5 44-15,-2 6-67 16,-2 6 4-16,-2 2-1 16,0 4-8-16,-2-2-2 15,2-4 0-15,-2-6-25 16,2-2 12-16,0-4-53 15,-2-5-42-15,2-8-71 16,0 0-110-16,-6-8-317 16</inkml:trace>
  <inkml:trace contextRef="#ctx0" brushRef="#br1" timeOffset="59538.8">20274 11851 1146 0,'0'0'706'0,"0"0"-567"0,-2 0-107 0,2 0 92 0,0 0-25 0,0 0-28 0,0 0 10 15,2 0-21-15,-2 0 48 16,0 0-36-16,5-2-27 16,-3 2 34-16,2 0-29 15,5-2-5-15,9 2-14 16,13-2-22-16,11-2 35 0,8-2-38 16,0-2 4-16,2 2 28 15,-7 0-38-15,-5-2 6 16,-11 2-12-16,-3 3 16 15,-13 2-1-15,-5-2-9 16,-8 3-21-16,0 0 20 16,-3 0-89-16,1 3-60 15,-3-3-72-15,-1 0-238 16,-10-8-426-16</inkml:trace>
  <inkml:trace contextRef="#ctx0" brushRef="#br1" timeOffset="61081.97">20909 11612 787 0,'-2'-2'588'0,"2"2"-372"0,-3 0-124 0,3 0-5 0,-2 0-3 16,2 0-15-16,-2 0-3 16,2 0-15-16,0 0 0 15,0 0 52-15,0 0-50 16,0 0 11-16,0 0 8 15,0 0 9-15,0 0-7 16,2 0-34-16,-2 0-25 0,0 0 45 16,2 0-55-1,1 0-5-15,-1 2 0 0,4-2 7 16,2 2 35-16,0 0-8 16,4-2-33-16,5 4 41 15,-4-8-42-15,3 4-5 16,-1-2-4-16,-1 0 18 15,1 0 2-15,-1-2-11 16,-3 2 0-16,-3 0-6 16,-2 2 6-16,-4 0 0 15,-2 0-6-15,0 0 16 16,0 0-2-16,0 0-8 16,0 0 0-16,2 0-5 15,-2 0 5-15,7 0-6 16,-3 0 5-16,3 0 2 0,-5 0 5 15,-1 0-6 1,2 0 0-16,0 0 5 0,-1 0-5 16,-2 0-3-16,3 0-3 15,-1 0 12-15,0 0-5 16,0 0-1-16,0 0 0 16,2 0 0-16,1 0 0 15,-1-2-6-15,1 0 5 16,0 2 2-16,-1-4 15 15,0 2-16-15,-1 0 0 16,1 0 0-16,-2 2 1 16,-2-2 0-16,2 2 11 0,0 0-3 15,0-2 25 1,-2 0-28-16,6 2-6 0,-6 0 33 16,0 0-18-16,-6 2-13 15,6-2 11-15,0 0-2 16,0 0 23-16,-2 0-34 15,2 0 2-15,0 0 25 16,0 0-20-16,0 0-6 16,2 0-1-16,-2 0 14 15,0 0-4-15,0 0-10 16,0 0 0-16,0 0 2 16,0 0-2-16,0 0-1 15,0 0 1-15,0 0 0 16,0 0-2-16,0 0 2 15,0 0-14-15,-8 10 14 0,4 8 13 16,-1 8-5 0,-1 12-10-16,-4 11 11 15,-3 1 20-15,0 6-29 0,-1 2-6 16,-6-4 5-16,0 0 1 16,-2 0-55-16,-3-5-89 15,-4-8-200-15,-55 38-414 16</inkml:trace>
  <inkml:trace contextRef="#ctx0" brushRef="#br1" timeOffset="63205.98">21559 11889 1064 0,'0'0'913'0,"0"0"-722"0,0 0-130 0,2 0-23 0,-2 0 43 0,0-2 70 16,3 2-85-16,-3 0-51 15,3 0 17-15,-1 0-7 16,4 0-8-16,1 0 8 0,9 0-25 16,1 0 60-16,3-2-60 15,0 0 2-15,0-4 7 16,-1 2-9-16,-4 0-72 16,-1 2-114-16,-8 0-114 15,-8 6-57-15</inkml:trace>
  <inkml:trace contextRef="#ctx0" brushRef="#br1" timeOffset="63405.03">21615 12013 1760 0,'7'0'494'0,"-2"0"-424"16,8-2-14-16,-2 1 101 0,0 1-65 15,2-3-47-15,-4 3-45 16,1-2 10-16,0 0-29 16,-1 2-52-16,3-2-257 15,-8-12-518-15</inkml:trace>
  <inkml:trace contextRef="#ctx0" brushRef="#br1" timeOffset="64672.48">22239 12206 1564 0,'0'0'501'0,"0"0"-330"0,0-2-80 0,0 2-16 0,0 0 17 0,3 0 34 0,-1 0-77 0,0-2-7 0,2 2 48 15,1 0-7-15,7-2-29 16,0 2-31-16,7-2-22 16,7 0 48-16,3 0-49 15,2-5 0-15,2 4-7 16,2-1 11-16,-3-3-13 15,-8 3-21-15,1-1-34 16,-12 1 44-16,-3 2-80 16,-8 2-53-16,-2 2-32 0,-4 0 5 15,-6 2-111-15,-5 6 129 16,-12 1-84-16,-56 24-323 16</inkml:trace>
  <inkml:trace contextRef="#ctx0" brushRef="#br1" timeOffset="64870.86">22267 12268 1281 0,'0'-2'361'0,"3"4"-199"16,4-4-34-16,2 4 11 15,3-4-22-15,11 2 0 16,4-6-49-16,7 0 62 16,3 0-76-16,4 2-42 15,-3 0-4-15,-3-2 2 16,-4 4-20-16,-6-2-14 0,-5 2-147 15,-7 0-116-15,-8-4-348 16</inkml:trace>
  <inkml:trace contextRef="#ctx0" brushRef="#br1" timeOffset="67871.42">16823 14351 1657 0,'2'0'545'0,"-2"0"-416"0,0-1-21 0,0 1-3 0,0 0-59 15,0 1 47-15,5 3-60 16,-1 9 5-16,7 5 37 15,5 5-50-15,2 5-16 16,1 1-6-16,2-1 14 0,1 0-1 16,-4 2-16-16,2-8-1 15,-7 2 1-15,-2-8 0 16,-2-2-2-16,0-8-8 16,-7-2 20-16,2-6 2 15,-1 0-11-15,1-4-1 16,3-8 22-16,2-8-22 15,5-4-9-15,-8-4 9 16,1 0-6-16,-1-4-3 16,-1 2 9-16,2 0-12 15,2-3 12-15,-1-1 0 16,1 0-12-16,3 0 6 16,3 2-18-16,-1 4 11 15,-1 6 8-15,0 2-11 0,-4 8 16 16,-2 4 0-16,1 2 0 15,-2 4-6-15,0-2 12 16,-4 2 3-16,3 4-9 16,-3-2 0-16,0 2 1 15,-4 0-1-15,2 0 1 16,0 0-7-16,0 0 15 16,0 2 3-16,4-4-12 15,0 4 0-15,8 0 0 16,8-2 2-16,0 4-1 15,11 0-1-15,2-2 9 16,3 0-1-16,6-2-8 16,12 0-5-16,6-2 5 0,11 0 0 15,5-4 0 1,2 2-1-16,4 2-1 0,3 0-19 16,0-1 21-1,1 2-38-15,1 1 37 0,5 0-20 16,-3 0 6-16,0-4 0 15,-4 4 11-15,0-4-26 16,-3 0 30-16,-2 2-24 16,2-1 23-16,1 3-10 15,-2 0 10-15,3 3-17 16,-2-1 18-16,1 0-2 16,0 4 2-16,-6-2-13 15,-4-3 13-15,-1 2 6 16,-5 1-2-16,0 0-4 15,-5-2 0-15,2 4 8 16,1-4-8-16,-5 0-6 0,-2 2 6 16,-4-6 0-16,-10 2 10 15,-3-4-10-15,-8 2 0 16,-6-4 12-16,-7 2-1 16,0 0 8-16,-5 2 17 15,-1-1-16-15,-1 3 7 16,-3 0-27-16,-6-1 0 15,-4 1-13-15,-2 0 13 16,-8 4-213-16,-67 20-337 0</inkml:trace>
  <inkml:trace contextRef="#ctx0" brushRef="#br1" timeOffset="69456.77">16950 15458 1500 0,'-2'0'370'16,"2"0"-160"-16,-2 0-99 0,2-4 14 0,0 4-29 0,2 0 48 0,0 0-84 0,0 4-38 16,5 0 16-16,1 2-10 15,4 10 14-15,-1 7 9 16,0 8-28-16,0 10 65 0,-2 13-82 16,-3-2-4-16,-3 4 25 15,1-4-6-15,1-10-7 16,4-4-14-16,-3-2 0 15,5-14-6-15,-3-3 6 16,-2-6-4-16,-2-8 2 16,-2-5 4-16,-2 0 1 15,0-5-3-15,0 5 0 16,0-13-8-16,0-1 8 16,-4-17-40-16,2-1 19 15,-4-12-11-15,3-2-4 16,1-2-54-16,2-4-52 15,7 2 41-15,1 1-17 16,4 9 34-16,1 8 42 16,-2 4 42-16,-3 6 9 0,2 2-9 15,3 4 1-15,-1 4-12 16,3-6-1-16,5 0-22 16,2 0-17-16,5 2 37 15,2 2 14-15,-2 8 0 16,2-2 0-16,2 8 51 15,0 0-33-15,7 4-8 16,5 0 10-16,3 4-14 16,8 4 30-16,4-4-36 15,13-4 0-15,11 0 25 16,12-8-13-16,6 0 29 16,5-2-1-16,-11 2 23 15,-10 0 24-15,-10 4-52 16,-18 0-25-16,-10-6 47 0,-8 4-46 15,-4 0-10-15,8-2 16 16,4 0-17-16,17-4 47 16,11 0-43-16,7 2 5 15,9 2 9-15,3 0-18 16,1 4 1-16,-3 2-7 16,-4 4 18-16,-4-2-1 15,-3-2-11-15,-2 2 0 16,-3-4 6-16,2 0-6 0,-2-2-5 15,3-2 4 1,7-4 2-16,4 2 7 0,4-2-8 16,4 8-9-16,-4-4 9 15,1 8 0-15,-10-4 1 16,-4 4-2-16,-9 0 2 16,-6-4 4-16,-14 0-5 15,-13-4-6-15,-7-4 6 16,-6 2 0-16,2-2 0 15,-5-2 0-15,3 2 6 16,-3 0 3-16,-6 2-9 16,-5 2 0-16,-7 4 24 15,-4 0-2-15,0 0-8 16,0 0-14-16,-2 0 13 16,-3 0-32-16,1 0-40 0,-7 1-122 15,-13 2-100 1,-113-1-739-16</inkml:trace>
  <inkml:trace contextRef="#ctx0" brushRef="#br1" timeOffset="71588.52">7324 14508 1634 0,'5'4'222'0,"-2"2"-133"0,7 10 40 0,-1 2-29 0,7 4-26 0,-1-2-1 0,1 10-41 16,4 0-23-16,-4 0 55 15,3 2-64-15,-3-5 1 16,-1 0 6-16,4-8-6 16,-9-1 19-16,0-9-20 15,-6 0 0-15,1-5 13 16,-1-4-4-16,-2-4-9 16,2-2 17-16,0-6-1 15,4-12 2-15,3-7-18 16,-4-3 0-16,1-4 6 0,-3-2-6 15,-2 2-17 1,-3-2 11-16,0-2 6 0,0 2-3 16,2-3 3-1,2 3-14-15,3-2-7 0,3 2 14 16,6 0-4 0,1-2 10-16,-5 10-7 0,7 8-3 15,-11 6 11-15,-1 6 0 16,-5 6 15-16,-2 6-13 15,0 0 10-15,0 0 6 16,-2 0-5-16,4 0 28 16,-2 0-35-16,0 0-5 15,0 0 48-15,0 0-36 16,2 0-5-16,4 0-4 0,4 0 4 16,1 0 7-16,-1 0-15 15,9 4 0-15,-1 0 1 16,8 0-1-1,5-2 0-15,10-2-1 0,10-2 1 16,9-2-1-16,12-4 1 16,7 2-5-16,6 2-8 15,9-2-20-15,4 0-6 16,9-4 21-16,2 2-48 16,3-4 58-16,-6 3-16 15,-1 4-18-15,-9-1 41 16,-2 3-23-16,1 3-11 15,1 0 22-15,4-1-13 16,10 2 8-16,-2-1 18 16,66 9 0-16,-113-7 3 0,55 1 3 15,-5 1-6-15,-2 3 0 16,-7 3 0-16,-4-6 16 16,-6 2-16-16,-7-2 0 15,-17 2 8-15,-5-2 2 16,-18-2-9-16,-12-2 2 15,-8 2 3-15,-3-2 51 16,-4 0-15-16,-2 0-6 16,-3 0 10-16,-5 0-14 15,0 0 4-15,-2 0-9 16,-4 0-26-16,3 0 34 16,-5 0-35-16,0 0-21 15,-5 4-41-15,-3 4-308 0,-58 28-665 16</inkml:trace>
  <inkml:trace contextRef="#ctx0" brushRef="#br1" timeOffset="73538.98">7513 15637 1526 0,'0'0'217'0,"0"0"-64"0,0 0-61 0,4 1-40 0,2 12 17 0,7-3 11 0,3 8 2 0,4 4 4 15,0 4-34-15,-1-4 43 16,2-4-47-16,-5-4-24 16,1 2 4-16,-5-10-11 15,-6-2-7-15,1 4-7 16,-5-8 8-16,0 0 16 16,0 0-27-16,-2 0 0 0,0-4 42 15,2 0 9-15,0-6-20 16,4-8-28-16,-6-8 14 15,0-4 4-15,-6-2-21 16,2-4-5-16,-2 1 5 16,-1 2 0-16,3 3 2 15,2 3-4-15,2 4 8 16,2-4-3-16,2 5-3 16,1 4 0-16,-3-4-9 15,2 4 9-15,0 2-7 16,4 6 6-16,-2 0-6 15,-1 2-11-15,1 0 18 0,2 4-17 16,5-2 17 0,4-2 0-16,1 2 5 0,5 2-5 15,-2-8 0-15,6 2 22 16,0-4-22-16,0 0 9 16,4-2 15-16,7-2 2 15,5 0 10-15,-2 0-2 16,6 0-28-16,-4 1 56 15,-1 6-56-15,1 2-5 16,-1 1 17-16,2 7-12 0,5 1 12 16,3 0-18-1,6 0 0-15,-1 0 2 0,5-3-2 16,-3 2-2-16,10-4 1 16,-7 3 2-16,7 0 5 15,-4 2-6-15,1 0 0 16,-3 0-3-16,-3 0 3 15,-2 2-4-15,-2 2-2 16,2 0 12-16,-5 4-5 16,-2-2-1-16,5-2 0 15,-4 0-12-15,0 0 12 16,4 0-6-16,7-2 6 16,7 5 0-16,5-3 4 15,4 2-4-15,4-2 0 16,-2 4 4-16,-2-2-4 15,6 2-4-15,0-4-2 16,-3 2 12-16,1-2-8 0,-12-4 2 16,-9-4-16-16,-8-2-1 15,-11 2 17-15,-8 0-13 16,-3-5 13-16,-10 4 0 16,-3 1 6-16,-5 4-6 15,-5-4 0-15,-2 4 8 16,-3 0-8-16,-8 0 0 15,4 0 1-15,0 0 8 16,4 0 23-16,-2 0-32 16,1 0 0-16,1 0 16 15,3 0-15-15,-1 4-1 16,3-4 0-16,5 0 9 0,-3 0-6 16,-2 0-3-1,2 1-5-15,2-1 4 0,-4 3 1 16,-2 1-1-16,2-4-8 15,-3 0 18-15,3 0 1 16,-4 0-10-16,-3 0 0 16,0 0 2-16,-2 0-2 15,0 0 0-15,0 0-5 16,0 0 14-16,0-4 32 16,0 4-41-16,3 0 1 15,-6 0 26-15,3 0-25 16,0 0-2-16,0 0 0 15,3 0 12-15,-6 0-6 16,3 0-6-16,0 0-9 16,0 0 9-16,0 0 0 15,0 0-33-15,0 0-45 0,0 0-192 16,-42 19-365-16</inkml:trace>
  <inkml:trace contextRef="#ctx0" brushRef="#br1" timeOffset="79888.84">22030 11225 1139 0,'-2'2'287'0,"2"-4"-170"0,-2 2 1 0,2 0-31 0,-3 0 30 0,6 0-54 16,-3 0-22-16,0 0 26 15,0 0-7-15,0 0 51 16,0-2-66-16,2 2-3 15,-2 0 27-15,2 2-24 16,0-2 20-16,-2 2-25 16,2 0-23-16,3 4 65 15,3 4-62-15,8 0-19 16,2 4 32-16,8 4-24 16,8-4-1-16,-1 3-8 0,12-3 9 15,-1 1-8 1,10-1-1-16,0-3-4 15,2 0 3-15,3-4 1 0,-5-1 0 16,-1-2-1-16,-3 0 1 16,-2 0-5-16,-3-2 5 15,-1-2-9-15,-4 0 3 16,1 0 3-16,1-2 3 16,-6-2-18-16,3 1 15 15,-2 2-17-15,-2-3 20 16,1 2-10-16,-1-5 10 15,-4-1 0-15,3 1 6 16,-3 0-6-16,0-3 0 16,-2 2-12-16,0 0 12 0,-2-2-12 15,-2 0 10 1,2 2 1-16,0-2-7 16,-8 1-10-16,4-4 18 15,-6 3-1-15,-3-4 1 0,0 0-3 16,1-2 3-16,-4-4 13 15,2-2 29-15,-4-4-42 16,-2 0 6-16,3-2 29 16,2 0-35-16,3-3-3 15,-1 4-3-15,-3 3 12 16,1 2 7-16,-6 1-13 16,-2 3-9-16,-4-2 9 0,-2 0 1 15,-2-4 5 1,-3 0 6-16,-2-4-11 0,0 0 22 15,-3-2-23-15,0 2 0 16,-4-2 7-16,-2 2-7 16,-9-4-1-1,-4 3 0-15,-2 0 2 0,-11 0 3 16,-6 1-4-16,-1-2 0 16,0 2 5-16,2 0-5 15,7 2 0-15,3 4-7 16,7 4 17-16,-3 0 1 15,4 4-11-15,-4 0 0 16,-5 2-3-16,-5 0 3 0,-4 6-3 16,-9 3-6-1,-4 2 18-15,-5 5 5 0,-5 0-14 16,-1 6 0-16,2-2 8 16,7-2-8-16,4 4 0 15,10 0-6-15,1 4 18 16,2 2 9-16,-1 4-21 15,5 6 1-15,1 0 29 16,-3 8-21-16,-1 0-7 16,1 2 1-16,5 0 16 15,6 6-4-15,3 1-15 16,7 5 0-16,7 6 5 16,11 0-5-16,8 6-13 15,10-4 13-15,8 3 0 16,10-1 38-16,9-2-38 15,1 2-21-15,5-6-5 16,6-1-82-16,0-6-115 0,0-3-145 16,65 16-528-16</inkml:trace>
  <inkml:trace contextRef="#ctx0" brushRef="#br1" timeOffset="81293.06">21925 12316 1211 0,'0'0'584'0,"0"0"-452"0,5-2-54 0,-5 4 23 0,4-4-14 0,1 4-18 0,5 0-57 0,3 0-12 16,8 4 54-16,1 0-40 15,3 2 19-15,8 0 6 16,3-2-30-16,-1 4 16 15,9-2-25-15,6-2 8 16,-1 0-3-16,2-4-5 16,5 0-9-16,2-4 3 0,-4 0 7 15,1 0-16-15,0-4 15 16,-3 2-19-16,-3-2 13 16,0 0-6-16,0-2 6 15,-5 0 5-15,1 0 1 16,-7-2 18-16,-5 2-18 15,-6-4 0-15,-2 2 12 16,-3-4-11-16,-2 0 7 16,-2-6 17-16,-3-2-23 15,1-4 43-15,-1-1-45 16,2 1 9-16,-5 1 16 16,7 0-17-16,-4 3-7 0,5 2-1 15,-4 2 13-15,4 0 7 16,-7 2-20-16,-2 0 7 15,-2-2 32-15,1-2-24 16,-4-4-4-16,3-4-10 16,-3 0 19-16,4 0 4 15,-4 4-24-15,5 1 0 16,-7 2 9-16,1-1 2 16,-2 1-10-16,0-2-2 15,3-4 2-15,-4 0 17 16,2-2-18-16,-2-1-21 15,0 4 20-15,-4 2 1 16,0 6-14-16,-2 0 13 0,-4 4-7 16,-7 2 1-16,-10-4 7 15,-8-2-9-15,-7 4 9 16,-7-2 0-16,-1-2 0 16,-6 4-1-16,-2 0 13 15,-4 3-24-15,-5 4 12 16,-6 3-2-16,-7 0 2 15,-4 1 0-15,-5 3 2 16,-9 0-11-16,-5 0 18 16,1 4-9-16,5 0 0 15,3 5 0-15,12-1 8 16,9 3-8-16,10 10-1 16,3 2-6-16,12 4 7 0,4 9 15 15,6 0-15 1,13 10-5-16,6 6 5 0,15 6 0 15,12 8-8 1,13 2 7-16,10 3 2 0,10-3 11 16,8-4-12-16,0-1-30 15,2-9 2-15,1-6-143 16,-3-6-84-16,72 38-232 16</inkml:trace>
  <inkml:trace contextRef="#ctx0" brushRef="#br1" timeOffset="83056.39">21918 13752 1557 0,'0'0'332'0,"0"0"-112"0,0-2-101 0,0 0 34 0,0 2-11 0,0 0-53 0,2 0-14 0,1 2-44 16,4 0-14-16,2 2 17 16,1 0-26-16,0 4 53 15,9-2-50-15,-3 2-11 16,4 4 18-16,0 0-17 15,3-4 20-15,-2 2-21 16,4 2 11-16,0-2 15 16,6 0-26-16,7 0 0 15,1-4 1-15,4-2-1 16,2-2-8-16,2-4 7 16,-3 0 2-16,-1-2 8 0,-3 0-9 15,-3 2-8 1,-3-6 7-16,-5 6 1 0,4 0 0 15,0 0 0-15,3 0 7 16,-3-2 1-16,2 0-8 16,0 0-5-16,-2-4 4 15,1 4 2-15,-1-4-1 16,-6 0 0-16,0 0 1 16,-6 2 2-16,4 0-3 15,-2 0 0-15,1 0 2 16,1 0-2-16,-3 2 1 15,2-6-1-15,-1 0 1 16,4-2 2-16,-7 0-3 16,8-5-4-16,-5 2 4 15,-1-3 0-15,-1-3 7 0,-4 3-7 16,3 0 0 0,2 4 0-16,-2-1 0 0,5-2-4 15,-2 5 4-15,-6-2 0 16,1 2 6-16,1-6-6 15,-2 0 0-15,-1-4-10 16,-1 4 10-16,-2-4 0 16,1 2-6-16,-1 0 13 15,0 2 1-15,5 6-8 16,-8-4 0-16,2 6 6 16,-3-4-6-16,0 0-3 15,-2 2-4-15,-5-2 14 16,2-3 3-16,-4-5-10 15,0 0 0-15,-2-6 34 0,-6-2-34 16,-2-4 1-16,1-2 0 16,1 0 5-16,0 4 8 15,0 0-14-15,-5 8 0 16,1 0-20-16,-1 0 20 16,-9 2-16-16,-5 0 8 15,-9-1 2-15,-6 4-10 16,-7-6 16-16,-9 1-12 15,-1 0-17-15,-16 4 25 16,-10 0-8-16,-10 4 11 16,-10 6 1-16,-2-2 1 0,-9 6-1 15,3 2 0 1,3 4 5-16,4 2-5 0,6 4 0 16,8 4-1-16,12 2 1 15,9 8 0-15,6 6 0 16,3 6 0-1,6 10-3-15,7 6 3 0,13 1-9 16,9 1 9-16,14-2-15 16,13 0 5-16,11 2 10 15,16 3-21-15,8-2 10 16,13 3-38-16,7 1-191 16,119 85-271-16</inkml:trace>
  <inkml:trace contextRef="#ctx0" brushRef="#br1" timeOffset="84522.77">22747 14770 1489 0,'0'0'580'0,"-2"0"-327"0,2-4-64 0,2 4-124 0,0 0 14 0,5 0-53 0,2 4-14 16,4-2 16-16,2 2-17 15,4 4 23-15,1 2-14 16,-1 3-14-16,2-5 66 15,1 2-57-15,7-5-6 16,0 2 12-16,1-3-20 16,5-2 25-16,3-4-26 15,4-2 0-15,1-4 3 16,1-2-3-16,1-2 0 16,1-2-1-16,-1-4 2 15,-1 0 20-15,-2-3-21 0,-3 3 0 16,-4-2 30-1,-1-2-11-15,-3 2-4 0,-6-2-3 16,-2 2 0-16,-4-2 18 16,1 0-30-16,-5-4 0 15,-3 2-9-15,-4-1 9 16,-3 2 0-16,-3-1 17 16,2-1-17-16,-4 2 48 15,2 0-48-15,-2 1 1 16,0-1 6-16,-2 2-7 15,-2-1 0-15,-3-2-1 16,-4 2 10-16,-2 0-14 16,0 0 5-16,-8-6 0 15,1 4 5-15,1 2-5 16,0 2-7-16,1 4 5 0,1 2 4 16,-4 0-11-16,-4 0 9 15,-8 1-8-15,-2 5 8 16,2-2 2-16,-3 5-2 15,1 1 0-15,1 1 1 16,1 1-1-16,-7 4 0 16,6 5 0-16,-6 3-8 15,-4 3 8-15,-6 8 0 16,1 1 0-16,1 2 9 16,3 0-15-16,5 2 6 15,9 2-15-15,4 2 14 0,6 6 1 16,6 2-18-1,7 2 12-15,2 1-28 0,14-5 20 16,0 1-35 0,8 2-55-16,4-3-56 0,38 54-390 15</inkml:trace>
  <inkml:trace contextRef="#ctx0" brushRef="#br1" timeOffset="85705.39">22643 15783 1258 0,'0'0'461'0,"0"0"-320"0,0 0-42 0,2 0 46 0,2 0 7 0,-2-2-23 0,1 2 42 0,1 2-99 15,0 4-17-15,3-2 7 16,0 0-23-16,2 0 19 16,6 2-26-16,1 6-2 15,4-2 28-15,2 2-43 16,5-2-14-16,0 4-1 16,4-4 22-16,2 2-14 15,3-8-8-15,2 0 0 16,0-2 9-16,0 1-9 15,4-6 0-15,5 1-1 16,-5-2 2-16,3-4 18 0,-3-2-19 16,-1-2-5-16,1-2-2 15,0-4 7-15,1-4-11 16,1-8 10-16,-2 2 2 16,-2-12-13-16,-4 0 12 15,2-4-10-15,-7-2 10 16,-2-3 0-16,-5 5 1 15,-4 6-7-15,-6 12 14 16,-3 0 18-16,-3 4-26 16,0 0-5-16,-4-2 5 15,-2 2 18-15,0 0-17 16,0-4-1-16,-2 0 1 0,-2-2-23 16,-2 1 22-1,-5 1-18-15,-5 2 18 0,4 2 12 16,-4 0-11-1,-1 4-2-15,0 0 12 0,1-2-7 16,-5 2-4-16,0 0-7 16,-6-2 7-16,1 4 0 15,-5 0-14-15,-7 4 13 16,-8 0 2-16,-8 6-3 16,-8-2 2-16,-2 8-4 15,-3 8 4-15,3 0 0 16,0 6 0-16,6 4 0 15,-2 2 1-15,2 8 0 16,2 10-1-16,8 6-1 16,4 6-7-16,3 3 8 0,6 5 0 15,8 4-12-15,3 2 11 16,11 2-20-16,9 0-33 16,11-3-110-16,15-9-61 15,9-8-81-15,85 34-219 16</inkml:trace>
  <inkml:trace contextRef="#ctx0" brushRef="#br1" timeOffset="97592.33">19251 12450 628 0,'14'12'0'0,"39"29"-501"0</inkml:trace>
  <inkml:trace contextRef="#ctx0" brushRef="#br1" timeOffset="98988.53">19024 9869 933 0,'-2'43'108'0,"-3"3"-15"16,1 40-83-16,4 8-10 15,46 103-168-15</inkml:trace>
  <inkml:trace contextRef="#ctx0" brushRef="#br1" timeOffset="101807.17">12631 5344 891 0,'0'20'133'0,"0"-2"-98"0,0 14-31 0,3 0-4 0,2-4-21 0,3 0-10 16,30 14-175 0</inkml:trace>
  <inkml:trace contextRef="#ctx0" brushRef="#br1" timeOffset="102339.37">13177 5552 1118 0,'-2'-2'776'0,"0"0"-511"16,-2-5-136-16,-3 2 92 15,7 3-52-15,-2 0-32 0,0 0-20 16,2 0-36-16,0 2-17 16,-3-2-14-16,3 2-44 15,3 2 46-15,-6-2-52 16,6 4-16-16,-1 8-1 16,5 30-2-16,1 76 19 15,-4 85 0-15,-28 52 0 16,7-57 25-16,6-47-24 15,3-99-1-15,8-8 0 16,5-10 0-16,-5 34-10 16,5-21-44-16,-1-19-56 0,1-15 73 15,1-7-76 1,-2-3-34-16,1-6 20 0,-3 0-17 16,5-4 69-16,2-4-2 15,-1 0-7-15,-1-3 50 16,0 4-43-16,-2 5 4 15,-3-6 50-15,0 4-5 16,-2-2-38-16,-2 1-63 16,0 4 55-16,0 3 65 15,-1 1-13-15,1 1 22 16,0 1 3-16,2-2-3 16,0 2 14-16,-3-2-14 15,3 2-24-15,0 4-40 16,-2 0-582-16</inkml:trace>
  <inkml:trace contextRef="#ctx0" brushRef="#br1" timeOffset="103873.32">14904 8087 1640 0,'0'0'370'0,"0"0"-241"0,-2 2-54 0,2-2 56 0,-4 0 4 0,4 0-33 0,0 0-26 0,-3 2-38 15,3 0 62-15,0 6-76 0,7 4 11 16,-1 14 49-16,6 14-20 16,1 14-1-16,1 16-30 15,-5 21-33-15,-5 73 101 16,-4 21-91-16,-2-13-10 15,2-118 15-15,2-6-9 16,0-1 11-16,2 45-17 16,1-12 0-16,0-14 9 15,-1-14-9-15,3-16-11 16,-5-13 10-16,0-14 2 16,-2-6 7-16,2-2-8 15,-2-2 0-15,0 1 11 0,2-3-11 16,-2 3 0-16,0-1-8 15,0 1 19-15,0 0-5 16,-2 0-6-16,2 0-3 16,-2 0-26-16,2 0 29 15,0 0-15-15,0 0 8 16,0 0 7-16,0 0-8 16,0 0 8-16,0 0-19 15,0 0-8-15,0 0 27 16,-4 0-38-16,-5 1 16 15,-5 3-22-15,-3 2 43 16,-1 1-38-16,5-3 34 16,3-3-4-16,2-1 9 15,3-1-3-15,-1-3-9 16,-5-4 2-16,4-5 8 0,0-5-28 16,-4 0 23-16,5-1-8 15,3-4 15-15,-2-1 0 16,1 4 7-16,0-2-6 15,2 6 44-15,-1 4-45 16,-1 0 1-16,4 8 44 16,-3 0-44-16,3 2 5 15,3 4-6-15,-3 0 17 16,2 2-37-16,5 10 20 16,8 12 0-16,5 14 32 15,1 6-32-15,2 4 1 16,-2-4-2-16,1-6 14 15,-2-5 8-15,0-11-21 0,-4-8 0 16,-3-4 8-16,5-10 16 16,-3-4-6-1,6-10 12-15,0-6-23 0,4-8 59 16,-2-10-66-16,4-4 6 16,-7 1 14-16,2-1-20 15,-6 4 0-15,-3 6-1 16,-5 8 7-16,-3 6-35 15,0 4-14-15,-3 6-130 16,4 0-208-16,46-28-434 16</inkml:trace>
  <inkml:trace contextRef="#ctx0" brushRef="#br1" timeOffset="106292.3">22939 7822 1127 0,'0'-4'672'0,"-3"0"-540"0,3-6-59 0,0 4 91 0,3 0-29 0,-3-4-20 0,0 6-2 15,0 0-47-15,0 2 36 16,2 0-41-16,-4 2-22 16,2 0 30-16,2 2-42 15,-4-4-6-15,2 4 2 16,0-2-11-16,-3 0 20 15,3 4-32-15,3 4-6 16,-1 14 6-16,4 18 36 0,-1 17-17 16,-2 19 11-1,-1 6-24-15,-2 10 47 0,0 4-53 16,-2 2 0-16,-1-3 10 16,3-7-10-16,0-5 8 15,3-10-19-15,1-8 25 16,-2-15-11-16,2-10-3 15,1-12 0-15,-3-4 1 16,3-4-1-16,0 0 0 16,-3-4-7-16,-2 0 23 15,4 2-3-15,-4 2-13 16,2-2 0-16,0 4 0 16,0 0 0-16,1-4 1 15,1 0-2-15,-2-4 7 0,3 1 0 16,0 3-6-1,-3-2-1-15,2 4 0 0,0 4 1 16,-1-2 0-16,3-2-1 16,-6-2 2-16,2-6 4 15,-2-2-5-15,0-4-2 16,0-2 2-16,0-4 1 16,0 0 11-16,0 0-12 15,0 0 1-15,-2 0-3 16,2 2 2-16,0-2-15 0,0 2 15 15,-2-2 0-15,2 2-1 16,-4 0 0-16,1 2-6 16,1-2-5-16,-2 0 12 15,2 2-6-15,0-2-3 16,-3 2 18-16,2 0-15 16,-1 2 6-16,-3-2 0 15,5 0-15-15,-2 0 15 16,-2-2-33-16,1-2 31 15,0-2 2-15,-2 0-6 16,1-6 6-16,-3-6 0 16,-2-6-16-16,0-4 16 15,2-4-27-15,-3-2 26 16,2 0 1-16,0 2-3 16,4 10 3-16,-1 0-5 0,-2 8-5 15,5 2 10-15,-6 4-21 16,6-1 21-16,2 4 2 15,2-2 8-15,-2 3-10 16,4 0 0-16,-2-4 5 16,2 8-5-1,0-4 0-15,-2-4 4 0,2 4-3 16,1 0 30-16,-3 0-31 16,0-1 9-16,0 1 14 15,2 1-23-15,-2-1-3 16,7 7-5-16,0 1 16 15,1 8 9-15,6 8-17 16,4 4 0-16,0 4 19 0,0 2-19 16,-3-4 0-1,-2-2-6-15,3-4 17 0,-7-2-1 16,0-4-10-16,-2-4 0 16,-1 0 18-16,-1-6-18 15,1-2 1-15,-4-4-3 16,-2-4 17-16,2 2 23 15,-2-3-31-15,3 0-1 16,2-5 42-16,6-8-39 16,2-6-7-16,9-6-2 15,-1-4 18-15,0-4-15 16,4 2-3-16,-5-4-2 16,5 3-4-16,-6 2 6 0,2 5 0 15,-8 6-7-15,-4 10 25 16,-4 2-21-16,-5 7 3 15,0 2 0-15,0 1 3 16,-3 1-3-16,3-1-1 16,0 0 1-16,0 0 0 15,0 0 1-15,0 0-1 16,0 3-3-16,0-3 3 16,0 0 0-16,0 0 1 15,3 0-3-15,-6 0 8 16,3 4-4-16,0-4-2 15,-2 0-12-15,2 0 12 16,0-4 0-16,-2 4-9 16,2 4 9-16,0-4 0 15,0 0 6-15,0 0-6 16,-2 0-21-16,2 0 21 0,-2 0 0 16,-1 0-14-16,-6 0 14 15,-10 0 0-15,-6 0-5 16,-11-4 5-16,-7 4-13 15,-5 0 13-15,-6 4 0 16,3-4 1-16,2 1-2 16,4 1 2-16,8 1 16 15,10-3-17-15,8 1-2 16,11-1-5-16,3 0 8 16,5 0-1-16,0 0 0 15,3 0 7-15,-3 3-23 16,2-3 16-16,0 0-3 15,0 0-3-15,-2 0 6 0,3 0 0 16,-3 0-11-16,0 0-29 16,0 0 28-16,-3 0-48 15,1 1-98-15,-2 3-184 16,-32 21-279-16</inkml:trace>
  <inkml:trace contextRef="#ctx0" brushRef="#br1" timeOffset="107557.13">14804 9292 1410 0,'-4'0'278'0,"-1"-2"-130"0,-4 2-61 0,4-2 98 0,1 2 19 0,2-4-39 0,2 4-42 16,0 0-32-16,2 0-40 16,0-2 60-16,4 2-63 15,0 0-31-15,9 2 31 16,12 2-15-16,11-2 27 16,11 0-51-16,5 0 12 15,2-6 15-15,-1 2-36 16,-4-6 0-16,-3 4 1 15,-2 0-1-15,-9 2 9 0,-5 0-9 16,-10 2 0 0,-7 0-13-16,-7 0 13 0,-6 2-6 15,-2-2 6 1,-2 0 0-16,-1 0 24 0,0 2-24 16,1-2 0-16,0 0 24 15,-4 0-24-15,-7 2 0 16,-6 4 4-16,-10 4-3 15,-6 2 9-15,-7 6-10 16,-3 0-18-16,1 2-6 16,10-6-50-16,12 0-41 15,13-8-31-15,9 1-137 16,7-3-43-16,3 3-23 16,40-7-512-16</inkml:trace>
  <inkml:trace contextRef="#ctx0" brushRef="#br1" timeOffset="143514.87">13977 12657 864 0,'0'-22'38'0,"2"-2"-38"0,19-104-730 0</inkml:trace>
  <inkml:trace contextRef="#ctx0" brushRef="#br1" timeOffset="144692.5">13260 10752 948 0,'13'20'123'0,"1"0"-120"16,19 16-3-16,5 0-118 16,3-8-34-16,61 23-184 15</inkml:trace>
  <inkml:trace contextRef="#ctx0" brushRef="#br1" timeOffset="145992.31">13777 10597 917 0,'-2'0'306'0,"2"-4"-248"0,-2 4-50 0,-1 0 241 0,3 0 4 0,0 0-130 16,-3 0-85-16,3 0-14 0,0 0 61 16,0 0-64-1,3 0 2-15,-3 7 11 0,-3 4 17 16,1 15 24-16,0 17 12 16,-2 13-34-16,4 14 61 15,0 12-39-15,4 10-36 16,0 9 7-16,4 59-14 15,1 11 11-15,1 5-43 16,-3-60 0-16,-2-1 30 16,-3-63-30-16,-2 0 0 15,3 0 22-15,-3 52-5 16,-3-3 20-16,1-7-37 16,0-4 14-16,-1 0 19 15,-1-5-33-15,-1 3 0 16,3-6 7-16,-2 2-5 0,0-1 23 15,-1-1-25-15,5-4 0 16,0 0 8-16,2-3-8 16,1 5 0-16,-1-2 6 15,0 0-5-15,0 4 41 16,-2-7-42-16,-2 1 11 16,0 0 17-16,0-4-28 15,2-6 0-15,0-6-6 16,0-6 21-16,4-6-3 15,0-3-12-15,0-3 0 16,3-4 4-16,-2-2-4 16,-3 0 0-16,1 0-9 15,-1 2 20-15,0 4 7 16,0 2-18-16,0 9 0 16,-2 9 11-16,0 2-11 0,0 6 0 15,-2-2-1-15,0-10 13 16,2-5 6-16,0-3-18 15,2-4 0-15,0 2 4 16,2 0-4-16,3 2 0 16,0-4-6-16,2 2 15 15,-2 6 30-15,-1 13-39 16,-2 1 1-16,-1 6 19 16,2 2-19-16,-3-9 0 15,2-17-1-15,1-6 13 16,5-16-1-16,-2-6-12 15,0-6 0-15,-1-2 2 0,1-6-1 16,4 2 11-16,-3 4-12 16,-1-6 18-16,4 6-6 15,1 0-12-15,-1 4 0 16,1 2 7-16,-2 4-7 16,-4-10 0-16,-3 7-8 15,-1 2 19-15,-3-1 1 16,0 5-12-16,0-5 0 15,-3-4 6-15,3-8-6 16,-2 2 1-16,0-10-2 16,2 0 7-16,0-2 0 15,0 0-6-15,0 0-4 16,0 2 4-16,-3-2 0 0,1 4 0 16,2 0-1-16,-2-4 3 15,4 0 11-15,-2 0-13 16,0-4-30-1,0-2 5-15,0-10-80 0,7-20-146 16,35-133-452-16</inkml:trace>
  <inkml:trace contextRef="#ctx0" brushRef="#br1" timeOffset="147913.87">16065 10355 1391 0,'-2'-2'347'0,"2"0"-194"16,-2 0-69-16,2 0 37 0,2 0-31 0,-2-2-27 0,0 0-15 0,0-4-16 15,2 4 62-15,-2 0-40 16,0 2-18-16,0 4 12 15,0 2-37-15,0 14-10 16,4 12 43-16,-1 18-2 16,1 18 57-16,0 11-60 15,4 10-18-15,-2 12 16 16,5 65-19-16,3 13-3 16,-8 15-9-16,-10-74 15 0,-9-1-4 15,6 3-17-15,-14-1-11 16,8-5 11-1,0-2 0-15,5-64 6 0,2-1-6 16,2-3 1-16,-5 38 26 16,0-6-27-16,0-2 0 15,-4-2 13-15,-1 6-7 16,-1 5 21-16,-5 7-27 16,-1 6 1-16,2 0 23 15,-1-3-24-15,9-13 0 16,-2-12 0-16,8-7 7 15,3-6 20-15,-1 2-27 16,-1-3 0-16,-2-2 13 16,-1 0-13-16,-7 2 0 15,3 10 15-15,0 4-6 16,-2 5 11-16,2-1-20 0,1-2 0 16,2-4 1-16,-1-8-1 15,2-9-4-15,3-3 3 16,3-2 2-16,-1-4 11 15,2-2-12-15,0 2 0 16,0 2 5-16,-2 0-5 16,0 10-3-16,-5 3-5 15,3 3 16-15,2 0 13 16,0-8-21-16,0-8 0 16,2-6-2-16,0-2 2 15,2 0 0-15,0 6-12 16,2-4 26-16,-2 5-19 15,-2-5 5-15,-4-2 0 16,2 4-1-16,-2 4 1 0,0 0-2 16,4 0-8-16,0-6 20 15,6 5-7-15,-4-1-3 16,0-4 0-16,0 2 2 16,0-4-2-16,-2 2-6 15,2 0-2-15,1 4 16 16,-1 4 1-16,-2 0-9 15,0 1 0-15,0 1-2 16,0-6 2-16,0-10 0 0,2 2-1 16,-2-14 16-16,0 6 3 15,-2-4-18-15,4-2 0 16,-2-4 12-16,0 0-11 16,0 4-1-16,0 2 2 15,0 4 11-15,-2 2 14 16,0 2-24-16,2-2 9 15,-3-3 20-15,-1-11-32 16,4-2 1-16,-2-2-2 16,2-2 19-16,0-2-3 15,2-4-15-15,-2 4 0 16,0-4 0-16,0 0 0 16,0 0 0-16,2 0-1 0,-2 0 13 15,-2 0-5 1,2 0-7-16,0 0-1 0,-2-4-8 15,2 0 9 1,-4-6-39-16,2-4 15 0,-3-3-50 16,-2-5 74-16,0 0-78 15,1-2-74-15,-4-6-115 16,-23-64-373-16</inkml:trace>
  <inkml:trace contextRef="#ctx0" brushRef="#br1" timeOffset="152208.04">4650 11011 1680 0,'3'-3'334'0,"-3"3"-226"16,5-1-24-16,-5 1-34 0,0 0-26 0,4-3 67 0,3 3-67 0,3 3 15 0,4-3 15 15,4 0-4-15,2 1 5 16,5 2-41-16,-1-2-8 15,8-1 52-15,-1-1-58 16,4-2 1-16,5-1 18 16,0-6-18-16,1 2 12 15,1-6-13-15,-7 3 0 16,2-7 14-16,2-3-14 16,-7-1 0-16,-1-4 4 0,-8-2-2 15,0-2 8 1,-9-4-10-16,-5 2 0 15,-7-6 3-15,-7 2-3 16,-6-4-25-16,-4 1 25 0,-6 3 0 16,2 4 9-16,-4 6-9 15,1-4 0-15,-4 4 6 16,1 2-6-16,0-2-3 16,-2 4-6-16,-2 2 18 15,-2 0-9-15,0 2 0 16,0 0 0-16,2 6-12 15,0 1 12-15,0 8-18 16,-2 3 17-16,-7 6 1 16,-2 6-6-16,-5 2 6 15,1 4 0-15,-1 2 3 0,3 0-3 16,1 0-4-16,3-2-4 16,3 2 16-1,2 2-7-15,4 4-1 0,2 10 0 16,-2 9 32-16,9 10-19 15,2 12-5-15,9 5-8 16,14 2 21-16,3-2-9 16,11 0-12-16,2-5 0 15,6-7 15-15,2-10-15 16,0-6-3-16,4-6-9 0,3-10 24 16,5-4 15-16,-1-8-27 15,0-8 0-15,0-5 8 16,2-6-8-16,0-5 7 15,1-6-16-15,1-4 33 16,-3 0-18-16,-1 0-6 16,-11 0-3-16,-5 2 3 15,-4 2 0-15,-4 0-12 16,-7 4 11-16,-5-2-67 16,-2 4 41-16,-2 0-158 15,0 0-160-15,-6-28-640 16</inkml:trace>
  <inkml:trace contextRef="#ctx0" brushRef="#br1" timeOffset="153544.07">5270 10724 1298 0,'0'0'508'0,"0"0"-435"0,0 0-35 0,3 0-19 0,-1 0-7 0,2 0 102 0,3-2-46 16,4-2-17-16,5-2 4 16,1 0-13-16,8-2 32 0,6-4-41 15,4 0-33 1,2-4 78-16,9-2-60 0,3 2-17 16,0-3 18-16,2 1-18 15,1 0 16-15,1 0-17 16,1 0 0-16,-1 0 3 15,1 0-3-15,-1 2-5 16,-6-2 4-16,-1-2 2 16,-3-2 4-16,-1-2-5 15,-1 2 0-15,-1 2 6 16,-5 2-6-16,-10 2-5 16,0 2-2-16,-10 4 14 15,-1 2-5-15,3-5-2 16,-3 4 0-16,5-5 3 0,0 1-3 15,-2-2-3 1,3-2-3-16,0 3 12 0,0 1 9 16,-2 3-15-16,2-3-3 15,-4 4 1-15,3-5 2 16,2 1-17-16,3-1 16 16,1 2 2-16,4 0 10 15,0 2-11-15,-7 0 0 16,0 4-15-16,-4 0 15 15,4-2-6-15,0 0-8 16,5 0 11-16,0-2-18 16,4 4 8-16,1-2-1 15,-1-2-2-15,0 0 16 16,4 0-11-16,1 0 10 16,-1 2 2-16,4-4 5 0,-3 4-6 15,-7-2 0-15,2 2-8 16,-8 2 9-16,-2 0-1 15,1 0 0-15,3 0 1 16,4 2 5-16,5-3-6 16,-3 0 0-16,4 0 2 15,-1 2-2-15,-1-3 0 16,-6 2-8-16,0 2 16 16,-6 1 7-16,-7 2-15 15,-3-1 0-15,-8-1 17 16,0 3 23-16,-3 0-8 15,0 0 19-15,0 0-32 16,-3 0 68-16,3 0-63 16,0 0-16-16,0 0 35 0,0-1-20 15,0 1-7-15,0 0-4 16,0 0-1-16,0 1 40 16,0-1-51-16,0 0 6 15,0 0 13-15,0 0-9 16,0 0-9-16,0 0-2 15,0 0 13-15,0 0-3 16,0 0-9-16,0 0-7 16,0 0 7-16,0 0 0 15,0 0 0-15,0 0-1 16,-7 0 11-16,7 0-8 0,-3 0-2 16,3-1-2-16,-2 1 1 15,0 0 1-15,2 0 0 16,-2 0-1-16,2-4 2 15,0 8 2-15,-2-4-3 16,2 0-22-16,0-4 20 16,-5 4-61-16,-6 0-75 15,-2 5-105-15,-8 1-120 16,-58 29-214-16</inkml:trace>
  <inkml:trace contextRef="#ctx0" brushRef="#br1" timeOffset="155041.93">4949 12212 1412 0,'-2'0'264'0,"0"0"-106"0,0 0-43 0,2 0 49 0,2-2-8 0,0 0-57 0,7 0-48 16,2-2 40-16,7 2-26 15,6-2 40-15,5-5-66 16,0 2-15-16,3-7 21 16,1-1-30-16,-4-4-14 15,7-5-1-15,-1-9 17 16,0-3-1-16,-1-8-16 16,-7-2 0-16,-5-2 5 15,-3-2-4-15,-9 0-1 16,-5-3-1-16,-8 3 1 0,-1-2 12 15,-10-2-12-15,1 4-4 16,-7 6 4-16,3 8 0 16,-4 4 1-16,-4 3-1 15,0 4 0-15,0 0 11 16,-4 3-11-16,-2 0-6 16,0 7 6-16,-5-2 0 15,3 7 9-15,-3 2-9 16,4 6 0-16,-1 4-9 15,-1 6 9-15,-1 0-9 16,2 2 9-16,1 0 0 16,5-3 9-16,3 0-9 15,7 0 0-15,-4-2 18 16,3 4-18-16,3 2 0 0,-8 4 20 16,-4 9-8-16,1 8 18 15,-7 4-30-15,1 4 1 16,5 4 25-16,3 2-26 15,0-2 0-15,5 4 4 16,4-4-4-16,2 9 18 16,6-3-18-16,7 0 0 15,4 4 16-15,8-4-16 16,1 0 0-16,3-5 5 16,3-5 2-16,2-4 8 15,1-3-15-15,5-6 0 16,1-1 11-16,7-4-11 15,2-2 0-15,1-6-8 0,5-2 17 16,-3-6-4 0,2-4-5-16,3-4-29 0,1-8 29 15,3-8-108-15,4-8-152 16,74-51-373-16</inkml:trace>
  <inkml:trace contextRef="#ctx0" brushRef="#br1" timeOffset="155777.06">5172 11785 1813 0,'0'0'310'0,"2"0"-242"0,-1-2-23 0,8-2-32 0,1-2 19 0,9-6 55 0,0-1-57 0,6-2-9 0,4-7 33 16,6-3-44-16,7-3 59 16,5-2-52-16,9-4-16 15,2-4 18-15,7-4-19 16,4-2-4-16,6-3 2 0,1-3 4 15,0 2-16 1,-2-4 14-16,3 0-49 0,4 0 41 16,-1-4-34-16,-4 0 6 15,-5 3 17-15,-1 3 17 16,-6 2-16-16,-6 4 18 16,1 2-10-16,5 2 9 15,-2 0 1-15,5-2-2 16,-1-1 2-16,3 2-15 15,2 1-1-15,-3-5 16 16,-4 1-3-16,-3 0-3 16,-1 2 6-16,-10 4 0 15,2 0-2-15,-6 4 8 16,-3 2 8-16,-1 4-14 16,1-2 0-16,1 3 36 0,0-1-36 15,4 1 6-15,1 0-12 16,-3 5 16-16,-6 4-5 15,-9 4-5-15,-8 4 0 16,-9 2 7-16,-8 4 23 16,-4 2 9-16,3 0 41 15,-5 0-56-15,0 0 76 16,0-2-59-16,0 0-5 16,-5 2 31-16,5-2-29 15,-2 4-5-15,2-2-29 16,-2 0 16-16,4 2 10 15,-2 0-30-15,0 0-5 16,0 0-5-16,-2 2 10 16,2-2-23-16,-2 4-134 15,-8 6-335-15,-65 36-194 0</inkml:trace>
  <inkml:trace contextRef="#ctx0" brushRef="#br1" timeOffset="157258.44">4773 13439 1557 0,'0'0'272'0,"4"2"-197"0,6 4-35 0,1 2 55 0,5 2-11 0,3 0-32 0,6 0 17 15,4-2-36-15,4-6 87 16,5-2-82-16,3-4-10 16,-2-6 22-16,3-6-26 0,1-4-11 15,-1-4-7 1,2-2 14-16,-3-4 26 0,-5-1-46 15,-1-2 6 1,-4-2 17-16,-4-5-8 0,-6-4-8 16,-6-4-7-16,-3-4 12 15,-10-4 35-15,-8 0-46 16,-4 0-1-16,-3 1 32 16,-1 7 5-16,-6 4 2 15,2 0-39-15,-7 6 18 16,3 4 6-16,-6 4-24 15,-3 0-7-15,-4 5 6 16,-5 6 2-16,-8 2-2 16,-6 8-2-16,-4 9 3 15,-11 8-10-15,-7 7 10 0,-1 10-3 16,-6 5 2-16,0 2 2 16,4 6 5-16,0 2-6 15,8 8 0-15,9 2 22 16,15 8-21-1,15 0 4-15,17 5 21 0,15 3-10 16,13-4 2-16,12 0-18 16,13-6 0-16,9-5 9 15,9-5-9-15,-1-8-1 16,-4-6-5-16,-1-4 12 16,-2-4 6-16,-5-6-12 15,-1-6 0-15,-2-6 9 16,-2-8-9-16,9-2 0 15,-2-8 1-15,-3 2 5 0,-2-2 5 16,-7 2-11-16,-2-2 0 16,-4 4 18-16,-7 0-18 15,0 0-13-15,-11 2 12 16,-2 2 2-16,-3 2 6 16,-4 2-7-16,0 0-13 15,-2 0-19-15,2 0 22 16,-2 0-26-16,0 0-8 15,2 0-53-15,-2 0-44 16,-3 0-173-16,-2 0-174 16,-29 2-835-16</inkml:trace>
  <inkml:trace contextRef="#ctx0" brushRef="#br1" timeOffset="159728">14056 13569 1615 0,'0'0'454'0,"0"0"-322"0,0 0 31 0,0-4-13 0,2 4-22 0,0-1-47 0,-2 1-62 15,4 0 67-15,3 1-68 16,5 3-5-16,3-4 31 15,7 6-19-15,5-4 11 16,4-2-36-16,7-2 6 16,4-4 18-16,3 1-24 15,-1-4-1-15,-1-3-11 16,-3 4 24-16,-5 2-12 16,-8-2 0-16,-10 6-23 0,-5 0 4 15,-10 4-26 1,-10 0-45-16,-6 6 30 0,-13 4 22 15,-11 6-13-15,-13 2-10 16,-2-2 55-16,1-1 0 16,3-4 6-16,7 1-5 15,4 0-1-15,12 0 12 16,13-7 14-16,5-3-20 16,12 0 0-16,6-2 21 15,7 2-19-15,17 4 10 16,11-8 8-16,13-4-19 15,4-6 1-15,5-1-2 16,-7 0 0-16,-6 0 4 0,-4 0-4 16,-5 3-12-1,-5-1 12-15,-6 1 0 0,-8 7-6 16,-14-2 6-16,-5 3-129 16,-17 4 75-16,-11 4 29 15,-14-2 14-15,-9 5 10 16,-2-1 2-16,-4-5 0 15,1-1-1-15,7 5 0 16,9-8 18-16,8 3-1 16,14-4 1-16,9 0-9 15,11-1 4-15,11-2 13 16,11 2-26-16,13-5-27 16,6-1 26-16,0 2-78 15,-5-4 20-15,-5 5 28 16,-4 0 26-16,-5 3-1 0,-4-2 6 15,-11 3 0-15,-7 0 35 16,-3 0-13-16,-6-2 49 16,-4 4-1-16,2-2-44 15,-3 0 64-15,3 0-80 16,0 3-1-16,-3-2 23 16,2-1-32-16,1 3-15 15,2-3 15-15,0 0-70 16,-2 1-16-16,2 3-151 15,-11 9-227-15</inkml:trace>
  <inkml:trace contextRef="#ctx0" brushRef="#br1" timeOffset="162545.44">19004 9685 1377 0,'-5'-2'623'0,"1"0"-623"0,0 0-4 0,-1 8-149 0,1 32-313 0</inkml:trace>
  <inkml:trace contextRef="#ctx0" brushRef="#br1" timeOffset="164961.18">22253 13686 336 0,'0'0'877'0,"0"-2"-567"15,0 2-181-15,0-2-36 16,-3 2 5-16,3 0-38 16,0 0 82-16,3 0-65 15,-3 0-17-15,2 0 45 16,-4 0-24-16,2 0-36 0,0 0-6 16,0 0-30-16,10-5 66 15,6 5-50-15,3-1-11 16,15 1 20-16,9-4-33 15,6 0 0-15,11-5-1 16,2 1 12-16,1-2-26 16,-5 2 14-16,-7 2-31 15,-7-3 29-15,-3 0-13 16,-10 4-16-16,-11-6 19 16,-4 5-24-16,-12 2 9 15,-4 0-15-15,-11 2-41 16,-9-2 62-16,-9 4 5 15,-7 0 16-15,-6 2-8 16,-7 2 19-16,2 0-4 16,-2 0-7-16,0 0-3 0,-2 2 2 15,2-2 1-15,7-1 0 16,9-2 0-16,8 1 7 16,15-2 16-16,8 2-23 15,4-2-30-15,8 2 18 16,11 1 11-16,12 1 1 15,9 0 0-15,6-4 1 16,6-7-25-16,-5 3 24 0,0 0-21 16,-4-3 20-1,-6-4 2-15,-1 4 5 0,-6-2-6 16,-10 0 0-16,-6 4 14 16,-10 1-14-16,-3 4 0 15,-6 0 42-15,-3 2-30 16,-10 0 5-16,-9 4-17 15,-10 4-6-15,-7 1-19 16,-6 3 25-16,2-5-15 16,3 4 15-16,10-6 1 15,8 0 3-15,12-2-4 16,11 1-16-16,6-2-1 16,7 3 17-16,12-3-11 15,12 2 10-15,15-5-10 16,10-6 11-16,9 0-93 15,-3-3-1-15,-3-2 93 0,-7 1-17 16,-5-1 18-16,-11-1 9 16,-5 4 4-16,-6 0 1 15,-8-1-14-15,-15 6-27 16,-8 1 27-16,-13 1-42 16,-10 1 27-16,-10 3 15 15,-6-2 7-15,-7 5 23 16,-10-3-30-16,-3-1 9 15,-5 4 9-15,3-3-18 16,12 1 14-16,13-1 64 16,18 1-56-16,15-4-22 15,12 6-10-15,13 0-12 16,14-3 21-16,12 0-64 16,12-5-4-16,4-3-4 15,-6-5-13-15,-6 1 68 0,-8 1 9 16,-9-4 9-16,-11 3 35 15,-6 5 2-15,-9-4 7 16,-7 3 20-16,-5 0-17 16,-2 1 14-16,-6 0-41 15,-5 2-14-15,-3 1 57 16,-6 1-44-16,-5 3-11 16,-6 2-8-16,-2 2-3 15,-2 0-6-15,-3 1-164 16,-33 5-427-16</inkml:trace>
  <inkml:trace contextRef="#ctx0" brushRef="#br1" timeOffset="168211.06">5298 10874 609 0,'0'0'295'0,"0"0"-230"0,0 0-53 0,-1 0-11 0,1 0 8 0,0 0 28 0,0 0-37 15,-3 0-9-15,-5 2-132 16</inkml:trace>
  <inkml:trace contextRef="#ctx0" brushRef="#br1" timeOffset="168828.28">5219 10899 1276 0,'-2'0'342'15,"2"0"-218"-15,-2-3-77 16,0 3 34-16,2-2-44 15,0 2 76-15,0-2-35 16,-4 0-21-16,4 0 12 0,0 2-26 16,0 0-32-16,0 0-11 15,0 0 0-15,0 0 41 16,0 0-35-16,0 0-6 16,0 0 33-16,0 0-27 15,0 0-5-15,0 0-1 16,0 0 7-16,0 0 2 15,0 0-9-15,0 0-17 16,0 0 16-16,0 0-16 16,0 0-11-16,0 0-23 15,0 0-20-15,0 0 52 16,0 0-61-16,0 0-5 16,0 0 5-16,0 0-47 15,-6 12-59-15,-5 6-780 16</inkml:trace>
  <inkml:trace contextRef="#ctx0" brushRef="#br1" timeOffset="170276.26">18344 9832 1794 0,'-2'-3'507'0,"2"2"-316"0,-2-2-157 0,2 2 5 0,-2 1 24 0,0-3-55 0,2 3-8 16,-2 0-42-16,0 7-216 16,-6 5-80-16,-1 16-995 15</inkml:trace>
  <inkml:trace contextRef="#ctx0" brushRef="#br1" timeOffset="172079.31">24156 10980 1169 0,'0'-1'349'0,"0"1"-158"16,0 0-121-16,0 0 13 0,0 0-38 0,0 0-32 0,0 0 43 0,0 0-14 0,-3 0 0 15,3 0 18-15,0-4-38 16,-2 4 52-16,4 0-43 0,-2 0-1 16,0 0 42-16,0-3-22 15,3 3 4-15,-3 0-8 16,0 0-37-16,0 0 40 15,0 0-49-15,0 0 0 16,-3 0 12-16,3 0-4 16,0 0-7-16,0 0-1 15,0 0 15-15,0 0 10 16,0 0-25-16,0 0 0 16,0 0 6-16,-9 0-6 15,4 0-5-15,1 0 4 0,0 0 2 16,-3 0 19-16,5 0-20 15,-1 0 0-15,3 0 12 16,0 0 3 0,0 0-3-16,0 0-12 0,0 0 19 15,-2 0 13-15,0 0-32 16,-3 3 0-16,3-3 12 16,0 0-5-16,4 0 1 15,0 0 14-15,1 0-20 16,1-3 55-16,14 3-57 15,9-1 0-15,11-2 25 16,9-1-14-16,-5 1-2 16,-4-4-9-16,-7 3 1 15,-11 3 14-15,1-2-15 16,-13 1-8-16,-1 2 8 0,-7 0 0 16,0-1 9-1,-3 2-9-15,-1-1 2 0,-2 0 7 16,-8 0-9-16,-20 2-2 15,-12 6 1-15,-16 0 2 16,-1 1 10-16,3 0-11 16,15-3 0-16,18-2-3 15,12 0 3-15,11-4-17 16,4 3 7-16,6-1-17 16,7 3 27-16,6 2-14 15,10 1-82-15,10-1-76 16,59 8-404-16</inkml:trace>
  <inkml:trace contextRef="#ctx0" brushRef="#br1" timeOffset="173410.11">24000 12101 682 0,'0'-1'189'0,"4"1"-1"15,-2-3-14-15,-2-1-62 0,0 2-4 0,0 0-43 0,0 2-13 0,0 0 118 0,0-2-107 16,-2 1-20-16,2 1 31 15,-4 0-10-15,4 0 8 16,-2 0-13-16,2-3-11 16,0 3 58-16,0 0-55 15,2 0 24-15,-2 0 8 16,0 0-29-16,0 0-6 16,0 0-48-16,0-1 13 15,-2 2 29-15,2-1-40 16,0 0 7-16,15 0 25 15,-4 0-28-15,7 0 48 16,15-4-54-16,7 0 14 16,9-3 7-16,5-1-21 15,-1-1-5-15,-4 1-2 16,-11 2 14-16,-16 4-20 0,-7 0 13 16,-15 2-44-16,-6 4 35 15,-13 0 2-15,-18 8 7 16,-9-1 8-16,-10 3 4 15,4-5 18-15,6 1-30 16,8-2 7-16,12-3 22 16,12-1-29-16,9 4-30 15,7 2-83-15,25 44-340 16</inkml:trace>
  <inkml:trace contextRef="#ctx0" brushRef="#br1" timeOffset="175508.8">23877 13116 1535 0,'0'0'277'0,"0"0"-175"0,0 0-12 0,2 0-10 0,-2-2 32 0,0 2-82 0,0 0 9 0,2 0 27 15,-2 2-33 1,5-2 12-16,-3 6 20 0,2 2-34 16,1 10 79-16,1 8-74 15,-1 8 0-15,2 11 16 16,-1 3-17-16,1 4-2 16,-1 2-32-16,2-4 23 15,0-8 15-15,-1-4-39 16,1-6 0-16,-2-12 6 15,-2-5-6-15,-2-8 9 16,2-3-9-16,-1-4 0 16,11-4 44-16,12-10-19 15,14-18 2-15,20-12 8 16,14-12-25-16,8-12 2 16,10-4-12-16,10-6 0 15,4-7 8-15,2 7-8 0,-6 2-6 16,-7 12 6-1,-12 6 0-15,-6 8 30 0,-13 3-5 16,-11 9-25-16,-10 6 108 16,-12 8-79-16,-11 6-5 15,-9 4 24-15,-2 8-30 16,-5 2 42-16,-4 4-60 16,0-2 9-16,0 2 28 15,0 0-37-15,0 0-1 16,-2 0-10-16,2 2 22 15,0-2-14-15,-2 0 3 0,2 2 0 16,0-2-12 0,0 0 12-16,0 2-19 0,-2-2 18 15,2 0 2-15,0 0-4 16,-5 2 3-16,5-2 0 16,0 0-6-16,-2 0 6 15,2 0-9-15,-2 2 3 16,0 0-1-16,-5 6-10 15,-2 0-32-15,-12 8-92 16,-2 2-57-16,-91 34-653 16</inkml:trace>
  <inkml:trace contextRef="#ctx0" brushRef="#br1" timeOffset="180861.59">23955 14293 1664 0,'-3'0'350'0,"3"0"-160"0,0-2-115 0,0 2 56 0,0-2-74 0,3 4-18 16,-3-2 24-1,-3 2-21-15,6 2 6 0,-3 2 9 16,0 10-27-16,6 8 84 16,-4 10-95-16,3 4-7 15,4 11 14-15,2 3-8 16,5-2-9-16,-1 2-9 15,-1-2 0-15,1-6 6 16,-3-4-6-16,-1-12-6 16,-5-1 6-16,-2-9 0 15,3-13 15-15,-4 2-15 16,-3-7 0-16,0-4 49 16,2 1-34-16,9-2 3 15,7-13 21-15,8-14-33 0,13-9 26 16,-2-7-32-1,5-6 0-15,-1-8 1 0,3-4-1 16,6-6-3-16,2-1-9 16,9 1 24-16,-1 8-12 15,0 10 0-15,-4 10 0 16,-4 8 2-16,-6 8-2 16,-3 0 0-16,-3 6-15 15,-5 1 31-15,-6 6 2 16,-9 4-18-16,-9 5 0 15,-6 2 29-15,-3 0-29 16,-2 4 1-16,0 0 26 16,-2 0-25-16,2 0 29 15,0 0-31-15,0 0 0 16,0 0 2-16,0 0-2 0,-3 4-6 16,3-4-3-16,3 0-2 15,-3-4 1-15,0 4-77 16,-5 12-165-16,-1 1-101 15,-48 46-308-15</inkml:trace>
  <inkml:trace contextRef="#ctx0" brushRef="#br1" timeOffset="182942.49">23984 15458 1269 0,'0'0'328'0,"0"0"-160"0,0 0-87 0,0-4-25 0,0 4 7 0,0 0-30 0,0-4 90 16,0 4-59-16,2 0 16 15,-2-2 22 1,2 2-24-16,-2-2-5 0,0 2 2 15,0-2-39-15,0 2 69 16,2 0-72-16,-4-2-16 16,4 2 40-16,-2 0-24 15,0-2-5-15,0 2-2 16,0 0-20-16,0 0 56 16,2 0-62-16,-2 0 0 15,0 0 31-15,0 0-21 16,0 0 1-16,0 0-11 15,0 0 10-15,0 0 2 16,0 0-12-16,0 2-20 0,6 6 20 16,2 14 15-1,-1 0 7-15,4 14-22 0,-2-1 14 16,-3 1 44-16,5-4-58 16,-6-2 0-16,2 2 21 15,-3-4-1-15,1 2 1 16,-1-8-21-16,-2 0 6 15,0-4 18-15,0-4-24 16,1-4 0-16,1-2 9 16,-1-8-2-16,-1 0 17 15,0-4-24-15,7-2 0 16,14-6 32-16,12-14-32 16,19-6 0-16,1-8 4 15,10-10-4-15,4-16 27 0,6-11-27 16,6-17 0-16,2-8 2 15,-2 8-2-15,-10 5-2 16,-7 21-5-16,-20 18 14 16,-13 12 11-16,-8 12-18 15,-10 10 0-15,1 4 2 16,-10 4-2-16,-2 4-5 16,0 2-7-16,-2 2 24 15,2 0-15-15,-2 0 3 16,0 0 0-16,-2 0-4 15,2 0 4-15,2 2-12 16,-4-2 10-16,2 2 4 0,-2-2-13 16,2 0 11-1,0 0 0-15,2-2-27 0,-2 2 27 16,0 0-58-16,-8 8-49 16,-6 2-149-16,-51 50-376 15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2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2:59:01.234"/>
    </inkml:context>
    <inkml:brush xml:id="br0">
      <inkml:brushProperty name="width" value="0.05292" units="cm"/>
      <inkml:brushProperty name="height" value="0.05292" units="cm"/>
      <inkml:brushProperty name="color" value="#00B0F0"/>
    </inkml:brush>
  </inkml:definitions>
  <inkml:trace contextRef="#ctx0" brushRef="#br0">3983 17750 244 0,'-3'0'546'0,"-4"4"-483"0,3-4-63 0,-1 4-106 0,1 4-89 0,-2 2-129 0</inkml:trace>
  <inkml:trace contextRef="#ctx0" brushRef="#br0" timeOffset="1033.43">3719 17852 1256 0,'-2'0'317'0,"0"0"-143"0,0 0-99 16,0 0-33-1,2 0 60-15,-3 0-36 0,3 0-8 16,0 0 22 0,0 0-14-16,0 0 22 0,0-4-41 15,3 4-20-15,-3 0 51 16,2 0-39-16,0 0-17 16,4-1 10-16,6-4-13 15,5 1-1-15,10-4-1 16,2-2-8-16,9-2 24 15,1-2-33-15,-2 0-11 16,-1 2 11-16,-7-2 0 16,-10 10-9-16,-7-2 9 15,-6 6-36-15,-6 4 27 16,-6 2-36-16,-6 8 23 16,-5 8 7-16,-16 12-72 0,-6 3 46 15,-5 3 8 1,-2-4 33-16,3-4 35 0,1-6-22 15,6-4 8-15,5-4 21 16,13-8 5-16,7-2 31 16,9-8-68-16,4 4 11 15,2-8-42-15,3 0 11 16,9-6 10-16,5 2 19 16,8-10-11-16,5 0 1 15,-1 4-9-15,-2 2 0 16,-4-2-8-16,-4 6 8 15,-8 2 0-15,-1 2 0 16,-10 4-21-16,-4 0 12 16,-2 4-9-16,0 0 18 0,-7-2 15 15,-5 10-13 1,-1-2-1-16,-7 8 10 0,3-6-1 16,4 2 23-16,7-10-14 15,4-4-18-15,4 0-2 16,6-4 1-16,0 0-30 15,7-6 29-15,5 2 2 16,5-6 4-16,-2 4-5 16,0-6-42-16,-6 12 41 15,-5-2-14-15,-6 2-4 16,-4 8-7-16,-2-4 23 16,-3 4 3-16,-5 2 0 15,0 2 8-15,-8 6-8 0,3-2 7 16,2-2-7-16,-1-6 0 15,7 2-24-15,3-2 18 16,2-4-212-16,4 0-139 16,7-18-1102-16</inkml:trace>
  <inkml:trace contextRef="#ctx0" brushRef="#br0" timeOffset="6269.12">7652 17670 1454 0,'0'4'249'0,"0"-4"-87"0,0 0-102 0,2-4 0 0,-4 4-4 0,2 0-7 16,0 0 19-16,0-2-19 16,2 2-10-16,-2-4 36 15,5 4-54-15,3 6 12 16,6-2 56-16,5 4-37 16,15-8-13-16,9 0-15 15,5-8-9-15,12-6 8 16,3-8-23-16,1 0 0 15,2 0-10-15,-6 0 10 16,-9-2-14-16,-11 6-14 16,-8 1-52-16,-13 3 37 0,-10 10-52 15,-9 4 25-15,-9 4 20 16,-6 1 29-16,-14 4 6 16,-9 9 14-16,-9 5 1 15,-5-1-6-15,0-4 6 16,-2 0 0-16,2-2 18 15,8-2 30-15,3 0 12 16,10-2-10-16,14-6-22 16,8-2 25-16,9-4-53 15,5 0-23-15,5-4 5 16,15-6 18-16,6-2 6 16,11-2-6-16,8-8-22 0,-2 8 13 15,-3-4-3 1,-5 0 7-16,-7 10 5 15,-12-2 1-15,-8 6-1 16,-4 4-6-16,-14 0 6 0,-1 10 0 16,-5 2 15-16,-5 2 0 15,-8 8 7-15,-3-8 8 16,0 4 17-16,0-6-7 16,5-2-28-16,0 2 52 15,8-6-64-15,4-2-7 16,5 0 6-16,10-4-14 15,-1-4-45-15,5 4-101 0,7-8 41 16,7 2 63-16,10-6-64 16,-5 2 1-16,1 2 42 15,-9 2 52-15,-7 6 17 16,-10 0 8 0,-13 10 1-16,-7 8 96 0,-12 4-15 15,-6 0-21-15,-8 4 16 16,-1 2-8-16,-4-2 16 15,6 0-84-15,13-3-6 16,7-5-125-16,20 5-322 16</inkml:trace>
  <inkml:trace contextRef="#ctx0" brushRef="#br0" timeOffset="17050.06">8463 5043 859 0,'0'0'339'0,"-2"0"-175"0,0-2-35 0,-1 2-47 0,1-4 1 0,0 0 10 0,-2 2-8 0,4-2-1 0,-2 2-42 16,2-2-27-16,-4 4 65 15,4 0-59-15,0-2-21 16,0 2 35-16,0 0 4 16,-1 0 10-16,1 0-35 15,1 0-13-15,-1 0 32 0,10 0-22 16,7 2-11-16,12-2 36 15,14 4-14-15,15-4 7 16,5 0-29 0,8-6 6-16,2 4 7 0,-3-2-13 15,1 0-4-15,-7 0-2 16,-4 0 12-16,-8-2-9 16,-12 2 3-16,-11 2 0 15,-14 0 3-15,-11 2-3 16,-6 0-17-16,-9 2 11 15,-11 4 12-15,-7 4-4 16,-15 2-2-16,-6 4-5 16,-3-4-5-16,-3 2 10 0,-2 0-3 15,0-2-3 1,0 2 12-16,-4-2-2 0,0 6-4 16,-1-2 0-16,3 0-1 15,11 0 1-15,13-6-10 16,17-4 9-16,17-4-5 15,12-4 5-15,13-4 1 16,12 3 0-16,14-4 7 16,13 1-7-16,6-2 0 15,5 2-9-15,2 0 21 16,-3 2-11-16,-1 0-1 16,-2-2 0-16,-11 4-1 15,-8 0 1-15,-17 2-12 0,-11 0 12 16,-15 2-3-16,-14 0 3 15,-15 8 0-15,-14 0 17 16,-11 6-2-16,-9 2-14 16,-7-3-1-16,7-4 0 15,-2-1 9-15,4-3 7 16,9-6-16-16,13 3 1 16,15-8 35-16,11 3 11 15,8 1-46-15,11-3-2 16,14 1 3-16,8-2 7 15,13 0-9-15,2 0 0 16,4 3-2-16,2-4 2 16,-4 10-10-16,-8-1-5 15,-7 3-207-15,13 37-95 0</inkml:trace>
  <inkml:trace contextRef="#ctx0" brushRef="#br0" timeOffset="68518.39">15234 6112 1633 0,'-4'-2'231'0,"-1"0"-161"0,-2-2-23 0,1 0 40 0,-1 0-26 0,1-4 17 0,-6 2 30 0,5-2-25 16,1 0-38-16,2-1 13 16,-3 2-22-16,3-5 17 15,-4 2-37-15,6-8-8 16,4-3 16-16,10-7-24 16,5-4-32-16,17-6 22 15,13-2-2-15,13 2 6 16,7 4-27-16,2 8 3 15,-7 14 21-15,-10 12-9 0,-10 14-20 16,-11 22 17 0,-15 14 20-16,-5 8-7 15,-11 9 5-15,-7 1 3 0,-6-2-6 16,-3-6 6-16,3-2 0 16,-1-10-1-16,3-8 9 15,5-4-8-15,1-6 0 16,3-3-32-16,2-4-56 15,4-2-145-15,5-5-76 16,18 2-1009-16</inkml:trace>
  <inkml:trace contextRef="#ctx0" brushRef="#br0" timeOffset="68869.86">15700 6717 955 0,'-3'0'1042'0,"1"0"-916"0,0-2-69 0,0 4-14 0,2-2 32 0,0 3-19 0,-2-3-31 0,4 0 61 16,-2 0-41-16,0 0-23 0,2 0 44 15,-2-3-4 1,0 3-26-16,2-2 9 0,-2-2-44 16,0 4 37-16,0-2-38 15,0 0-16-15,-4-2-29 16,-41 18-297-16</inkml:trace>
  <inkml:trace contextRef="#ctx0" brushRef="#br0" timeOffset="74937.75">15753 10930 1157 0,'-2'0'174'0,"0"0"-101"0,-2 0-56 0,1 0 5 0,3 0 31 0,-4 0-35 0,8 0 3 15,-4 0 7-15,3 0 8 16,-3-4-6-16,0 4-21 16,-3 0 2-16,3 0 43 15,0 0-17-15,0 0-13 16,0 0 11-16,0 0-10 15,0 0-4-15,0 0-21 16,0 0 0-16,0 0 12 16,-11 0-6-16,4 9 0 15,1-1 9-15,-6 10-1 0,-1 7 28 16,2 12-17 0,2 3-16-16,4 2 24 0,5-6-33 15,5-6 2-15,1-12-4 16,6-6 4-16,3-8 2 15,1-4 19-15,0-8-23 16,8-6 33-16,-4-6-31 16,3-2 11-16,-8 2 5 15,-2-4-18-15,-6 4 45 16,-4 0-39-16,-6 2-5 16,-4 2 19-16,-4 4-20 15,0 0-1-15,-3 3 0 16,-1 4-18-16,-1 3 8 0,1 4 1 15,-5 3-5-15,5 8 3 16,1-1 10 0,5 3-2-16,7-2-4 15,4-1-17-15,7-4 19 0,7 2 6 16,-1-4-17 0,3-6 16-16,-3-2 1 0,1-6 0 15,-3 0 0-15,-3 0 9 16,-4-4 15-16,-6 4-23 15,-2-4 6-15,-7 3 40 16,-6 1-38-16,-4 3 1 16,-2 9-9-16,0 1 1 15,-3 4 31-15,6 3-33 16,4-2-20-16,6 2 19 16,12 12-57-16,3-16 20 15,1 2-61-15,6-2 53 16,-1-4-89-16,1-2 18 15,-3-4 78-15,-4-2 32 16,0-6 7-16,-3 4 19 16,-8-2 1-16,1-2 70 15,-1 4-29-15,1 0-35 16,1 2 19-16,-2 2-3 16,1-3-15-16,1 5 9 15,2 0-36-15,-2 5 39 16,0-3-26-16,0-2-12 15,0 2 16-15,2 0-17 0,2-2-10 16,0 2 9 0,0 2 2-16,2-2 28 0,1 2-29 15,-3-2 0-15,0 2 19 16,0-4-13-16,-2 0 15 16,0 0 10-16,0 0-10 15,-2 0 51-15,0-4-43 16,0 2-23-16,-5-2-5 15,1 2-1-15,-3 0-20 16,-3 4 4-16,4 4 14 16,-2 2-19-16,4 2-18 15,1 4-97-15,3-2 1 16,9 14-182-16</inkml:trace>
  <inkml:trace contextRef="#ctx0" brushRef="#br0" timeOffset="76336.7">20884 8733 1414 0,'-4'-2'247'0,"-1"4"-143"0,-3-2 8 0,-3 2-50 0,-3 6-23 0,1-2 22 0,-7 3 2 16,5 6-7-16,-4 1 1 16,2 2-48-16,5 6 30 15,4-2-38-15,6 0 0 16,6 0 12-16,7-4-2 15,3-2-10-15,3-4 1 16,5-6 8-16,-1 0 20 16,6-8-30-16,-6-6 0 15,0 0 11-15,0-4-5 16,-5-4 0-16,-1-2-6 16,-3-4 7-16,-10-2 5 15,-2 4-12-15,-8 0 0 0,-4 4 0 16,-3 6 0-16,-6 6 11 15,1 4-11-15,-4 8 6 16,2 6-5-16,-1 6-1 16,12 0-7-16,3-2 7 15,8 0 0-15,4-6 0 16,3-4-3-16,3-4 3 16,4-4 15-16,-1-2-14 15,1-4-1-15,1-4 10 16,-1 0-1-16,-5-4 27 15,-3-2-28-15,-4-2-8 16,-4 0 78-16,-2 6-60 16,-7 2 5-16,-3 4-23 0,-6 2-7 15,0 4 6 1,-4 4-13-16,1 2-32 0,-2 10-50 16,4 2-246-16,-31 16-680 15</inkml:trace>
  <inkml:trace contextRef="#ctx0" brushRef="#br0" timeOffset="93587.27">19365 9038 794 0,'-2'-3'534'0,"-1"3"-331"0,1 0-149 0,0-2-15 0,2 2 6 0,0 0-2 16,0 0 17-16,0 0 18 0,2 2-25 15,-2-2 40-15,0 0-38 16,0 0-14-16,-2 0 4 16,2 0-36-16,0 3-9 15,0-3-12-15,2 0-45 16,-2 0-10-16,0 1-154 16,7 10-426-16</inkml:trace>
  <inkml:trace contextRef="#ctx0" brushRef="#br0" timeOffset="94471.98">19661 8793 1468 0,'-2'2'260'0,"2"-2"-196"0,0 0-25 0,0 0 47 0,0-2-35 0,0 2 7 15,0 0 8-15,-2 0 32 16,2 0-5-16,0 0-18 16,0 2-42-16,0-2 48 15,0 0-63-15,0 0-3 16,0 0-6-16,0 0-8 16,4 0 13-16,5 2-14 15,12-4 0-15,10-2 18 16,19-6-18-16,8-4 0 15,16-6-10-15,0-1 20 16,-2 2-14-16,-4 7 4 16,-19 2-11-16,-14 10-5 0,-16 8 10 15,-15 3-8-15,-15 11 7 16,-14 9 14-16,-18 7 10 16,-11 2-17-16,-13-2 10 15,-7 0 29-15,5-8-27 16,11-6 3-16,18-10 17 15,15-5-10-15,17-8 31 16,10-1-53-16,4-4 16 16,13-2-17-16,9-8 1 15,17-4-42-15,11 2-9 16,0-2-71-16,-2 2-44 16,0 2-32-16,-7 2 13 15,-2 2-11-15,37-8-270 0</inkml:trace>
  <inkml:trace contextRef="#ctx0" brushRef="#br0" timeOffset="98355.93">15642 14975 1167 0,'0'0'299'0,"0"0"-181"0,0 0-101 0,-3 4 1 0,3-4 12 0,0 2 9 15,-2 2 28-15,0-4-8 16,2 4-5-16,0-4 7 15,0 0-10-15,-2 0-7 16,0 6 10-16,0 6-30 16,-1 6 27-16,3 8-14 0,0 6 13 15,5 8-8-15,-1 0 1 16,3 2-7-16,-1 1-31 16,1-1 5-16,2-6 2 15,-2 0-12-15,0-6-85 16,-7 32-215-16</inkml:trace>
  <inkml:trace contextRef="#ctx0" brushRef="#br0" timeOffset="98904.07">16005 15047 1393 0,'-2'0'288'0,"2"0"-125"0,-5-4-67 0,1 4-10 0,0 4-14 0,-4 2-2 16,-2 6-26 0,1 6 20-16,-3 4-44 0,8 0-14 15,4 5 7-15,4-4-2 16,10 0 4-16,-1-1-15 15,3-10 1-15,1-1 5 16,-1-4-5-16,-3-5-1 16,6-6 26-16,-6-2-19 15,3-6 8-15,-3-2-15 16,-3-4 2-16,-2-5 22 16,-4 1-24-16,-4 0 1 15,-4 2-1-15,-8 8 8 16,1-2-16-16,-8 6 1 15,5 6-10-15,-4 4 4 0,-2 6-41 16,9 10-161-16,11 32-362 16</inkml:trace>
  <inkml:trace contextRef="#ctx0" brushRef="#br0" timeOffset="99205.53">16341 15436 1769 0,'-4'0'462'16,"4"0"-394"-16,0 0-25 0,0 4-43 0,-2 2 0 0,0 10 22 0,0 2 13 0,-4 9 2 0,2 0-37 15,-2-4 2-15,-3-1-13 16,-3-3 11-16,4-6-135 16,-3-1-78-16,-18 2-293 15</inkml:trace>
  <inkml:trace contextRef="#ctx0" brushRef="#br0" timeOffset="99708.22">16578 15133 1300 0,'-2'0'492'0,"-1"-1"-319"15,1 1-119-15,-1 0-39 0,3 1 52 16,-4 3 7-16,0 6 2 15,-3 6-14-15,-1 7-41 16,4 4 43-16,2 4-41 16,8-3-17-16,-2-6 19 15,7 0-14-15,-3-8-11 16,4-2 0-16,3-8 2 16,3-4 34-16,0-4-27 15,4-10-9-15,5-2 12 16,-2-8-11-16,0-2 0 15,-6-2-1-15,-7 2 1 16,-6 4-4-16,-8 5 3 16,-7 7-9-16,-2 5-6 0,-8 10-21 15,-6 5-4 1,-7 7-38-16,3 1-135 16,5 4-23-16,3 4-418 15</inkml:trace>
  <inkml:trace contextRef="#ctx0" brushRef="#br0" timeOffset="100114.43">16938 15129 703 0,'-8'3'1080'0,"1"1"-888"0,-6 1-130 0,1 13-41 0,2 5 21 0,5-1-14 0,7 4-26 16,9-2 14-16,4-2-8 16,12-10-8-16,0-2 18 15,4-10-9-15,3-8 19 16,1-6-4-16,-1-4-23 15,4-6 76-15,-5-2-17 16,-1 0 4-16,-10-2-14 0,-9 1-19 16,-9 7 22-1,-6 4-29-15,-11 8-17 0,-5 2-2 16,-7 4-5-16,-4 10-9 16,-4 0 3-16,0 12-62 15,9-2-167-15,6 0-103 16,36 0-1226-16</inkml:trace>
  <inkml:trace contextRef="#ctx0" brushRef="#br0" timeOffset="100454.99">17526 15087 1657 0,'-6'0'548'16,"-1"6"-426"-16,-1 8-116 15,-2 4 24-15,8 4-24 16,2 0 3-16,7-5-2 16,2 1 2-16,8-4 20 15,6-6-16-15,4-8-4 16,0-4 26-16,4-10-25 15,-4 1 1-15,-6-6 37 16,0-3-18-16,-7 0 46 16,-10-1-7-16,-4 5-34 15,-12 2-16-15,-17 6-19 16,-13 12-25-16,-18 18-49 16,-18 12-170-16,-133 97-320 15</inkml:trace>
  <inkml:trace contextRef="#ctx0" brushRef="#br0" timeOffset="104853.99">14570 14949 1556 0,'-3'0'327'0,"3"0"-191"0,0 0-86 0,0 2-8 0,6 4-41 0,0 6 110 0,5 10 24 0,7 8-51 0,-3 10-24 16,4 0-28-16,-2-4-16 15,-1 4 2-15,-5-5-12 16,1-2 0-16,-6-8-6 15,-4-5 0-15,-2-8 0 0,0-10 6 16,-2 0 6-16,-2-4 15 16,-6-4-26-16,-5-12-1 15,-3-12-36-15,-2-12-12 16,4-11 38-16,1-1-40 16,3-8-26-16,8 4-8 15,8 4-33-15,8 6 96 16,3 8-30-16,3 12 6 15,0 10 45-15,-2 14-6 16,-5 16 1-16,-1 12-2 16,-2 16 14-16,-6 8 17 15,-4 2-24-15,-6-4 2 16,-5-4 2-16,3-6 8 16,-4-4 14-16,1-6 34 15,4-8-32-15,5 1 14 0,4-6-40 16,6-3-2-16,9 7 7 15,6-12 4-15,6 2 1 16,0-5-12-16,6-4 0 16,0-5-7-16,-4-2-8 15,0-5-26-15,-4 0 13 16,-6 0 10-16,2-3-2 16,-10 5-16-16,-5 1 36 15,-4 4 3-15,-2 3 17 16,-6 4 2-16,-3 8 10 15,-5 6-10-15,-5 11 4 16,1 7-7-16,2-2-18 16,8 4 19-16,11-4-20 0,5-8-26 15,7 0 26 1,1-12 8-16,3-2 1 0,2-8-9 16,-1-8 6-16,-1-2 23 15,2-8-29-15,-6-4 0 16,-1 0 7-16,-1-4 11 15,-9-1-9-15,-4 4-9 16,-9 1 2-16,1 5-1 16,-6 11-1-16,1 1-12 15,-5 10 5-15,0-1 2 16,2 6 5-16,8 3-51 16,3-5-117-16,12 2-27 15,11-10-166-15,49-18-864 16</inkml:trace>
  <inkml:trace contextRef="#ctx0" brushRef="#br0" timeOffset="105223.08">15132 15163 961 0,'-2'0'709'0,"2"9"-520"16,0 5-18-16,0 4-101 0,4 4-4 0,-2-4-49 0,7-4 34 0,-3-4-41 15,6-6 11-15,-3-4 30 16,-1-4-10-16,4-6 31 15,3-3-44-15,-1-5-28 16,-5-1 42-16,2 5-42 0,-5 2-4 16,-4 6 4-16,-2 6-17 15,3 6 16-15,-1-2-31 16,3 5 32-16,3 4-3 16,1 5 3-16,5-8 0 15,-5-1-1-15,1-2 2 16,-4-5 8-16,-2 2-6 15,-4-4 3-15,-2-6 54 16,2-2-19-16,-4-4-32 16,-4-2 7-16,-3-4-8 15,-5 0-8-15,1 1 0 16,-5 7-32-16,0 5-14 16,2 0-124-16,3 7-136 0,3 5-667 15</inkml:trace>
  <inkml:trace contextRef="#ctx0" brushRef="#br0" timeOffset="106658.7">17983 13890 1669 0,'0'0'293'0,"0"-2"-208"0,2-6-52 0,6 4-19 0,3-4-13 0,2 0 32 0,5 0-15 0,-3 4-9 16,1 2 15-16,-1 0-1 15,1 6 4-15,-2 4 7 16,1 10-23-16,-6 6 55 15,-2 12-27-15,-6 2-17 16,-2 2 2-16,-8 3-24 16,-2-7 24-16,-7-2-24 15,0-6 0-15,2-8 5 16,3-6 4-16,4-2-8 16,4-12 1-16,3 2 5 0,4-2 10 15,1-2-17-15,6-2 9 16,8-6-11-16,12-2 2 15,12-2-24 1,6-4-69-16,2 6-109 0,2 2-26 16,54-22-453-16</inkml:trace>
  <inkml:trace contextRef="#ctx0" brushRef="#br0" timeOffset="107004.45">18467 13971 1442 0,'-6'4'462'0,"-1"3"-377"16,-3 5-53-16,6 9-11 16,2-2 33-16,6-1-35 15,5-4 16-15,9-1 17 16,0-8 10-16,8-2-7 15,3-7 28-15,-2-8-47 16,4-2 34-16,-2 0-37 16,-8-8 5-16,-7 8 19 15,-1-4-30-15,-11 4-26 16,-9 3-1-16,-9 4-16 16,-7 0 1-16,-6 7-57 15,-10 8-47-15,3 0-1 0,3 5-118 16,-16 15-265-16</inkml:trace>
  <inkml:trace contextRef="#ctx0" brushRef="#br0" timeOffset="107772.81">18991 13880 1461 0,'0'0'354'0,"0"0"-198"0,2 0-84 0,0-2-22 0,4 2-1 0,6-4-23 0,3 2 2 15,8-4 38-15,-1-4-57 16,2 2 3-16,-1-2 3 16,1-4-9-16,-9 4 30 15,-1 2-36-15,-3-4 2 16,-6 6 13-16,0 0-15 15,-8 4 0-15,-2 4 3 16,-3 4-2-16,-11 2 18 16,-9 10-19-16,-4 8 1 15,-3 4 49-15,1 4-32 16,5-2-9-16,12-4 7 16,11-2-15-16,3-4 15 15,12-4-16-15,4-4 0 16,12-3 15-16,4-5-15 0,6-10-10 15,7-2-29 1,3-6-185-16,2-1-137 0,62-33-670 16</inkml:trace>
  <inkml:trace contextRef="#ctx0" brushRef="#br0" timeOffset="108087.96">19448 13860 1454 0,'-7'4'524'16,"0"-2"-346"-16,-8 6-121 16,1 8-16-16,1 4 38 15,4 2-50-15,9-4-29 0,9 0 27 16,4-2-27 0,7-7 26-16,5-4-5 0,6-6-20 15,-2-6 26-15,2-3-13 16,0-6-13-16,-6-2 17 15,-6-2-9-15,-5 4 23 16,-7-2-32-16,-9 0 0 16,-12 4-11-16,-10 0-16 15,-7 6-4-15,-12 8-7 16,1 6-115-16,2 6-112 16,-12 4-392-16</inkml:trace>
  <inkml:trace contextRef="#ctx0" brushRef="#br0" timeOffset="108371.23">19659 13569 1815 0,'-2'0'292'15,"2"0"-190"-15,-2 4-102 16,2 9 11-16,0 10 82 16,0 18 19-16,4 7-43 15,3 2 8-15,4 0-47 16,7-2 36-16,-2-8-54 0,8-4-12 16,-4-10 0-16,-1-2 0 15,-2-6-129-15,-5-1-219 16,27-13-508-16</inkml:trace>
  <inkml:trace contextRef="#ctx0" brushRef="#br0" timeOffset="108704.1">20013 13864 1802 0,'-4'10'249'0,"2"2"-184"16,-3 12-55-16,7 0-1 15,7-4 18 1,5-6-18-16,3-2-8 0,6-6 56 16,2-6 22-16,1-6-31 15,-4-3-13-15,1-4-35 16,-7-3 42-16,-6-2-33 15,-1 2 3-15,-7-4 12 16,-6 0-23-16,-5 0 5 16,-7-2-6-16,-1 8-19 15,-8 0 5-15,5 4-8 16,-2 10-97-16,4 4-122 16,-11 16-339-16</inkml:trace>
  <inkml:trace contextRef="#ctx0" brushRef="#br0" timeOffset="109654.93">20247 13782 1664 0,'0'0'326'15,"0"0"-242"-15,-2 6-54 0,2 2-11 16,0 10 49-16,2 4-1 16,5 6-17-16,6-4-44 15,7-2 28-15,3-8-34 16,2 1 0-16,-4-12 17 15,4-1-7-15,-7-7 17 16,-1-4-27-16,-3 1 1 16,-3-8 14-16,0-4-15 15,-6 0 0-15,-5-4 8 16,-3-2-7-16,-4 4 16 16,-1 2-17-16,-1 6-6 0,5 8 5 15,-1 4 1-15,0 6-15 16,3 12 15-16,-2 8 0 15,4 8 1-15,4 4-1 16,5-4-5-16,3-6-5 16,0-6 10-16,2-5-9 15,-5-8 8-15,0-3 1 16,5-6 21-16,-4-2-21 16,6-12 1-16,0 0 26 15,0-4-24-15,-3-6 3 16,5-4-9-16,-5 0 10 0,0 0 2 15,3 6-9 1,-5 8-6-16,-4 10-9 0,-1 6 3 16,7 6 2-16,-1 8 9 15,3 2 2-15,6 6 24 16,-4 0-15-16,1 0-10 16,-5-6 33-16,-3-6-32 15,-8-2 0-15,0-6 30 16,0-2 1-16,-4 0 52 15,4-2-21-15,0-2-36 16,3-2 28-16,9-4-46 16,1-8-8-16,5 2-1 15,-3 2 11-15,-3 4-4 16,-1 0-7-16,-3 8 0 16,-4 2 6-16,1 0 1 15,-1 2-6-15,7 4 2 0,1-2 9 16,3-2 7-16,6 4-19 15,-1-12 0-15,5 0 0 16,0-4 1-16,-6-8 1 16,2-2-2-16,-7 2 10 15,-3 2 2-15,-4 1-12 16,-5 10 0-16,-1-1 8 16,2 2-8-16,3 1-13 15,5 0 12-15,8 1 1 16,-1 0-12-16,7-2 12 15,-8 4-19-15,2 0 18 0,-15 4-101 16,-12 12-198 0,-102 68-445-16</inkml:trace>
  <inkml:trace contextRef="#ctx0" brushRef="#br0" timeOffset="110140.66">18975 14588 1279 0,'0'0'826'0,"0"0"-643"0,7-2-100 0,6 0 5 0,18-2-1 0,14-6 14 16,12-2-25-16,13-8-52 15,5 0 23-15,4 0-47 16,-10 4-14-16,-9 2 5 15,-18 10-103-15,-20 4-67 16,-26 16-88-16,-25 10 35 16,-23 12-65-16,-16 10-6 15,-11-6 303-15,-3 0 177 16,2-10 99-16,11-4-14 0,22-10-8 16,21-6-43-16,18-12-13 15,27-8-114 1,14-2-55-16,19-8-4 0,23-12-25 15,14-2-25-15,9-4-254 16,143-54-425-16</inkml:trace>
  <inkml:trace contextRef="#ctx0" brushRef="#br0" timeOffset="112041.56">15809 15821 1643 0,'0'4'275'0,"2"-4"-203"0,5 0-47 0,4 0 5 0,9 0 71 0,9 0 32 15,7 0-46-15,11-8 33 16,9 6-57-16,7-10 0 16,11 6-27-16,9-6-30 15,3 2 17-15,1-6-23 16,3 2 0-16,-6-4-15 0,-4 0 3 15,-6-4-54-15,-14 8-33 16,-16-4-65-16,-12 8-8 16,-18 2-43-16,-39 12-243 15</inkml:trace>
  <inkml:trace contextRef="#ctx0" brushRef="#br0" timeOffset="112304.6">15816 15927 1598 0,'-21'9'315'15,"2"-8"-186"-15,-12 7-111 0,15 1-9 16,16-4 46 0,26-5 25-16,21-4 74 0,27-1-26 15,17-9-58-15,16-4-2 16,9 0-52-16,0-5-7 15,-6 1-4-15,5 0 8 16,-8-4-19-16,-7-2 6 16,-2 2-40-16,-7 0-34 15,-4 0-212-15,117-28-350 16</inkml:trace>
  <inkml:trace contextRef="#ctx0" brushRef="#br0" timeOffset="113271.86">18389 14512 1479 0,'0'0'339'0,"3"0"-177"0,1-4-47 0,7 0-31 0,9-6-15 0,14-4 66 0,10-8-52 0,14 0-26 15,11-6-9 1,3 3-23-16,-1 1-14 0,-1 4-11 16,-9 6-33-1,-12 6 31-15,-20 8-139 0,-25 10-78 16,-26 14 126-16,-32 12 20 16,-19 4 40-16,-25 5 33 15,-10-5 7-15,-2 0 160 16,-4-12 5-16,10-4-55 15,12-4-46-15,18-6-71 16,30 0-53-16,50-8-785 16</inkml:trace>
  <inkml:trace contextRef="#ctx0" brushRef="#br0" timeOffset="167193.13">16290 15783 1115 0,'0'0'181'0,"0"0"-127"0,0 0-30 0,0 0-24 0,0 0 0 0,0 0 0 0,2 0 6 0,-2-2 3 16,2 0 15-16,-2 0-18 16,-2 2 69-16,4 0-75 15,3 0 6-15,-5 0 314 16,3 0-85-16,-3 0-67 15,0 0-76-15,0 0-10 16,0 0 53-16,0 0-55 16,2 0-37-16,-2 0 28 0,0-2-11 15,4 4-17 1,0-2 22-16,9 4-32 0,8-2 51 16,3 4-67-16,10-2-16 15,1-4 23-15,7-4-24 16,3-4-12-16,-3 2 3 15,-3-2-39-15,-6-2 40 16,-9 6-38-16,-8 0-26 16,-9 4 6-16,-7 4-2 15,-11 0 13-15,-10 6 55 16,-12 4 0-16,-11 8 41 16,-8 0-16-16,3 0 16 15,7-4 38-15,11-8-14 0,10 2-5 16,13-8-60-16,10-4 12 15,14 0 9-15,10 4-8 16,19-8-13-16,15 0 12 16,7-6-11-16,2-2-2 15,-3-2-62-15,-3-4-95 16,-7 0-64-16,78-48-312 16</inkml:trace>
  <inkml:trace contextRef="#ctx0" brushRef="#br0" timeOffset="168274.57">18432 14253 1822 0,'0'0'319'0,"0"0"-140"0,2 0-130 0,-2 0-48 0,2 0 12 0,0 4-13 0,4 0-22 0,8 2 13 0,-1 2-57 15,3-4 10-15,2 0-22 16,-7 2-12-16,-2-2 59 16,-5 0 20-16,-6 2 11 15,-6 6 90-15,-11 0 27 16,-5 8 44-16,-8 1-31 16,3-2-32-16,3-6 4 15,10 1-48-15,8-13-27 16,8 2-27-16,8-3-42 15,3 1-54-15,10 3-92 16,12-1-127-16,79-11-623 16</inkml:trace>
  <inkml:trace contextRef="#ctx0" brushRef="#br0" timeOffset="182792.18">22382 13870 1636 0,'-5'-2'251'0,"3"-2"-161"0,-2-4-24 0,2 6-21 0,0-2-2 0,-2 4-25 16,2-4 6-16,0 2 60 16,0-2-42-16,-2 0 11 15,-3-4 2-15,1 4-13 16,-4-2 6-16,1 0-48 15,-6 0 15-15,-3 0 9 16,-3 0-24-16,-7 6-9 16,-4 0 9-16,-3 2 6 15,-3 4 13-15,-4 4-19 16,-3-2 0-16,-1 4 10 16,1 2-10-16,3 0-5 0,0 0 4 15,3 4 2-15,4 2 4 16,1 0-5-16,3 5 0 15,-2 2 3-15,2 4-3 16,4-2-12-16,2 2 12 16,10-4 0-16,-3 2 4 15,7-1-4-15,2-2 0 16,0 0 9-16,5 2-9 16,1 0 0-16,-1 2-7 15,11-2 16-15,-3 2 1 16,2-2-10-16,4 3 0 15,1-5-13-15,5 0 13 16,-1 2-6-16,7-2 4 16,1 0 4-16,3 2 4 0,-1-2-6 15,4-4 10-15,-3-4 1 16,4 0-11-16,-1-2 0 16,2-4 12-16,-2 0-12 15,4-2 30-15,5-6-30 16,-3 4 13-16,6-2 26 15,-3-6-34-15,-3 4-4 16,-4-4 10-16,3 0-9 16,-1 0 8-16,0-4-10 0,6-2 0 15,1-2-1 1,0 0 1-16,-5-2 0 0,1-2-6 16,-8 2 15-1,-1-2 4-15,-6 2-13 0,1-4 0 16,-6 2 10-16,0 2-4 15,-1-4-5-15,-1-2 14 16,1 2-6-16,5-4-7 16,-3 0-2-16,8 0 0 15,-7-3-1-15,2 6 1 16,-6-6-5-16,-1 2 4 16,-2-2 2-16,-2 2-7 15,-3-2 6-15,-1 3 0 16,-1-2 18-16,1 0-18 15,2-2-8-15,-1 2 7 0,-1-6 2 16,-1 2 4 0,1 0-5-16,2 0 0 15,-5 4 16-15,0 0-15 16,-2 4-1-16,0 0 0 0,-4 0 15 16,2 2 15-16,-6 0-30 15,2 0 1-15,-1-3 1 16,-7 4-2-16,3-4-6 15,1-1 0-15,-2 0 12 16,3 4-9-16,1-4 3 16,-2 4 0-16,-1 0-6 15,-2 0 6-15,-1 0-14 16,-1 2 13-16,-5-2 2 0,0 4-1 16,-6-4 0-1,-1 8-12-15,0-2-3 16,-4 4 14-16,-5 6-32 0,-2 4-6 15,-7 6-86-15,-4 10 13 16,-6 8-77-16,-3 0-113 16,-83 50-282-16</inkml:trace>
  <inkml:trace contextRef="#ctx0" brushRef="#br0" timeOffset="184941.52">21542 15213 1309 0,'-2'0'316'0,"2"0"-170"0,0 0-71 0,0 0-60 0,2 0 13 0,-2 0 7 0,0 0-11 0,0 0 108 0,2 0-60 15,5 5-12 1,-3-1 10-16,5 4 17 0,2 2 9 16,0 2-46-16,3 4-37 15,-1-4 70-15,-2 6-53 16,5-8-9-16,-1 6 18 15,1-2-11-15,4-4 16 16,2 2-44-16,0-6 6 16,7 2 15-16,-2 0-21 15,5-2 0-15,1 2 0 16,2-4 6-16,5 0 2 16,-3-4-8-16,2-2 0 15,-1 0 13-15,1-6-13 16,-4 0 0-16,-1-2 3 15,1-4-1-15,-4-4 12 0,7 0-14 16,-3-4 0 0,1-4 3-16,-1 0-3 0,2-2-6 15,-6-8-2-15,0 4 16 16,-4-7-22-16,-8 7 14 16,2-4-1-16,-6 2-5 15,-3 6 6-15,-1-2-5 16,-5 6-1-16,-2 2 12 15,-2 0-1-15,2 0-5 16,-2 0-11-16,-2-1 1 0,0 1 10 16,0 0-17-1,-8 0 16-15,4 4 2 0,-2 2 6 16,-3-2-7-16,-1 2 0 16,6 2 0-16,-2-2 0 15,1 0 0-15,5 2-6 16,-2-2 17-16,0-2-7 15,0 4-4-15,-3 0 0 16,-2 4 5-16,0-2-5 16,-1 0-8-16,-1 0 7 15,-3 2 2-15,-3-4 4 16,1 4-5-16,2-2 0 16,-2 2 0-16,3-4 0 15,0 3-3-15,-3 1-4 16,3 1 14-16,1 5-8 15,-4-10 1-15,-7 9 0 0,2-4-9 16,-8 0 9-16,-2 5-6 16,2-4 0-16,0 2 12 15,-1 2-5-15,8-1-1 16,-3 2 0-16,1-1 1 16,0 2-1-16,0 0-3 15,-3 0-3-15,2 2 12 16,-5 0-5-16,6 0-1 15,-3 2-1-15,-4 2 0 16,2 0 1-16,-2 4-1 16,-2 2-7-16,0-2 16 15,2 2-11-15,0-2 3 16,0-2-2-16,4 1-8 16,-4 3 10-16,3-2 0 0,3 2-1 15,-1-2 11-15,3-3-10 16,0 5 0-16,5-3 0 15,-7 3-7-15,4 0 7 16,-6 2-5-16,0 6 4 16,-2 0 2-16,4 4 11 15,-4 4-12-15,-2 2-2 16,8 0 1-16,-1-4 1 16,9 0-6-16,4-2 4 15,2 0 4-15,0 0 12 16,7 2-14-16,4 5 0 15,4 0 1-15,1 6 16 16,-1-3-16-16,1 4-2 0,3-2 7 16,-4-2 21-16,3 0-27 15,1-2 1-15,3-8 20 16,-1 0-10-16,-1-4-1 16,3-4-4-16,-3 0 6 15,-1-2 24-15,1 1-36 16,0-2 6-16,-2 6 8 15,4 1-1-15,-1-8-11 16,-3 6-2-16,2-2 16 16,3 0 8-16,-3-2-24 0,1-2 0 15,3-2 0 1,-1 2 0-16,7-2 1 0,-6 0-7 16,4 2 18-1,-4-6 12-15,5 0-24 16,-1-2 0-16,1 2 12 0,0-4-12 15,5-4 1-15,0 2-9 16,6-2 26-16,2 0-37 16,1-8 19-16,3 6-99 15,-4 2-59-15,-2 0-173 16,52-10-303-16</inkml:trace>
  <inkml:trace contextRef="#ctx0" brushRef="#br0" timeOffset="187091.55">21669 14672 1330 0,'-29'4'330'0,"4"0"-177"0,-17 2-65 0,20-2-52 0,22-4 48 0,18-6-84 16,19 2-85-16,15-4 16 15,10-2-50-15,3 0-115 16,-1 0-102-16,90-16-164 16,-100 16 17-16,-33 4 483 15,-4-2 532-15,0 2-198 16,7-4-134-16,-7 4 10 15,-13 0 7-15,-14 8-140 16,-7 2 25-16,-8 4-66 16,-10 0-27-16,-3 4 39 0,-4-4-41 15,10 0 4-15,8 0 43 16,2-2-36-16,9-2 31 16,5-2-49-16,8 0-20 15,3 0 11-15,6 0 9 16,6-2-1-16,14-2-34 15,7-2-23-15,4-2 58 16,-2-4-21-16,-4 6 21 16,-5-4 6-16,-9 6 13 15,-7 0 10-15,-7 0 0 16,-3 2-28-16,-6 2 18 16,-3 2-3-16,-4 0 14 15,-9 4 35-15,-6 6-35 16,-6-6-9-16,-5 2 1 15,5-6-10-15,4-2 84 0,7-2-52 16,11 0-38 0,5 0 31-16,11 0-37 0,9-4-52 15,15-2 4-15,13-4-42 16,8-2 18-16,3-2-74 16,-8 4 19-16,-8-4 50 15,-8 4 42-15,-10 4 35 16,-11-2 51-16,-7 6-6 15,-7 0 36-15,-11 2-54 16,-12 2-16-16,-13 2 46 16,-9 2 21-16,-10-2-15 15,1 0 54-15,6-4-65 0,0-2 46 16,7 0-74-16,5-2-24 16,13 0 28-1,17 2-11-15,5 0-14 0,12 0-3 16,8 0-132-16,14-4 25 15,9-4 11-15,7 4-1 16,-3-2 31-16,-2-2-6 16,-8 4 24-16,-10-2 28 15,-9-1 20-15,-13 8 26 16,-13-3-26-16,-14 8 1 16,-14-4 1-16,-14 10 16 15,-7 2-6-15,-3-6 48 16,8 6 24-16,7-10 25 0,17-2-58 15,17 0 3-15,9 0 0 16,9 0-54-16,12-2-7 16,20-4-26-16,17-2-47 15,13 0 49-15,10-2-86 16,-3 2 16-16,-9 0 68 16,-6 2 21-16,-16 2 12 15,-15 0-7-15,-9 0 17 16,-25 8-10-16,-7 1 1 15,-17 4 17-15,-12 0 38 16,-6 4 29-16,-3-5-13 16,8-4 12-16,7 2-27 15,12-6 60-15,15 0-75 0,12 0-24 16,10 0-9 0,15-4-9-16,13 0-35 0,15-2 8 15,5 0-30-15,-2-2 44 16,-4 4-25-16,-10-2 28 15,-9 2 10-15,-13 0 0 16,-11 4-7-16,-11 2 6 16,-12 4 1-16,-11 4-1 15,-8 8 1-15,-7 2-11 16,5 0 11-16,4-2-79 16,10-4-110-16,40 16-128 15</inkml:trace>
  <inkml:trace contextRef="#ctx0" brushRef="#br0" timeOffset="187730.36">22433 14602 1710 0,'-9'-4'492'0,"2"0"-314"0,-6 2-91 0,5-2 5 0,2 2-85 0,6 2-6 0,6 0-1 0,-2 0 11 0,7 2-10 16,5 2-1-16,12-4-28 16,3 0 28-16,5 0-99 15,-4-4-27-15,-1-2 43 16,-4 0 31-16,-14 0 52 15,-9-2 0-15,-13 4 0 16,-15 2 34-16,-14 2-26 16,-16 2-2-16,-10 4 9 15,-7 0 27-15,0-2 22 16,9-2-10-16,12-2-54 0,14-2 47 16,16-2-47-1,34 14-144-15</inkml:trace>
  <inkml:trace contextRef="#ctx0" brushRef="#br0" timeOffset="198391.39">17658 10254 1328 0,'0'0'284'0,"3"0"-220"0,-6 0-16 0,6 0 36 0,-3 0-30 0,0 0-10 0,0 0-8 0,0 0-8 16,0 0 55-16,0 0-43 15,0 0-11-15,0 0 25 16,0 0-9-16,0 0 6 15,13-3 9-15,-2-4-51 16,7-2 34-16,4-1-43 16,3-7 0-16,-1 5 22 15,2-3-11-15,1-2 5 16,-4 3-16-16,4-1 11 16,-6-3 10-16,4 1-21 15,-2-1-2-15,-1 0 2 16,-5 4 1-16,-3 0 6 15,-7 4-7-15,-3 2 11 0,0 0 31 16,1 0-41-16,2-2 0 16,2 0 36-16,2-2-25 15,3 2 21-15,-4 0-28 16,4 4 10-16,-5 2 35 16,-5 0-49-16,-2 2 0 15,-2 2 21-15,2 0-10 16,-2 0-9-16,0 0-3 15,5-2 0-15,1 2 14 16,6-6-14-16,-3 4-6 16,-3 0 6-16,-2-1 16 15,-4 3 20-15,0 0-34 16,-4 0 13-16,-5 5 27 0,-13 7-42 16,-9 2 0-16,-18 8 22 15,0 4-5 1,0 4 4-16,7-6-21 0,2 0 0 15,6-2 12-15,8-3-12 16,-1 0-5-16,6 1 4 16,2 0 2-16,3 0 1 15,1 1-2-15,3-5 0 16,5 2 0-16,5-8 0 16,0-2-7-16,2-4-2 15,0-2 18-15,0-2-14 16,2 0 5-16,-2-2 0 15,5 0 31-15,9-2-31 16,7-5 0-16,10-2-3 0,10-10 9 16,-3 2 0-16,4-7-6 15,-2 1-1-15,-4 0-19 16,-3-2 20-16,-2 5 0 16,-6 2-9-16,-5 4 20 15,-9 8-5-15,-4 2-6 16,-7 4 0-16,0 2-26 15,-2 0 26-15,-8 2-12 16,-3 4 11-16,-12 2 2 16,-10 6 2-16,-7 6-3 15,-5 0 0-15,0 0 3 16,0 0-3-16,5-2-3 0,7-4 1 16,12-4 4-16,7-3 10 15,12-2-12-15,4-5 0 16,6 0-3-16,12-1 3 15,11-10 0-15,16 0-2 16,8-6 11-16,3-2-21 16,-4 1-21-16,-10 3 15 15,-9-1 5-15,-8 6 13 16,-8 0-2-16,-7 4-8 16,-6 2 20-16,-4 2-4 15,-2 2-6-15,-5 0-15 16,-2 2 2-16,-11 2 13 15,-7 4 0-15,-6 2 6 16,-5 2 0-16,2 0 30 0,3-2-36 16,6 0 1-16,5-1 18 15,8-5-19-15,8-3 0 16,4-1-9-16,4 0 20 16,4 0-7-16,4-4-4 15,7 0 0-15,8-4-10 16,6-6 10-16,2-2-32 15,-1 0 17-15,-1 0-12 16,-4 0 12-16,-5 4 15 16,-7 0 0-16,-6 8 0 15,-9 2 0-15,0 2-6 16,-4 0 5-16,-5 4-2 0,-9 6-6 16,-6 2 9-1,-7 4 0-15,-3 0 17 0,8 0-17 16,10-4 0-1,7-6-1-15,5-4 11 0,4-2-7 16,4 0-3-16,7-2 0 16,13-2 15-16,12-6-15 15,9 0-11-15,1-8 10 16,-6 6-14-16,-6-4-3 16,-10 4 18-16,-8 4 0 15,-3 2-7-15,-11 4 7 16,-2 2-15-16,-4 0 13 15,0 0 4-15,-11 4-5 16,-6 2 3-16,-10 4 0 16,-2-2 6-16,-1 0 6 0,10 2-11 15,3-6 3-15,10-2 17 16,7 0 0-16,6-2-21 16,3 0-6-16,3-2 5 15,13-2 1-15,3-6-37 16,8 0-25-16,-1 2-133 15,-2 0-103-15,17-6-467 16</inkml:trace>
  <inkml:trace contextRef="#ctx0" brushRef="#br0" timeOffset="199810.59">17647 9919 1137 0,'-5'0'338'0,"3"0"-212"0,0 0-12 0,0 0 1 0,2 0-49 0,-2 0-10 16,2 0 20-16,2-1-28 15,0-1 83-15,7-2-95 16,5-7-20-16,5 2 16 0,8-5-22 15,6 0 1-15,-2-3-11 16,6 6 0-16,-4-6 4 16,-4 4-4-16,-7 3 0 15,-2 1 1-15,-11 1 0 16,-7 4 22-16,-8 4-23 16,-10 4 7-16,-10 9 8 15,-17-2-15-15,-8 10 0 16,-9-3 14-16,8-4 23 15,6-5 29-15,5 0-34 16,10-5-23-16,0-2 67 16,11 1-52-16,4-3-6 0,3 0 21 15,11 0-24 1,-1 0 11-16,3-3-26 0,3 3 0 16,2-2-5-16,5 0 5 15,6-6-7-15,10 0-5 16,3-6 12-16,5 4-2 15,-6-5-16-15,-5 8 18 16,-7-1 8-16,-9 5-8 16,-5 3 0-16,-4 0 0 15,-3 0 6-15,-6 4 3 16,-7 0-9-16,-8 4 0 16,-6 1 21-16,-3 0-20 15,6-3-1-15,8 1 21 16,9-6-13-16,9 2 20 15,6-3-28-15,7 0 0 0,13-4 15 16,17-3-15-16,18-4-21 16,13-2 15-16,1-3-16 15,-15 5 13-15,-12-2-5 16,-14 5 14-16,-14 4 6 16,-5 0-6-16,-12 1-12 15,-6 3 12-15,-8 5 0 16,-15 1 21-16,-9 4-21 15,-14 5 1-15,4 0 32 16,1-2-33-16,13-1-2 16,12-5-4-16,7 1-1 15,8 1 1-15,5-1-182 16,11 16-431-16</inkml:trace>
  <inkml:trace contextRef="#ctx0" brushRef="#br0" timeOffset="204875.73">15296 13535 885 0,'-26'26'179'0,"1"6"-70"0,-36 37-29 0,1 3-80 0,-4 0-24 0,2-8-14 0,4-12 7 15,7-12 31 1,4-4-24-16,3 0 16 16,-4-1-107-16,4 3 34 0,1 0 43 15,3-4 8-15,5 0 15 16,-32 52-178-16</inkml:trace>
  <inkml:trace contextRef="#ctx0" brushRef="#br0" timeOffset="205060.34">14503 14766 574 0,'-2'6'358'0,"-2"2"-220"0,-3 10-109 16,5 3-29-16,2 1-77 15,21 20-175-15</inkml:trace>
  <inkml:trace contextRef="#ctx0" brushRef="#br0" timeOffset="206159.26">15660 15538 1893 0,'0'0'374'0,"0"0"-152"0,-2 0-183 0,2 0-30 0,2 0 25 0,-2 0 8 0,4 0 38 15,-4-4-22-15,2 4-1 16,0 0 50 0,-2 0-71-16,0 0 4 0,5-4 4 15,7 4-32-15,3-4 16 16,11-2-28-16,3 2 0 15,9-4-9-15,2-2 9 16,7 2-16-16,7 0 14 16,2-2 2-16,0 6 5 15,-1 2-5-15,-4 2-3 16,-3 6-15-16,-4 2 18 16,-11-2-18-16,-11 2 18 15,-19 2-81-15,-17 6 79 0,-9 2-11 16,-8 1 13-16,-5-1 12 15,3-6-12-15,-2 2 0 16,1-4 30-16,-1 2-18 16,4-2 27-16,8-5-39 15,6 4 6-15,9-5 0 16,6 0-6-16,9-4-24 16,11 0 22-16,13-4-11 15,21-6 13-15,6-2-63 16,6-6-48-16,1-5 67 15,-11 5-4-15,-4 9 32 16,-3 0 10-16,-13 4-2 16,-7 2-109-16,2 6-411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2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3:04:14.680"/>
    </inkml:context>
    <inkml:brush xml:id="br0">
      <inkml:brushProperty name="width" value="0.05292" units="cm"/>
      <inkml:brushProperty name="height" value="0.05292" units="cm"/>
      <inkml:brushProperty name="color" value="#00B0F0"/>
    </inkml:brush>
  </inkml:definitions>
  <inkml:trace contextRef="#ctx0" brushRef="#br0">9628 9180 1031 0,'-2'0'175'0,"0"0"-91"0,2-2 38 0,-2 2 19 0,0 0-51 0,2 0-21 16,0 0-23-16,0 0 52 15,0 0-22-15,0 0-43 16,0 0-19-16,-3 0 20 16,6 0-34-16,-1 0 1 15,2 0 5-15,3 2 6 16,3-4 10-16,13 0-22 16,-1-5 0-16,14 0 15 15,6-4-15-15,5-4-4 0,9 1 3 16,-2-4 2-16,-1-3 8 15,-4 3-9-15,-5 3 0 16,-8 0 0-16,-10 5 0 16,-14 4 0-16,-10 6 0 15,-6 0 0-15,-6 9 4 16,-9-2-4-16,-8 9 0 16,-8 2-12-16,-8 5 14 15,1-1-2-15,-3-3 0 16,3-1 19-16,0 0-13 15,3-5-6-15,7-1 0 16,5-2 9-16,4-4-8 16,7 2-1-16,12-6 8 0,4-2 1 15,2-2-9 1,10-4-27-16,1 2 27 0,9-2 4 16,7-4-4-1,7 0-5-15,2 0 5 0,-1-2 10 16,-6 3-10-16,-2 2-6 15,-6 1 6-15,-8 1 5 16,-5 5-5-16,-8 3-15 16,-9-1 6-16,-4 4-39 15,-5 1 3-15,-8 6-115 16,-10 3-113-16,-40 16-720 0</inkml:trace>
  <inkml:trace contextRef="#ctx0" brushRef="#br0" timeOffset="1518.07">16448 9010 1690 0,'-2'0'284'0,"2"0"-193"0,-2-3-77 0,2 6 13 0,0-3-26 0,2 0 23 16,-2 0 15-16,4 0-38 16,1-3 10-16,2 3 20 15,8-1-30-15,1-4 22 16,7-3-23-16,0 0 0 16,6 0 12-16,-2-4-12 15,2 2-6-15,-2 0 5 0,-9 4 1 16,-5 4-4-16,-8 2 4 15,-8 2-5-15,-5 4 5 16,-6 6 8-16,-3 2 7 16,-12 4-3-16,0 0-12 15,0-4 18-15,0 0-18 16,4-3-12-16,5 0-19 16,-31 10-310-16</inkml:trace>
  <inkml:trace contextRef="#ctx0" brushRef="#br0" timeOffset="3367.57">9082 5733 1545 0,'2'0'203'0,"0"-2"-170"0,6-2-23 0,1 0-3 0,1-2-6 0,0-2 22 0,3 2-23 0,5 0 0 15,-3 2 9-15,3 4-9 16,-5 4 1-16,0 8 3 16,-3 12 20-16,-4 12 26 15,-10 8-38-15,-2 2-12 16,-8 2 24-16,-1-6 29 16,-6-3-11-16,8-10-14 15,4-11-27-15,2-7 70 16,5-3-55-16,4-8-8 15,5 0 14-15,2 0-7 16,6-2 5-16,12-4-16 0,7-1 5 16,5 0-6-1,0-5-3-15,1-1-132 0,37-20-213 16</inkml:trace>
  <inkml:trace contextRef="#ctx0" brushRef="#br0" timeOffset="3585.66">9597 5865 2047 0,'0'0'231'0,"0"0"-205"0,0 2 16 15,0-2-29-15,0 0-2 16,0 2 1-16,0-2-12 15,0 0-7-15,0 0-38 16,-2 0-218-16,-2-2-376 16</inkml:trace>
  <inkml:trace contextRef="#ctx0" brushRef="#br0" timeOffset="4050.24">9709 5584 1696 0,'4'-2'243'0,"-2"1"-222"16,7-3 9-16,5-5-29 15,-1 5-1-15,-2 2 0 16,0 2-5-16,4 2 4 15,-6 8 1-15,1 0 0 16,-6 8 17-16,-4 0-17 16,-6-2 0-16,-2 2 12 15,-3-1-1-15,5-6-11 16,-5 2 3-16,8-8 6 16,6 2-15-16,4 1 6 15,10-2-4-15,5 0 2 0,12 0 3 16,9 2-1-16,-4 0 0 15,-5 0 0-15,-12 4-1 16,-9 2 1-16,-13 4-5 16,-13 2 5-16,-5 6 6 15,-15 2 8-15,-5 2-1 16,-5-4-11-16,1-4 38 16,9-8-34-16,2-4-5 15,12-6-1-15,9-6 0 16,7-10-158-16,28-54-657 15</inkml:trace>
  <inkml:trace contextRef="#ctx0" brushRef="#br0" timeOffset="4567.6">10000 5564 1634 0,'10'-2'176'0,"7"-1"-134"0,16-6-26 0,5 0 8 0,3 4-22 0,1 5 35 0,-2 5-25 16,-3 4 11-16,-5 5 2 0,-10 4-14 15,-8 0-2-15,-8 5 3 16,-12 0-6-16,-8 4 40 15,-8-1-32-15,-12 2-7 16,-6-2 10-16,-6 2 7 16,3-6 19-16,5-4-7 15,14-4-25-15,17-10 22 16,7-2-33-16,7-4 0 16,7 0 15-16,3 0-4 15,14-4 5-15,12-2-16 16,3 2 0-16,-2 2-2 15,-5-2 2-15,-8 8-1 16,-13 4 0-16,-7 0-38 0,-11 6 39 16,-7 4 10-1,-4 4-10-15,-6 2 18 0,1-2-17 16,3-4-1-16,-3 0 11 16,5-2-2-16,1-3 4 15,2-3-13-15,-1-1 0 16,0 0 0-16,0-3 0 15,-2-1-16-15,-7 4-190 16,-40-3-401-16</inkml:trace>
  <inkml:trace contextRef="#ctx0" brushRef="#br0" timeOffset="5567.54">16573 5372 1701 0,'0'0'276'0,"3"0"-215"0,3-2-61 0,3-2 9 0,11-2 3 0,0 0-12 0,9 2 1 15,0 8-3 1,-5 8 8-16,-1 10-3 0,-10 10 11 15,-4 8-7-15,-11 4 29 16,-12 0-24-16,-3-6 36 16,-5-4-7-16,3-8-7 15,1-12 10-15,12-1-19 16,4-11-17-16,6-2 52 16,3 0-35-16,13-4-11 15,9-7 5-15,22 1-19 16,12-8 0-16,8-1-2 15,-5 2-158-15,-1-1-109 16,40-32-634-16</inkml:trace>
  <inkml:trace contextRef="#ctx0" brushRef="#br0" timeOffset="5755.96">17114 5462 2152 0,'0'0'299'15,"0"0"-202"-15,-2 0-58 16,2 2 17-16,0-2-34 16,0-2-16-16,0 2-12 15,0 0-3-15,-2 0-177 16,0-2-183-16,-2-22-1381 16</inkml:trace>
  <inkml:trace contextRef="#ctx0" brushRef="#br0" timeOffset="6200.8">17293 5217 1780 0,'11'-1'198'0,"5"-4"-156"15,5 1 12-15,14 4-26 16,-4 4-28-16,-3 9 18 15,-3 2-16-15,-9 2-2 16,-6 2 7-16,-5 6 10 16,-7-1 8-16,-3-2-23 0,-5 0 13 15,-2-6 46 1,1-4-52-16,2-2 0 0,5-4-9 16,8 0-37-16,5 0 37 15,9 2 0-15,10 0 7 16,11 2 0-16,3 2-6 15,5-2-1-15,-3 4 0 16,-6 2 1-16,-16-4-1 16,-5 2 0-1,-17-1 0-15,-12 2 33 0,-9 2-24 16,-4-6 13-16,-7 4-13 16,-1-5-7-16,-1-5 16 15,2-2-8-15,7-3-8 16,-2-7-4-16,11-4-73 15,5-10-121-15,13-5-8 0,13-8-125 16,59-64-663 0</inkml:trace>
  <inkml:trace contextRef="#ctx0" brushRef="#br0" timeOffset="6517.21">17767 5185 1396 0,'0'0'363'0,"2"2"-259"16,6 4-86-16,5 3 9 15,2 6 1-15,7 7-5 16,-3 6 43-16,-4 7 9 16,1 5-29-16,-12-4 5 15,-8 2-18-15,-12-6-9 16,-2-2 32-16,-2-6-22 16,0-8 31-16,9-4-62 15,9-8-3-15,6-2 0 0,14 0 8 16,13 1-1-16,14-2-4 15,8 1 6-15,10 4-1 16,-5 3-8-16,-9 0 1 16,-18 7-7-16,-30 4 3 15,-33 11 3-15,-36 9 0 16,-90 34-14-16,-53 6-28 16,0 0-148-16,66-28-169 15</inkml:trace>
  <inkml:trace contextRef="#ctx0" brushRef="#br0" timeOffset="10342.57">9892 9148 1122 0,'0'-2'288'0,"0"2"-167"0,0 0-58 0,0 0-54 0,2 0 9 0,-2 0 8 0,0 0-4 16,2 0 8-16,0-2-18 15,0-2-12-15,5 4 38 16,-3-2-29-16,0 0 13 16,6-1 29-16,-1 0-22 15,1-3 5-15,4-3-24 16,-1 0-9-16,3-4 23 16,2 2-24-16,2-3-5 15,-3 2 4-15,-1-2 2 16,3 1 4-16,-7 1-5 0,1 1 0 15,6-6 8-15,-7 1-8 16,5 0-3-16,0-4 2 16,-5 0 2-16,1 2 3 15,1 2-4-15,-1 0 0 16,-5 2 0-16,2 2 0 16,1-2-3-16,-3 0 2 15,0 0 2-15,-2-2 5 16,1 0-6-16,-3-2-1 15,2-2 0-15,0-2 1 16,-2 0-1-16,-4 1 1 0,0 3 0 16,0-2 14-1,-2 0-5-15,0 2-8 16,-4 4 29-16,-2-4-29 16,1-2 0-16,3 4 26 0,-6-2-17 15,4 2 25-15,-5 2-20 16,-1 0 7-16,2 0 28 15,-3 2-40-15,-6-4 10 16,2-2 5-16,-3 3-23 16,1 0 16-16,0-2-9 15,1 6-8-15,1-5 37 16,-6-1-4-16,-2 3-33 16,3 3 10-16,-6 3-10 15,5 1 4-15,-6 3-5 0,-4 1 6 16,4 0-14-16,0 2 4 15,2 1-2-15,2 4 6 16,-6 1 0-16,-2 5-9 16,-5 4 7-16,-2 0 2 15,-1 8 0-15,2 0 0 16,3 5 0-16,0 5-6 16,3 4 8-16,3 4-10 15,4 0 8-15,4 6-3 16,6 3-19-16,5 6 22 15,2-1-15-15,5 3 4 16,4 1 22-16,0-2-11 16,6 0 0-16,1-3 0 0,6-9-7 15,1-6 7 1,5-8-2-16,4-4 1 0,1-6 1 16,3 0 7-16,2 0-7 15,3-2 0-15,-1 0-4 16,6-4 4-16,4 0 0 15,1-4-1-15,0-4-22 16,8-2-55-16,2-8-56 16,2 0-107-16,80-26-1119 15</inkml:trace>
  <inkml:trace contextRef="#ctx0" brushRef="#br0" timeOffset="11917.15">16446 8965 1001 0,'0'0'544'0,"0"0"-422"0,0 0-74 0,2 2-24 0,0-2 31 0,1 2 1 0,-1 0-22 16,3 0-7-16,5 6 15 16,-1-4 14-16,3 0-43 15,1 0-5-15,5-2 22 16,-3-2-20-16,8-2 20 16,1-3 5-16,8-6-23 15,3-7 24-15,5-2-36 16,3-6 0-16,-3 2 5 15,-1-4 8-15,-7-4-11 16,-3 4-2-16,-2-8 9 16,-7-4 5-16,0-7-14 15,-9-3 0-15,-2-6-6 16,-7-2 5-16,-2 0-16 0,-4 0-32 16,-5 6 49-16,-3 3 1 15,-3 8-1-15,-3 6 1 16,-4 1 10-16,2 4-11 15,-9 0 0-15,-2 0 2 16,4-2 10-16,-2 2-24 16,0 3 21-16,2 5-9 15,-2 3 0-15,0 6-16 0,0 4 7 16,-4 7 1 0,-1 2 16-16,-3 4 10 15,-3 7-18-15,-4-1 0 0,1 11 46 16,-5 1-7-16,0 8-31 15,-1 8 14-15,0 8-20 16,4 8 23-16,7 12-18 16,11 9-7-16,12 5 0 15,13 4-1-15,17-4-23 16,19 1 23-16,13-8-17 16,20-4 7-16,6-3-119 15,9-4-116-15,3-4-24 16,98 57-184-16</inkml:trace>
  <inkml:trace contextRef="#ctx0" brushRef="#br0" timeOffset="14910.74">9483 11700 1167 0,'0'0'639'0,"0"0"-538"0,0 0-64 0,0-2-17 0,2 2 14 0,1 0-4 0,-1 0-29 15,3-2 46-15,-1 0-20 16,3 1-3-16,1-6 24 0,6 6-35 15,-3-2 29-15,2-1-28 16,7 0-14-16,3 1 27 16,4-6-25-16,4 0-1 15,-2-4-1-15,6 1 7 16,1-6 3-16,-3 2-10 16,-2 0 0-16,-4 2 2 15,-6 6-2-15,-10 4-8 16,-9 2 8-16,-7 4-14 15,-1 4 14-15,-10 4 6 16,-1 10-6-16,-10 4 17 0,0-1-17 16,2-4 0-1,4-5-1-15,7-6 2 0,7-4 13 16,0 1-14 0,5-5-21-16,4 1-23 0,1-1-107 15,3 0-148-15,26-15-315 16</inkml:trace>
  <inkml:trace contextRef="#ctx0" brushRef="#br0" timeOffset="16470.3">9793 12869 1484 0,'0'0'294'0,"-2"-1"-185"0,-1-3-28 0,3-1-27 0,0 0 60 0,0 1-48 0,3 0-12 0,-6-3 30 16,3 5-12-1,-2 2 3-15,2 0 6 0,-2 0-48 16,0 4 8-16,-7 10-40 16,-2 17-1-16,-2 15 24 15,-6 14-23-15,9 6 20 16,1-6-21-16,4-6 1 15,10-14-13-15,1-8 12 16,5-10-23-16,5-9 23 16,2-8 1-16,4-5 5 15,1-5-6-15,6-8-10 16,-6-6 2-16,4-6-10 16,-6 1 2-16,-5 2 16 0,-12 4 6 15,-6 6 12-15,-4 4-18 16,-15 6-31-16,-4 10 30 15,-8 6-22-15,-7 10 9 16,-1 12 7-16,4-1-8 16,10-4-126-16,27 1-449 15</inkml:trace>
  <inkml:trace contextRef="#ctx0" brushRef="#br0" timeOffset="17651.36">16609 12745 1318 0,'-2'0'378'0,"2"0"-254"0,-3 0-79 15,3-2-3-15,3 2 23 0,-3 0 55 0,0 0-24 0,2 0-3 16,-2 0 36-16,0 0-53 16,0 0-11-16,2 0 5 15,3 0-47-15,5-2 8 16,11-2-31-16,8-2 9 16,11-4 5-16,5-4-8 15,5 0-6-15,-2 0 12 16,-9 4-12-16,-7 2 0 0,-6 6-6 15,-13 4 6 1,-1 6 1-16,-8 4 5 0,-4 10 15 16,-2 4 26-16,-2 8-29 15,-12-1 10-15,3 0-28 16,-10 2 1-16,-1 1-10 16,-5 0-48-16,-7 0-192 15,-72 52-328-15</inkml:trace>
  <inkml:trace contextRef="#ctx0" brushRef="#br0" timeOffset="20784.55">9406 11794 714 0,'0'0'506'0,"-2"0"-382"0,2 0-58 0,0-1 11 0,0 1-26 0,0 0 25 0,0-2-13 16,0 0 15-16,0 2-30 16,0-4-9-16,2 4 2 15,-2-2 11-15,0 2-37 16,0 0-14-16,2-3 20 0,-2 3-8 15,2 0-7-15,-2 0-6 16,2 0 11-16,2-1 3 16,3 1-14-16,3 0 0 15,2-3 18-15,7 3-17 16,0-1 14-16,2-3-3 16,3 2-11-16,-2-2 15 15,3-4-16-15,-3 4-7 16,1-1 7-16,-4 0 0 15,4-3 0-15,-3-1-1 16,2 1 2-16,-2-3 8 16,3 0-9-16,-1 0-5 15,0 0 5-15,-4-1 1 16,1 4 0-16,-3 0-1 16,-1 0 2-16,6 0-1 0,-3 0-1 15,-1-6 0-15,4 4 5 16,-3-4-5-16,-1 0-2 15,4 2-5-15,-8-2 14 16,1 2 3-16,-4-2-10 16,5 2-2-16,-1-2-4 15,-3 2 7-15,3-2-2 16,-5-2 1-16,-1 2 0 16,0-4 20-16,-2 0-20 15,1 4 0-15,-3-4 10 16,-2 1-9-16,0 2-1 0,-2-3 0 15,0-3 6 1,-2 2 27-16,-2-2 1 0,2 5-32 16,-7-2 14-1,-3-2 5-15,4 2-11 0,-3-4-10 16,-3 4 0-16,3-4 7 16,-3 2-7-16,1 2 0 15,5 0 9-15,-3 6-8 16,6 1 0-16,-2 8 44 15,1-3-31-15,-8 0-11 16,1-6-3-16,-2 2 0 16,-4-3 6-16,1 4 0 15,-1-4-6-15,1 3 0 0,-3-2 9 16,4 2-16-16,1 0 7 16,-4 1-12-16,2 2 12 15,0 1 1-15,3 1-1 16,-6 1 0-16,6 1-6 15,-1 3-9-15,-1 0 15 16,1 0-5-16,-1 3 5 16,1-3 0-16,-2 0 3 15,-2 0-3-15,2 0 0 16,-7 4-7-16,6-1 7 16,-6-1 0-16,5 2-1 15,2-2 2-15,0 2-2 16,3 0 0-16,-1 6 0 15,-1 1-7-15,-6 4 8 0,0 2 0 16,-3 2 2-16,2 2-1 16,1-1 6-16,-1 4-7 15,1 2 0-15,-4 4-5 16,6 4 5-16,-4 0-1 16,7 2-5-16,5-2-5 15,4 2 11-15,7 3-6 16,2 2 6-16,2 6 7 15,2 1-7-15,3 0-6 16,6-2 5-16,1-4-3 16,3-7-2-16,6-6-4 15,-1-7 10-15,5-4-5 16,0-4 5-16,-3-6-1 0,5-1-1 16,-3 0 2-1,1-4 8-15,4-2-8 0,1-2 0 16,-3-6 10-16,2 1-10 15,0-2-2-15,0-2 2 16,-4 2 6-16,-4 0 3 16,-6-2-9-16,1 4 0 15,-9 2 1-15,-2 0-1 16,2 3-5-16,-7-2 4 16,2-1 2-16,-2 4-2 15,5-2-43-15,-1 0-100 16,17-5-108-16</inkml:trace>
  <inkml:trace contextRef="#ctx0" brushRef="#br0" timeOffset="22784.84">15905 11418 1678 0,'0'0'300'0,"-2"0"-151"0,4 0-107 0,-4 0-42 0,2-2 56 0,0 4-28 15,2-2 4-15,2 0 8 16,1 1-14-16,4-1 37 16,6 3-35-16,8-3-22 15,3-3 23-15,8 2-11 0,6-5-11 16,4-5 7-16,3 4-7 16,4-8 6-16,3 1-13 15,1-4-9-15,1-1 9 16,5-4 0-16,-3 1-10 15,-6 2 9-15,0 0 1 16,-3-2-6-16,-9 2 6 16,-4 0 0-16,-7 0 1 15,-2-2-1-15,-10 0 0 16,-3-2 0-16,-1 0 12 16,-9-2 0-16,-1 0-12 15,-6-2 7-15,1-3 0 16,-3-1-6-16,-1 5-1 15,-3-2 0-15,-2 1 20 0,2 2-20 16,-2 0 0 0,-5 0 0-16,1 4 9 0,-5 4-9 15,-3 0-11-15,-4 4 10 16,1-2 2-16,-7 2-11 16,-3 2 10-16,-6-1 0 15,-8 9 2-15,-7 4-2 16,-5 9-14-16,-12 7 14 15,-6 10 0-15,-5 12 2 16,-4 10-2-16,-3 10-12 16,8 10 0-16,6 11 11 15,20 7-11-15,17 6 12 0,26 4-15 16,26-3 3 0,32-12-99-16,26-12-96 0,26-15-63 15,184 54-348 1</inkml:trace>
  <inkml:trace contextRef="#ctx0" brushRef="#br0" timeOffset="26519.74">12373 8043 1078 0,'0'0'223'0,"0"0"-153"0,0 0-70 0,-2 0 0 0,4 0 15 0,-4-2-15 0,2 4-29 16,0 0-56-16,-2 4-124 16,-15 18-300-16</inkml:trace>
  <inkml:trace contextRef="#ctx0" brushRef="#br0" timeOffset="27019.97">12338 8995 1813 0,'2'0'348'0,"-2"0"-263"0,-2 0-83 0,2 0 71 0,0 0-7 0,0 0-7 0,0 0-10 16,-3 0-5-16,3 0-20 0,0 0-17 15,0 0 7 1,0 0-28-16,0-2 10 0,0 4-104 16,0 0-171-16,-13 8-269 15</inkml:trace>
  <inkml:trace contextRef="#ctx0" brushRef="#br0" timeOffset="29218.12">2882 14985 1417 0,'-2'0'263'0,"2"0"-157"0,-5 0-8 0,5 0-7 0,0-4 8 0,0 4-21 15,0-2 5-15,0 2-8 16,-2-4-33-16,2 4 42 15,0-2-21-15,2 2-15 16,-2 0-18-16,5 0-29 0,-3 0 22 16,4 0-23-16,10-2 0 15,8-2 30-15,7-4-26 16,12-2-2-16,5-4-2 16,0-2 0-16,3 6 9 15,-2-8-9-15,0 6-1 16,-2 3 0-16,-5 8 1 15,-4-3-10-15,-9 0 9 16,-9 2-7-16,-6 2 6 16,-10 2-23-16,-6-2-15 15,-5 4 39-15,-7 0-49 16,-9 2-9-16,-14 6-37 16,-11-2-37-16,-8 2 7 15,0-6 58-15,0-2 44 0,1 0 24 16,8 0 15-16,1 0-15 15,5 2 14 1,3 2-13-16,11 2 7 0,7-2-8 16,11-8 0-16,9 0-9 15,4 0-12-15,13-4-38 16,5-4 53-16,11 2 6 16,12-6 3-16,8-4-3 15,10-2 0-15,-3 2-1 16,4-2 1-16,-6-4-24 15,-5 4 12-15,-6-5 11 16,-11 11-5-16,-9 2 4 16,-19 6-13-16,-10 7-13 15,-8 7-17-15,-17 2 45 16,-9 7 22-16,-9 8-21 16,-3-5 14-16,-2-2 0 0,2 0-14 15,5-6 32-15,9-2-9 16,10-6-11-16,13-2 1 15,7 0-14-15,6-8-19 16,11 0-179-16,59-22-403 16</inkml:trace>
  <inkml:trace contextRef="#ctx0" brushRef="#br0" timeOffset="31068.81">3019 13461 1556 0,'0'0'300'0,"0"0"-195"0,0-2-32 0,0 2 25 0,0 0-44 0,3-2-38 16,2 2 16-16,-1-6-20 15,3-2-5-15,8 0-7 16,1-2 2-16,2 0 2 16,1 4-4-16,-2 0-7 15,-2 6-2-15,-4 4 0 16,-2 2-2-16,-2 2 5 15,-5 6 6-15,0 2-4 16,-4 2 4-16,-3 2 0 16,1 2 0-16,0-4 6 0,-1-4-6 15,2-4 0 1,3-4 1-16,0-4-6 0,0 2 5 16,6 4-9-16,0 1-27 15,3 0 23-15,7 4-11 16,-3-3 3-16,5 2-2 15,-3-5 16-15,-3 0 7 16,-4 0 0-16,-5 1 2 16,-1 1-1-16,-7 3 18 15,-1 6-19-15,-10 6 1 16,-7 4 50-16,0 2-43 16,-4 0-2-16,2-10 0 15,7-4 3-15,7-8 0 0,2-4-9 16,0-2 1-1,7-6-13-15,4-4-95 0,29-42-187 16</inkml:trace>
  <inkml:trace contextRef="#ctx0" brushRef="#br0" timeOffset="31407.83">3590 13174 1414 0,'-2'0'448'0,"2"0"-367"0,-2-2-23 0,2 2-13 0,0 0-3 0,-2 2 18 0,2-2-18 0,0 4-33 0,0 7-8 16,0 12 14-16,0 18 27 16,-2 13-17-16,2 10-8 15,2 4 26-15,-2-2-34 16,4-6-9-16,-2-3 0 16,3-10-7-16,1-7 1 15,-4-3-48-15,-1-9-160 16,2 4-166-16</inkml:trace>
  <inkml:trace contextRef="#ctx0" brushRef="#br0" timeOffset="31873.47">3802 13445 1498 0,'-4'4'202'16,"4"-2"-148"-16,-6 4-43 16,6-4 32-16,4 0-28 0,-2-4-14 15,2 2 38-15,0-2-21 16,5-4-11-16,1-2 17 15,5-4 3-15,5-2 18 16,-1 0-6-16,2 4-25 16,-9 6 34-16,1 0-38 15,-5 8-10-15,1 2 15 16,-2 8 0-16,-5 10 46 16,1 4-18-16,-8 6-42 15,-2 8 46-15,-8-2-19 16,0-3-14-16,5-10-8 15,4-10 0-15,1-7-6 16,12-10 0-16,-1-4 0 0,12-2 22 16,16-11-21-1,14-9-1-15,14-6 0 0,6-2-49 16,5-4-92-16,102-46-215 16</inkml:trace>
  <inkml:trace contextRef="#ctx0" brushRef="#br0" timeOffset="34285.35">6530 13517 1097 0,'0'0'336'0,"0"0"-171"0,0 0-109 0,0 0-19 0,-1 0 2 0,1 0 8 0,0 0-4 15,0 0-7-15,0 0 35 16,1 0-50-16,-1-4 1 15,3 0-7-15,2 0-3 16,0-2-6-16,3 0-6 16,3 2 0-16,-1 0-4 15,0 2 4-15,-3 4-5 0,-3 4 5 16,4 8 10-16,-4 8 5 16,-4 8 14-16,-4 10-29 15,-2 0 29-15,0-1-23 16,-1-10-6-16,3-4 14 15,0-9-8-15,2-10-3 16,4 0-3-16,-2-6 0 16,2 0 10-16,2-2-10 15,3 2 1-15,11-4 20 16,7-4 5-16,8-6-6 16,5-4-20-16,1-4-40 15,4 4-29-15,-3-3-72 16,45-29-321-16</inkml:trace>
  <inkml:trace contextRef="#ctx0" brushRef="#br0" timeOffset="34651.61">7086 13266 1664 0,'-3'0'263'0,"3"0"-185"0,0 3-63 0,-2 3-5 0,2 10 7 0,0 12 41 16,0 14 32-16,2 12-58 16,-2 6-8-16,-2 6-10 15,2-2-14-15,-2-1 0 16,0-5-15-16,0-12-143 16,-3-10-62-16,1 12-584 15</inkml:trace>
  <inkml:trace contextRef="#ctx0" brushRef="#br0" timeOffset="35057.51">7353 13377 1713 0,'0'-2'272'0,"5"0"-167"0,4-4-87 15,2 2 0-15,0 2 22 16,3 6-32-16,1 4-7 15,-3 8 36-15,-8 6-28 16,-2 4-9-16,-6 2 8 16,-5 2-1-16,2-4 0 15,-6-4-7-15,2-6 0 16,6-6 35-16,2-4-23 16,3-6-11-16,5-2-1 15,9-6-15-15,13-4 9 16,10-10 6-16,13-4-136 15,110-56-71-15</inkml:trace>
  <inkml:trace contextRef="#ctx0" brushRef="#br0" timeOffset="35755.83">8421 13455 1970 0,'0'0'333'0,"0"2"-228"0,4 6-105 0,0 10 9 0,5 10 17 0,5 14-25 0,3 5-1 16,6 3-87-16,50 60-294 16</inkml:trace>
  <inkml:trace contextRef="#ctx0" brushRef="#br0" timeOffset="38685.61">15454 13365 1386 0,'0'-2'285'0,"-2"2"-156"0,2-2-42 0,-4 2-45 0,4 0 18 0,0 0 18 16,0 0-17-1,4-2 26-15,-4 4-19 0,2-4-40 16,-2 4 5 0,3 2-19-16,-1 6 7 0,4 10 22 15,2 8 1-15,0 8 28 16,5 2-45-16,-1 2-15 16,-1-2 5-16,-3-6-17 15,6-2 0-15,-3-5-9 16,-1-5-28-16,1-6-104 15,4-10-203-15,25-24-288 16</inkml:trace>
  <inkml:trace contextRef="#ctx0" brushRef="#br0" timeOffset="39052.68">15838 13251 1818 0,'-2'2'279'15,"-8"6"-169"-15,4 14-103 16,-3 10-5-16,0 4 23 16,7 2-7-16,4-4-17 15,3-8-1-15,6-6 5 0,4-4-5 16,1-8 0-1,2-4 12-15,2-4-12 0,-2-4 0 16,0-4 0-16,-3-2 6 16,-4 2-5-16,1 0 32 15,-12 0-13-15,-5 2-19 16,-6 2-2-16,-4 2-5 16,-8 8-27-16,-6 4 24 15,-4 4-42-15,4 6-9 16,4-4-81-16,10-4-120 15,19-8-1057-15</inkml:trace>
  <inkml:trace contextRef="#ctx0" brushRef="#br0" timeOffset="39369.15">16241 13114 1671 0,'-2'0'365'16,"2"0"-226"-16,0 0-95 16,0 2-35-16,-2 12-3 15,-4 9 84-15,3 13-9 16,-6 15-15-16,0 3-6 15,2 3-30-15,2-5-17 16,3-4-13-16,2-2 6 16,0-6-25-16,4-8 4 15,2-8-158-15,-2-6-100 0,11-6-315 16</inkml:trace>
  <inkml:trace contextRef="#ctx0" brushRef="#br0" timeOffset="39824.25">16402 13301 1788 0,'0'0'296'0,"4"0"-254"0,6 0-41 15,9-3 11-15,1 3-10 16,4 3 16-16,-6-1-18 16,1 2 0-16,-9 4 0 15,-3 0 1-15,-5 6 16 16,-6 2 1-16,-5 6-17 16,-3-2 24-16,-3 2-24 15,1-6-1-15,6-6 5 16,3-6-5-16,7 0 0 15,5 0 0-15,5 0 1 0,9 0-1 16,6 0 1-16,7-2-1 16,4 2 2-16,0 4-2 15,-5 0 18-15,-8 6 16 16,-12-2-25-16,-6 4 27 16,-19 4-9-16,-3 4-1 15,-17 2-5-15,-8 2-21 16,-2-2 0-16,-3-5 0 15,8-10-26-15,8 0-7 16,6-7-157-16,4-20-313 16</inkml:trace>
  <inkml:trace contextRef="#ctx0" brushRef="#br0" timeOffset="42691.61">19745 13319 1566 0,'-3'0'309'0,"3"0"-157"0,0 0-37 0,0 0-29 0,0 0 20 0,3 0-19 0,-3 0-21 16,4 0 8 0,-4 0-28-16,0 2-22 0,2 6-9 15,2 6 2-15,2 6 67 16,5 8-74-16,-1 0 1 16,1 2 4-16,-3 4-9 15,4-6-5-15,-3-4-1 16,-3-2-33-16,0-6-41 15,0-6-181-15,0-6-123 16,23-18-392-16</inkml:trace>
  <inkml:trace contextRef="#ctx0" brushRef="#br0" timeOffset="43218.87">20067 13230 975 0,'-4'-1'845'0,"4"-2"-641"15,-3-2-105 1,3 0-97-16,3-3-2 0,-3 4 37 16,0 3-5-16,-3 1 2 15,3 0-5-15,-2 0-8 16,0 0 18-16,-4 1-39 0,-2 3 0 15,-5 10 28 1,-7 0-28-16,2 7 5 0,2-2-5 16,8 2 0-16,6-6-18 15,4-4 18-15,4-5-36 16,9 2 24-16,1-11 11 16,7-2 1-16,-1-5-30 15,2-4 21-15,-1 0-13 16,-4-1 22-16,-5 0-15 15,-1-2 15-15,1 2 1 16,-5-3 0-16,-5 5-1 16,-2 1 9-16,-2 6 8 15,0 2 16-15,0 2-12 16,0 4 6-16,0 0-27 16,2 13 0-16,0 3 18 0,4 14 10 15,0 5 28-15,3 4-44 16,-1-3-12-16,2-6 12 15,-1-2-12 1,-1-4 0-16,2-6-36 0,-8-2-117 16,0-8-75-16,-2-12-703 15</inkml:trace>
  <inkml:trace contextRef="#ctx0" brushRef="#br0" timeOffset="43524.12">20447 13068 1953 0,'-6'8'240'16,"4"8"-195"-16,-5 18 3 0,1 12-24 0,-2 11 6 0,2 3-23 0,-1-4 1 0,-3-2 18 16,5-4-26-16,0-4-1 15,1-4-1-15,-1-4-7 16,1-6-48-16,-2-6-126 16,-4-1-127-16,-3-1-625 15</inkml:trace>
  <inkml:trace contextRef="#ctx0" brushRef="#br0" timeOffset="43969.34">20568 13345 1778 0,'0'-2'337'0,"12"0"-298"16,5-8-33-16,12 2-12 15,9-6 17-15,7 6 10 16,-3 0-21-16,-5 4 1 0,-8 4 47 16,-6 2-33-16,-10 5-9 15,-8 7 6-15,-11 3-1 16,-8 5 7-16,-9 2-6 15,2 0-6-15,-8-4 24 16,8-6-30-16,6-6 1 16,5-4 18-16,10-4-18 15,5 2-2-15,4-2 1 16,11 2 0-16,2 6 18 16,7 0-18-16,3 8 0 15,-10 0 21-15,0 8-21 0,-11 4 39 16,-11 2-11-16,-13 6-27 15,-23 4 27-15,-24 5-28 16,-18 1-77-16,-18-2-76 16,-6-4-105-16,-190 40-589 15</inkml:trace>
  <inkml:trace contextRef="#ctx0" brushRef="#br0" timeOffset="47419.13">18048 15057 1517 0,'-2'0'236'0,"-1"-2"-157"0,1 2-62 0,0-2-4 16,2 2 4-16,0 0 13 0,0 0 6 0,0 0-30 16,2 0 31-16,-2-2 7 15,0 2 1-15,2 0 25 16,-2 0 2-16,3 0-1 15,3 0-35-15,8 2-29 16,11-4 53-16,14-6-43 16,11-2-16-16,8-8 14 15,4-4-15-15,-6 2-9 16,3 2 8-16,-11 2-14 0,-11 4 3 16,-16 8-117-1,-15 8-48-15,-17 8 94 0,-18 8 11 16,-18 10 33-16,-11-4 39 15,-9 2 26-15,5-6 90 16,4-4 35-16,14-10-25 16,17 2 15-16,11-10-36 15,12 0-33-15,12-10-10 16,13 2-44-16,14-14 6 16,15-2-24-16,10-2-21 15,6 4 12-15,1 0-70 0,0 4-164 16,88-32-314-1</inkml:trace>
  <inkml:trace contextRef="#ctx0" brushRef="#br0" timeOffset="48552.75">22377 14945 1599 0,'-2'0'308'0,"2"0"-119"0,-2 0-78 0,2 0-90 0,2 0-14 0,0-4 25 0,7 0-32 15,7-6-19-15,9 0 8 16,10 2 11-16,7-10 4 16,0 4-4-16,-1 6 0 0,-6-2-9 15,-8 2 9-15,-12 4-13 16,-15 8 13-16,-13 0-1 15,-18 10 1-15,-16 4 13 16,-15 0 28-16,-9 0 41 16,-16 0 8-16,-9-2-10 15,2-2-28-15,12 0-17 16,29-8-1-16,30-4-16 16,44-10 9-16,37-10 5 15,26-4-32-15,86-14-39 16,19 0-68-16,-137 32-179 15,127-35-775-15</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2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3:05:17.999"/>
    </inkml:context>
    <inkml:brush xml:id="br0">
      <inkml:brushProperty name="width" value="0.05292" units="cm"/>
      <inkml:brushProperty name="height" value="0.05292" units="cm"/>
      <inkml:brushProperty name="color" value="#00B0F0"/>
    </inkml:brush>
  </inkml:definitions>
  <inkml:trace contextRef="#ctx0" brushRef="#br0">20840 9258 835 0,'0'-2'175'0,"-2"0"-109"0,2 0-23 0,-2 2-42 0,2 0 26 0,0 2 224 0,-3-2-122 0,-1 0-92 16,0 2-2-16,1-2 8 16,3 0 107-16,0 0-88 15,-3 0-31-15,3 2 28 16,0-2-20-16,-2 6-21 16,0 2 49-16,-2 2-28 15,2 4 54-15,2-4-48 16,4 4-34-16,0 2 28 15,8 0-2-15,1 4-13 16,3 2-22-16,10 1 8 16,5-4 28-16,3-1-38 15,4-4 0-15,0-1 12 0,2-9-11 16,0-6 0 0,0-9-1-16,2 0 15 0,-1-10 4 15,-3-2-19-15,-3-2 0 16,-8-3 14-16,0-2-1 15,-8-6-13 1,-1-4 0-16,-9-6 12 0,-5-2 4 16,-6-5-16-16,-6 2-4 15,-5-2 3-15,-8 1 1 16,3 0-6-16,-1 8 5 16,0 2 2-16,-3 4-1 15,5 6 0-15,-2 3-16 16,0 6 16-16,-4 4 0 15,-1 3-8-15,-5 2-7 0,2 4 30 16,-7 5 8 0,1 2-23-16,-5 3-11 0,-1 4 11 15,-4 2 0-15,-4 6 0 16,4 6-1-16,4 10 15 16,1 7 2-16,3 15-16 15,6 10-13-15,2 0 1 16,11 4 6-16,11-8-96 15,17-2-63-15,10-5-120 16,60 49-302-16</inkml:trace>
  <inkml:trace contextRef="#ctx0" brushRef="#br0" timeOffset="2050.87">14218 11448 1181 0,'-2'0'333'0,"2"0"-178"16,0 0-52-16,0 0-62 0,0 0-23 0,0 0 72 0,2-2-62 16,-2 2 4-16,2-2 10 0,-2 2-21 15,5 0 25-15,-5 0-46 16,2 0 9-16,0 0 21 16,5 0-30-16,6 2 0 15,8 0 17-15,8-4-16 16,6 0 20-16,5-5-21 15,0-4 0-15,3 1 3 16,-6-8-3-16,1-2 0 16,-5-4-4-16,-1-2 10 15,-3-2 7-15,-3-3-13 0,-7 1 0 16,-6-4 0 0,-6 4 0-16,-4 0 0 0,-11-4-7 15,-3 4 16-15,-5-7 9 16,-6 5-18-16,0 3 0 15,-3-4 0-15,2 8 0 16,0 0-9-16,-4 3 8 16,2 8 2-16,-4 2-11 15,-2 8 10-15,0 8 0 16,-5 8 12-16,-4 9-12 16,0 6 0-16,0 7 1 15,-5 13 5-15,3 4 18 16,6 6-24-16,12-1 6 15,13-2 9-15,17-2-15 16,19-1-6-16,13-1-7 0,11-2 10 16,8-4-20-1,9-4-103-15,3-6-42 0,-1-8 32 16,102 2-370-16</inkml:trace>
  <inkml:trace contextRef="#ctx0" brushRef="#br0" timeOffset="3384.25">21183 11159 983 0,'0'0'149'0,"-2"0"-149"0,2 0-84 0,-2 0 76 0,-1-2-10 15,1 2-39-15,-2-2-112 0,-6 2 94 0,6 0 75 16,0 2 108-16,-3 2-27 15,3 6-42-15,2 0-39 16,2 20-105-16</inkml:trace>
  <inkml:trace contextRef="#ctx0" brushRef="#br0" timeOffset="4550.6">21351 11544 1223 0,'0'0'323'0,"-4"0"-229"0,2 2-58 16,0 2-1-16,-2 0-5 15,-5 0 78-15,0 4-69 16,-4 4 15-16,-7 0 27 15,0 2-15-15,-9-2-3 16,-5 4-2-16,-3 0-52 16,-6-4 74-16,-6-1-76 0,-2-8 17 15,-1-6 33-15,-3-14-15 16,-5-9-1-16,0-10-1 16,0-6-39-16,2-6 83 15,0-8-84-15,0 0 19 16,2-11-25-16,2-7 6 15,8-10-10-15,10-6-29 16,11-14 9-16,13-61-8 16,18-8 16-16,0 123-26 0,3 0 47 15,7-42 2-15,-1 16 11 16,3 14-12 0,-7 13 20-16,1 13-14 0,1 4-6 15,-2 6 0-15,1 1 21 16,-2 2-11-16,1 1 5 15,5 6-15-15,-5 0 8 16,5 2 11-16,1 2-19 16,2-4 0-16,3 4 2 15,-7-2-2-15,-3 4 13 16,1 0-13-16,-4 2 1 16,0 0 23-16,6-4-24 15,-1 0 0-15,1-2 3 0,4-2-3 16,-9 6 18-1,2-4-18-15,-1 3 1 0,2-4 6 16,1 1-7-16,-4-4 0 16,1 1 6-16,-1 5-6 15,-6 1 20-15,-2 7-20 16,-2 1 0-16,0 1 10 16,0 2-10-16,-2 2-13 15,2-2 7-15,-2 0 12 16,0 3-12-16,0-3 4 15,0 0-2-15,-4 0-34 16,-5-5 13-16,1-1-34 16,-9-1-2-16,-5-2 29 15,-5 4 25-15,2-6-34 0,1 5 41 16,1 0-7 0,1-2 7-16,7 4-3 0,7 0 3 15,5 0 6 1,8 2-6-16,1-2-23 0,4-2 23 15,0 0 8-15,1 2-8 16,4 0-17-16,5 2 17 16,2 4 1-16,4 4 29 15,-2 0-30-15,5 4 0 16,0-2 21-16,-2 4-21 16,2-6-5-16,-6 0 5 15,2-2 6-15,-10 0 27 16,-1 3-33-16,-4 0 0 0,-6 9 46 15,-2 11 13 1,-8 17 1-16,-1 14-6 0,-9 12-30 16,-5 4-12-1,2 8-12-15,-8-3-213 0,-61 101-158 16</inkml:trace>
  <inkml:trace contextRef="#ctx0" brushRef="#br0" timeOffset="7251.86">13364 9731 1207 0,'-4'-2'332'0,"4"0"-182"0,-2 0-86 0,0 0 41 0,2 2-72 0,0 0-25 0,0 0 35 15,0 0-29-15,-2 0 11 16,-1 0 74-16,1 0-63 16,0 0 57-16,0 0-93 15,0-2 8-15,2 0 14 16,-3 0-10-16,1 2-12 16,-1 0 0-16,-1 0 0 15,-2 4 2-15,-3 2-2 16,-7 9-3-16,-8 6 3 0,-6 12 9 15,-3 11 12 1,-3 10 46-16,1 14-26 16,-1 4 49-16,12 4-80 0,1 0-10 15,12-1 42-15,9-5-28 16,6-4-13-16,10-2-2 16,10-4 19-16,7-2-19 15,8-5 1-15,5-5-21 16,5-6 21-16,-2-8 5 15,0-2-4-15,-3-8-2 16,-3-6 21-16,-3-2-7 16,-7-2-13-16,0-4-1 0,-4 2 1 15,-6-6 0 1,0-2 4-16,-4 3-14 16,3-3 20-16,-1 1-1 0,-4-1-9 15,3 5 0-15,-3 0 3 16,8 1-3-16,-3 0 0 15,7 2-6-15,-3-2 15 16,2 3-8-16,1-5-1 16,-4-2-3-16,2 2 3 15,-6-4 0-15,4 0-6 16,-3 2 5-16,-1 2 2 16,-3 0 3-16,-3 4-4 15,3 0-9-15,-5 2 9 16,2-4 0-16,-1 2-3 15,-3-6-4-15,-3 0 14 0,2-2-1 16,-4 4-6-16,2-4-7 16,1 0 7-16,-3-2 0 15,-2 2 0-15,-2-4 0 16,-2 2 6-16,-2-2-3 16,-5 0-3-16,-3 2-11 15,-7-2 10-15,-8 0-9 16,-6 2-9-16,-1-2 19 15,1 4 0-15,2-2-6 16,0 2 6-16,6 0-11 16,2-2 11-16,6 0 0 15,1 0 3-15,10-4-10 0,-1-2 14 16,5 0-22-16,0-6 15 16,4 4-24-1,0-2 8-15,5-4 14 0,-1-2-16 16,5 0 17-16,1 4 2 15,-4-2 9-15,1 6-10 16,1 0-4-16,-2-3 3 16,3 6 1-16,-1-3 0 15,-2 0-2-15,3-4 13 16,-1-1-1-16,-4-3-10 16,-2 5 0-16,-1-1 5 15,-1 3-4-15,-4 0 8 16,-1 0-9-16,-1-3 6 15,0 5 0-15,-2-2-6 16,2 0 0-16,2 0 5 16,-4 3-4-16,3 0 0 0,1 0-1 15,2 1 0-15,0 3 0 16,0 0 0-16,2 3-21 16,7 3 21-16,5 4 11 15,1 8 10-15,10 3-21 16,-3 1 7-16,5-2 10 15,-3-4-17-15,-2-2 0 16,-1-4 4-16,-8-4-4 16,-5-2 13-16,-2-2-13 15,-4-2 9-15,-2-2 69 0,0-7-30 16,-4-5-40 0,-6-5 17-16,-1-2-25 15,-5-1 9-15,1 4-9 0,-1 8-27 16,-1 5 0-16,-4 5 9 15,-1 8-96 1,-2 17-99-16,-41 84-169 0</inkml:trace>
</inkml:ink>
</file>

<file path=ppt/ink/ink2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2-03T04:08:52.342"/>
    </inkml:context>
    <inkml:brush xml:id="br0">
      <inkml:brushProperty name="width" value="0.05292" units="cm"/>
      <inkml:brushProperty name="height" value="0.05292" units="cm"/>
      <inkml:brushProperty name="color" value="#FF0000"/>
    </inkml:brush>
  </inkml:definitions>
  <inkml:trace contextRef="#ctx0" brushRef="#br0">13603 6021 1029 0,'-2'0'525'0,"2"0"-456"0,0-1-51 0,0 1 6 0,0 0 13 0,0 0 4 0,0 0 29 0,0 0-52 0,0 0 6 0,2 0-24 0,-4 0 0 0,2 0 9 0,0 0 157 0,0 0-92 0,0 0-10 0,0 0 14 0,0 0-1 0,0 0 14 0,0 0-13 15,0 0 14-15,-7-9 2 16,7 5-43-16,-2 0-18 15,0-2-21-15,-4 4 5 16,0-1-7-16,2 0 4 16,0 2-7-16,-1-2 23 0,1 3-6 15,2 3-22-15,-6-2 10 16,0 5-12 0,4 6 0-16,-1 1-12 15,1 5 3-15,6 1-3 0,5 3 2 16,5-5 9-16,2-5-26 15,-1-4 27-15,6-4-9 16,-4-4 9-16,-6-4 1 16,4 0 17-16,-6-4-9 15,-4-4-3-15,0 2-3 16,-6-6-3-16,0 4-1 16,-10 1-31-16,4 6 8 15,-3 1-7-15,2 4 11 0,-3 4 20 16,1 1 0-1,3 6-19-15,5 3-16 0,4 0-29 16,4-4-44-16,5-2 25 16,4-4 38-16,7-4 45 15,-4-2 12-15,2-4 3 16,-5-4-3-16,-6-1 11 16,-3 2 50-16,-2 3 43 15,-6 0-8-15,0 4-21 16,-6-4-41-16,2 6-44 15,-3 0-2-15,2 0-21 16,0 6-24-16,4-4-180 16,1 8-312-16</inkml:trace>
  <inkml:trace contextRef="#ctx0" brushRef="#br0" timeOffset="2115.88">19240 5859 1545 0,'-2'0'380'0,"2"0"-230"0,0 2-32 0,-2-2 37 0,2 0-53 0,-2 4-29 0,-3 4-13 0,-2 6-24 15,-2 4-6-15,7 2 0 16,0 2-16-16,4-2-8 15,2-2-6-15,3-8 1 16,0 1 13-16,0-10 5 16,-3-1-5-16,3 0 13 15,2-4 24-15,2-4-5 16,-2-2-11-16,-3-4-16 16,-1-2 10-16,-7 2-14 15,-3 2-15-15,-2 4 10 16,-3 6 2-16,-4 2-12 0,1 4-1 15,-1 8 0 1,3 0-20-16,5 7 0 0,6-4-54 16,8-4-17-1,10-6 37-15,0-5 55 0,4-5 0 16,-4-3 21-16,0-6 23 16,-7 3 7-16,-8 1 36 15,-3 4 1-15,-9 2-22 16,-7 0-51-16,-2 3-15 15,-9 1-25-15,3 5-70 16,-9 5-175-16,-56 26-874 16</inkml:trace>
  <inkml:trace contextRef="#ctx0" brushRef="#br0" timeOffset="5378.83">13599 6320 1297 0,'0'-2'479'0,"-2"2"-396"16,4 0-14-16,-2 0-6 0,0 0 6 0,-2 0 21 0,2 0-36 0,-3 0-20 0,3 0 7 0,0 0 11 0,3 0 26 0,-3 0-28 15,0 0-8-15,0 0-22 16,0 9-20-16,0 5-4 16,2 12 4-16,0 6 13 15,4 5-12-15,3-2-1 16,3-3 0-16,3-8 1 16,-1-8 5-16,-3-4-6 15,3-8 0-15,-6-2 1 16,3-4 9-16,-1 0 4 15,-2-4 5-15,-4 0 10 16,-1-2 23-16,-3 0 19 16,0-4-32-16,-3 0-12 0,-3 0-3 15,-6 6-5-15,6 2-7 16,-3 0-7-16,3 4-4 16,0 0-2-16,2 0 1 15,0 0 0-15,2 0-10 16,4 0-1-16,-2 2 2 15,0-2-3-15,4 4-22 16,-4 4-178 0,-11 24-322-16</inkml:trace>
  <inkml:trace contextRef="#ctx0" brushRef="#br0" timeOffset="9162.34">13520 6132 824 0,'0'2'131'0,"1"-2"-59"0,-1 4 97 0,5 2-46 0,-3-4-31 0,0 0 32 0,-2-2-19 0,0 0-1 0,0 0-19 0,2 2-28 16,-4-2 0-1,2 0-39-15,0 0-10 0,0 0 1 16,0 0-8-16,2 2 1 15,-2 0-1-15,2-2 9 16,-2 0-9-16,0 2-1 16,0-2 1-16,0 0 20 15,0 0 28-15,0-2 29 16,2 2 15-16,-2-2 9 16,0 0 3-16,0 0-10 15,-2-6-37-15,2 0-10 16,-2-4-24-16,0-4-6 15,-2-6 14-15,-2-6-8 0,-2-10-14 16,-5-7 2 0,1-1-1-16,-1 0 14 0,1 8-5 15,-1 4 2-15,7 4-2 16,-1 8-19-16,2 2 0 16,1 6 0-16,2 4 5 15,-1 2-6-15,1 4 11 16,2 2-11-16,0 2 6 15,-4 0 5-15,4 0-4 16,4-2-2-16,-4 4-5 16,0-2-6-16,0 0-6 15,0 0-8-15,0 2-1 16,2-1 2-16,7 6-16 16,7 3 35-16,9 2 0 0,4 6 1 15,6 2 9-15,3 0-10 16,0 4 2-16,-3-4-8 15,2 4 6-15,-10-2 0 16,-2-4 8-16,-2-2-7 16,-7-8-1-16,-5-2 1 15,-5 0 0-15,-6-3 0 16,0-3 5-16,-2 0 2 16,2 0-7-16,-2 0-2 15,0 1-5-15,-2-1-12 16,-1 2 10-16,-9-2 8 15,-3 4 24-15,-10-2-24 16,-4 2 1-16,-5 2-1 0,-4-4 1 16,-7 2 1-16,0 0-1 15,3-1 10 1,6 1-10-16,12-3 5 0,7 5-6 16,8-4 0-16,3 0 0 15,3 1 0-15,2-3-1 16,3 0-6-16,3 0-5 15,-1 0 2-15,-2 0-1 16,3 0 1-16,-3 1-8 16,0 3 0-16,0 2 18 15,0 5 2-15,0-3-2 16,0-2-8-16,0-1-2 16,0-2 1-16,0 1 9 0,0-1-1 15,-3 0-7-15,3 2 6 16,-5 6-13-16,3-4 3 15,-2 6-33-15,2-3-7 16,0-4 16-16,2 0 27 16,0-5 9-16,0 2 0 15,0-3 6-15,0 0-6 16,2-3-4-16,0 2-25 16,2-3-2-16,8-2 31 15,7-5 4-15,4-4 23 16,6-6-27-16,0 2 11 15,2-8-5-15,0 0 4 16,5-5-1-16,-1-5-8 16,-1 5 0-16,-7-4 11 0,-3 6 2 15,-9 4 10-15,1 4 4 16,-9 4-14-16,-3 3 11 16,-2 4-13-16,1 3-6 15,-3 4 3-15,0-2-8 16,0 3 0-16,0-1 7 15,-3 4-7-15,3 0 10 16,0-1-11-16,0 1 6 16,0-2-6-16,0 0 0 15,0 2 0-15,0 0 0 16,0 0-2-16,0 0 2 16,0 0 15-16,0 0-15 15,0 0 1-15,0 0 0 16,0 0 3-16,-2 0-4 0,2 0 0 15,0 0-6 1,0 0 7-16,0 0-1 0,0 0 1 16,0 0-1-16,-2 8 0 15,0 0-25-15,-2 10 16 16,-1 16 9-16,-3 12 0 16,0 10 10-16,0 2 5 15,-1-4-4-15,3-2-10 16,-6-3 12-16,3-3-12 15,3-2-1-15,-2-6-1 16,2 0 1-16,4-12 0 16,-1-8 0-16,3-10-1 0,0-4 0 15,-2 2 1-15,2-3 6 16,0-3-5-16,0 0 0 16,0 0 14-16,2-3-8 15,-2 3 2-15,0 0-8 16,0 0 0-16,0-2 6 15,0 2-6-15,0 2-1 16,0-2 0-16,-2 0 0 16,2 0-1-16,0 0 2 15,0 0-1-15,0 0 10 16,0 0 14-16,0 0-3 16,0 0-1-16,0 0 5 15,0 0-8-15,0 0 7 16,0 0-12-16,0 0-11 15,0 0 10-15,0 0-10 16,0 0 5-16,0 0-5 0,0 0-1 16,0 0-1-16,0 0-25 15,0 0-62 1,2-18-118-16,-15-28-427 0</inkml:trace>
  <inkml:trace contextRef="#ctx0" brushRef="#br0" timeOffset="9595.48">13499 6088 1538 0,'0'0'363'0,"2"2"-253"0,-2-2-49 0,4 0 14 0,-4 2-4 0,2 2-34 0,5-3-10 0,5 6 20 0,3 1 41 0,5 0-44 16,-3 0-20-16,4-4-8 15,-7-2-16-15,1 2-141 16,-4-4-139-16,-22-4-1276 15</inkml:trace>
  <inkml:trace contextRef="#ctx0" brushRef="#br0" timeOffset="10845.95">13554 5961 1633 0,'-7'2'235'0,"-1"1"-157"0,-3-2-37 0,1 3 5 0,4-1 31 0,-1 0-4 0,3-1 5 15,4-2-30-15,0 5-1 16,0 13-34-16,6 15 38 16,1 22-1-16,7 15-22 15,9 2-16-15,7-6 2 16,5-12-14-16,1-15-6 16,0-17-13-16,-5-14 10 15,-6-15 9-15,-4-11 34 16,0-14-5-16,-1-14-5 15,-7-6-23-15,-6-6 19 16,-10 0-20-16,-12 0-5 16,-11 0-1-16,-12-2-44 0,-5 9 29 15,-1 11 21-15,6 12 0 16,11 20 3-16,0 10-3 16,5 14 2-16,0 14 13 15,2 16-14-15,6 10 13 16,8 11-11-16,14-3-3 15,17-10-2-15,4-10-16 16,9-12-6-16,-3-16 17 16,-1-10 7-16,-2-12 30 15,-9-14-5-15,2-6-8 16,-9-2 13-16,-3-2 1 16,-11-2 8-16,-10 4 8 15,-11 2-47-15,-12 2-32 16,-9 10-94-16,-7 14-183 0,-62 42-70 15</inkml:trace>
  <inkml:trace contextRef="#ctx0" brushRef="#br0" timeOffset="11582.84">17571 4646 1367 0,'-2'4'175'0,"-2"-4"-103"0,2 4-58 0,0-2-8 0,-2 0 3 0,2 0 10 15,0 2-1-15,-2 0-1 16,2-2 34-16,-3 2-26 16,3-2-7-16,0 0-18 15,2 0-10-15,0-2-73 16,0-2-91-16,4-20-757 15</inkml:trace>
  <inkml:trace contextRef="#ctx0" brushRef="#br0" timeOffset="12980.47">19360 5995 1536 0,'5'2'201'0,"-3"3"-109"0,5-1-55 0,4-3 10 0,2-5 5 0,1-6-1 0,-1-4 8 0,3-2 17 15,-5 2 28-15,-7 2-7 16,-4 0 10-16,-6 4-35 16,-8 2-12-16,-12 2-60 15,-10 8-24-15,-13 8 24 16,-3 12 1-16,6 3 0 15,8 1 1-15,12-9-2 16,12-2-12-16,7-5-11 16,9-6-16-16,7-5-19 15,9-4 58-15,7-5 10 16,8-4 4-16,-4-8-5 16,0 1 33-16,-11 5 1 15,-10 3 29-15,-8 8-4 0,-6 3 14 16,-9 4-82-16,-8 9-54 15,-15 0-156-15,-84 44-410 16</inkml:trace>
  <inkml:trace contextRef="#ctx0" brushRef="#br0" timeOffset="17563.66">14176 14895 1536 0,'0'0'314'0,"0"0"-164"0,0 0-15 0,0 0-15 0,0-2-42 0,0 2-20 16,2 0-14-16,-2 0-2 0,0 0 4 15,0-2 5-15,0 2 2 16,0-2 10-16,0 2 1 16,0 0-8-16,0-2 2 15,-2 2-1-15,-3-10-25 16,0 2-22-16,-5-10-9 15,-3-4 8-15,-3-6-8 16,1-3-1-16,-6 1-1 16,5-2 0-16,-1-2-11 15,-4 2 2-15,4 4 1 16,-3-2 3-16,4 4-3 16,3 6 2-16,0 4 7 0,3 10 6 15,2-4-5 1,1 2 4-16,3 4-4 0,-2 0-1 15,4 2 1-15,2 0 1 16,0-2-2-16,0 2 0 16,0-1 0-16,0 2 0 15,0-7 8-15,0 4-7 16,0-2 9-16,0 2-2 16,2 0-1-16,-2 2-6 15,0 2 1-15,6-3-1 16,-4 2 4-16,2 1-5 15,3-3-9-15,6-1 3 16,5 3 0-16,4 1 5 16,10 0-7-16,-1 4 7 15,2 4 0-15,5 2-1 0,-1 4-3 16,-1-2 5-16,-2-2 1 16,-8 2-1-16,-1-6 1 15,-7-2-1-15,-3-4 0 16,-7 0-1-16,-4 0 0 15,-2 0 1-15,-2 0-1 16,-2 2-7-16,0-2-1 16,0 2 0-16,-3 6 7 15,-4 0 2-15,-6 10 1 16,-1 6 10-16,-7 4-11 16,4 0 0-16,-4-2 0 15,0 0 1-15,2 4 1 16,-2-2-2-16,3 0 1 0,3-3 0 15,3-3-1 1,3-8 1-16,5 0-1 0,2-10 0 16,2 0 0-16,2 0 0 15,0-8 6-15,0 4-5 16,0 0 0-16,0 0 0 16,0 0 7-16,-2 0-1 15,2 0-6-15,0 0 6 16,0 0-6-16,2 0-1 15,-2-3 1-15,0 3-2 0,-2 3 1 16,2-3 0 0,0 0 0-16,0 0-1 0,0 0 1 15,0 0 0 1,10-8 0-16,-10 4 0 0,2-2 6 16,0-6 0-16,0-6-4 15,5 0-1-15,-3-5 0 16,2-3 0-16,2-6 1 15,-2 0-1-15,3-6-1 16,-5 0 1-16,6-2 6 16,-4 6-7-16,-1 3 0 15,-3 12 0-15,-2 5 1 16,0 6 0-16,0-2 1 16,-2 6-1-16,2 0 5 15,-2-6-6-15,2 2-1 0,-3 4 1 16,3-9 0-1,-2 7-1-15,2-2 1 0,0 4 0 16,0 0 1-16,0 4-1 16,0-2 1-16,0 2-1 15,-2 0 0-15,4 0-1 16,-2-4 0-16,2-4-5 16,1-2 0-16,-1 5 5 15,0 0-5-15,0 1 6 16,-2 2-7-16,0 2 1 15,0 0 5-15,-2 0-13 16,4 2 4-16,-2-2 1 16,0 0 8-16,2 0-7 15,-2 0 8-15,0 0 0 16,0 0 1-16,0 0-1 16,-2 0 0-16,4 9-1 15,-2 9 1-15,2 9 33 0,0 14-9 16,1 5-12-1,-1 2-11-15,-2-4 7 0,-2-4-1 16,2-2-6-16,-3-4 1 16,3 2 7-16,-2-4-9 15,2-2-1-15,2 2 1 16,3-7 0-16,-2-1 0 16,-1-12-1-16,0 0 0 15,-2-6 1-15,5-2 0 16,-5-4 1-16,0 2-1 15,2-2 1-15,-2 0-1 0,0 0 0 16,0 0 0-16,0 0-1 16,0 0 0-16,-2 0 1 15,2-2 1-15,0 4-1 16,0-2 8-16,0 0-7 16,0 0 7-16,0 0-1 15,0 0-6-15,0 0 8 16,0 0-3-16,0 0-6 15,0 0 0-15,0 0 1 16,0 0 10-16,0 0-2 16,0 0-8-16,0 0 9 15,0 0-4-15,-9-10-6 16,-1 6-13-16,-5-10 1 16,-7 2 12-16,1-2 2 15,-6 4 2-15,6-2-4 16,-6 6-7-16,0 2 1 0,5 4-17 15,0 1 10-15,6 8 4 16,3-5 7-16,1 0 1 16,8 2-7-16,2-4 7 15,2-2-8-15,2-2-3 16,0 2-9-16,-2-2-1 16,2 2 13-16,0 0 1 15,0 0 8-15,4 0 1 16,-4 0-1-16,0-4-8 15,5 0 8-15,3-6 12 16,13-7-5-16,2-6-1 0,6-8-4 16,4-5-1-16,1-4-1 15,-5-6-8-15,2 4-14 16,-6 2-5 0,-4 8 10-16,-8 10 7 0,-6 12 10 15,-4 7 0 1,-5 3-1-16,0 0-14 0,0 3-27 15,-2-3 9-15,4 0 13 16,-2 0 15-16,-2 0 5 16,4-3 0-16,-4 3 0 15,4 0-1-15,0-1-14 16,-2 1-51-16,-2 1-57 0,2-1-126 16,0 0 11-1,11 17-571-15</inkml:trace>
  <inkml:trace contextRef="#ctx0" brushRef="#br0" timeOffset="20078.87">22363 13878 927 0,'-2'0'917'0,"-2"-2"-758"0,-5 0-52 0,1-2-32 0,-4 0-27 0,-1-2-26 0,-7-4 14 0,2 2 12 16,-6-4 5-16,1 0-11 15,-4 0-12-15,-1-4-11 16,3 0-2-16,-6 2-8 16,-3 2-2-16,-2-2-6 15,3 2 0-15,0-2-1 16,2 4 1-16,-1-1 0 15,12 8-1-15,1-1 1 16,5 0 14-16,7 1 12 16,3 3 6-16,2 0-15 15,4 0-18-15,0 0-11 16,2 0-22-16,3 0 33 16,11 3 1-16,0 1 6 15,11 0-7-15,2 2 1 0,5 4 0 16,4-2-1-1,4 2 0-15,-1-2-12 0,-1-8-55 16,-1-4-38-16,-6 0 55 16,-8-5 32-16,-8 4 18 15,-5-1 2-15,-7 4 7 16,-5 2-2-16,0 0 28 16,-4 0-7-16,2 4-20 15,-4-2 2-15,-3 1-4 16,4 1-5-16,-1 3 11 15,4-7-6-15,-2 0 6 16,2-4-12-16,-3 1-1 16,-1 2-9-16,-2-3-4 0,-1 0-1 15,-1-6 2-15,0 2 7 16,2-1-3-16,-1-2 9 16,3 4 1-16,1-1 23 15,-2 2-14-15,5 6-2 16,-2 0-2-16,0 5-5 15,-7 4-1-15,-1 9 12 16,-2 9-4-16,-3 5 2 16,-6 8-4-16,8 0-5 15,-5-4 5-15,5-6-6 0,1-2 6 16,4-8-6 0,-1-4-1-16,4-1 1 0,1-6-1 15,4-4 0-15,0-1-1 16,0-4-7-16,3-3-1 15,-3 2 8-15,1-8 2 16,4-3 16-16,0-4-7 16,3-6 6-16,-1-2 13 15,-1 0-2-15,-1-2 1 16,0-6-12-16,1 4-9 16,-2-2 7-16,3 2-12 15,-3-2-1-15,-7-2-9 16,2 1 8-16,-1 5 2 15,-7 2 1-15,3 6 5 16,-1 5 3-16,0 2-9 0,2 5-2 16,3 4-2-16,0 0 3 15,2 2 0-15,0 0-9 16,0 2-7-16,2 2-8 16,0 11 24-16,1 8 4 15,3 8-2-15,2 1-1 16,0-2 15-16,4-2-16 15,3-6 4 1,-4-2-3-16,5-4-1 0,-1-4 1 16,-1 0-1-16,1-4-1 15,-3-4 1-15,-4 4 6 16,-1-6-6-16,-1 0 10 16,4-2-10-16,-4-2 0 15,1 0-1-15,-3-6-75 0,1 2-207 16,-5-6-298-16</inkml:trace>
  <inkml:trace contextRef="#ctx0" brushRef="#br0" timeOffset="23498.55">14478 14851 1900 0,'0'-4'332'0,"0"4"-154"0,0 0-52 0,0 0-58 0,0 0-58 0,3 0-9 0,0 0-1 16,-1 0 0-16,0-4 1 15,2 4 0-15,-2-2 10 16,5 0-11-16,1-4-26 16,0 2-142-16,1-5-36 15,-5 1 45-15,-2 3 53 16,-2 0 65-16,-6 5 2 16,-3 9 39-16,0-4 11 15,0 8 5-15,0-3 14 16,5 2-10-16,-1 2-7 0,5-9 5 15,3 2-12-15,-1-1 6 16,0-6-4-16,0 0 7 16,2-4 22-16,1 2 1 15,-1-5 38-15,1 6 5 16,0-7 3-16,-3-1-4 16,-2 8-22-16,-2-3-8 15,-2 4-17-15,0-4-18 16,-2 4-15-16,-1 0-48 15,-1 4-74-15,-2 0-83 16,3 0-14-16,-1 6-525 16</inkml:trace>
  <inkml:trace contextRef="#ctx0" brushRef="#br0" timeOffset="24548.19">14465 14281 1246 0,'0'0'274'0,"0"0"-115"0,2-2-60 0,-2 2-36 0,0-4 8 0,0 4 31 0,0 0-26 16,0-4 16-16,0 4-13 15,0 0 23-15,-2 0-22 16,2 0-25-16,0 0 7 0,0 0-13 16,0 0-26-1,0 4-19-15,0-4-4 0,2-4-1 16,-4 4-5-16,2 0 0 15,0 0 6-15,0 0 15 16,0 0 2-16,0 0 2 16,9-10 8-16,-5 6-6 15,-1-2-7-15,-3 0-1 16,-3 0 2-16,-1-2-9 16,2 2 23-16,0 0-1 15,-3 4 20-15,1-2-9 16,2 4-18-16,-2 0-21 15,1 6-18-15,1-4 12 0,2 4-1 16,-3 0-5 0,3 2-2-16,0-4 4 0,0-2-34 15,3-2-64 1,-3 2-40-16,0 2-109 0,-3 0-43 16,-14 10-288-16</inkml:trace>
  <inkml:trace contextRef="#ctx0" brushRef="#br0" timeOffset="25163.82">13917 14251 1078 0,'0'0'222'0,"2"-2"-111"0,-2 0-59 0,2-2-37 0,-2 0-7 0,2 0-7 0,4 2-1 0,-6-2-57 0,0 2-48 0,0 0 52 16,-6 0 32-16,6 2 20 0,-2 0-6 16,2-2 7-16,0 2 16 15,0-2-16-15,-2 0-119 16,-2-8-751-16</inkml:trace>
  <inkml:trace contextRef="#ctx0" brushRef="#br0" timeOffset="25512.92">13911 14243 1087 0,'0'0'333'0,"0"0"-185"0,2 2-100 16,2-2-31 0,0 2 7-16,4-2 0 0,-4 0 30 15,0 0 1-15,1-2 16 16,-1 0 7-16,2-2-14 15,-3-2-11-15,2-2-8 16,-3 0-21-16,-4-2 4 16,0 2-11-16,-1-2-2 15,-2 4 3-15,1 2-12 16,2 2-5-16,-2 2-2 16,-1 0-7-16,3 0-7 15,0 2 12-15,-6 0 3 0,6 2 0 16,2 4 1-1,-2-2 0-15,4-4-1 0,0 2-9 16,4 0 0-16,-4 4-5 16,0 2-40-16,0 2-127 15,5 20-295-15</inkml:trace>
  <inkml:trace contextRef="#ctx0" brushRef="#br0" timeOffset="26279.83">13869 14784 1542 0,'0'-1'307'0,"0"1"-149"0,0 0-73 0,0-3-22 0,2 3-7 0,-2-1 4 0,0 1 1 0,2-3-17 0,-2-1-7 0,2 2-1 16,0-2-7-16,0-4-10 15,-2 2-5-15,7 2-8 16,-7-1-6-16,2-2 1 16,-2 3 0-16,-2 4-1 15,2 0 0-15,-4 0 0 16,1 0 0-16,3 0-15 0,-2 0 14 15,2 0-5 1,0 2-15-16,0 0-45 16,-2 5-63-16,2-2-51 0,0 1-91 15,2-2-89-15,-2 4-381 16</inkml:trace>
  <inkml:trace contextRef="#ctx0" brushRef="#br0" timeOffset="26918.42">14247 15204 775 0,'-2'-4'1283'0,"0"4"-921"0,-3-5-137 0,3 5-89 0,-1-1-89 0,6 2-41 0,-3-1-6 0,0-1-15 0,0 1 3 16,0 0-18-16,0 0-35 0,2-4 7 16,-2 1 41-1,-2 2-22-15,-1-3 8 0,-3-1 22 16,-1 4 7-16,5-2-10 15,-2 3-4-15,-1 0 16 16,3 3 1-16,-3-2 28 16,3-1-2-16,0 0-2 15,2 5-13-15,0-5-12 16,-3 4-151-16,-36 10-1909 16</inkml:trace>
  <inkml:trace contextRef="#ctx0" brushRef="#br0" timeOffset="33860.68">21785 13975 1769 0,'0'0'742'0,"-2"0"-476"0,0-3-100 0,2 3-56 0,0 0-58 0,0-1-17 0,0 1-14 0,0-3 9 0,0 3 3 0,0 0-15 0,-4 0-2 0,8 0-14 0,-4 3-2 16,0-3-9-16,0 0-90 15,-4 0-210-15,0 1-333 16,-9 13-982-16</inkml:trace>
  <inkml:trace contextRef="#ctx0" brushRef="#br0" timeOffset="35129.61">21916 14257 2252 0,'0'0'651'0,"0"-4"-406"0,0 2-115 0,0 0-47 0,2 2-37 0,-2-2-16 16,0 2 0-16,2-2-18 15,-2 2-3-15,0 0-9 0,3-2-2 16,-1 2-37-16,3 0-42 15,-1 0-117-15,3 0-309 16,20-2-190-16</inkml:trace>
  <inkml:trace contextRef="#ctx0" brushRef="#br0" timeOffset="35396.48">22295 14211 1949 0,'-3'-2'783'0,"3"2"-491"15,-4-2-137-15,4 0-119 16,2 2-35-16,-2 0-1 15,2 0-21-15,1 0-66 16,-3 0-66-16,0 0-66 16,2 0-15-16,-1-4-97 15,14-20-1286-15</inkml:trace>
  <inkml:trace contextRef="#ctx0" brushRef="#br0" timeOffset="35598.83">22517 14109 2651 0,'-2'0'587'0,"0"-2"-439"16,0 0-76-16,2 4-72 15,0-2-19-15,2 0-52 16,0-2-191-16,0-6-433 15,-2-23-697-15</inkml:trace>
  <inkml:trace contextRef="#ctx0" brushRef="#br0" timeOffset="42363.86">16725 14195 1606 0,'-3'-2'639'0,"3"2"-445"0,0 0-2 0,0-4-23 0,0 4-53 0,3-2-11 0,-3 2-33 15,0-2-39-15,0 2-33 16,0 2-2-16,1-2-109 15,-1 2-217-15,-1 10-346 16</inkml:trace>
  <inkml:trace contextRef="#ctx0" brushRef="#br0" timeOffset="42597.82">16925 14865 2201 0,'2'0'383'16,"-2"0"-152"-16,0 0-137 16,3-4-67-16,1 2-27 15,-2-2-36-15,3 1-169 16,-4 2-103-16,5 1 73 15,2 1-98-15</inkml:trace>
  <inkml:trace contextRef="#ctx0" brushRef="#br0" timeOffset="42812.74">16834 15204 2107 0,'0'0'453'0,"0"0"-312"0,-2-4-118 0,4 4-23 16,-2 0-125 0,2 4-173-16,-2-8-68 0,-16 4-1022 15</inkml:trace>
  <inkml:trace contextRef="#ctx0" brushRef="#br0" timeOffset="43046.32">16350 15410 2060 0,'0'0'378'16,"0"0"-246"-16,2-2-93 0,3-2-38 16,2 2 0-16,-1 2-1 15,-1 0-63-15,-1 0-237 16,-6 12-281-16</inkml:trace>
  <inkml:trace contextRef="#ctx0" brushRef="#br0" timeOffset="43265.01">16023 15304 1715 0,'-2'0'787'0,"2"0"-518"0,0 0-140 15,-3 2-77-15,3-2-52 16,0 2-6-16,0 6-121 16,0 0-191-16,-1 0-54 15,-20 16-1272-15</inkml:trace>
  <inkml:trace contextRef="#ctx0" brushRef="#br0" timeOffset="43529.65">15800 14973 2025 0,'2'-2'346'0,"-2"2"-214"15,5-2-117-15,2 0-15 16,1-2 0-16,8-4-16 16,2-2-134-16,2-2-30 15,27-42-158-15</inkml:trace>
  <inkml:trace contextRef="#ctx0" brushRef="#br0" timeOffset="43737.95">16188 14395 156 0,'-2'0'2418'16,"2"0"-1949"-16,0-5-373 15,0 5-74-15,2-3-22 16,-2 3-13-16,2 3-115 15,2-3-203-15,2 0-173 16,2-13-762-16</inkml:trace>
  <inkml:trace contextRef="#ctx0" brushRef="#br0" timeOffset="43963.62">16132 14247 2273 0,'0'0'574'0,"0"0"-451"16,2-2-123-16,0 2-3 15,0 0-91-15,0 4-116 0,2 6-102 16,-45 28-378-1</inkml:trace>
  <inkml:trace contextRef="#ctx0" brushRef="#br0" timeOffset="44180.68">15664 14544 2123 0,'2'0'511'0,"0"-2"-381"0,8-4-91 15,5 4-26-15,2-6-13 16,2 4-27-16,-3 8-227 16,3 6-304-16</inkml:trace>
  <inkml:trace contextRef="#ctx0" brushRef="#br0" timeOffset="49232.11">14586 13866 801 0,'-2'0'639'0,"-1"-2"-477"0,1 2-49 0,0-4-19 0,2 4 4 0,-2 0-40 0,2-4-7 15,0 4 18-15,0-2-7 0,-2 2-7 16,2-2-4-16,-3 2-6 16,3 2 3-16,-3-2-9 15,3 0 2-15,0 0-26 16,-2 0 0-16,-4 0-8 16,2-2-7-16,-3 2-1 15,-4 0-10-15,2 0 11 16,-6 0-15-16,1 2 0 15,-4-2-6-15,-2 10 9 16,0-8 11-16,-5 4 0 16,3 0 0-16,-5 0 1 15,3-2 11-15,1 0-4 16,2 0 0-16,0 4-7 16,-1-4-2-16,2 4-5 0,-4 0 6 15,1 7 0-15,-2-6 0 16,1 7-12-16,0 0 12 15,-3-2-8-15,4 0 9 16,1-1 6-16,2-4-5 16,2-2 0-16,3 0-1 15,1 4 0-15,-1-4-6 16,3 2 6-16,2-1 0 16,3-4 0-16,-5 2 0 15,4 6-1-15,-1-6 1 16,3 6-6-16,-4-2 0 0,1 6 5 15,3-2 1 1,-4 4-1-16,4-6-4 0,-1 4 5 16,1 0 1-16,-6-4 0 15,6 4 0-15,-1-4 0 16,-1 6 0-16,1 2 0 16,-5 0-1-16,4 4 0 15,-3-2 0-15,1 3 0 16,0-1 0-16,1-1 0 15,4-1 0-15,-2 1 0 16,3-3-2-16,2-4 1 16,-1 4 0-16,6 0 0 15,-1 2 1-15,0 2 0 0,0 4 1 16,0 2 5 0,-2 2-5-16,0-4-1 0,0-2 0 15,0-8 1-15,0-1-1 16,2 1 1-16,1-4-1 15,0 1 0-15,3 2-10 16,5 1 9-16,0 4-5 16,3 0 6-16,-1 0 1 15,1 4 0-15,-2-2 5 16,2 2-6-16,2-2 0 16,-3 0 0-16,0-2 0 15,0-2 0-15,1 2 0 16,-1-4 1-16,5 4 4 15,-5 1-3-15,8-5-2 16,-3 4-2-16,-3-4 1 16,5 4 1-16,-2-4-1 15,0 4 2-15,-3-4-2 0,-1-6-1 16,-3 0 2-16,1-4 7 16,-4 0-7-16,1 0 0 15,2-2 6-15,0 4-6 16,-2-2-8-16,2 0 8 15,3 2 1-15,-4-2 11 16,2-4-6-16,-3 0 0 16,2 0-5-16,-5 2 1 15,4-6-2-15,-2 0 11 16,1 4-10-16,5-4 11 0,-1 2 0 16,1-2-11-1,3 2 5-15,-1-2-5 0,6 0 6 16,-2 0-1-16,7-4-6 15,0 0 1-15,0-8-1 16,2 2 8-16,-6-2-8 16,4-2 1-16,-4 0 1 15,2 0 4-15,-1 0 1 16,-1-2-7-16,3 2 0 16,-2-10 0-16,1 2 6 15,2 0-6-15,-5 0 0 16,2-4 1-16,-3-1 5 15,1 4 9-15,-5-4-13 16,0 5 10-16,-2-6 3 16,-1 2 6-16,-4 0 6 0,1-4-9 15,1 6-5-15,-1-6-1 16,0 2-10-16,2 2-1 16,-4-2 0-16,-5 2 7 15,0 4-7-15,-4-6 5 16,-6 1-5-16,0-3 14 15,-1 0 8-15,-4 0 4 16,2 2-15-16,2 4-2 16,1-2 4-16,-2 0-13 15,2 2 1-15,-3 2 4 16,1-6-5-16,0-1-1 0,0 1-1 16,-1 1 0-1,-2-4-12-15,2 5 12 0,0 0 1 16,-2 6-1-16,-5-2 2 15,3-2-1-15,-1 4 6 16,-3-4-5-16,3 2 8 16,-1-2-9-16,-5-2 1 15,5 0-1-15,-8-3 0 16,3 1-1-16,-4 2 1 16,-1-2 11-16,-2 9-10 15,3 2 4-15,1 1 9 16,0 6-2-16,2 0-6 15,-4 2 1-15,3 2-5 16,0-2 4-16,2 2 4 16,-1 2-10-16,6 2 0 0,-1 4-1 15,5-2-6 1,3 2 6-16,0 2-8 0,2 2 8 16,-3 0-5-16,5 4-4 15,2 4-1-15,-1-2-23 16,8 4-91-16,6 0-82 15,5-3-66-15,41 1-723 16</inkml:trace>
  <inkml:trace contextRef="#ctx0" brushRef="#br0" timeOffset="53163.43">22762 13225 1596 0,'0'0'343'0,"-2"0"-188"0,0 0-94 0,0 0-25 0,2 0 12 0,-2 0-4 0,2-3 17 0,-3 3-10 0,1-1 15 0,0 1 0 0,-2-3-12 15,0 3-13 1,-6-2-19-16,1-2-9 0,-1 3-12 16,-7 1 4-16,0-3-5 15,1-1 15-15,-6 0-14 16,2-2 0-1,-2 1 5-15,-3-2-5 0,-2 3-1 16,-2 4 0-16,0 0-1 16,-2 2-22-16,-3 2 17 15,-1 5-1-15,4 1 2 16,-5-1 4-16,3 4-10 16,0-4 11-16,-1 5-2 15,7-4 1-15,-2 3 2 16,2-4-1-16,3 4 1 15,-3-3-1-15,1 2 1 16,-5 0 0-16,0 4-1 0,-4 0 0 16,4-2 0-16,3 4 0 15,-3-6 0-15,8 4-2 16,1 0 1-16,0 0-5 16,4 2 4-16,2 2-5 15,-1 0 7-15,-4 2 1 16,1 0 5-16,1 4-6 15,0-1 0-15,2-2-6 16,1 0 6-16,3-5 1 16,1 1 0-16,4 3 0 15,1 5 26-15,1 5-13 0,-4 0-7 16,8 4 7-16,0-2-13 16,2-4-1-16,2 0 0 15,0-6-1-15,4-3 0 16,2-2 1-16,-4-1 0 15,5 3 4-15,0-2 2 16,4 0-4-16,-2 7 5 16,3-2-6-16,1 2 10 15,1 4-11-15,-3-2 0 16,3-2 1-16,-5 0-1 16,3-8 0-16,-3-2 0 15,2-2 0-15,3-2 0 16,-5 0-1-16,7 0 1 15,-5 2 2-15,0-4-1 16,3 2 6-16,-3 1-7 0,-1-3 0 16,3 4 5-16,1-6-3 15,2 6 5-15,-1-9 1 16,1 4 4-16,0-1 0 16,-2-4 0-16,1 0 13 15,-3 2 2-15,1-6 9 16,3 4 18-16,-3 0 8 15,6-4-4-15,1 0 2 16,7-4-10-16,-5 0 7 16,1-2 3-16,-3 2-23 0,1 0-19 15,-8 0-1-15,5-2 2 16,-2-1-1-16,2 2 5 16,1-5-2-16,0-2 1 15,4-1-1-15,-1-1-10 16,1 0 2-16,0 2-5 15,-4 1 2-15,-2-2 2 16,0-1-1-16,4 6-1 16,-3-8-8-16,3 4 7 15,-4 0-8-15,1-2 5 16,3 2-5-16,1-6 0 16,3 0 1-16,-3-2-1 15,3-4 7-15,-4-4-8 16,-4 2 1-16,-3 2-1 15,-1-1 1-15,-3 6 0 0,-5 1 0 16,-1-3 1 0,0 2-2-16,4 1 1 0,-3-5-1 15,1-3 0-15,-1 0 5 16,4-4-5-16,0 2-1 16,0-4 1-16,-1 6 1 15,-4 4 5-15,-4 4-6 16,0 0 0-16,-2 1 0 15,0-1-1-15,-2 0 1 16,2-4 0-16,0-2-1 16,0 1 1-16,0-2 0 15,0 1 0-15,0 2 0 16,-4 4 0-16,2 2-4 0,-3 4 3 16,-2-2-9-16,3 0 9 15,-5-2 0-15,-4-2-5 16,1 4 5-1,2-2 0-15,-4 2-10 0,5 2 11 16,-2-2-1-16,2 6-10 16,2-1 5-16,-4 0 6 15,3 0-8-15,-4 0 8 16,1 0 1-16,-3 4 0 16,3-5-1-16,3 6 1 15,1-3 0-15,-2 4-1 16,2-1-1-16,3 0 0 15,-2 0-1-15,1 1 2 16,0 2 0-16,3-1-8 0,0 2-5 16,-1 0 1-1,1 0 0-15,-4-3-2 0,1 3 7 16,3 0 7-16,0 0 0 16,0-1 1-16,-1 1 8 15,1-3-8-15,0-1 7 16,-3 4-7-16,3-4-1 15,0 4 0-15,0 0-1 16,2-2-11-16,-2 2 12 16,-1 0-18-16,1 0-39 15,-4 6-82-15,-2 1-160 0,-2 3-200 16,-24 22-458-16</inkml:trace>
  <inkml:trace contextRef="#ctx0" brushRef="#br0" timeOffset="60097.99">19365 17281 1592 0,'0'0'291'0,"0"0"-165"0,0 0-4 0,2 0-37 0,0 0-47 0,0 0-21 0,3 0-16 16,0-4 6-16,6 4-6 16,-5 0 9-16,3 0 8 15,0 4-4-15,2 0-14 16,5 0 61-16,-1 2-22 15,8 2-10-15,-1 4-13 16,1-6 2-16,3 2-7 16,-1 2 1-16,-1-6-11 0,-1 4-2 15,1 2-1-15,-4-2 2 16,3 2 1-16,-6 2 0 16,-1-6 1-16,1-2-1 15,-1 4 1-15,-1-4 5 16,-1-2-6-16,-1 2 0 15,3-4 0-15,-3 4 7 16,3-4-8-16,-3 4-1 16,1-4 1-16,-3 6 0 15,3-2 0-15,-3 0 1 16,-1-4-2-16,1 4 6 0,1-4-5 16,-3 4 0-1,1-4 0-15,2 0 0 0,3 0 0 16,1 0 1-16,-1 0 5 15,4 0-5-15,-6 0-1 16,1 0 1-16,1-4 8 16,-1 4-8-16,3 0-1 15,-1-4-1-15,1 0 1 16,1 4 0-16,-3-4 0 16,4 2 0-16,-6 2-6 15,1-4 6-15,3 4-1 16,-3 0 0-16,-3 0-1 0,5 0 1 15,-10 4-1 1,1-4 2-16,-3 2-1 0,3 2 1 16,-2-4-1-16,-1 0 0 15,5 4 1-15,-5-4 0 16,2 0 1-16,2 0-1 16,-2 4 0-16,1-8 11 15,5 4-10-15,-4 0 0 16,-1 0-1-16,-1 0 1 15,-1 0-1-15,0 0 0 16,-3 0 0-16,0 0-1 16,-2 0 1-16,0 0 0 15,2 4 1-15,2-8-1 0,1 4 1 16,1 0 5 0,-1-4-6-16,0 4 1 0,1 0 0 15,-3 0-1 1,3 0 0-16,0 4-2 0,-3-4-7 15,1 0 3-15,-1 0 6 16,-3 0-1-16,0 0 0 16,0 0 1-16,2 0 0 15,0 0 0-15,3 0 10 16,-3-4-8-16,2 4-1 16,-2 0 5-16,3 0-6 15,-5-4 1-15,2 4 5 16,0 0-6-16,5-2 0 15,0 2 0-15,2-4 5 16,4 4-5-16,5-4-1 16,-2 4 0-16,6-4-5 15,-2 0 6-15,4 2-1 16,-1-2 1-16,3 4 0 16,-1-4-2-16,6 0-5 0,0 4 6 15,0-4 0-15,-4 4 1 16,2-4 0-16,0 2-1 15,-9-2-4-15,1 0 5 16,-2 0 8-16,-4 0-8 16,4 2 1-16,-3-2-1 15,1 0 1-15,-1 0-1 16,-1-2 0-16,8-2 0 0,-1 0 1 16,7-2-1-1,-1-2 6-15,3 2-6 0,2-4 0 16,0 2-17-16,-2 2 17 15,-2-2-1-15,2 2 1 16,-3 6-1-16,-1-6 1 16,2 6-1-16,-4-4 1 15,0 4-1-15,-3-2 0 16,-2 2 1-16,2 0 0 16,-1 0-1-16,0 0 0 15,0 4 1-15,1-2 0 16,-2 2-2-16,0 0 1 15,0 0 1-15,0-4-7 0,0 0 7 16,3 0 0-16,-3-2 1 16,4-2 5-16,-2 0-6 15,1 2 0-15,-6-2 1 16,4-1-1-16,-9 4 1 16,2 1 0-16,2-6-1 15,0 2 0-15,-1-1 1 16,7 0-1-16,-1 0 0 15,1-1-1-15,6 2 0 16,-3-2 1-16,2 2-1 16,2-2 0-16,-4 6-15 15,-5 0-37-15,-1-4 10 16,-4 8-16-16,-3 0 26 0,-3-2 12 16,-5 2 12-1,4 0 8-15,-4 0 0 0,2 0 0 16,3 0 1-1,-3-4-1-15,4 4 1 0,-1 0-6 16,3-4-3-16,0 0-2 16,-1 4-8-16,0-4 8 15,3 4 11-15,-5 0-8 16,2 0 8-16,-2 0-5 16,6 0 4-16,-1 0 1 15,1-6-7-15,5 6-5 16,-1-4 11-16,0 0-14 15,-3-4 9-15,1 6 6 16,-3-6 0-16,1 8 2 16,4-4 13-16,0 4-14 0,6 0 5 15,-3 0 3-15,7 0-9 16,0 0 1-16,-2 0 0 16,2-4 0-16,-3 4-1 15,1-6 14-15,2 2-14 16,0-4 0-16,-4 4 8 15,4-2 7-15,-4 2-9 16,1 0 3-16,-2 4-8 16,-1 0 6-16,-3 0-7 15,-7 4 0-15,-3 0 6 16,-4-4-6-16,-2 0-2 16,3 4 2-16,-3-4-1 15,3 2 1-15,0 2 0 16,4 0-1-16,5 4 1 15,-1-2 0-15,1-2 1 0,1 8-1 16,0-6 1-16,2 2 0 16,-1 2-1-16,5-6 17 15,-4-4-8-15,8-4-3 16,0-2 1-16,2 2 35 16,-2 0-24-16,-8 0-17 15,-5 8 5-15,0-4-6 16,1 4 1-16,-6 0 5 15,5 2 3-15,-6-2 12 16,3-4-5-16,1 0 1 16,3-4 1-16,3-6-3 15,9 2-3-15,-2-2-2 16,7-2 38-16,1-2-34 0,-6 6-2 16,-6 2-5-16,-5-2-6 15,-1 8-1-15,-2-4 1 16,-4 4-1-16,4 0 0 15,-6 0 0-15,3-6-3 16,2 2 3-16,7 0 0 16,-4-6 28-16,5-2-14 15,-5-2-13-15,-1 6 0 16,-1-6 0-16,-3 6 0 0,1 2-1 16,-1-2-1-1,4 4 0-15,-3 0-5 16,-2 2-13-16,-2-2-95 15,-5 0-179-15,-20-6-1102 16</inkml:trace>
  <inkml:trace contextRef="#ctx0" brushRef="#br0" timeOffset="64003.66">20726 17441 1650 0,'0'0'366'16,"0"0"-168"-16,0 0 8 0,0-4-53 0,0 4-53 0,0 0-25 0,0 0-10 0,3 0-25 0,-3 0-10 0,4 4-12 16,7 9 60-16,2 5 21 0,3 5-36 15,7 8-15-15,-2 1-13 16,4-2-20-16,-2 2-10 15,-4-2-5-15,-3-10 0 16,-7 0-87-16,0-6-361 16,-20 22-380-16</inkml:trace>
  <inkml:trace contextRef="#ctx0" brushRef="#br0" timeOffset="64683.89">20985 18009 1577 0,'-4'0'286'0,"-2"4"-116"0,-2-4-56 0,-3 4-21 0,-5 4-32 0,1 6-1 0,-6 0-18 0,6 8 33 0,1 4-19 16,1-2 14-16,9 2-49 0,6-4-13 15,11-8-7-15,3 4 2 16,7-1-3-16,7-12-7 16,3 3 7-16,2-8 14 15,-2 5-13-15,-4 0 1 16,-4-1 4-16,-4 7-6 15,-5-4 0-15,-7 6 21 16,-7 1-21-16,-2-4 11 16,-6 12 1-16,-6 0-12 15,-7 0-6-15,-4 6-95 16,-6-8-56-16,-2-6-65 16,-3-4-113-16,-53-34-601 15</inkml:trace>
  <inkml:trace contextRef="#ctx0" brushRef="#br0" timeOffset="64914.17">20965 17937 1720 0,'4'-4'534'16,"6"0"-303"-16,9-6-24 15,10-8-66-15,10 5-66 16,5-9-36-16,0 4-30 16,-3 4-9-16,-4 0-126 15,-6 10-111-15,-13-4-246 0,0 12-689 16</inkml:trace>
  <inkml:trace contextRef="#ctx0" brushRef="#br0" timeOffset="65513.52">21361 17652 1748 0,'-8'0'320'16,"-4"-2"-101"-16,-10-2-48 16,0 4-51-16,-9 6-72 15,-3-2-20-15,-1 4-7 16,-8 2 11-16,1 6 23 15,-5 4 17-15,-2-4-3 16,-5 12-12-16,-4 2-3 16,0 10 5-16,0 6-28 15,0 11-13-15,8 3 2 16,10 6-4-16,11 10-10 0,15 8 0 16,12 7-6-16,13 7-1 15,13-2 0-15,14 1-5 16,9-9 6-16,13-8-17 15,11-18-13-15,8-26-3 16,0-18-4-16,6-18 2 16,-4-18-4-16,-6-14 21 15,-1-16 18-15,-9-10 27 16,-7-12-16-16,-10-13 52 16,0-11-6-16,14-62 3 15,-18-31 9-15,-24 5 3 0,-26 73-29 16,-6 65-37-1,-5 4-3-15,-3 12-3 16,-25-28-18-16,-13 20-3 0,-20 28-25 16,-18 34-158-16,-180 126-458 15</inkml:trace>
</inkml:ink>
</file>

<file path=ppt/ink/ink2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3:05:35.702"/>
    </inkml:context>
    <inkml:brush xml:id="br0">
      <inkml:brushProperty name="width" value="0.05292" units="cm"/>
      <inkml:brushProperty name="height" value="0.05292" units="cm"/>
      <inkml:brushProperty name="color" value="#00B0F0"/>
    </inkml:brush>
  </inkml:definitions>
  <inkml:trace contextRef="#ctx0" brushRef="#br0">8572 5289 1029 0,'0'0'247'0,"0"-1"40"0,0 1-160 0,0-4-65 0,0 4 49 0,0 0-45 0,3 0 0 15,-3 0 10-15,0 0-49 16,0 0 39-16,0 0-66 15,2 4-7-15,0-3 5 16,2 8 3-16,9 4-1 0,3 4 6 16,2 3 8-16,6-2 8 15,1-6-22-15,-5 0-3 16,3-4 3 0,-6 0 1-16,1-2 0 0,2-4-2 15,-4-2 7 1,0-2 7-16,-3 0-13 0,-7-6 0 15,-1 2 0-15,-1-2 0 16,-6-2-8-16,-2 2 8 16,-5-4 0-16,-4 0-8 15,-3 4 8-15,-2-2-6 16,-4 6 6-16,2 4 0 0,-5 5-16 16,0 10 16-1,-3 7 0-15,0 4 11 0,7 4-11 16,10 2-2-16,4-4 2 15,15 0 11-15,8 0-11 16,9-4 0-16,4-4 9 16,4-3 12-16,3-7-21 15,-1-5 0-15,1 1 3 16,-3-9-3-16,-2 0-33 16,-2-1-133-16,14-6-145 15</inkml:trace>
  <inkml:trace contextRef="#ctx0" brushRef="#br0" timeOffset="1651">8564 5484 1039 0,'1'0'461'0,"-1"0"-394"0,0-2-58 0,0 4 42 0,3-4 41 0,-3 2-31 0,2 0-22 0,5-2 24 16,4 2-7-16,5-6-4 15,-1 4 5-15,3-2-43 16,-1 2 38-16,4-2-31 16,5 0-19-16,4-4 44 15,-1 4-46-15,2 0 0 16,-2-2-7-16,0 4 14 16,-10-2-2-16,-1-2-5 15,-3 2-2-15,-5 2 2 16,-3-4 0-16,-5 2-9 15,0-4 8-15,-2 0-44 0,-4 0 29 16,-5-4-28-16,-3 0 4 16,-3-4 40-16,-1 1 0 15,1 4 0-15,-3-1-9 16,3 4 27-16,-6 2-33 16,2 3 15-16,-2 3-11 15,-1 7 10-15,-5 3 1 16,2 8 0-16,-4 8-13 15,2 6 28-15,10 4 27 16,3 6-32-16,13 0-4 16,7-3 35-16,7-2-34 15,12-5-5-15,-2-6-4 16,8-5 8-16,-2-3 16 0,2-8-22 16,2-2-2-1,3-8-11-15,-1-4-83 0,3-4-125 16,45-28-1175-16</inkml:trace>
  <inkml:trace contextRef="#ctx0" brushRef="#br0" timeOffset="4456.24">13806 4301 1157 0,'-2'-2'525'0,"2"0"-455"0,-3-2-26 0,-1 0 14 0,4 2 16 0,0-2 3 16,-3 2-76-16,3 0 52 16,0 0-25-16,-2 2-27 15,2 0 19-15,2 0-20 16,-4 0 2-16,2 0-1 15,0 0 14-15,0 2 18 16,-2-2-12-16,0 0-19 16,0 0 25-16,-2 2-21 15,-5 6-6-15,-5 2 0 16,-3 8 0-16,3 2-5 0,5 4 5 16,3-4-16-1,6-3 10-15,4-2 6 0,5-5 0 16,-1 1 0-16,4-8 14 15,5-3 4-15,-1-2-18 16,2-3 0-16,2-8 12 16,-5 3 1-16,-1-4-11 15,-5 2 5-15,-5 0 4 16,-4 2 22-16,-4 0-18 16,-1 6-6-16,-5 2-11 15,0 0 2-15,-1 4-7 16,3 2 5-16,-2 0-1 0,3 0-18 15,7 2 21 1,3-4-45-16,4 0 45 0,0 0 0 16,-1 0 0-16,3-2-1 15,5-2 9-15,-1-2 16 16,0-6-24-16,-4 2 0 16,-2-2 18-16,-3 0-8 15,-8 2-9-15,1-2-1 16,-5 2 2-16,-4 2-14 15,-3 2 12-15,-8 4-53 16,6 2-64-16,-1 4-111 16,9 16-348-16</inkml:trace>
  <inkml:trace contextRef="#ctx0" brushRef="#br0" timeOffset="5849.96">16221 4181 1060 0,'0'0'206'0,"0"0"-127"0,0 0 59 16,0-2 11-16,2 2-58 0,-4 0-40 0,4 0 32 0,-2 0-22 16,0-2-26-16,0 2 4 15,2-4-32-15,3-1 23 16,-4 0-30-16,5-1 14 16,-2-1 2-16,-1 3-8 15,-1 3 11-15,-2-3 16 16,0 2-14-16,0 2 28 15,-2 0-44-15,-1 0 1 16,3 0 34-16,-2 2-40 16,0-2-7-16,-4 5 1 0,-2 2 12 15,-5 4-6 1,3 4 0-16,6-1-21 0,2-2 9 16,4 0 12-16,0-4 0 15,6-2-2-15,3 4 10 16,0-6 6-16,2-2-14 15,3 0 0-15,-3-4 15 16,-2-2-14-16,-2 0 0 16,0-4 18-16,-2 2-18 15,-5-4 38-15,0-2-39 16,-4 4 0-16,-2-5 1 16,-8 8-1-16,1-1-8 0,-2-1-1 15,-5 7 3-15,2 4-4 16,3 1 10-16,2 1-6 15,4 0-9-15,4 4 9 16,3-2-24-16,6 0 30 16,5 2 0-16,0-2 0 15,2-4 0-15,3 4 0 16,0-8 5-16,-3 0-5 16,3-2 0-16,-8-4 5 15,-1 2 4-15,-1-4 43 16,-4 2-35-16,-2-4 5 15,-2 4 35-15,-2 0-34 16,0-2-23-16,-5 2-1 16,2 4-16-16,-4-2-1 15,2 6-10-15,0 2-127 0,-31 26-118 16</inkml:trace>
  <inkml:trace contextRef="#ctx0" brushRef="#br0" timeOffset="7598.05">13801 4369 1118 0,'0'0'216'0,"3"-2"-115"0,-3 2 47 0,2 0-100 0,0 0 41 0,3-2-68 16,1 2 6-16,3 0 25 16,7-2 7-16,-1 2 1 15,5-2-9-15,9 0-32 16,7-2 70-16,2 2-67 16,7 0 5-16,-1 0 5 15,3-2-13-15,1 2 10 16,2 0-29-16,4-2 0 15,-4 2 10-15,6-2-10 16,4 2-7-16,-2 0 7 16,0 0 1-16,5 2 5 0,-1 0-6 15,0 2 0-15,1-2-8 16,1 2 8-16,-1-2-3 16,1 0 3-16,-1 2 1 15,-3 2 8-15,-6-2-9 16,-1-2 0-16,-6 2-4 15,-4 0 4-15,-6 0-3 16,-6-2 2-16,-6 0 2 16,-1-2 7-16,0 2-8 15,-3-2 0-15,1 0-2 0,-4 0 2 16,0-2-4 0,-1 4 4-16,-3-2 0 0,3 4 5 15,2-2-5 1,3 6 0-16,0-4 3 15,0 2-3-15,1-2-3 16,-3 2-3-16,-3-2 12 0,2 0-3 16,2 0-3-16,-2 2 0 15,5-2 0-15,-4 0 0 16,0 0-5-16,0 0 4 16,-4-2 2-16,-3 0 6 15,-2 0-7-15,2 0 0 16,-3 0 14-16,-4-2-13 15,-1 2 0-15,-1-2 15 16,0 2-8-16,1 0 37 0,0-2-45 16,-3 2 16-1,0 0 5-15,2 0-21 0,1-2 0 16,3 2-10-16,4 0 20 16,-1-4-10-16,1 4 0 15,-4 0 0-15,3 0 0 16,2 0 0-16,-1 0 0 15,-4 0-10-15,-1 0 20 16,0 4-8-16,0-4-2 16,-5 0 0-16,2 0 9 15,-2 0-9-15,1 0-3 16,-1 0-4-16,-2 2 14 16,0-2 10-16,0-2-17 0,0 4 10 15,2-2 13 1,1-2-23-16,4 2 0 0,1 0-1 15,3 0 15-15,-1 0-2 16,-2 0-12-16,1 0 0 16,2 0 3-16,-2 0-3 15,0 0-8-15,-3 0 2 16,-2-4 12-16,2 4 9 16,-2-2-15-16,1 2 0 15,-5 0 29-15,0 0-2 16,0 0-20-16,2 0 16 15,-4 0-23-15,2 0 66 16,0 0-66-16,-5 0 6 16,5 0 12-16,-2 0-18 0,2 2-10 15,-2 2-23-15,-14 2-246 16,-109 10-470-16</inkml:trace>
  <inkml:trace contextRef="#ctx0" brushRef="#br0" timeOffset="13172.31">8907 10040 616 0,'0'0'310'0,"-3"0"-55"0,3 0-147 0,-3 0 53 0,1 0-53 0,2-2 7 0,-4 2-37 0,2-2-27 16,0 0-6-1,-5 2 56-15,5-2-67 0,0 2 44 16,0 0 21-16,2 0-40 16,2 0 19-16,0 0-26 15,0 0-41-15,0 0 29 16,7 0-39-16,7 2-1 16,11-2 18-16,11-2-9 15,10 0 13-15,6 0-22 16,2-4 0-16,2 2-3 15,-10 0 3-15,-3 2-9 16,-11 2 3-16,-17-2-4 16,-10 2-28-16,-7 2-37 0,-9 2-15 15,-15 2 80 1,-15 8-31-16,-16 4-25 16,-7-4 60-16,-3 2 6 15,8-4 11-15,3-4-11 0,14-4 1 16,13 0 30-16,13-4-13 15,10 2 8-15,6-2 5 16,7 0-31-16,7 3 24 16,13-3-24-16,11 3 1 15,5-3 37-15,-1-3-38 16,-2 3-5-16,-4-5-4 16,-4 3 18-16,-13 0-18 15,-5 2 9-15,-11 2-81 16,-5-2 44-16,-11 4-61 15,-5 2 41-15,-4 0-30 0,-11 4-81 16,-56 22-118-16</inkml:trace>
  <inkml:trace contextRef="#ctx0" brushRef="#br0" timeOffset="17515.27">13113 11107 500 0,'-2'0'947'0,"2"0"-764"0,0 0-120 0,0-2-6 0,0 2-18 0,0 0 8 0,0 0 29 16,2 0-50-16,-2 0 62 0,0 0-52 15,-2 0-19 1,2 0 25-16,0 0-27 0,0 0 0 16,13 4-15-1,-6 2 0-15,2 2 18 0,4 2-18 16,7-2 0-16,-2 2 21 16,4-2-21-16,3 2 15 15,-1-4-15-15,-1 0 0 16,6-4 25-16,-3 0-25 15,3 0 0-15,1-2 1 16,-2 0 0-16,-1-2 9 16,0 0-10-16,-3 0 0 15,-1 0 6-15,-2-2-6 16,-5 0-13-16,3-2 13 0,-4 2 6 16,-1 0 5-1,5 0-11-15,-7 0 0 0,1 0 1 16,-2-2-1-16,5 2-11 15,-3-2 11-15,3 0 1 16,-1 0 11-16,-1 0-12 16,-3 2 0-16,1 0-9 15,0 2 9-15,-3-2 0 16,-1-2-1-16,6 2 2 16,-5 0 6-16,0 0-7 15,0-2 0-15,6-4-11 16,-2 2 11-16,3 2-11 15,3-2 10-15,-6 4 2 16,-3 0-3-16,4 1 2 16,-5 3 0-16,-3-1-22 0,-1-2 22 15,0 3 0-15,-1-5-6 16,5 1 12-16,-3-2-3 16,6-6-3-16,-1 2 0 15,4-4-17-15,-3 1 17 16,1-3-12-16,1 5 11 15,-4-6 2-15,1 5 8 16,-3-2-9-16,0-2 0 16,1 6-1-16,-3-6 1 15,2 4 0-15,-2-4-3 16,3-2 10-16,0 4 1 16,0-6-8-16,-2 0 0 15,-3-4 32-15,2 2-32 16,-1-2 0-16,0-1 4 15,2 2 10-15,-3-1 5 16,0-1-19-16,-2 3 0 0,0 0 20 16,1 0-14-16,-3-2-5 15,-5-2 11-15,-1-2-4 16,-7-2 29-16,-3-2-37 16,-2 2 6-16,-4 0 34 15,-3 0-40-15,5-3 0 16,-7 4 3-16,3 3 6 15,-3-1 17-15,-2 4-26 16,0 0 0-16,-4 3-7 16,-5 2 7-16,-7 6 0 15,-3 0-11-15,-4 4 26 16,-1 6-19-16,6 0 4 16,0 4 0-16,5 0-5 0,0 0 5 15,6 4-3-15,2 0-3 16,1 4 12-16,0 0-6 15,-5 6 0-15,-5 4 0 16,1 4-6-16,-5 2 6 16,3 5-1-16,0-2-7 15,3 4 16-15,1-5-4 16,4-2-4-16,5 0 0 16,9 0-3-16,-1 0 3 15,6 6-7-15,3-2 5 16,-1 8 4-16,1 3 2 0,3 3-4 15,-2-1 0-15,8 0-1 16,3-7 1-16,9 0 0 16,6-6-12-16,5-4 30 15,6-2-11-15,1-6-7 16,4-2 0-16,2-4-10 16,2-4 10-16,5 4-74 15,7-6-136-15,66 6-446 16</inkml:trace>
  <inkml:trace contextRef="#ctx0" brushRef="#br0" timeOffset="20798.82">13254 12198 488 0,'0'0'907'0,"-3"-2"-717"0,-2 2-86 0,5-2-73 0,0 2 52 0,0 0-20 0,0 0 6 16,0 0 33-16,5 0-12 16,-5-3-23-16,0 3-13 15,3 0-48-15,-3 3 58 16,0-6-64-16,0 6-3 16,0-3 3-16,2 0 7 15,-2 0 5-15,2 2 3 16,0-2-13-16,0 2 56 0,3-2-58 15,-3 2 1-15,5 0 14 16,-3 0-3-16,9 2-11 16,-2 0-1-16,3 4 15 15,3-4 14-15,-1-2-29 16,2 2 0-16,2 0-5 16,1 2 5-16,0 0-1 15,4 0 0-15,2 0 1 16,0 2 15-16,-1-2-15 15,3 0-2-15,-4-2 2 16,-2 4 0-16,3-4 0 16,-2-2-1-16,5 0 7 15,0 0 0-15,0 0-6 0,0-2-6 16,0 4 6-16,-2-2 0 16,-1-2 5-16,3 4-5 15,-2-4 0-15,2-4 2 16,0 4-2-16,-2-4-5 15,2 2 5-15,0-2 0 16,0-2 8-16,4 2-8 16,-1-8 0-16,1 2-3 15,0-4 3-15,1 2-8 16,-3-4 8-16,-2 0 1 16,-7 2 6-16,3-7-7 15,-6-2 0-15,6-9 8 16,-4-3-8-16,3-2-8 15,-2-4-4-15,0-5 20 16,-3-2-17-16,-4-2 4 16,-2 0 5-16,-4 0-12 0,-4 10 12 15,3 1-14-15,-8 5 14 16,-4 0 0-16,0 2 18 16,-3 0-18-16,-4 0 0 15,0 2 6-15,-12 0-6 16,1 2-17-16,-7-2 17 15,-2 6 0-15,-3 2 4 16,3-3-4-16,-5 7 0 16,-1-1-6-16,-1 0 6 0,-5 1-9 15,-3-2 3 1,-8-2-49-16,-4 2 43 0,0-2 6 16,5 2 6-1,2 2-2-15,4 2 2 0,0 6-13 16,-2 2 7-1,-2 2 12-15,-3 6-7 0,-2 8 1 16,4 2-2-16,-2 8-10 16,-2 4 12-16,0 2-9 15,1 4 9-15,6 2 0 16,2 0 14-16,9-1-14 16,7-2 0-16,4 1-6 15,10 8 6-15,-4 4-15 16,5 9 15-16,1 9 1 15,1-2 28-15,5 2-29 0,3-4 0 16,4 1 7-16,0-1-7 16,2-2-4-16,2-8-5 15,4-4 18-15,5-2 0 16,5-2-9-16,-1-2 0 16,6-2 6-16,-1 0-6 15,2 0-3-15,-4-6-5 16,2-3 16-16,0-1-7 15,0-8-1-15,5 4-94 16,-1 0-92-16,43 6-423 16</inkml:trace>
  <inkml:trace contextRef="#ctx0" brushRef="#br0" timeOffset="24248.28">21622 11117 665 0,'-5'0'130'0,"1"4"-37"0,-5-4-31 0,5 2 10 0,-4-2 67 0,2-2-25 0,2 2-39 15,2-4 57 1,-1 2-75-16,3 2 51 16,0 0-46-16,-2 0-17 15,2 0 57-15,0 0-30 0,0-2-24 16,2 2 21-16,-2 2-42 15,3-2 51-15,-3 0-58 16,0 0-19-16,2 0 23 16,0 0-24-16,6 2 1 15,4 4 6-15,3 0 6 16,10 0 29-16,0 0-42 16,4 4 0-16,0-2 3 15,-4 4-3-15,4-4 6 16,-1 0-15-16,-2 2 22 0,3-6-13 15,3 2 0-15,-5-2 0 16,2-2 4-16,4 2-4 16,-4-4-5-16,2-4 4 15,0 2 2-15,3 2 5 16,-1 0-6-16,-2 0-3 16,0 2 3-16,0 2 0 15,0-2 2-15,-3 2-8 16,1-2 12-16,2-2-6 15,-4 0 0-15,2 0-9 16,0-2 9-16,-5 0 0 16,1 0-5-16,-6 0-1 15,8-2 12-15,-4 2 2 16,6 0-8-16,0 0-5 0,-5 0 5 16,0 0 0-1,-3-2-6-15,-1 0 0 0,-3-2 12 16,4 2 3-16,-4-4-9 15,3 0 0-15,1-6 5 16,1 4-5-16,-4-2 1 16,4 2-7-16,-4-2 15 15,-2 2-5-15,1-2-4 16,-3 0 0-16,4-4 2 16,-3-2-2-16,1 1 0 15,4-6 0-15,-2-5 8 16,3-1 2-16,0 0-10 15,4-2 0-15,-6-3 0 16,1 4 0-16,-6-2 0 16,-3 0-1-16,-7 2 7 0,-4-2-2 15,-2 0-4-15,-4 1 0 16,-1 2 5-16,-5 0-5 16,4 0 2-16,-6 2-2 15,1 3 7-15,2-2-8 16,-3 0 1-16,-1-2-9 15,-3 2 0-15,-4 0 10 16,-4 2-1-16,-4 2 0 16,1 4 0-16,-4 2-20 15,4 6 20-15,-4 2-16 16,2-3 8-16,-1 6-1 0,6-1 9 16,1-2-2-1,4-1-8-15,-3 1-22 0,4 1 32 16,-4 0-31-16,-3 6 30 15,0-3-26-15,-2 4 20 16,-5-3-17-16,1 1-26 16,2-3 37-16,-2 1-1 15,1 0-1-15,1-1 15 16,0 0 0-16,-4-2 7 16,1 3-7-16,-3 0 0 15,0 2 2-15,-3-2-2 16,1 3-6-16,-7-2 5 15,2-3 2-15,-7 4-2 16,-4 2-8-16,-11-2 9 0,4 2-7 16,-3 0 7-1,7-1-5-15,1 2 5 0,4 1 0 16,3 0 10-16,4 7-10 16,1 0 0-16,-1 5 29 15,-2 0-28-15,2 4-1 16,-1 4 6-16,-1 1-5 15,6 4 24-15,7 10-25 16,-1 1 0-16,3 10 20 16,-2 4-20-16,3 2 0 15,3-2-6-15,0-5 12 16,9-1 4-16,1-8-10 16,5 0 0-16,-2-6 17 15,5 0-17-15,4-8 0 0,5-2 3 16,4-4-3-16,5 2 30 15,1 2-30-15,11 3 6 16,1-2 29-16,6 4-35 16,8-1 0-16,6 3 0 15,4 0 9-15,6-3-9 16,6 0 0-16,8-4-105 16,3-4 27-16,4-2-122 15,114 14-309-15</inkml:trace>
  <inkml:trace contextRef="#ctx0" brushRef="#br0" timeOffset="26450.01">21604 12284 884 0,'-2'-2'752'0,"2"2"-639"0,-2-2-65 0,2 2 7 0,2 0 14 0,-2 0 6 0,0 0-43 16,0-2-16-1,2 4 79-15,0-2-86 0,-2 0 10 16,3 0 4-16,-1 2-17 16,4 0 10-16,4 4-16 15,7-2 6-15,1 4 21 16,9 2-27-16,2-2 0 16,5 2 11-16,8 0-11 15,4-2 22-15,8-4-22 16,-1 0 0-16,5 0 5 15,0-4-5-15,0 0-11 16,-4-4 11-16,7 2 0 16,-2-2 9-16,1-2-9 15,-4 0 0-15,2-4 0 16,0 0 0-16,0 0 0 0,-3 0-9 16,1-4 19-16,-7 2 2 15,-2-4-12-15,-5 2 6 16,-4-4 44-16,-3-2-49 15,-1-6-1-15,2-2 22 16,0 0-21-16,-5-7 30 16,0 5-31-16,-5 4 0 15,-6 5 33-15,-1 0-24 16,-9 5 13-16,3 0 11 16,-5-4-19-16,-2 0 53 15,-1-4-53-15,-1 2-13 16,0-2 58-16,0 2-58 15,2-2 5-15,-6-1 0 0,0 3 2 16,-6-2 17 0,0 1-25-16,-3-4 0 0,-4 1 17 15,-7-2-17-15,0 0-5 16,-12-2 4-16,-3 2 2 16,-9 2-11-16,-10 0 10 15,-4 2 0-15,-11 2-2 16,-5-1 2-16,-6 4-18 15,-7 5 8-15,-6-3-8 16,-7 8-2-16,-5-4 16 16,-2 5-13-16,0 1 7 15,0 0 10-15,-3 5-9 0,10 0 7 16,0 2-10 0,7 0 0-16,6 7 12 15,4 1 0-15,3 2-6 16,2 4 6-16,7 2-9 0,-4 4 8 15,7 0 2-15,10 0 11 16,5 0-12-16,8 2 0 16,5 4 0-16,5 4 0 15,6 6-7-15,8 10 5 16,6 9 4-16,12 3 10 16,17 6-12-16,9 4 0 15,12-2 4-15,11 4-4 16,10 1 1-16,15-7-7 0,12-5 15 15,11-6-27 1,15-13 18-16,72 16-166 0,15-8-124 16,-20-24-515-16</inkml:trace>
  <inkml:trace contextRef="#ctx0" brushRef="#br0" timeOffset="31635.07">12623 13513 1354 0,'0'0'249'0,"0"0"-139"0,0-2 1 0,0 2-42 0,0 0-33 0,2-2 40 0,-2 2 2 15,0 0-22 1,0 0 8-16,0 0-53 0,2-2 71 16,-2 2-62-16,0 0-11 15,0 0 45-15,0 0-46 16,0 0-7-16,0 2-2 15,2-2 10-15,-2-2-8 16,2 4-1-16,3 0 0 16,0 0 2-16,3 4-2 15,3 0 0-15,-1-2-6 16,-2 0 16-16,3 0-2 16,1 2-8-16,1 0-5 15,-1 0-1-15,1-4 6 16,5 2 0-16,-1 0-6 15,4 0 17-15,-4 0-4 0,1-2-7 16,-5 0-9 0,-1 0 9-16,-1-2 0 0,1 3 1 15,0-2-8-15,-3-1 14 16,5 3-2-16,-6-3-5 16,5 0-2-16,1 1 2 15,4-1 0-15,-2 0 1 16,1 2-7-16,1-2 12 15,-5 2 0-15,3-2-6 16,-3 2-6-16,-3 2 5 16,3 0 1-16,-4-1 0 15,2-2-7-15,0-1 16 0,0 2-2 16,-2-2-7-16,2 2-4 16,0-2 4-16,3 2 6 15,-1 1-6-15,-2-2 0 16,5 2 6-16,-3 1 0 15,0-3-6-15,3 2-17 16,-3-3 17-16,3 1 8 16,2 1-8-16,2-2 0 15,0 0 6-15,0 0-6 16,2 0 0-16,-3 0 0 16,-2 0 0-16,3 0 0 15,-2 0 0-15,4-2-1 16,-1 2 2-16,2-1 5 15,-2 1-6-15,3 0-8 16,1 0 8-16,-8 0 0 0,8 0 6 16,-7-3-6-16,0 2 0 15,2 1-8-15,-5-4 8 16,1 4 0-16,-3-3 0 16,1 3 0-16,-1-1 4 15,-2-2-4-15,1 1 0 16,0-2 5-16,5 0-5 15,-5-4-6-15,5 1 6 16,-2 0 0-16,1-3 0 16,1 2-8-16,1 2 8 15,-3-3-6-15,4 2 6 0,-4 1-24 16,3 0 18-16,-2-2-34 16,-1 2 25-1,3-2-23-15,0 0 31 0,0 0-25 16,-3 0 32-16,3-4-27 15,-3 2 27-15,-3-2 0 16,-3 2 0-16,-3 0 0 16,1 0 0-16,0 2 12 15,-3-2-12-15,-1 2-5 16,1-4-2-16,0 0 14 16,3-4-2-16,0 2-5 15,4-4 0-15,-7 0-3 16,3 0 3-16,-3 0 0 0,1-4 2 15,0 1-1 1,-1-1 9-16,-2 2-10 0,7 0 0 16,-5 4 9-1,1 0-9-15,0 0 0 0,-1-2-8 16,0 6 17 0,-2-2 2-16,-2 4-11 0,0 2 0 15,-2-6 15-15,0 0-15 16,0 2 0-16,-2-6 27 15,1-4-18-15,-2 0 27 16,1-3-36-16,0 2 1 16,-5-1 34-16,5 2-35 15,-3 5 0-15,0 3 9 16,0 2 0-16,1 0 7 16,-3 0-16-16,2-4 0 15,-2 0 12-15,-2-2-12 0,-3 4 1 16,1-6 14-16,-3 2-9 15,-3 2 21-15,3-4-27 16,-4 2 0-16,0-2 3 16,2 2-3-16,-6 4 0 15,1-4 8-15,3 1 2 16,-5 6 27-16,4-3-37 16,-6 2 0-16,-2-2-1 15,-2 4 1-15,-5-2-3 16,3 2-10-16,-4-1 26 15,0 5-22-15,1 2 9 16,-4-1 0-16,0 2 3 16,-2-3-3-16,4 4 0 0,0 2-15 15,1-2 33-15,2 2-13 16,6 0-5-16,-1 2 0 16,2-2 4-16,-3 2-4 15,0 4-14-15,0-2 13 16,2 0 2-16,3 0 5 15,-3 0-6-15,0-2 0 16,0 5-8-16,0-3 8 16,-2-1 0-16,4 1-1 15,-4 0 12-15,-1 3-17 16,1 0 6-16,-2 4-3 16,0 3 3-16,-3-3 0 15,-3 4 0-15,6-1-6 16,4-4 17-16,2 2-20 15,3 2 9-15,4 2-2 0,-5 6 2 16,4 6 0-16,-4 4-1 16,3 4-12-16,-3 2 26 15,2 4 8-15,4 3-21 16,1-4-1-16,0 0-7 16,10-3 8-16,0-2-4 15,8-6 2-15,5-2 4 16,2 0 16-16,4 0-18 0,2 2-6 15,1-2 6 1,1-2 0-16,3 0 0 0,-3-4-2 16,1-4 8-16,-1-5 15 15,-3-1-21-15,-1-6-3 16,0 0 3-16,0 0 0 16,0 1 1-16,-2 0-7 15,5-1 18-15,-6 2-3 16,1-4-9-16,-2 2-3 15,4-2 3-15,-4 0 0 16,2 0 0-16,0-2 0 16,2-2 13-16,3 2-14 15,-1 0 1-15,-3-2-5 16,9 2 5-16,-3 2 0 16,3-2-4-16,-1 4-11 15,9 4-149-15,-1 0-31 16,55 16-339-16</inkml:trace>
  <inkml:trace contextRef="#ctx0" brushRef="#br0" timeOffset="34432.94">21470 13469 1006 0,'0'0'326'0,"0"0"-148"0,0-2-68 0,0 2-97 0,3 0-11 0,-6 0 70 0,6 0-24 15,-3 0 16-15,0 0-7 16,0 0-30-16,0 0 87 16,0 0-46-16,0 0-28 15,0-2 35-15,0 2-36 16,-3 0-10-16,3 0-17 15,0 0 1-15,0 0 35 16,0 0-48-16,0 0 1 16,0 0 35-16,14 6-18 15,-3-2 17-15,3 4-35 16,1-2 21-16,1 2 25 0,3 2-46 16,2-2 1-16,-1 2 8 15,-1-2-8-15,6 0 11 16,-2 0-12-16,4-2 0 15,2 0 18-15,-3-2-18 16,6 0-3-16,-1 0 3 16,-3 0 1-16,4-2 6 15,-1 1-7-15,-3 1 0 16,0-3 2-16,2 3-2 16,-1 2-17-16,0-3 17 15,2 1 1-15,1-1 8 16,-6-3-9-16,4 2 0 15,1-2 0-15,0-2 0 16,-4 0-6-16,4 1 5 16,-4-2 2-16,-5 2 0 0,2 1-1 15,-1 0 0-15,3-3 3 16,4-1-3-16,-1 2-9 16,2-2 0-16,0 0 18 15,-2 0-12-15,4 0 3 16,-2-2 0-16,3 2-6 15,-7-2 6-15,2 2-15 16,-2 0 7-16,-4-1 16 16,0-2-7-16,-7 1-1 15,3 0 0-15,0-2-3 16,3-2 3-16,-2-2-7 16,6 0 1-16,-3-4 10 15,4-2-5-15,-7 2 1 16,0-4 0-16,-2-2 9 0,-1 0-9 15,-3 2 0-15,-3 3-8 16,-3 2 19-16,2 1 2 16,-3 0-13-16,-1-1 2 15,0-3 23-15,0 3-24 16,-5-7 1-16,-1-1 8 16,0-1-2-16,0 0 10 15,-1 2-18-15,-2-2 0 16,-4 2 25-16,1 0-25 15,-1-2-4-15,-7 0-5 16,3-4 18-16,-2 0-12 0,-5-5 3 16,2 4 0-16,-1 0-3 15,-6 3 3-15,-1 1-5 16,2 0-4-16,-3 3 18 16,1 2 0-16,-3-2-9 15,-2-2 0-15,-2-2-4 16,-7-2 4-16,-5-4-20 15,-5 6 19-15,-6 3 2 16,-2 4-6-16,1 5 5 16,-7 0-21-16,-2 2 0 15,-1-1 20-15,3 2-13 16,-2 0 7-16,2 1 7 16,-5 5 12-16,7-4-12 15,-5 5-5-15,3 3 4 16,2-2 1-16,2 6-13 15,4-2 7-15,8 1 12 16,4 0 1-16,7 0-7 0,4 2 0 16,10-1-4-16,-4-2 4 15,-2 3-3-15,4 2-3 16,-6 5 12-16,-4-1-5 16,4 4-1-16,-4-2 0 15,-1 6-6-15,3 0 6 16,2 0-6-16,-2 10-1 15,2 2 14-15,4 6-10 16,-1 6 3-16,4 2 0 16,-1 4 17-16,6 1-17 15,-6-5 1-15,7-2-8 0,3-6 17 16,5-2-10-16,4-6 0 16,4-2-7-16,4 0 6 15,4 0 1-15,8 0-1 16,4 0-5-16,7 3-32 15,8 0-28-15,5 1-235 16,72 37-485-16</inkml:trace>
  <inkml:trace contextRef="#ctx0" brushRef="#br0" timeOffset="37299.91">21395 12701 1050 0,'-3'-2'226'0,"3"2"-70"0,-2 0-36 0,2-2-46 0,0 2 43 0,0 0-63 0,0 0 13 16,0-2 25-16,0 2-35 15,0 0-20-15,0 0 8 16,0 0-44-16,2 0 54 0,1-2-22 15,-3 2-31 1,4 0 61-16,2-4-54 0,6 0 10 16,8 0 32-16,6 0-51 15,3-2 68-15,5-4-59 16,-1 4-9 0,6 0 46-16,-2-2-45 0,3 4 0 15,-2 0-1-15,5 2 13 16,5 0 2-16,0 0-15 15,-1 0 0-15,1-2 9 16,-5-2-9-16,3 4-2 16,2-2-7-16,-6 2 18 15,0 0 10-15,-5 2-19 16,0 0 1-16,-4 2 3 16,-4-2-3-16,2 0-1 15,-3 0 0-15,5 0 10 16,-5-2-1-16,6 2-9 0,-3 2 0 15,2-2 0-15,-4 0 0 16,-1 2 0-16,5-2-10 16,-10 0 25-16,4 2-6 15,-4-2-9-15,-3 0-5 16,-3 2 5-16,2 0 0 16,-6 4 1-16,3-4-9 15,1-2 17-15,3 2 14 16,3-2-23-16,-2 2-6 15,2-2 5-15,-7 2 1 16,4-2 0-16,-7 2-1 16,0-2 2-16,6 2 8 15,-9 0-9-15,3 0-5 16,3 0 5-16,0 4 11 0,0-4-11 16,4 2-1-16,-1 0 1 15,2 2 7-15,-3 2-7 16,-1-2-4-16,-1 2-5 15,-1 2 9-15,4 0 0 16,-2 0-2-16,1 2 10 16,3-2 1-16,-4 0-9 15,-1 0-8-15,-1 0 8 16,-1-2 0-16,-3 0 0 16,-3 4-1-16,1-4 2 15,1 5 10-15,-2-4-11 0,-1 4 0 16,-1 1 1-1,2 4 5-15,-2 1 3 0,5 2-9 16,-5-1 1-16,4 2 14 16,-1 0-15-16,-1 2-6 15,4 0 6-15,-3 0 9 16,-1 2-3-16,2 2-6 16,-1-2 0-16,-3 0 19 15,-2 0-19-15,2-2 0 16,-5 5 8-16,2-1-2 15,-1 4 28-15,2 4-33 16,1 6 49-16,-1 4 62 16,5 0-112-16,-8-8-3 0,2 2 3 15,-3 2 8 1,3 2 1-16,1 2-9 0,1-6 0 16,-1-1 3-1,-2-7-3-15,0-4-5 0,-2-4 4 16,0 0 2-16,-2 4 4 15,-2 2-5-15,0 6 0 16,-3 8 29-16,0 1-29 16,0 0-3-16,-1-2 1 15,1-5 4-15,2-2 10 16,0-4-12-16,1 4 0 16,-2 2 0-16,-3 5 0 15,2-2 0-15,-2 4 7 16,0-9-5-16,-1 8 9 0,-7-2-11 15,1 14 0-15,-5 2 5 16,3 0-5-16,-5-5-13 16,8-7 12-16,4-10 2 15,-1-10 8-15,6-2-9 16,-1-4 0-16,1 0 3 16,1-4-3-16,-2 4-2 15,1 0-5-15,-3 4 14 16,3 2 16-16,-4 0-23 15,-1 2 0-15,-5 7 22 16,3-3-22-16,-2 4 0 16,-5 0-9-16,4 0 20 15,1-10-7-15,5 0-4 0,3-12 0 16,1 4 17-16,0-2-17 16,-1 4 0-16,-5 2 3 15,4 4 3 1,1-2 27-16,-2 6-33 0,2-8 0 15,-2 5 4-15,1-8-4 16,1-1 0-16,2-1-12 16,-1-5 27-16,1-2 6 15,1 0-21-15,-2-2 0 16,1 0 9-16,0 6-9 16,-2-6 0-16,1 6-10 15,-6-4 26-15,-1 8 15 16,0-4-31-16,-1 2 0 15,-3-2 14-15,1-2-14 16,-4 4 0-16,5 0-12 0,1-6 27 16,1 0-9-16,2-4-6 15,-1 4 0-15,-5 4 4 16,-1-6-4-16,0 6 0 16,-4-4-12-16,6 2 25 15,-4-3 13-15,4 0-26 16,-1 0 0-16,-1-5 9 15,-7 6-9-15,2-2 1 16,-5 2-7-16,-1-5 20 16,-2 3-10-16,0 1-4 0,-8-5 0 15,4 6 6 1,-7-2-6-16,-4-2 1 0,1 2-10 16,-7-4 23-16,-5 0-11 15,-3-4-3-15,-14-4-23 16,-16-13 13-16,-76-15-56 15,-56-26-108-15,-38-36-320 16,96-12-575-16</inkml:trace>
  <inkml:trace contextRef="#ctx0" brushRef="#br0" timeOffset="39700.47">21228 12458 286 0,'0'0'690'0,"0"0"-546"0,0 0-114 0,0 0-23 0,0 0 101 0,0 0-45 0,0 0 56 15,0 0-5-15,0 0-89 16,0-1 26-16,0 1-13 16,-2 0-10-16,2 0 52 0,0 0-56 15,0 0 54-15,-3 0-38 16,3 0-25-16,-3 0 48 16,-1 4-34-16,-2-3-1 15,-5 5 34-15,-3-2-37 16,3 3 10-16,-1-1-2 15,4-2-32-15,1 0 65 16,-1 0-51-16,-2 2-4 16,-3-1 43-16,5 3-23 15,-4-2-29-15,3 7-2 16,-2-1 13-16,-3 3 46 16,4 8-59-16,-9 1 9 15,9 4 16-15,-1 0-11 16,-1 2-14-16,1 0 0 15,1 0 11-15,0 4 13 0,-1 0-24 16,-1 4 0-16,2 1 9 16,-1 1-8-16,1-2 0 15,-1 0-1-15,5-4 15 16,-1 0-9-16,0-4-6 16,3 2 0-16,-3 0 18 15,-1 1-9-15,3 3-8 16,-2 1-1-16,2 8 16 15,1 5 21-15,0 8-37 16,-3 4 0-16,3 4 10 16,-3 5 4-16,2-3-13 0,3-2-2 15,2-6 7-15,2-6 16 16,-2-12-22-16,2-4 0 16,1-8 17-16,0-2-16 15,-3 2-1-15,0-3 0 16,-3 3 15-16,0 8 16 15,1 4 14-15,0 4-43 16,2 2 25-16,2-4-27 16,0-3 0-16,8-5-12 15,-3-3 30-15,1-2-5 0,4-1-13 16,-3 0 0 0,1-2 12-16,-2-4-11 0,-4 0 1 15,0-2-2 1,-1 4 7-16,-1 2 29 0,0 10-34 15,0 5 5-15,2 3 2 16,1-1-3-16,1-2-1 16,2-5-5-16,-2-4 1 15,1-12 6-15,-1 0-7 16,1-2 0-16,2 0 0 16,-2 4 0-16,-1 2 26 15,2 0-26-15,0 2 0 16,-1 3 16-16,1-8-16 15,2 8 0-15,1-5 0 16,-1 0 1-16,4 2 10 16,-5-6-11-16,-3-2 0 15,1 0 6-15,-2-2-6 16,0 0-5-16,1-4 5 0,-2 0 1 16,3 2 18-16,0-2-19 15,0-2 0-15,-1 2 6 16,5 0-6-16,-1 8 0 15,3 1 6-15,-1-4-5 16,7 6 14-16,-1-3-15 16,-1-4 0-16,1-2 4 15,-1 0-4-15,0-2-1 16,-2-4 0-16,7 2 2 16,-3-4 10-16,2 2-11 15,0 0 0-15,-3-2 15 16,-3 0-15-16,-1 2 0 15,-3-6 2-15,-5 0-1 16,1-2 13-16,-2 0-14 0,1 0 0 16,-1 0 12-16,-1-2-12 15,2 0 0-15,-3 0 18 16,-1 2-17-16,-2-2 31 16,0 0-32-16,0 0 0 15,0-2 7-15,0 2-7 16,0 0-1-16,0 0-8 15,0-2 18-15,0 2-23 16,-2 0 7-16,-1-6-130 16,-9-8-196-16,-73-62-878 15</inkml:trace>
  <inkml:trace contextRef="#ctx0" brushRef="#br0" timeOffset="43778.48">14064 9930 1148 0,'0'-6'279'0,"0"4"-135"0,0-4-9 0,2 2-84 0,1 0 1 0,-3-4 52 16,0 4-28-16,0 2-17 16,-3 0 14-16,3 0-31 15,-2-2 36-15,0 1-57 16,0 0-12-16,0 1 30 15,0 0-15-15,2-2 0 0,-5 1 10 16,2 2-33-16,-1-2 46 16,-5-1-47-16,1 3 0 15,-4-5 3-15,-1 3-3 16,0 2 1-16,-3 1-2 16,1-3 8-16,-3 3 5 15,-5 0-12-15,0 0-4 16,2 3 4-16,-2 1 0 15,1-2 0-15,0 3-7 16,-5-2 14-16,-2 1-1 16,2 2-6-16,-2-2-3 15,-2 1 3-15,0 2 13 0,-2 1-12 16,-1 2-2-16,1-4 7 16,0 2 3-16,4 2-9 15,-5-4-2-15,-2 0 2 16,0 0 0-16,3 2-1 15,6-4 1-15,6-2 0 16,2 2 5-16,6 0-5 16,-3 4-8-16,3 0 8 15,0 0 0-15,0 0-5 16,1 0 3-16,1 0 4 16,-2 2 8-16,3 2-10 15,-2 0-3-15,-9 2 3 16,2 4 0-16,-6 0 1 0,2 0-2 15,1-4 2-15,0 3 12 16,0-8-13-16,4 5 0 16,-4 3 38-16,4-6-31 15,-3 7 1-15,6 0-8 16,-1 0 7-16,-1 7 8 16,-1 5-15-16,0 2 0 15,4 2 0-15,2 4 1 16,2-6 7-16,1 0-8 15,5-3 0-15,2-10 5 16,0 3-5-16,0-8 0 16,4 3 0-16,-2-2 1 15,0 2 10-15,2 2-11 16,-4 6 0-16,0 1 19 16,-3 8-19-16,1-2 0 15,-4-2 9-15,4 2-8 16,-2-4 14-16,1-2-15 0,3-2 0 15,0 0 14-15,2 1-14 16,0-3 0-16,-2 3 6 16,0 4 3-16,-4 5 24 15,0 2-33-15,-1 4 0 16,1 4 21-16,0-8-21 16,0 2-2-16,6-8 2 15,2-2 0-15,2 3 18 16,2-3-18-16,-2-1 0 15,3 0 6-15,-3-1-6 0,3 0-3 16,2 0-9-16,2 2 24 16,0 6-3-16,1 4-9 15,-2 2 0-15,4-1-5 16,-3-2 5-16,0-2 0 16,1-5-4-16,3 0 10 15,-7-2 3-15,2 2-9 16,3-2 0-16,-7 0-2 15,2 2 2-15,-4 2 0 16,0-1-10-16,3-2 22 16,-3 1-3-16,6-2-9 0,-2-2 0 15,1 1 1 1,0-5-1-16,2-3-7 0,0 2-1 16,1-1 16-16,1 2 2 15,0 0-10-15,1 0 0 16,-1 0-3-16,1-2 3 15,-1 0-1-15,1-6-8 16,-4-2 18-16,5-2 4 16,-1 0-13-16,-1-2 0 15,8 2-1-15,-1 5 1 16,4-4 0-16,1 3-11 16,1 1 25-16,8-4-2 15,2 6-12-15,8-3 0 16,0-2 46-16,2-2-46 15,-4-6 0-15,-3 0-10 16,4-2 25-16,-1-2 2 16,0 0-17-16,3 0 0 15,-5 0-3-15,1-6 3 16,-1 2 0-16,0-2-8 0,1-2 20 16,0-5 2-16,-1 5-14 15,0-3 0-15,-4 3-3 16,0-1 3-16,-3-3-3 15,1 5-3-15,-1-4 12 16,-2 4 4-16,0-4-10 16,-2 0 0-16,-2 0 3 15,2-1-3-15,-2 0 0 16,-3-2-12-16,5-2 25 16,4 0-10-16,-2-4-3 0,0-2 0 15,-3 0 1-15,0 2-1 16,-3-2 0-1,-2 6-7-15,-4-4 19 0,1-2-14 16,-1 0 2-16,0-4 0 16,-3-5 4-16,-1 2-4 15,1-2 0-15,-5 4-8 16,1 0 20-16,-3 3-4 16,1-2-8-16,-3 0-8 15,2-6 8-15,-2 4 0 16,-3-4 2-16,0-3-4 0,-1 2 11 15,-3-7-9 1,4-3 0-16,-4 3-3 0,3-4 3 16,-1 4 0-1,0 2-1-15,1 0-10 0,-3 8 22 16,0-3-2-16,-3 5-9 16,1-2-8-16,0 2 8 15,-1-6 0-15,-4 2 1 16,1-4-9-16,0-2 19 15,1-4-13-15,-2 0 2 16,0 2-15-16,3 0 15 16,-7 1 0-16,5 6 8 15,-4 2-19-15,1 1 22 16,-1 4-7-16,-2 0-4 16,3 0-4-16,3-2 4 0,-2 0 0 15,-2-4-7 1,3 0 6-16,1-2 1 0,-3-2 11 15,2-5-11-15,-4 5-6 16,2-4 5-16,0 4 1 16,0-2-1-16,0 2 0 15,-2 0 2-15,0 2 2 16,0 2-3-16,-1 2-3 16,-1 1 2-16,0 3 1 15,2 5 0-15,-6 0-6 16,5 5 6-16,-7 6-5 15,0 2 5-15,-4 2-10 16,-1 0 10-16,-1 0 0 16,5 0 7-16,-2-4-7 15,5 2 0-15,-8-4 3 0,2 0-3 16,1-4-4 0,0 4-4-16,-2-2 16 0,1 0-2 15,-4 2-6-15,0 0 0 16,0 2-3-16,2 2 3 15,-2 0-6-15,-2 2 5 16,-3 4 2-16,1 0-2 16,2 2 0-16,2 0 1 15,7 2 3-15,3-2-3 16,3 0-8-16,5 2 7 16,-4 0 2-16,4 2-2 15,-4 4 0-15,-8 4-17 16,2 10-8-16,-18 16-197 15,-107 92-435-15</inkml:trace>
  <inkml:trace contextRef="#ctx0" brushRef="#br0" timeOffset="48401.34">3879 12709 556 0,'4'-4'194'0,"-3"-4"-160"0,4-6-34 0,2 0-33 0,-3-2 33 0,-4 0 35 15,-2 4 50-15,0 0-50 16,-3 2 68-16,5 0-64 15,-2 4-21-15,2 2 38 16,0 2 4-16,0 0 13 0,2 0-32 16,3 0-40-16,-3 0 65 15,0-2-34-15,-2 1 13 16,0 3 30-16,0 0-24 16,0-1 15-16,0 1-5 15,0-3 5-15,-2 3 20 16,2 0-16-16,0-1-25 15,-2-1 57-15,2 0-72 16,-5 0-1-16,3 0-5 16,2-4-3-16,-2 3 4 15,2 3-25-15,0-1 0 16,0 2 30-16,0-2-12 0,0 2 9 16,0-1-1-16,2 0-20 15,-2 0 28-15,2 0-34 16,5 3 11-16,1 1 34 15,4 0-26-15,1 0 1 16,7-1 4-16,2 4-23 16,7 3 42-16,2 0-43 15,2 2 2-15,1 2 17 16,0 0-19-16,0 2 0 16,-3-4-13-16,-2 0 29 15,-3-2-14-15,-2-2-2 0,-3 2 0 16,1-4-3-1,-2 0 3-15,7-2 0 0,2 0-8 16,6-2 23 0,6 0-6-16,-1-4-9 0,2 2 0 15,-5-2 0-15,2 2 0 16,-4 2-3-16,1 2-3 16,-5 0 12-16,5 0-9 15,-1 2 3-15,6 2 0 16,-1-2 2-16,2-2-2 15,1 4 0-15,1 0-6 16,1 0 12-16,1 2-2 16,-1-2-4-16,-3 0 0 15,-2 1 3-15,-9-4-3 16,-2-1 1-16,-6 1-16 16,-3-1 32-16,-5 0-13 15,-2-3-4-15,1 3-3 16,-1-2-3-16,3 1 6 15,5-2 0-15,0-1-12 0,10 0 26 16,5 0-7-16,7 0-7 16,-1-1-1-16,5-4 1 15,-3 1 0-15,1-1 1 16,-3 1-10-16,3-3 18 16,-1 0-8-16,3-6-1 15,4 3 0-15,7-6 3 16,0 0-3-16,7 0 0 0,-3-4-14 15,1 0 32 1,-3-2-15-16,-2 0-3 0,-2 0 0 16,-8 0 2-16,-3 6-2 15,-7-4 1-15,-5 3-7 16,-8-1 15 0,0 0 7-16,-4-4-16 0,4-7 0 15,-5-2 5-15,2-5-5 16,-2-4 1-16,1 0 2 15,-2 2 6-15,2 0 46 16,-5 4-55-16,1 0 1 16,-3 0 32-16,-6-2-6 15,3 0-8-15,1-5-19 16,-3-1 23-16,1 2 10 16,-1-4-33-16,3 0 0 0,-4 0 1 15,1-4 0-15,1-1-1 16,-4 1 0-16,-4 0 9 15,-2 2 6-15,-4 0-15 16,-3 4 0-16,-4 2 4 16,-4 0-3-16,-8 0-1 15,-2 1 0-15,4-1 17 16,-6-2-1-16,2 0-16 16,-2 2 0-16,5 0 0 15,-3-2 0-15,4 2 0 16,-2 0-9-16,-2 1 18 15,1 6-7-15,-8-3-2 16,3 3 0-16,-2 1 4 16,0-2-4-16,3 2 19 15,1 0-19-15,-4 0 0 0,4 2 6 16,-4-2-6 0,4-3 0-16,-2 6 3 0,0 2-3 15,2 3 1 1,-4-2-1-16,-2-6 6 0,-5-2-3 15,-2-2-3-15,1 4-24 16,2 8 24-16,-1 6 6 16,-2 4-6-16,-5 0-7 15,-11 4 7-15,-4-2 4 16,-2 0-4-16,-7-4 0 16,0 0 2-16,0 3-1 15,-1 2-2-15,8 7-10 16,0 4 11-16,3 0 3 0,-3 1-3 15,0 8-13-15,-5-1 12 16,1 0 2-16,-1 3-1 16,5-1 0-16,-5 5 0 15,-1 3-4-15,4 0 4 16,-5 4 0-16,2 4 1 16,-2 0-1-16,0 8 11 15,2-4-11-15,-4-2 0 16,0 4 1-16,-3-4-1 15,-1 1-13-15,0-2 11 16,9-3 2-16,5 1 8 16,9-1-8-16,2 2 0 15,6 4 0-15,1 2 0 0,3 4-6 16,3 8-2-16,3 2 16 16,8 2-13-16,5 1 5 15,6 1 0-15,-1 6-1 16,3-2 1-16,3 2-5 15,4 4-2-15,-3 7 14 16,3-2 7-16,1 4-14 16,0-1 0-16,5-6-2 15,5-10 2-15,4-8-10 16,6-6 10-16,1-3 0 16,2-3 9-16,2 0-9 15,3 0 0-15,3 0 3 16,6 4-3-16,-1 0-12 0,2 4 11 15,5 10 2-15,2 6 11 16,5 6-12 0,1-1 0-16,1-13-1 0,0-12 1 15,-5-6-8-15,-8-8-5 16,-3-4 26-16,-4-6-7 16,-10-4-6-16,1-2 0 15,-3-2 6-15,2 2-6 16,2 0-3-16,1 0-7 15,3 2 20-15,-2 1-4 16,2-5-6-16,2 1 0 0,2-3 5 16,2-2-5-1,2 0 0-15,0-2-11 16,2 1 23-16,-6-3-7 16,-7 4-5-16,-4 0-2 0,-3 1-4 15,-2 2 6-15,-2 0-7 16,-3-1 1-16,3 4 12 15,-4-2 1-15,0-1-7 16,-3-3 0-16,0 1 6 16,0-1-6-16,-2 0 0 15,2 0-10-15,-2 0 23 16,0 2-1-16,0-2-12 16,0 0-3-16,0 0 3 15,3 0 0-15,-3 2 0 16,2-2-9-16,0 0 20 15,-4 0-1-15,2 0-10 16,0 0 0-16,0 0 1 0,0 0-1 16,0 0 0-16,0 0-6 15,-2 0 18-15,2 0-10 16,0 0-2-16,0 0-18 16,0 0 4-16,-3 2-11 15,-1 9-128-15,-7 7-53 16,-7 11-287-16,-51 62-878 15</inkml:trace>
  <inkml:trace contextRef="#ctx0" brushRef="#br0" timeOffset="54335.95">14991 12609 1115 0,'-2'-6'193'0,"2"2"-70"0,-7-4-30 0,5 2 39 0,-2 0-49 0,-1 2 32 0,0 2-55 0,1-6-28 0,0 4 62 15,2 0-47-15,-3-2 22 16,1-1-21-16,-3 6-26 15,0-3 67 1,1 2-47-16,-3 2-15 0,-3 0 40 16,-5 0-32-16,-3 4-20 15,-5-2 33-15,3 6-36 16,0-4 61-16,1 0-56 16,0-1-16-16,0 1 37 15,-3 7-33-15,-3-5-4 16,4 4-2-16,-3 2 14 15,6 0 8-15,-5 4-21 0,6 2 0 16,-6 6 12-16,0 2 6 16,-1 4-12-16,1 4-6 15,3 0 21-15,2-1 8 16,6 3-29-16,3 0 0 16,3 1 15-16,-2 6-9 15,3-1-5-15,1 0-1 16,-1 2 22-16,3 0 13 15,-3 4-35-15,-2 1 0 16,3 3 18-16,-1 4-18 16,3-4 0-16,-1 0 0 15,3-4 13-15,2-4 13 16,0-1-26-16,2-2 0 16,-2 8 16-16,3 5-10 15,-3 2 0-15,0 4-6 0,2-10 8 16,-2 2 19-16,2-12-27 15,0-3-3-15,2-1 3 16,1-9 0-16,-1-2 0 16,3-1-9-16,-2 4 22 15,1 0 16 1,-4 6-29-16,3 0 0 0,-1 2 7 16,-4 0-7-16,2 3 0 15,-2-2-1-15,0-1 9 16,0-5 13-16,2-3-21 15,-2-4-9-15,5-4 9 16,-5 0 0-16,5 4 0 16,-1 2-1-16,-1 0 7 0,1 6 15 15,0-2-21 1,-2 2-7-16,3-1 7 0,-3 2 1 16,3 2 8-16,2 3-9 15,-3-4 0-15,7-2 11 16,-6-6-11-16,1 0-3 15,1-6 2-15,-1 0 2 16,1 2 7-16,2 2-8 16,-2 6 0-16,-1-3 11 15,1 0-11-15,1 0-5 16,4-4 4-16,-3 2 2 16,2-1 9-16,0-2-10 0,0 0 0 15,3-4-2 1,-3 6 2-16,2 0 0 15,3 0 3-15,-2 2-3 16,-3 0 9-16,2-8-9 0,1-4 0 16,-6 0-4-16,5-6 4 15,-1 2-2 1,-1-2 2-16,-2-2 2 0,6 1 11 16,-4 3-13-16,1-5 0 15,-1 3 8-15,4 5-8 16,-1-3-5-16,3-2 5 15,-1 2 0-15,-4-6 12 16,7 1-12-16,-4 2 0 16,8-1-5-16,-1-2 5 15,3 0 0-15,-3 2 2 16,2 2-1-16,-3-4 7 16,4-2-8-16,-4 6 0 0,2-4 3 15,-5 2-3-15,-1 0-2 16,-5 0-10-16,-1-2 24 15,-3-4-6-15,6 4-6 16,-5-4 0-16,1 0 3 16,9-4-3-16,-4 4-3 15,10-8 3-15,-3 6 0 16,3-4 10-16,-2 4-10 16,2-6 0-16,-2 2-4 15,2 2 4-15,-1-4-2 16,-2-2 1-16,5 2 2 0,-5-6 16 15,5-4-17-15,-2-3 0 16,-1-2 6-16,5-8-6 16,-5-5-21-1,5-6 19-15,-2 4 4 0,-2 2 4 16,-2 0-6-16,-6 2 0 16,1 6-6-16,-5-4 6 15,1-3 0-15,-3 3-11 16,-1-4 25-16,2 0-34 15,-3-4 20-15,-1-4-9 16,4 2-18-16,-3-2 27 16,-3-2-28-16,1 4 22 15,0-3 7-15,2 9-13 16,-5 0 12-16,3 2-3 0,-2-4-12 16,6 2 15-16,0-4-13 15,-2 0 1-15,2 0 24 16,-2-4-23-16,-1 0 11 15,2-5 0-15,-4-1-9 16,-4-4 9-16,-2 2-15 16,-4-2 14-1,0-4 2-15,-4-2-1 0,2 2 0 16,2-7-5-16,-3 1-4 16,3 4 9-16,-5-3-3 15,0 8-6-15,2 5 18 16,-2 1-6-16,0 5-3 15,-2 2-1-15,-4 0 1 0,5 4 0 16,-3-2 0-16,-1 4 0 16,2 2 15-16,-2 2-13 15,1-1-2-15,-1 4-2 16,1-3 2-16,2-5 0 16,-7-3 0-16,1-2-2 15,-6 0 4-15,3 2 13 16,-3 4-15-16,1 2-9 15,-4-1 7-15,-10-1 2 16,-4 4-3-16,-3-2-6 16,-1 0 18-16,-1 2 0 15,1 0-9-15,-1 4-3 16,1 2 3-16,-3 2 0 16,-2 2 1-16,-5 1-11 15,1 10 20-15,-4-1-1 0,-5 7-9 16,0 1-9-16,-7 3 8 15,2-2 1-15,-3-1-9 16,-2-2 8-16,3 5-40 16,-2 1 41-16,-3 7-146 15,0 8-140-15,-150 53-280 16</inkml:trace>
  <inkml:trace contextRef="#ctx0" brushRef="#br0" timeOffset="57091.28">3142 10564 569 0,'-2'-4'97'0,"-3"-1"41"0,-5-4-48 0,-2 2 0 0,-5 3-78 0,-8 0 31 0,-4 4-42 15,-2 0-1-15,-5 0 12 16,5-2-10-16,4-2 46 16,14-4 82-16,4 4-50 15,4 1 20-15,1 0-77 16,4 1-22-16,0 4-2 16,0 1-45-16,0 0 31 15,2 3-12-15,3 3-25 16,1-4 41-16,6-3 10 15,1-2 1-15,3 0-8 0,-1 7 17 16,1 2 7-16,-3 4-16 16,-3 6 0-16,-4 3 4 15,-4 5-4-15,-4-1-29 16,-8-2-12-16,0-4-13 16,-11-6 54-16,0-4 9 15,-11-2 2-15,-1 2-11 16,2-2-18-16,-2-2-65 15,0-4 83-15,5 2 12 16,4-2 27-16,-3 0 10 16,4 0-48-16,4 2-2 15,5-2-42-15,3 2-41 16,2-2 46-16,2 0-56 16,5 2-5-16,0-4-11 15,2 0 110-15,-2-6 213 0,-1 2 23 16,1 0-76-16,0 2 16 15,-4-2-83-15,2 2 52 16,0 0-70-16,0-2-9 16,0 2 32-16,1 2-56 15,3-2 18-15,3 2 4 16,5 0-62-16,0 0 29 16,7 0-31-16,7-2 1 15,3 2 16-15,4 0-17 16,4 0 1-16,-4 2-9 15,-1 2 17-15,-3 0-22 0,-9 0 13 16,-5 0-62-16,-11 2 53 16,-11 4-21-16,-11 0 5 15,-16 6 13-15,-8 0 12 16,-6 0 8-16,-2 0-8 16,1-6 0-16,-1 3 29 15,3-6-13-15,18 0 31 16,10-7 4-16,15 1-20 15,8-2 74-15,11-6-105 16,18 0-8-16,18-6 8 16,20 1 0-16,14-2 0 15,6 8-22-15,7 6-181 0,126 24-68 16</inkml:trace>
  <inkml:trace contextRef="#ctx0" brushRef="#br0" timeOffset="57494.36">2436 12093 1732 0,'0'-2'282'0,"0"0"-126"0,3 0-16 0,-1 1-76 0,7-3-49 0,11-3-15 0,11-3 1 15,5 2-1-15,10 0 0 16,1-2-24-16,-1 6-11 16,0 4-133-16,54 18-142 15</inkml:trace>
  <inkml:trace contextRef="#ctx0" brushRef="#br0" timeOffset="57801.55">2443 13140 1706 0,'4'-2'276'0,"-1"0"-142"0,9-4-112 15,9 0 29-15,12-2-51 16,8 4-22-16,5 2-52 15,-2 8-50-15,-5 10 19 16,7 52-1421-16</inkml:trace>
  <inkml:trace contextRef="#ctx0" brushRef="#br0" timeOffset="58004.55">2441 14199 1482 0,'0'0'574'0,"2"0"-437"0,-2-4-95 15,7 2-27-15,9-4-5 16,5 0-8-16,12-2-2 16,4 0-66-16,5 2-69 15,45 12-155-15</inkml:trace>
  <inkml:trace contextRef="#ctx0" brushRef="#br0" timeOffset="58184.59">2523 14820 2226 0,'0'-1'232'0,"2"-2"-73"15,-1 2-159-15,18-2-126 16,10 3-196-16,92-14-657 16</inkml:trace>
  <inkml:trace contextRef="#ctx0" brushRef="#br0" timeOffset="58368.33">2481 15803 2284 0,'-2'-4'295'0,"2"2"-172"16,2-2-123-16,18 8-18 16,24 2-282-16,216 8-1224 15</inkml:trace>
  <inkml:trace contextRef="#ctx0" brushRef="#br0" timeOffset="-186955.07">19352 6180 1554 0,'-2'-2'235'0,"2"2"-164"0,-2-4-55 0,-3 2 17 0,5 0 2 0,0 0 56 0,-3 2-41 0,3-4-41 16,0 4 25-16,0 0-8 16,0 0-4-16,0 0-22 15,0 0 12-15,0 0-21 16,0 4 9-16,0-4-45 16,0 2 30-16,0 0-15 15,0 0-25-15,0 2-8 16,0 2-59-16,3 4-52 15,6 0-274-15</inkml:trace>
  <inkml:trace contextRef="#ctx0" brushRef="#br0" timeOffset="-184088.55">19149 6320 1668 0,'-2'0'210'0,"2"0"-164"0,-3 0-40 0,3 0 38 0,0 0-11 0,0 0 24 0,0 0 18 0,0 0-51 16,0 2-11-16,0 0-2 16,3 4 1-16,-1 5 19 15,0 0-20-15,2 5-10 16,0-2 4-16,2 0 4 15,0-1-9-15,5-5 0 16,-2 0 6-16,2-1 16 16,0-4-22-16,7-3 8 15,-5-3 1-15,1-2 6 16,1-4 1-16,-1 1-13 16,-5-3 3-16,2 3 26 0,-5 3-32 15,-3 1-3 1,-3 4 3-16,0 0 0 0,-3 3-30 15,3-2 23-15,0-1-25 16,0 3 17-16,0 3 12 16,0-1-1-16,3 5 3 15,-3 1 1-15,2-1-20 16,3-5-11-16,-1 4-71 16,3 0 51-16,-3-4-30 15,1 1-2-15,2-3-5 16,-5 1-74-16,2 5-54 15,-2-5-430-15</inkml:trace>
  <inkml:trace contextRef="#ctx0" brushRef="#br0" timeOffset="-182654.91">18812 9439 789 0,'2'-13'198'0,"-2"4"-151"0,0-14-47 16,2 3-26-16,-2 4-47 0,0 2-242 0,0 6 315 0,0 6 4 16,-2 4 23-16,0 4-26 15,0-2 44-15,4-2-12 16,0-2 129-16,5-6 36 15,2 0-6-15,6-8 23 16,2 0-38-16,-2 0-26 16,-1 0-7-16,-4 6-33 15,-1 2-13-15,-7 4-25 16,0 2-49-16,4 6 10 16,2 8-33-16,-1 16 5 0,-1 6 32 15,-2 4-37-15,0 2 0 16,-4-7-1-16,0-3 12 15,0-5-6 1,0-10-6-16,2-5-5 0,-2-8-11 16,2-4 14-16,0 0-35 15,5-6 2-15,3-8 10 16,6-4 17-16,0-6 2 16,0 2-4-16,-6 4 10 15,0 1 0-15,-6 3-3 16,3 6-3-16,-3-2 12 0,-2 2 20 15,0 2-26 1,-2 0-5-16,0 4 4 0,0 2 1 16,0 0-30-1,-2 2 3-15,-4 9-55 0,-30 57-97 16</inkml:trace>
  <inkml:trace contextRef="#ctx0" brushRef="#br0" timeOffset="-182105.08">18924 10943 1832 0,'-7'-3'236'0,"7"2"-167"0,-3-3 4 0,1 1-67 0,4 3 47 0,1 0 50 0,-3-2-56 0,3 4-46 15,3 1-1-15,3-3 9 16,5 0 21-16,5-3-30 15,6-4-7-15,6-6-2 16,0-5 3-16,-4-2-36 0,0 6-11 16,-12 4 2-16,-3 14 41 15,-12 24-4-15,-12 22 14 16,-10 21 9-16,-16 17 20 16,-11 14-29-16,-11-2-3 15,4-6 3-15,9-19 42 16,11-27-42-16,21-24-4 15,11-16 3-15,6-10 1 16,3-8-48-16,5-8-14 16,6-10-70-16,6-6 99 15,1-4-1-15,1-1-8 16,1 3 28-16,-4 2-1 16,2 9-7-16,-7 7 10 15,-7 5-38-15,-5 11-145 16,-10 24-456-16</inkml:trace>
  <inkml:trace contextRef="#ctx0" brushRef="#br0" timeOffset="-179971.33">18500 5109 1393 0,'0'0'217'0,"5"0"-185"0,0-2 26 0,8 0 32 0,2-2 26 0,3 0-82 0,3-4-10 16,0 0 23-16,4 2-16 16,4-4 8-16,6 4-39 15,5-2 1-15,5-2 16 16,4 4-17-16,5-2-10 16,1 0 9-16,-3 2-4 15,-6 2 5-15,-8 4-95 0,-11 2-196 16,-27 14-584-16</inkml:trace>
  <inkml:trace contextRef="#ctx0" brushRef="#br0" timeOffset="-179671.76">18690 5266 1305 0,'4'1'200'0,"0"-2"-164"0,6 2 126 15,5-1-66-15,-1 0-30 16,5 3-12-16,2-3-29 16,3 0 28-16,-1-3-38 15,5 0-9-15,1-5 21 16,-2 4-27-16,0 1-9 15,-3-1-9-15,-1 2-57 16,-6 2-18-16,-1 2-158 16,-3 17-213-16</inkml:trace>
  <inkml:trace contextRef="#ctx0" brushRef="#br0" timeOffset="-179455.16">18698 5494 1326 0,'3'0'215'0,"2"-2"-124"15,10-4 2-15,5 0 23 16,9-4-70-16,5 0 26 16,3 4-66-16,5-4 3 15,3 4 10-15,-3 0-19 16,1 0-17-16,-3 4-79 15,-9 4-160-15,27 6-234 16</inkml:trace>
  <inkml:trace contextRef="#ctx0" brushRef="#br0" timeOffset="-179237.5">18848 5639 1472 0,'4'-4'285'16,"6"1"-230"-16,5-5-14 16,5-2 38-16,7 5-32 15,0-2-12-15,2 1-34 16,4-2 25-16,-2 2-26 16,3 2-15-16,-1 3-74 15,23-3-494-15</inkml:trace>
  <inkml:trace contextRef="#ctx0" brushRef="#br0" timeOffset="-178980.49">18886 5913 1615 0,'9'-2'222'0,"2"-2"-189"16,13-8 12-16,5 2-3 0,11-4-31 15,8 4-11-15,4 0-53 16,83-4-128-16</inkml:trace>
  <inkml:trace contextRef="#ctx0" brushRef="#br0" timeOffset="-174952.3">19494 4449 772 0,'-2'0'162'0,"2"-1"-120"0,-3 1 12 16,3 0-39-16,0-3 25 0,0 3-40 0,0 0 0 0,-2 0-4 16,0 3 4-16,2-2-7 15,-2 3 6-15,2-1 2 16,-2-2 3-16,0 1-4 0,2 0 0 16,-2-2 0-16,2 2 2 15,0-4 52-15,-3 4 72 16,3-2-68-16,0 0 31 15,-4 0-55-15,4 0-26 16,0 0 34-16,0 0 18 16,0 0-3-16,4 0 6 15,-4 0-35-15,0 0 35 16,3 0-31-16,-1 0-4 16,4 3 13-16,7-3-2 15,8-3 4-15,5 1-14 16,12 0-28-16,5-1 57 15,3-4-48-15,6 1-1 16,6 2 2-16,-3-4-10 16,7-2-1-16,-2 5 0 0,6-2 6 15,-7-1 1-15,-3 6-7 16,-2 1-15-16,-10 1 15 16,-1 0 1-16,-3 1 0 15,-5 1-1-15,1-2 0 16,-2 0 8-16,-3 4-8 15,-5-4-6-15,3 2 6 16,3-2 1-16,-1 2 5 16,-3-4 0-16,6 4 0 15,2-2 26-15,0 0-32 0,-1 2-6 16,-6-2 6 0,2 2 0-16,-2 1 5 0,-4-2-5 15,4-1 0 1,4 2 3-16,3-2-3 0,6 0-1 15,5 0 0-15,4 0 1 16,5 0-1-16,-3-2 1 16,5 2 0-16,-9 0 10 15,-2 0-10-15,-3 0-3 16,-1-1 3-16,-1 1 0 16,-2-3 0-16,3 3-1 15,-3-2 1-15,-5 0 7 16,-1 0-7-16,-10-4-10 15,-3 6 10-15,-8-2 1 16,-5 1 17-16,-2 1-18 0,-4 0 0 16,-2 0 9-1,0 0-9-15,-2 0 0 0,2 0 0 16,0 0 7-16,0 0 11 16,0 0-18-16,-3 0 18 15,3 0 70-15,3 0-61 16,-3 0-19-16,0 0 4 15,0 0-5-15,0 0 19 16,0 0-26-16,0 0 0 16,0 0 24-16,0 0-23 15,0 0 7-15,0 0 1 16,0 0-3-16,0 0-12 16,0 0 6-16,2 18-20 0,4 7 20 15,-4 18 12 1,-4 16-10-16,-9 20-4 0,-11 15-17 15,-43 85-4-15,-122 142-703 16</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0-03-30T12:11:07.804"/>
    </inkml:context>
    <inkml:brush xml:id="br0">
      <inkml:brushProperty name="width" value="0.05" units="cm"/>
      <inkml:brushProperty name="height" value="0.05" units="cm"/>
      <inkml:brushProperty name="color" value="#E71224"/>
      <inkml:brushProperty name="ignorePressure" value="1"/>
    </inkml:brush>
  </inkml:definitions>
  <inkml:trace contextRef="#ctx0" brushRef="#br0">1 1,'0'0</inkml:trace>
</inkml:ink>
</file>

<file path=ppt/ink/ink3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3:07:00.704"/>
    </inkml:context>
    <inkml:brush xml:id="br0">
      <inkml:brushProperty name="width" value="0.05292" units="cm"/>
      <inkml:brushProperty name="height" value="0.05292" units="cm"/>
      <inkml:brushProperty name="color" value="#00B0F0"/>
    </inkml:brush>
  </inkml:definitions>
  <inkml:trace contextRef="#ctx0" brushRef="#br0">12041 5202 1221 0,'0'0'312'0,"0"0"-213"0,0 0-16 0,0 0-19 0,0 0-50 0,-2 1 97 0,2-2 36 16,-2 1-27-16,2 0-65 15,0 0-5-15,2 0 4 16,-2 0-17-16,0 1-5 15,2-1-32-15,-2 0-6 16,3 3-6-16,4-2 12 16,1 8-5-16,13-1 4 15,-2-1 2-15,10 5 5 16,2 1-6-16,2 1 0 16,4-2-3-16,5 2 3 15,2-3 0-15,12 4-1 16,0 1 7-16,8-4-6 0,1 2 0 15,2-2 0-15,-1 0 0 16,-1 0 0-16,2 2-8 16,0-2 7-16,2 2 2 15,2 2 8-15,1-4-9 16,1 4 0-16,-6-4 0 16,-2 2 0-16,-3 0-5 15,-7-6 4-15,-3 1 2 16,-6-2 3-16,-1-1-4 15,-3-1 0-15,-5-2 2 16,1 1-2-16,-7-2-6 16,-2-2 4-16,-4 0 4 15,-2 0 4-15,2 0-6 0,-5 0 0 16,4 0 6 0,5 0-6-16,0 5-10 0,6-1 10 15,2 0 0-15,-2-1 0 16,-3 4 0-16,-3-2-1 15,0 1 1-15,2-4 0 16,0 3-5-16,9-1 3 16,0-3 4-16,3 5 13 15,-6-3-15-15,1 1-9 16,-5-3 9-16,3 2 0 16,-1-2-6-16,2 2 4 15,0-2 4-15,3 2 1 16,-1-6-3-16,-1 3 0 0,1-1 3 15,-1-2-3-15,1 2 0 16,-2 1-1-16,-3-3 2 16,3 2 2-16,-1 1-3 15,5-3-4-15,-4 2 4 16,5-2 0-16,0 0 0 16,1 0-1-16,-3-1 2 15,2 3 4-15,1-2-5 16,-1 1-6-16,-2-2 6 15,0 3 0-15,-2 1 0 16,-3-3-1-16,1-1 2 16,3 3 4-16,-4-4-5 0,1 3-5 15,-1 0 5-15,-2-2 0 16,-1 3 0-16,3-3-6 16,-2-1 12-16,-1 3-6 15,-6 0 0-15,4 2-3 16,-8-2 3-16,-5 2 1 15,-1 0-1-15,-1-2 0 16,-3 2 0-16,1 0 7 16,3-1-7-16,-5 1-4 15,3-3 4-15,3-1 0 16,6 2-1-16,6 0 1 16,8 2 0-16,3 0 10 15,10 0-10-15,-1 4-13 0,2-2 13 16,5 3 0-1,0-4 0-15,4 3-1 0,2-2 1 16,0 0-18-16,3-2 18 16,-5-2-7-16,5 2 6 15,-5-2 1-15,-2 2-1 16,0 0-5-16,-5-2 6 16,0 0-17-16,3 1 17 15,-2-4-30-15,-2 1-3 16,3-4 5-16,-4 0-17 15,1-2 13-15,-6 0 28 16,-2 4-7-16,-7 2 11 16,-6 2-6-16,-12 2 6 15,-1-4 1-15,-7 0 7 16,1 2-8-16,-1-2 0 16,-3 2 5-16,2-2-5 15,-1-4 0-15,-3 4 3 16,3-2 3-16,0 2-6 0,0-2 0 15,0 0 0-15,2 0 1 16,2 2-1-16,-2-2-9 16,3 0 9-16,1 0 0 15,1 2 4-15,-1 0-4 16,4 0 0-16,-4-4 10 16,5 0-10-16,-4 4-15 15,-1-2 15-15,1 0 2 16,-1 2-2-16,4 0 0 15,2 0 0-15,0-2 3 16,1 2-3-16,3 0 0 0,-6-2-2 16,4 0 4-16,-1-3 3 15,2 2-5-15,-1-1 0 16,3-2-10-16,1 4 10 16,0-3-6-16,7 4 6 15,-1 0 0-15,0 5 0 16,-2 0 0-16,-4 3 0 15,-9-3 2-15,0 0-2 16,-4 0-7-16,1 0 6 16,1 0 2-16,-1 2 2 15,-6-2-3-15,2 4 0 16,-6-4-6-16,-5 0 6 16,0 0-6-16,0 0 5 15,0 0 2-15,0 0 5 16,0 0-6-16,0 0 0 0,0 0 0 15,2 0 0-15,0 0-2 16,4 1-5-16,3 2 14 16,5-2 4-16,3 2-11 15,2-1 0-15,1 0 21 16,-3 0-21-16,1 0 0 16,0 0 0-16,-2-2 10 15,2 1-5-15,-1 3-5 16,1 1 0-16,0-1-2 15,2 0 2-15,3 0 0 16,0 4-1-16,6 0 2 0,8-2 7 16,-2 2-8-1,-1-2 0-15,-1-2 1 0,-4 0-1 16,-2 0-1-16,0-2 0 16,-6-2 2-16,2 0 12 15,-10-2-13-15,-1 2 15 16,-2-2 39-16,4-2-31 15,-3 2-22-15,0 0-1 16,1 2 15-16,-4 0-14 16,3 2-1-16,3-2-1 15,1 0 0-15,-1 0 1 16,1 2-4-16,1 0 2 16,-5 0 4-16,-4 0-16 15,-3 4-28-15,-21 4-202 16</inkml:trace>
  <inkml:trace contextRef="#ctx0" brushRef="#br0" timeOffset="3135.9">5638 5977 1519 0,'-3'0'196'0,"3"-3"-121"0,-2 0 9 0,2 3-27 15,0 0-13-15,2 0-8 0,1 0-29 0,-1 0 40 16,1 3-47-16,3 0 0 15,11-1 0-15,10 3 2 16,16-1 2-16,10 1-4 16,7 5 2-16,3-2-1 15,-5-2-1-15,-5 2 0 16,-6-1 4-16,-9-1-4 16,-11-2-1-16,-10-3-5 15,-12-1 12-15,-10 3-2 16,-12-3-4-16,-12 8 0 15,-18-2 12-15,-22 4-11 16,-9 4 0-16,-2-2-1 0,6-2 11 16,11-4 13-16,24-4-23 15,18 0 14-15,21-2 9 16,14 0-24-16,13 0 0 16,17 4-6-16,16 0-34 15,14 2-1-15,13 4-164 16,147 14-457-16</inkml:trace>
  <inkml:trace contextRef="#ctx0" brushRef="#br0" timeOffset="6402.51">11963 6240 118 0,'0'0'795'0,"0"0"-618"0,0 0-120 0,0-4-15 0,0 8 36 0,0-4 27 0,0-4-24 16,0 4 7-16,0 0 31 0,0 0-52 16,0 0 14-1,0 0-49-15,0 0-22 0,0 0 44 16,0 0-52 0,0 0 4-16,0 0 3 0,18-2 1 15,2 0 7-15,13 2-17 16,13-2 1-16,6 4 27 15,15 2-28-15,3 2-1 16,9 0 1-16,8 2 0 16,9 2 3-16,0-2-3 15,-3-2 0-15,-1 5-3 16,-7-4 3-16,-7-1-6 16,-11 0 5-16,-13-2 1 15,-19-4 2-15,-16 0-2 16,-11 0 0-16,-8 0 42 0,-8-2 0 15,-2-4-27-15,-6 2 0 16,-6-2-14 0,-7 2 16-16,0 0-17 0,-2-2 0 15,0 4 6-15,4 0-6 16,-4 0-9-16,-5 2 9 16,-5 0 0-16,-5 2-3 15,-6 0 3-15,-8 0 0 16,2 2-1-16,8-4 1 15,7 0-12-15,17 0 10 16,14 0-16-16,14 0 11 16,8 0-35-16,11 2 27 15,12 1 7-15,17-2 8 0,10 3-16 16,7-2-1 0,0 2-16-16,-3-2 23 0,-4 4-41 15,-6-4-3-15,-10 2 18 16,-3-4-32-16,-10 2-145 15,13-6-340-15</inkml:trace>
  <inkml:trace contextRef="#ctx0" brushRef="#br0" timeOffset="7958">17896 6310 1433 0,'0'0'228'0,"0"0"-132"0,0-4-9 0,0 4 39 0,2-2-37 0,-2 4-34 0,3-4 67 0,-3 4-58 15,3-4-11-15,-3 2-29 16,6 2-14-16,3-4 2 15,7 2-12-15,8 0-7 16,12 6-7-16,6 0 7 16,7 5-68-16,4 0-60 15,-1 1-95 1,50 5-377-16</inkml:trace>
  <inkml:trace contextRef="#ctx0" brushRef="#br0" timeOffset="14967.93">12352 5163 714 0,'0'-2'121'0,"0"2"-62"0,1-2-5 0,-1 0 1 0,0 2 26 0,0 0-13 0,0 0-35 0,0-2-5 16,0 2-28-16,3 0 2 16,-3 0 23-16,2 0-16 15,2 0 11-15,1 2 16 16,-3 0-21-16,0-2 1 16,0 2 1-16,2 0-16 15,2 2 33-15,-2 0-21 16,3-2 2-16,3-2 23 15,-2 0 20-15,9 0-5 0,3 0-35 16,0 2-17-16,5-2 39 16,-1 2-40-16,1-2 0 15,-6 2 6-15,6-2 3 16,-5 0 7-16,4 2 14 16,3-2-28-16,-2 3 28 15,4-3-30-15,2 3 0 16,-2-3 0-16,4 4 7 15,-2-4-1-15,-6-4-6 16,2 4 0-16,-10 0 2 16,-1 0-2-16,-7 0-1 15,-2 0 0-15,-5-2 2 0,-2 2 8 16,0 0-9 0,0 0 0-16,0 0 6 0,-2 0-5 15,-1 0 8-15,-3-1 2 16,-7 1-11-16,-7-3 25 15,-3 1-25-15,-4-2 0 16,-4 2 3-16,5-2-2 16,-5-2-1-16,0 2 0 15,2 0 1-15,4 0 16 16,2 2-17-16,10 0 1 16,6 0 23-16,5 2-24 15,4 0 0-15,5 0-1 16,6 2 7-16,8-2 16 0,6 2-22 15,6 2-2-15,3 0-4 16,-1 0 6-16,-2 2-5 16,-4 0 4-16,3-2 2 15,-6 3-18-15,-3 0-70 16,19 8-243-16</inkml:trace>
  <inkml:trace contextRef="#ctx0" brushRef="#br0" timeOffset="17684.18">16502 10792 1207 0,'2'0'294'0,"-2"0"-210"0,0 0-30 0,0-2 42 0,0 2-37 0,0 0-38 0,0 2-3 16,2-2-11-16,-2 0 15 15,0 2-22-15,4-2 0 16,-2 2 20-16,6 2-2 16,-2 0-5-16,1 4-1 15,5 0-3-15,-2-2 9 0,1 4-18 16,3 0 0-16,1-2 0 15,3 2 1-15,0-6 0 16,6 0-1-16,3-4 1 16,2-2 8-16,5-6-9 15,1-2 0-15,-2-2 0 16,-1-6 0-16,2 0 2 16,-6-4-4-16,-5 0 8 0,-3-2 3 15,-7-2-9 1,-7-6 0-16,4 0 0 0,-8-4 7 15,-2 1-7-15,-2-1-1 16,0 4 1-16,-3-2 14 16,2 8-7-16,3 0 10 15,-4 4 8-15,0 6-16 16,-3 0 14-16,-6 0-23 16,-5 6 12-16,-4 0 10 15,0 2-22-15,-1 0-10 16,1 4 10-16,-1-4 10 15,-1 2 4-15,4 0-13 16,-2 2 0-16,2 4 58 16,-2 0-59-16,-5 6 0 15,0 6 9-15,-9 14-3 0,1 10 13 16,-2 10-19-16,6 2 12 16,5 1-7-16,4-2-5 15,10-4-26-15,10-3 25 16,4-2-18-16,10-6 4 15,7 0-51-15,4-6-46 16,10-2-8-16,70 10-177 16</inkml:trace>
  <inkml:trace contextRef="#ctx0" brushRef="#br0" timeOffset="22315.22">16460 11323 1153 0,'-2'0'113'0,"4"2"-113"0,13-2-454 0</inkml:trace>
  <inkml:trace contextRef="#ctx0" brushRef="#br0" timeOffset="30718.18">15228 14161 1440 0,'0'0'198'15,"0"0"-103"-15,2 0-56 16,4 0-38-16,3 0 41 16,3-2 14-16,-2-2 1 15,1 2 9-15,5 0-18 16,-3 0 15-16,-1 2 9 15,3 2-60-15,-5 2 40 16,-2 2-35-16,1 4-1 16,0 0 20-16,-7 8-27 0,1 0-1 15,-11 8-8-15,-2 6 16 16,-9-2 5-16,-2 4-21 16,-2-4 0-16,3-4 6 15,11-12-6-15,3-8 1 16,6-6-1-16,2 0 3 15,0 0-27-15,5 0 9 16,9 3 15-16,11-3 15 16,14-4-15-16,11-9-71 15,13-1-77-15,-3-4-122 16,84-28-208-16</inkml:trace>
  <inkml:trace contextRef="#ctx0" brushRef="#br0" timeOffset="31086.2">15805 14205 1753 0,'-3'2'341'0,"1"4"-248"0,-3 10-77 0,1 6 14 0,0 2-18 0,4 0 11 0,6-4-16 0,3-2-1 15,3-10 45 1,0 2-31-16,11-10-19 0,-3 0 53 16,6-8-7-1,-1-2 28-15,-5-4-23 0,-4 2-26 16,-7 0 74-16,-7 6-59 15,-4 2-7-15,-10-2-29 16,-1 2-5-16,-7-6-27 16,-9 2-38-16,-4 6-74 15,-1 4-71-15,-30 26-345 16</inkml:trace>
  <inkml:trace contextRef="#ctx0" brushRef="#br0" timeOffset="31534.92">16453 14261 1087 0,'-5'-2'927'0,"3"4"-720"0,-5 4-121 16,1 8-85-16,-1 8 32 16,-4 12-33-16,6-7 6 15,3-1 6-15,6-2-12 16,10-6 1-16,1-6 8 15,8-2-1-15,4-6 38 16,2-7-37-16,0-4 5 16,-2-5 74-16,-6-1-29 15,-11 5-4-15,-6 1 34 16,-6-4-56-16,-5 4 4 16,-8-6-37-16,-6 1-23 15,-8 2 22-15,-4 0-25 16,2 4-30-16,-1 4-88 0,10 2-120 15,9 4-93 1</inkml:trace>
  <inkml:trace contextRef="#ctx0" brushRef="#br0" timeOffset="31902.67">16907 14291 1522 0,'-2'-2'461'0,"0"2"-326"0,2 0-105 15,-2 0-15 1,2 4-15-16,0 4 37 0,-3 6 31 16,3 3-2-1,5 1-24-15,2-3 13 0,8-3 2 16,6 2-39-16,0-5 63 15,8-5-48-15,2-7-1 16,-4-1 37-16,0-6-14 16,-2 0-14-16,-10-3 1 15,-1-4-33-15,-8 2 57 16,-6 0-66-16,-2-1 7 16,-10 2-14-16,-3 2-4 15,-5-4-20-15,-2 10-53 16,-4 4-95-16,5 8-55 15,-8 16-314-15</inkml:trace>
  <inkml:trace contextRef="#ctx0" brushRef="#br0" timeOffset="32235.23">17647 14247 1326 0,'0'0'297'15,"0"0"-97"-15,-2 0-152 16,2 0-29-16,0 4 35 16,-3 4 41-16,1 8 49 0,2-4-45 15,5 2-44-15,4 0 95 16,4-4-73-1,5 2-25-15,6-6 1 0,7-2-1 16,0-8 25 0,1-2-44-16,-6-4-33 0,-12 6 33 15,-14-2-33-15,-16 0-90 16,-26 0-145-16,-30 6-243 16,-219 36-583-16</inkml:trace>
  <inkml:trace contextRef="#ctx0" brushRef="#br0" timeOffset="32823.03">16165 14546 1696 0,'-2'0'448'0,"2"0"-282"0,-2 0-58 0,2 0-76 0,-2 10-7 0,-3 12-13 0,-5 14-12 0,-13 18 1 16,-2 8-9-16,-6 6-46 16,-58 93-404-16</inkml:trace>
  <inkml:trace contextRef="#ctx0" brushRef="#br0" timeOffset="34467.78">15321 15047 1424 0,'0'0'278'0,"0"0"-85"16,0-4-89-16,0 4-38 0,4 0 19 0,-1 0-34 0,-3 0 9 0,2 0 8 0,2 0-20 0,6 4 45 15,7-2-18-15,14 2-14 16,9 4-7-16,14-2-25 16,10 6-11-16,12 0-18 15,7 4 13-15,10 0 6 0,8-2-19 16,7 0 0-16,2-2 9 16,6-2-9-16,1-1-1 15,2-9 1-15,59-6 0 16,9-7-4-16,12 1 4 15,-70 6-18-15,-2-3 18 16,-71 5-17 0,-1-1-13-16,-4 1 23 0,49-8 2 15,-1 6-8-15,-13-10 13 16,-7 4 0-16,0-4 0 16,0-2 0-16,-1-4 0 15,-3-2 0-15,1 0 8 16,-6 0 7-16,-4 2-15 0,-6-4 0 15,-4 2 10 1,-5-1-4-16,-8 3 6 0,-3-1-9 16,-3-5 11-16,-2 1 21 15,7-5-35-15,0-2 0 16,-3 0 6-16,2-2 6 16,-10 4 6-16,-7-6-8 15,-8 0-9-15,-7-2 73 16,-5-5-62-16,-8 5-11 15,-9-6 24-15,-10 2-25 16,-6-2 6-16,-8 0-6 16,-5 4 0-16,-10-4 2 15,-8 2-2-15,-13 1-18 16,-14-3 11-16,-16 2 6 16,-82-22-4-16,-38 2-1 15,-12 10 3-15,69 28-20 0,4 0 23 16,-10 12 0-16,-4 4 3 15,-15 3-3-15,1 6 0 16,5 5-34-16,-2-3 11 16,6 6 2-16,12 0 21 15,2 8-4-15,11 10-2 16,16 2 12-16,-3 11-12 16,25-4 0-16,65-14 6 15,6 4-2-15,5 0 2 16,-37 28-12-16,19 9 12 15,16 7-12-15,17 8 5 0,18 4-2 16,14 4-48 0,18-9 37-16,18-6-71 0,10-8-65 15,11-17-41 1,12-14-89-16,124-30-498 0</inkml:trace>
  <inkml:trace contextRef="#ctx0" brushRef="#br0" timeOffset="35964.01">16616 10664 773 0,'0'0'353'0,"0"0"-353"0,0 0-65 0,-5 0-149 0</inkml:trace>
  <inkml:trace contextRef="#ctx0" brushRef="#br0" timeOffset="147889.44">2372 11203 892 0,'-1'0'195'0,"1"0"-135"0,-4 0-10 0,4 2 71 0,4-4-41 0,-4 2-16 0,0 0-11 0,-4 0-29 16,4 0 21-16,0 0-33 15,0 0 6-15,-2 2 63 16,-1 0-48-16,-1 2-24 15,-2 4 0-15,-3 0 1 16,-1 4-1-16,0-4-8 16,0 0 6-16,-3 0 50 15,-7-4-51-15,-4 2 18 16,-10 0 3-16,-2-2 3 16,-4 0 47-16,-2-2-49 15,2-4-17-15,0-6 64 16,0-2-44-16,4-8-5 15,-2-8 20-15,2-6-44 16,1-10 17-16,2-6-19 0,-1-6 0 16,3-6 15-16,-2-7-15 15,-1-7 0-15,1-6-1 16,6-2 1 0,0 0 1-16,3-7-1 0,5-1 0 15,2-4 0-15,-3-2 0 16,5 5-1-16,-4 3 1 15,6 4 0-15,-5 4 1 16,-1 3-1-16,0 4 0 16,-3 0 3-16,5 7-3 15,1 6-4-15,3 6-4 0,5 8 16 16,2 2-7 0,6 3-1-16,2 3 0 0,5 2 8 15,2 4-8-15,-3 2-9 16,4 2 8-16,1-2 2 15,0 4 4-15,-3 3-5 16,6 8 0-16,-5 1-2 16,-1 6 2-16,0-1-7 15,-2 5 7-15,5 0 0 16,-2 0 9-16,0 0-9 16,0-3 0-16,0 0 3 15,2 1-3-15,-2 2 0 16,-3 0 0-16,3-2 1 15,3 2 3-15,-3-1-4 0,1 1 0 16,-2-5 8-16,0 4-8 16,1-2 0-16,-5 1-2 15,2 4 4 1,-4-2 5-16,-2 2-7 0,2 2-3 16,-2 0 2-16,0 0 1 15,-2 2 0-15,2-2-6 16,0 0 15-16,0 0 1 15,-2 0-10-15,2 4 0 16,0-8 11-16,0 4 5 16,-4 0-8-16,4 0-8 15,0 0 13-15,0 4 19 16,0-4-32-16,-2 0 6 0,0 0-3 16,0-4-3-16,-4 4 6 15,1 0-12-15,1 0 13 16,0 0-5-16,-2 0-2 15,4 4-12-15,-2-2 12 16,2 0 0-16,-3 2-30 16,3 4 24-16,-2 10 6 15,0 4 1-15,8 6-1 16,2 1 0-16,5-1-10 16,5-2 10-16,11-2-8 15,2-6-229-15,2-4-850 16</inkml:trace>
</inkml:ink>
</file>

<file path=ppt/ink/ink3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3:08:09.825"/>
    </inkml:context>
    <inkml:brush xml:id="br0">
      <inkml:brushProperty name="width" value="0.05292" units="cm"/>
      <inkml:brushProperty name="height" value="0.05292" units="cm"/>
      <inkml:brushProperty name="color" value="#00B0F0"/>
    </inkml:brush>
  </inkml:definitions>
  <inkml:trace contextRef="#ctx0" brushRef="#br0">8076 6222 506 0,'-3'-2'345'0,"1"0"-284"16,-3-4-61-16,3 6-91 16,-5 4-11-16</inkml:trace>
  <inkml:trace contextRef="#ctx0" brushRef="#br0" timeOffset="950.33">7634 6364 982 0,'-4'0'334'0,"-1"4"-202"0,-6 2-106 0,4 5 14 0,1-1 13 0,3 4 41 15,3-5-44-15,3 4-13 16,1-3 38-16,-1-2-25 16,10 0-13-16,-4 0-1 0,7-5-22 15,3 1 71 1,4 3-52-16,8-5-18 0,2-2 14 15,5-4-16 1,-3-6-1-16,6-7 6 16,-1-1-9-16,0-7 27 0,-2-10-36 15,0 1 0-15,-5-6 5 16,-10 2-4-16,-6 2-1 16,-10 0 0-16,-7 2 7 15,-5 2 14-15,-6-4-21 16,-9 4-4-16,-1-1 4 15,-12 0 7-15,0 0 2 16,-5-3-9-16,1 0 0 16,-3-2 5-16,1 0-5 15,4 0 0-15,-3 0 0 0,5 4 0 16,2 5-12 0,6 10 11-16,-2 2 2 0,-2 8 5 15,-4 0-6-15,-1 5-15 16,-5 3 15-16,-1 1 1 15,-3 1-1-15,1 9 0 16,4 1 0-16,2 4 1 16,5 3-1-16,1 7 0 15,2 9 3-15,-3 2-2 16,4 12 0-16,1 4-1 16,3 0 13-16,14 0 27 15,12 1-39-15,14-1 4 0,12 4 25 16,16-6-30-1,13 0 33-15,9-10-33 0,9-8-27 16,8-6-34-16,1-7-191 16,113-30-454-16</inkml:trace>
  <inkml:trace contextRef="#ctx0" brushRef="#br0" timeOffset="4647.54">7122 8897 1281 0,'-5'-2'211'0,"0"2"-133"0,-3-2-9 0,4 0-21 0,1 2-6 15,3 0 33-15,0 0-34 0,-2 0 34 0,4 0-18 16,1-2-23-16,-1 2 53 15,2-2-87-15,9 0 9 16,5 0 21-16,11-8 14 16,7-2-16-16,0-6-28 15,4-2 9-15,0 0 0 16,-5 0-9-16,-1 2 0 16,-10 2 0-16,-9 2 0 15,-7 8 2-15,-6 3-8 16,-8 6 21-16,-8 8-13 15,-11 2-2-15,-11 9-2 16,-6 6 2-16,-3 4 5 16,3-2-4-16,3-6 2 15,12-10-1-15,6-4 61 16,15-8-35-16,8-4-26 0,9-10 8 16,13-6-9-16,15-10-1 15,12-2-57-15,18-4-178 16,120-57-118-16</inkml:trace>
  <inkml:trace contextRef="#ctx0" brushRef="#br0" timeOffset="7698.19">7374 12037 602 0,'0'0'138'0,"0"0"-84"0,-2 0 4 0,2 0 16 0,0 2 17 0,0-2-10 0,0 0 33 0,0 2-46 16,-3-2-4-16,3 0-43 15,0 2 42-15,-2-2-28 16,2 6-25-16,0-4 25 15,-4-2 14-15,4 0-1 16,0 0 2-16,0 0-41 16,0 0 69-16,0 0-23 0,4 0-31 15,-4 0 5-15,2 2-24 16,1 0-4-16,-1 3-2 16,2-1 11-16,2-3 5 15,2 2-15-15,5-7 0 16,5-3 29-16,6-4 4 15,3-4-18-15,2-3-15 16,0 0 12-16,2 2 0 16,-4-4-12-16,0 2 0 15,-4 4 0-15,-4 4 0 16,-3 2-6-16,-8 2 6 16,-3 4-15-16,-3 4 15 15,-4-2 0-15,-1 6 6 16,-3 2-3-16,-6 8 13 15,-7 10-16-15,-2 4 0 0,-5 6 0 16,-3-6 12-16,3-2-12 16,3-3-3-16,3-5 3 15,-1-7 0-15,8 1-1 16,3-7 1-16,2-5 0 16,8-2-10-16,0-2 10 15,3-2-23-15,6-4 23 16,4-6 0-16,5-7 6 15,6-3-6-15,3-3 1 16,0-4 0-16,4 1-1 16,0-2 0-16,0 2 14 0,-4 2-8 15,0 6 0-15,-9 6-6 16,-5 8-6-16,-7 6-13 16,-8 4 10-16,-8 10 9 15,-4 6 3 1,-4 8 3-16,-9 2 3 0,-2 6-9 15,3-8 0-15,-1 0 27 16,4-3-27-16,4-5 0 16,4-9 0-16,9 1 0 15,6-7 0-15,0-6-22 16,5-3-1-16,4 1 11 16,2-3 12-16,7-9-10 15,2 2 10-15,0-3-18 0,-3-5-7 16,-1 5-28-1,3 0-35-15,-9 4 86 16,-3 2-61-16,-5 8-91 0,-2 8-5 16,-6 8-54-16,-28 38-26 15</inkml:trace>
  <inkml:trace contextRef="#ctx0" brushRef="#br0" timeOffset="26235.86">8135 15462 1542 0,'-2'0'228'0,"2"0"-125"0,0-4-59 0,-2 4 59 0,2 0-31 0,0-4-40 0,0 0 4 0,0-2-18 0,2-2 3 0,-2-4 1 0,2-2-4 0,3-4 33 15,4-4-51-15,2-2 0 16,3-2 1-16,1-2-1 15,-1 4 0-15,1 4 0 16,-4 6 1-16,-6 10-22 16,-5 4 16-16,0 10 1 15,-8 8 4-15,0 12 6 0,-10 6-6 16,0 6 0 0,-4-4 0-16,-3 0 66 0,1-4-36 15,2-8-1-15,4-8 19 16,9-9-11-16,4-4 4 15,8-10-41-15,3-8 13 16,6-9-16-16,7-10 3 16,2-8-28-16,6 0 2 15,-6 2-13-15,2 6 6 16,-5 12-4-16,-5 12 17 16,-7 8 8-16,-6 18 24 15,-8 10-9-15,-5 16 30 0,-5 0 0 16,-7 4 17-1,3-2-5-15,-5-11-15 0,5-2 63 16,-1-8-65-16,6-10-14 16,5-6-2-16,8-5-12 15,8-10-36-15,10-6-63 16,1-5-129-16,10-6-24 16,37-45-89-16</inkml:trace>
  <inkml:trace contextRef="#ctx0" brushRef="#br0" timeOffset="36332.9">13245 11155 1710 0,'-3'0'315'0,"1"0"-246"0,-3 0-36 0,3 0-41 0,2 0 8 0,0 0-19 0,0 0 18 16,0 0 1-16,0-2 0 15,0 2 0-15,0 0 6 16,2-2 18-16,3 2-24 16,0 0-3-16,6 2 3 15,2-2 2-15,5 2 13 16,7-4-15-16,3 0 7 15,6-4-28-15,6-6 18 16,8-6-63-16,4-4 6 16,2 2-42-16,-1-4-15 15,-6 4-43-15,48-19-341 16</inkml:trace>
  <inkml:trace contextRef="#ctx0" brushRef="#br0" timeOffset="36837.89">13283 11251 1589 0,'-3'0'237'0,"3"0"-138"16,3 0-98-16,7 4-1 16,9-2 24-16,4 1-23 15,4-3 18-15,7-7-19 16,0-1 0-16,1-6 20 15,-7 2-20-15,5-4-6 0,-5 2-2 16,-10 4 8 0,-5 4-1-16,-6 2-2 0,-14 8 3 15,-4 2-12-15,-6 10 12 16,-12 2 0-16,-6 2 8 16,-2 2-8-16,6-4 35 15,2-2-14-15,7-8 25 16,10-4 73-16,8-4-56 15,10-4-9-15,10-6-23 16,9-4-29-16,11-6 5 16,4-2-7-16,-1 0-45 15,4 6 45-15,-9-2-69 16,-8 4 16-16,-6 8 52 16,-11 2-26-16,-11 8-6 0,-7 10 25 15,-13 0 16-15,-3 6 29 16,-8 0-7-16,2-2 21 15,0-2 33-15,4-2-58 16,4-4 23-16,10 1-49 16,7-10-37-16,6 2-110 15,11-10-497-15</inkml:trace>
  <inkml:trace contextRef="#ctx0" brushRef="#br0" timeOffset="44600.31">6148 7660 1053 0,'0'0'263'0,"0"0"-143"0,0 0-35 0,0 0 2 0,2 0-15 0,-2 0-18 16,-2 0-43-16,2 0 62 15,-2 0-17-15,2 2-28 16,0-2 20-16,0 0-18 0,0 0 0 16,0 0 9-1,2 0-27-15,-2-2 38 0,4 2-50 16,1-2 0-1,4 0 0-15,6-4 10 0,4-4 11 16,3-2-21-16,4-6 15 16,1-2-3-16,-7 0-11 15,1 0-1-15,-8-2 11 16,-3 1-10-16,-5 2 22 16,-5-2 4-16,-5 3-20 15,-3 0 103-15,-7 0-86 16,-10-2-18-16,-8 0 1 15,-12 0 5-15,-6 2-13 0,-5-2 1 16,-9 0 0 0,1-2 42-16,1 0-42 0,10 2 0 15,6 6 3-15,13 4 3 16,7 6 5-16,12 1-11 16,1 7-3-16,1 3-21 15,2 7 24-15,-2 12-6 16,2 12 0-16,1 14 12 15,13 14-5-15,13 6-1 16,17 1 0-16,13-5-10 16,18-10 10-16,15-14-17 15,15-18-73-15,15-20-127 16,187-76-286-16</inkml:trace>
  <inkml:trace contextRef="#ctx0" brushRef="#br0" timeOffset="47649.74">15434 4792 346 0,'-4'-1'1302'0,"2"1"-1149"0,-3-5-94 0,3-1 5 0,0 6 52 0,-2-2-92 0,4 0-18 16,-5-2 72-16,5 0-41 15,-4 0-2-15,-1-2 25 16,3 0-32-16,-3 4 32 16,1-4-54-16,-3 4 6 15,1-4 3-15,-4 2-7 16,-5 0-8-16,-1 0 0 16,-5-2 1-16,-2 0 7 15,-4 4-8-15,-2 0-5 16,2 4 5-16,-6 0 0 15,-2 4-6-15,-3 0 5 16,-5 2 2-16,3 2 0 16,-2-2-1-16,1 4-6 0,-1-2 6 15,-5 6 0-15,-3 1 0 16,-2 2-1-16,0 3 2 16,6 0 25-16,4 1-26 15,3-4-6-15,4-2-2 16,8 1 8-16,10-2 0 15,-4 0-2-15,13 0 2 16,-4 2-7-16,3 4 7 16,-1 0-2-16,1 0 2 0,-1-2 0 15,4-4-7 1,2 2 7-16,-1 0 0 0,1 4 3 16,4 6-3-1,-3 0 0-15,3 9 0 0,3-3 0 16,4 2 0-16,-3-2-9 15,2-4 21-15,1-2-5 16,2-4-7-16,4-2-6 16,-2-2 6-16,3 0 0 15,-1-2 6-15,7 2-6 16,-1-2 8-16,5 2-11 16,6 2 3-16,-3 0 0 15,5 0 1-15,-1 1 7 16,-2-5-8-16,2-4-6 15,0 0 6-15,2-6 12 0,3 0-12 16,0-4 0-16,6-4 4 16,0-4 11-16,3-2-15 15,6-2 0-15,-4 0 0 16,5-5 15-16,-2 2-15 16,2-3 0-16,2-1 20 15,-4 0-11-15,2-2 10 16,-5 2-19-16,-1-2 0 15,-4-1 17-15,-1-2-17 16,-1-1 0-16,-2-2 7 16,3-1 1-16,-4-2 13 15,5 0-21-15,-4 0 0 16,0-2 11-16,0-2-11 0,-5-6 0 16,1 2 0-1,-3-6 1-15,-2-2 28 0,-7 3-19 16,0 1-8-16,-6 0 49 15,-4 10-50-15,3 0 0 16,-4 2 20-16,-3-2-20 16,2 0 29-16,-1-2-30 15,-3-1 1-15,-2 3 31 16,0-2-32-16,-2-2 0 16,0 4 9-16,-2 4-9 15,-2 2 23-15,2 0-23 16,-2 2 0-16,-2 4 10 15,2 0-10-15,0 2 0 0,-2 4-10 16,2 2 25-16,-5-2-2 16,1 4-13-1,-3 0 0-15,4-4 6 0,-2 2-6 16,-1 0-14-16,-4-2 13 16,1 2 2-16,-2-2 8 15,-7 2-9-15,-1 0-9 16,-3-1-1-16,-2 5 10 15,-9 1-15-15,1 3 15 16,0 0 0-16,-4 0 3 16,0 2-3-16,-2-1 0 15,-5 3-1-15,1 5 1 16,-3-1-11-16,-2 0 10 16,0 3 2-16,2 0 5 0,-1 3-6 15,2-4 0 1,-2 2-1-16,3 0 1 0,1 2-6 15,-4 0 0 1,7 0 12-16,-1 2-3 0,5-2-3 16,8 2-2-16,5 2 1 15,6-4 1-15,1 0-17 16,5 4 17-16,1-4-3 16,5 4-24-16,-6 2 10 15,6 1-68-15,1-2-31 16,5 3-94-16,5 21-257 15</inkml:trace>
  <inkml:trace contextRef="#ctx0" brushRef="#br0" timeOffset="49283.75">18115 4492 996 0,'0'-3'225'15,"0"2"-84"-15,0-3 40 0,0 1-50 0,0-1 7 0,-3-2-63 0,-1 5-11 0,2-3 46 0,-5-1-14 0,3 3-29 16,-5-1 20-16,0 0-69 16,-6 3 50-16,-6 0-52 15,-3 3-16-15,0 2 15 16,-10 1-15-16,-2 8 33 16,-2 3-25-16,-6 6-2 15,1 8 39-15,-1 3-45 16,-1 6 6-16,7 2 12 15,3 0-17-15,2 0 30 16,6 2-31-16,0 1 0 16,6-8 24-16,4 3-16 15,9-1-7-15,2-3-2 16,9 2 9-16,4-2-5 0,6 2-3 16,7-4 0-16,5 0 10 15,8 0-10-15,7 1 0 16,4-6 0-16,3 2 8 15,5-5 2-15,-6-4-10 16,-1-4 0-16,2-8 15 16,0-2-15-16,6-6 1 15,8-6-7-15,6-8 20 16,8-2-14-16,8-6 0 16,-2-2-8-16,0-2 8 15,-4-2 0-15,-9-5-6 16,-1 2 0-16,-7-2 12 15,-9-5 0-15,-2 4-6 16,-11-6 0-16,-7-2-5 0,-2-4 6 16,-4 0-1-16,-3-2 0 15,-5 1 14-15,-3 5 1 16,-7-4-15-16,-3 4 0 16,-6 2 9-16,-2 4 2 15,-5 0 2-15,-9 0 25 16,0 2-37-16,-6-2 47 15,-3-1-48-15,-4 3 0 16,-5 0-2-16,-5 2 2 16,2 6 0-16,-5 4-6 15,-6 2 17-15,-4 6-4 16,-10-2-7-16,-7 8 0 0,-4 0 6 16,-10 6-6-16,-7 2-10 15,-1 8 8-15,-4 10-127 16,2 12-126-16,-145 72-356 15</inkml:trace>
  <inkml:trace contextRef="#ctx0" brushRef="#br0" timeOffset="53884.83">15361 5121 1510 0,'0'0'321'0,"-2"0"-213"0,2 0 33 15,0 0-63-15,0 0-16 16,0 0-56-16,0 2-6 16,0-4 40-16,0 4 11 15,0-4-10-15,0 2-38 16,2-4 15-16,-2 4-15 16,-2 4-3-16,2-4-41 15,0 0 1-15,11 2-50 16,-9 2 19-16,3 0-62 15,-3 2 35-15,0-4 68 0,-4 4-18 16,2-4 27 0,0-2 21-16,-2 2 2 0,0 2 17 15,-3 0 14 1,-4 6 2-16,0 2 52 0,3 2-57 16,1 2 16-16,0-4 13 15,5-2-5-15,0 1-24 16,0-8-27-16,2 0 4 15,-2-3 35-15,0 0-42 16,3 0 0-16,0 0 12 16,-3-3-1-16,6 0 8 15,1-5-19-15,6-2 9 16,0-3 17-16,-2 1-26 16,-4 4 0-16,-2 1 4 0,-5 4 5 15,0 3 35-15,0 3-34 16,-3-3-2-16,3 1 31 15,-2-1-39-15,2 0 0 16,0 2 21-16,-2-2-20 16,4 0 19-16,-2-2-20 15,2 2 11-15,-2 0 35 16,0-1-37-16,0 1-8 16,0 0 17-16,3-3-12 15,-3 3 16-15,4-2-22 16,3-2 2-16,6-8 20 15,5 2-22-15,11-8-5 16,-2 6 4-16,0-2 2 0,-1 4-7 16,5-2 6-1,-2 2 0-15,7-4 4 0,2 4-4 16,2-6-1-16,2 0-5 16,3 4 10-16,1-2-16 15,4 0 8-15,1 0 4 16,1 2-2-16,-2-2 2 15,0 0-1-15,-6 1-8 16,-2 2 18-16,-1 0-6 16,-6-3-3-16,1 4 0 15,-3 2 1-15,2-2-1 16,-2 2-3-16,1 0-3 16,3 1 12-16,-4 0-6 0,0 1 0 15,-2-3-3 1,1 2 2-16,-3 1 1 0,0 2-3 15,-2-2-4-15,-2 0 14 16,0 2-4-16,2 0-3 16,-2 0 0-16,2-2 1 15,-1 6-1-15,-2 0-8 16,1 0 1-16,0 4 14 16,1-2-5-16,1 0-2 15,0 2 0-15,0-2-5 16,-3 0 5-16,-2-2-7 15,1 2 5-15,-6 0 4 16,-1 2 4-16,0 0-6 16,2 1-2-16,-3 0 1 15,1-1 1-15,2 2-4 0,1 2 2 16,2-4 4-16,1 2 4 16,-2 1-6-16,7 0 0 15,-5 1 1-15,3 1-1 16,-8 0-4-16,4-2 2 15,-5-1 4-15,7 3 15 16,-2-3-17-16,0 2-6 16,0 1 6-16,3-4 0 15,-3 2 6-15,-2-3-15 16,-3 3 18-16,-1 0-3 16,-3-1-6-16,-1 4-1 15,0-2 1-15,3 0 0 16,-4 2-1-16,4-2 1 15,-1 0 0-15,-2 0 16 16,-1-2-16-16,-2-2-3 0,-1-2 3 16,-1 2 0-16,0 2-4 15,-4-2 2-15,0-2 4 16,2 2 23-16,-2-2-25 16,0 0-9-16,1 0 9 15,-1-2 14-15,-2 2-13 16,0 2-2-16,2-4 10 15,-2 2 3-15,2-2-12 16,-2 2 0-16,0-2 9 16,0-2-8-16,0 2 0 0,2 0 2 15,-2 0 6-15,0 0 33 16,0-2-42-16,0 2 0 16,0 0 13-16,0-4-7 15,0 4 0-15,0 0-6 16,2-2 17-16,-2 2-8 15,0-2-8-15,0 2-1 16,0-2 19-16,3-2 1 16,0-10-14-16,1 0-6 15,-4-6 0-15,-7 2 6 16,2 8-6-16,-3-4-8 16,1 8 8-16,-1-1 0 15,-4 2 11-15,5 1-11 0,3 4 0 16,2-2 3-1,2 2-3-15,0 0-23 0,0 2 17 16,0 0-12-16,2 5 0 16,0 6 17-16,0 5 2 15,3 4-1 1,3-4 0-16,2-6-8 0,-2 0 8 16,-3-6 1-16,1-2 12 15,-4-2-13-15,-2-2 0 16,0 0 14-16,-2 2-13 15,2-2-1-15,-4 2 9 16,2 0-8-16,-7 4 14 16,-7 2-15-16,-9 2 1 15,0 2 17-15,2-4-18 0,7 0 0 16,5-4-1-16,5-2 7 16,-1 2-12-16,-2 2-71 15,-2 2-197-15,-10 10-97 16</inkml:trace>
  <inkml:trace contextRef="#ctx0" brushRef="#br0" timeOffset="57235.67">15428 5169 1694 0,'0'0'162'0,"0"0"-107"0,0 0-44 0,0 0-11 0,0 0-32 0,2 0 22 0,-2 0 10 16,2 0 19-16,-2 0-13 15,2 0 18-15,-2 0-24 16,3 2-79-16,4-2-112 16,32-16-670-16</inkml:trace>
  <inkml:trace contextRef="#ctx0" brushRef="#br0" timeOffset="57500.61">18081 4800 928 0,'3'0'0'0</inkml:trace>
  <inkml:trace contextRef="#ctx0" brushRef="#br0" timeOffset="57901.27">15702 5318 1661 0,'0'2'172'16,"-2"-2"-115"-16,-1 0-57 16,3 0-7-16,0 0-97 0,3 0-50 15,3 2 31 1,4-4-119-16,59-16 19 0</inkml:trace>
  <inkml:trace contextRef="#ctx0" brushRef="#br0" timeOffset="58217.03">18133 4965 1328 0,'0'-2'47'16,"2"2"-47"-16,0 0-36 15,0 0-59-15,6 0 67 16,-6 0 28-16,2-2-2 16,-2 2 2-16,0-2-21 15,-2 4-58-15,-10-8-656 16</inkml:trace>
  <inkml:trace contextRef="#ctx0" brushRef="#br0" timeOffset="62351.21">18273 8546 1220 0,'-2'0'509'0,"4"0"-426"0,-2-2-25 0,0 0-37 0,3 0 23 0,-3 0 11 0,0 0 13 0,0 0 4 0,0-2-11 16,2 0-40-1,-2 0 83-15,0 0-64 0,0 2-32 16,2-2 10-16,-2 2 0 15,2-4 7-15,-2-2-25 16,2-2 9-16,3-4 9 16,-3-4-18-16,3 0-12 15,-4-2 12-15,2 0 8 16,-3-2-8-16,0-1-23 16,-3-3 23-16,2 1 21 15,-4-1-21-15,-4-1-18 16,0-3 1-16,-2-6 17 15,-2-4 2-15,-5-4-2 16,-2-8 0-16,-2-4-2 0,-3-2 2 16,0-3-1-1,1 9 1-15,6 4 0 0,7 12 28 16,-3 8-28-16,6 8 6 16,4 6 12-16,-4 0-18 15,4 4 0-15,-1 0 21 16,1-2-15-16,-5-2 26 15,3-5-32-15,-1 4 0 16,-2-2 11-16,2 2-11 16,3 2-5-16,-5 1-1 0,4 1 12 15,-1-2-22-15,-5 1 16 16,-1-3-6-16,-3-2 6 16,-1-1 0-16,-3 0-6 15,-2 0 6-15,3 4 0 16,-4 2 20-16,-2 0-20 15,-1 0 0-15,-11 2-12 16,-9 0 12-16,-1 4-12 16,-5 0 12-16,-2 4 0 15,-1 2-3-15,0 0 3 16,0 4 0-16,-2-2-1 16,-3 2 1-16,-1 2 0 15,2 2-8-15,4-2 19 16,4 0-14-16,0 2 3 15,3-2 0-15,1 4 8 0,-1 2-8 16,3 0-3-16,-2 2-3 16,7-2 12-16,3 2 7 15,1-4-13-15,8 2 0 16,0-3 20-16,2 4-20 16,1-1 0-16,2 4-6 15,-1 1 18-15,-1 5-1 16,-1-2-11-16,-4 10 0 15,0 0 10-15,5 2-9 16,-5 8-1-16,0 2 0 16,2 2 12-16,3-4 3 15,3 0-15-15,4-5 0 16,6-2 2-16,4-1-1 0,0 1 0 16,3-3-1-16,0 0 18 15,-3 2-8-15,5 4-10 16,-1 0 0-16,0 4 6 15,1 2 0-15,0 4 0 16,0 1-1-16,0-1 10 16,2 2 13-16,2-2-28 15,2-4-7-15,4 2 7 16,3-4 0-16,0-6 6 16,2-2-15-16,3-5 18 15,-3 0 1-15,3 0-10 16,2-4-1-16,-3 2 1 15,1-3 0-15,6 2 9 16,-4 2-20-16,7 0 25 0,-6 2-7 16,6 0-7-16,-5-4-1 15,3-2 1-15,-6-6 0 16,1 0 0-16,-3-3-1 16,1-2 9-16,-1-3 4 15,1 5-12-15,4-8 0 16,0 4 4-16,3 0 7 15,4-2-11-15,2 0 0 16,2 6 15-16,2-5-3 16,1 4-12-16,5-4 0 15,0 0 8-15,1 0-8 16,-3-2 1-16,1-2-1 16,1-2 6-16,-2 0 0 15,5 0-6-15,0 2-2 16,1-2 2-16,-3-2 1 0,0-2 1 15,-1-4-2 1,-4 0 1-16,0 2 12 0,-3-3-13 16,-1 0-1-16,-2-1 1 15,0 0 7-15,-2-2-6 16,-4 2-1-16,2-2 6 16,-2 2-10-16,1-1 4 15,1 0 0-15,-3 0 7 16,5 0-6-16,-1-4 7 15,3 2-8-15,5-4 0 16,-1-1 1-16,1 3-1 0,1-1-6 16,-4 1 6-1,1-1 0-15,-8 2 5 0,1-2-5 16,-5 0 0 0,-3 2 9-16,-3-2-9 0,-1 0 0 15,1-2 1-15,-1-6 1 16,1 2 10-16,-1 4-12 15,-2 0 0-15,-4 2 9 16,0 0-9-16,-1-4 0 16,3 0 13-16,-5-2 4 15,-1 2 11-15,4 0-28 16,-5 1 2-16,0 8 23 0,0-4-25 16,0 5 0-16,1 0-6 15,-1 1 12 1,-2-2-9-16,0 1 3 0,2-4 0 15,-2 0 2-15,2-2-2 16,0-2-3-16,-2 2 3 16,2-4 0-16,-2 0 17 15,0 0-17-15,-2-6 0 16,4 4 0-16,-2-9 0 16,0 2-14-16,5 3 13 15,-3-1 2-15,3 11 13 16,-3 3-14-16,-2 4 0 15,2 6-15-15,-2-2 15 16,0 3-22-16,-2 0 21 16,2 0-33-16,0 3 16 0,-2-2-63 15,2-1-88 1,-2 3-19-16,-14-11-283 0</inkml:trace>
  <inkml:trace contextRef="#ctx0" brushRef="#br0" timeOffset="64301.65">20131 6978 1461 0,'-2'-4'228'0,"0"4"-171"0,0-4-39 0,0 2 29 0,-3 0-20 0,2-2 36 0,-1 0-63 0,-3 0 0 16,3-2 27-16,-2 4 14 15,-1-2-5-15,-2 2 3 16,-2-2-33-16,-3 2 63 16,-1 0-39-16,-4 0-6 15,-2-2 10-15,-4 4-13 16,-2 0-15-16,-2 0 35 15,0 6-32-15,5-4 66 16,-6 4-59-16,-1 0-16 16,-2 6 20-16,-2 0-19 15,-5 4-1-15,4 0 0 0,-2 0 6 16,4 0 29-16,4 0-20 16,-2-2-14-16,1 2 32 15,-3 0-16-15,5 1-8 16,-2 1-9-16,2 0 10 15,-2 1 11-15,3 2-21 16,-4 3 0-16,1 2 8 16,2 2-8-16,0-2 0 15,3 2 0-15,3 0 9 16,3 0 6-16,3 4-15 16,-2-4 1-16,6-2 9 15,-3-1-9-15,3 0 12 16,-1 1-13-16,1 3 1 15,0 0 20-15,0 0-21 16,2-1 0-16,-1 0 0 0,-1 2 1 16,3 0 13-16,2-4-14 15,1 0 0-15,1 2 12 16,-1 2-12-16,-2 4-3 16,5-3-6-16,-1-3 18 15,3-2-18-15,0 0 6 16,0 2 3-16,2-2 4 15,0-2-4-15,2 0-3 16,-2 2 3-16,2-4 9 16,0 2-9-16,0-2-4 15,1 0 4-15,-3 5 1 16,2-2-1-16,2 4-10 0,0-3 10 16,6-5 0-1,-1 1 6-15,-3-4-6 0,6 0 0 16,3 3 12-16,-1 3-12 15,1 2 0-15,5 4 6 16,-2-2 4-16,0 0 25 16,-1 0-35-16,-1-1 1 15,5 0 24-15,0 5-24 16,6 0 20-16,2-1 3 16,-4-1-18-16,-3-6 23 15,-2-6-29-15,0 2 0 16,-4 0 6-16,6-4-6 15,-2-2 0-15,5-2-5 0,-1-2 13 16,5 0 19-16,2-6-27 16,0 0 0-16,8-2 16 15,-2 0-16-15,5 2-10 16,1-2 9-16,-3 2 2 16,0-2 21-16,1-4-22 15,-2 2 0-15,1-6 13 16,3 0-13-16,-1-2-5 15,2-6-4-15,3 0 18 16,-1-4 4-16,2-4-13 16,-2-2 0-16,-1-2-12 15,2-4 12-15,-9-4 0 16,0-2-11-16,-5-3 22 0,1 2-17 16,-3-4 6-16,-4-5 0 15,2-2 6-15,0-4-6 16,-5-2 1-16,2 2-1 15,-5 2 18-15,-1 3-10 16,-5 5-8-16,-3 6 0 16,-1-4 16-16,-5 4-9 15,-1-2-6-15,-3-2 9 16,3-1 3-16,-5 0 23 16,-2-2-36-16,2 1 0 15,-3 4 10-15,1-4-8 16,-1 4 4-16,1 2-12 15,-2 6 21-15,0-2 6 16,-1 6-21-16,-4 0-4 16,2-2 4-16,3 2 0 0,0-1 0 15,-1-3-1-15,1 4 7 16,0 0-2-16,0 2-4 16,-2 2-6-16,0-4 6 15,-1 2 0-15,-2-2-3 16,-4-2-6-16,-3-1 15 15,3 0-20-15,-8 3 14 16,6 2 0-16,-3 2 3 16,1 5-3-16,0 1 1 15,-2 4-1-15,-4-4 15 16,-3 0-5-16,-3 4-10 16,-5-2-9-16,-1 4 9 15,-5 2 0-15,-5 8-18 16,-9 8 16-16,-9 6-86 0,-9 8-1 15,-13 12-190-15,-157 63-459 16</inkml:trace>
</inkml:ink>
</file>

<file path=ppt/ink/ink3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3:11:25.386"/>
    </inkml:context>
    <inkml:brush xml:id="br0">
      <inkml:brushProperty name="width" value="0.05292" units="cm"/>
      <inkml:brushProperty name="height" value="0.05292" units="cm"/>
      <inkml:brushProperty name="color" value="#FF0000"/>
    </inkml:brush>
  </inkml:definitions>
  <inkml:trace contextRef="#ctx0" brushRef="#br0">2710 5221 1025 0,'0'0'231'0,"0"0"-40"0,0 0-149 0,0 3 24 0,0-6 36 0,-5 3-21 0,5 0-24 0,0 0-45 0,0 0 52 15,0 0-40-15,0 0-3 16,-2 0-4-16,2 0-4 15,2-1-4-15,-2 2 6 0,0-1 2 16,0 0 58-16,0 0-60 16,0 0-14-16,0 0 46 15,0 0-12-15,0-1-23 16,0 1 16-16,0 0-28 16,0 0 38-16,0 0-38 15,0 0 0-15,0 0 7 16,0 0 2-16,0 0-7 15,0 0-4-15,0 0 16 16,0 0 9-16,0 0-23 16,0 0 0-16,0 0 18 15,0 0-7-15,0 0-10 16,0 0 0-16,0 0 6 16,0 0 37-16,0 0-44 0,0 0 0 15,0 0 10-15,0 0-10 16,0 0-7-16,0 0-13 15,0 0-161-15,-6 9-143 16,-19 10-761-16</inkml:trace>
  <inkml:trace contextRef="#ctx0" brushRef="#br0" timeOffset="780.8">2679 5220 800 0,'-3'0'546'0,"3"0"-438"16,3 0-66-16,-6 0 61 0,3 0-7 0,0 0-24 0,0 0 39 0,3 0-67 15,-3 0-10-15,0 0 16 16,-3 0-31-16,3 0 17 16,0 0-36-16,0 0 6 15,0 0 23-15,0 0-29 16,0 0 1-16,0 0-12 16,0 0 22-16,0 0-19 15,0 0 8-15,0 0 0 0,0 0 12 16,0 0-12-16,0 0-7 15,0 0-2-15,0 0 12 16,0 0-14-16,0 0-2 16,0 0-11-16,3 7 12 15,-3 1-92-15,-16 28-214 16</inkml:trace>
  <inkml:trace contextRef="#ctx0" brushRef="#br0" timeOffset="1429.02">2663 5234 1242 0,'0'0'308'0,"-2"0"-215"0,2 0-60 0,0-3 21 0,0 6 64 0,0-3-43 16,-2 1-52-16,2 9-5 16,0 2 15-16,0 13 1 15,0 11-7-15,0 4-6 0,2 4 48 16,-2 4-45-16,7 6-24 16,-1 2 35-16,3 8-29 15,5 5 0-15,-1 1-12 16,-4-4 13-16,-2 4 7 15,-3-3-14-15,-4-4-3 16,-2-13 3-16,2-9 0 16,0-13-3-16,0-12-5 15,2-6 16-15,-2-8-26 16,-2-2 9-16,2-6-57 16,0-6-65-16,-11-42-245 15</inkml:trace>
  <inkml:trace contextRef="#ctx0" brushRef="#br0" timeOffset="3878.55">2728 5157 117 0,'0'-2'938'0,"-2"0"-775"0,2 0-103 0,0-2 27 0,-2 2 39 0,2 2 11 0,-2-2-65 0,2 2 1 15,-3 0-11-15,3 0-35 16,0 0 7-16,0 0-33 16,0 0-1-16,0 2 30 15,0-2-20-15,0 2-4 16,3-2 17-16,-3 0-22 15,0 0 29-15,2 2-30 16,2 2 0-16,5 0 27 0,2 2-27 16,4 4 2-16,2-4-8 15,2 0 16-15,1 4-19 16,5-3 9-16,-1-3-6 16,10 1-4-16,2 1 10 15,6-2-39-15,5-4 28 16,1 3-7-16,2-2 17 15,0-1-28-15,0 0 28 16,3 2 1-16,8 0 0 16,10-2-6-16,4 5 6 15,1-4 0-15,-3 3 5 16,1 0-5-16,0 1 0 0,2 0-3 16,-3 2 3-16,2-1-8 15,4-1 7-15,-4-1 2 16,-1 3 8-16,-3-1-9 15,-2-1 0-15,-1 0 6 16,-2-1-5-16,1 0-1 16,-5 1 0-16,7 0 1 15,1-5 12-15,3 2-13 16,0-2-3-16,4 0 1 16,-6 0 3-16,2 2-1 15,3-4 0-15,-7 2 8 16,0 2-5-16,1-2-3 15,-8 2 0-15,0 0 0 16,1-1 7-16,-1 2-6 16,-2-3 0-16,-3 1 5 15,4-1 23-15,-3 0-19 0,4 0-9 16,-2-1 23-16,6-3-15 16,-3 2-9-16,5-2 0 15,-4 0 12-15,1 1 2 16,-1-2-14-16,-3 1 0 15,-3 2 4-15,-3 0-4 16,3 0-6-16,0 2 5 16,4 0 2-16,-4-3 25 15,4 3-26-15,1-1 0 16,-1-3 9-16,3-2-8 16,-3-1-1-16,0 3 0 0,-1-1 0 15,6-4 29-15,8 5 16 16,6-1-33-16,2-1 9 15,9-2-21-15,0-1 0 16,3 1 0-16,11-2 8 16,-2 5 2-16,8-2-10 15,-3 3 0-15,4-2 5 16,1 5 1-16,-1 1-6 16,3-3 0-16,1 3 6 15,-8 0 19-15,0 0-25 0,-5 0-4 16,-1 0 2-1,-1 0 3-15,1 0-1 16,-5-2 0-16,0 0 0 0,0 0 9 16,-4-2-9-1,-3 0 0-15,-2-2 10 0,-2 2-9 16,-5 2 0-16,1-2-1 16,-5 0 9-16,0 2-11 15,-7-4 2-15,3 2 0 16,-3 0 3-16,3 2-1 15,-3 0 4-15,2 0-6 16,1 2 1-16,2-2-6 16,-5 0 5-16,7-2-3 15,-1 2 3-15,4 0 0 16,2 0 6-16,-1 2-6 0,0 0 0 16,-5 0-3-1,0 0 3-15,-6-2-3 0,-9 2 3 16,-3 0 0-16,-14 0 0 15,-8 2 0-15,-10 0 0 16,2-2 8-16,-2 0-8 16,0 0-6-16,-3 0 6 15,-4 0 0-15,-2 0 0 16,-7 0-1-16,-2 0 1 16,-3 2 4-16,4-2-4 15,-2 0-17-15,5 2 17 16,8 2 8-16,8-2-1 15,6 2-7-15,10 2 0 0,2-2 3 16,0 4-3 0,3-4 0-16,2 2-1 0,6 0 11 15,13 2 1 1,12-2 11-16,13 3-4 0,1 2 32 16,11-3-49-16,-6 5 7 15,0-5 6-15,-6-1-13 16,1 1 23-16,-10-2-24 15,-6 1 8-15,-4-2 13 16,-8 4-21-16,-14-5 0 16,-6 0 4-16,-16-3 4 15,-17 2 11-15,-7-2-19 16,-9-1 0-16,-2 0 36 16,2 0-24-16,0 0 8 0,-5 0 4 15,5 0-17 1,0 3 29-16,-2-3-36 0,2 0 1 15,0 0 32-15,0-3-24 16,2 3-8 0,-4 0-2-16,2 0 10 0,0 0 7 15,0 0-16 1,0 3 0-16,0-3-15 0,0-3 15 16,0 3-18-16,2 13 12 15,-2-3 6-15,0 10 15 16,0 8-15-16,-2 10 0 15,-2 8 19-15,-4 8-18 16,2 14 6-16,-3 8-7 0,1 7 14 16,-2 5-4-16,6 6-4 15,8 6 0-15,10 9 45 16,1-7-51-16,3-4 8 16,0-9-11-16,0-13 13 15,0-8 19-15,-7-14-29 16,-2-8 0-16,-5-14 18 15,0-10-18-15,-4-8-6 16,0-4-68-16,-8-2-384 16,-72-4-549-16</inkml:trace>
  <inkml:trace contextRef="#ctx0" brushRef="#br0" timeOffset="7279.39">2774 6168 1409 0,'0'2'213'0,"0"-4"-158"0,0 4-29 0,0-2 14 15,0 0 55-15,0 0-22 0,0 0-52 16,0 0 27-16,0 0-19 0,0 0-10 15,0 0 7 1,0 0-26-16,0 0 37 16,0 16-37-16,0 4 27 15,0 10 21-15,-2 10-34 0,2 6-7 16,-2 4-1-16,0 5 6 16,0 5 6-16,-3 6-9 15,-1 6-1-15,-4 8 19 16,2 3-27-16,-1-7 1 15,-2-2-2-15,-3-14 2 16,6-2 14-16,-4-8-13 16,-1-2 7-16,-2 1 24 15,1-3-5-15,3-2-22 0,-1 0 5 16,2-4 1 0,-1 6 19-16,1 5-17 0,-3 4-13 15,2 4 28-15,4 1-29 16,1-4 0-16,1-4 0 15,-3-6 1-15,5-2 20 16,1-4-21-16,-1 5 0 16,0-1 23-16,3 6-17 15,0 6-6-15,-1 10 23 16,1 8-17-16,-2 8 38 16,-1 13-44-16,3-3-3 15,-2-10 3-15,4-16 1 16,1-19 0-16,-1-11 9 15,2-6-9-15,-1-5 67 16,-1 0-68-16,5 1 8 0,-7 0 5 16,2 0-1-16,-2 6 0 15,0 0 20-15,-2 8-23 16,2 2 48-16,-4-3-49 16,1-3-7-16,1-6 28 15,-1-4-14-15,3-2-7 16,0-4-8-16,0-2 12 15,0-6 6-15,3 2-18 16,-1 0 0-16,1 2 10 16,3 2 2-16,-4 2-12 15,3 4 0-15,-1 3 9 16,-2-2 18-16,-1 4-27 0,-1-6 0 16,3-2 10-16,-3-7-2 15,3-6-8-15,-3-5 0 16,0 0 1-16,3-3 17 15,-3 1-18-15,0-1-7 16,0-1 6-16,0 2 2 16,-3-1 4-16,6 3-5 15,-3-2 0-15,0 2 0 16,0-1 0-16,0 4-5 16,0-4 5-16,0-1 0 15,0-1 6-15,0 0-6 16,0 3 0-16,0-1 2 15,2 4-2-15,0 4-5 0,-2 0 4 16,2 4 2 0,-2-2-1-16,0 4 0 0,0 0 0 15,0 0 5-15,2-2-5 16,-2-2-5-16,5-4 4 16,-5-2 2-1,4 0 3-15,-2 0-4 0,0 2 0 16,-1-4 1-16,-1 0-1 15,3-2-3-15,1 0 3 16,-2-2 0-16,0 0 5 16,0 0-5-16,2 0 0 15,3 0 13-15,7-2-13 16,-1 2 0-16,7-2-1 16,4 0 2-16,4 0 6 15,6 0-7-15,5 0 0 16,3 0 0-16,7-4 0 15,9 2-17-15,5 2 16 0,8 2 2 16,8 0 6-16,11 2-7 16,3-2 0-16,8 0-3 15,-1 0 3-15,0 0-18 16,5 0 11-16,-2 0-5 16,5 0 6-16,2 0-12 15,2 0 0-15,-4-2-3 16,-2 2 21-16,-6 0-23 15,0 0 23-15,-9 2-3 16,-6-2-6-16,-3 2 9 16,-4 0 0-16,-6 2 4 0,5-2-4 15,-3 0 0-15,-2-2-10 16,-6 0 20 0,-1 0-11-16,-3-2 1 0,3 0-6 15,-1-2-2-15,3 0 8 16,-7-2-7-16,7 2-1 15,-4-2 16-15,1-4-7 16,1 4-1-16,4-2 0 16,0-2-1-16,-5 4 1 15,4 2-13-15,-5-4 13 16,3 4-11-16,-4 0-10 16,1-4 20-16,-1 0-19 15,3 0 2-15,-1 2 14 0,5-5-26 16,2 8 29-16,1-3-13 15,-1 2 5-15,4-1 9 16,-5 0 0-16,-1 3 3 16,0-2-3-16,-7 2-4 15,0 0-4-15,3-2 16 16,5 0-1-16,7-2-7 16,12-1 0-16,9 0 27 15,14-4-18-15,1 4-3 16,70-1 8-16,2 0-4 15,0 5 16-15,-67 0-26 16,2 0 0-16,-62 2 19 16,0-2-19-16,0 3 0 15,55-4-6-15,-1-2 17 0,0 2-11 16,-1-1 0-16,-2 1 0 16,3-1 0-16,-1 3 0 15,-1-1 1-15,-2 6-12 16,-8-1 23-16,-1 3-9 15,-5 0-3-15,-7 2-4 16,-8 0 4-16,-2 0 0 16,0-3 0-16,1 2-6 15,0-1 15-15,3-1-3 16,0 1-6-16,2-1-4 16,2 0 3-16,-2 4 1 15,1-1 0-15,-6 1-1 16,2 1 2-16,-2-4 5 0,3 2-6 15,3-5-4 1,3 0 3-16,4 0 1 16,9 2-1-16,3 0 1 0,11 0 0 15,59 2 10 1,10-1-10-16,6 4-3 0,-66-7 3 16,-3 6 0-16,1-2 1 15,-61-2-2-15,-2-2 2 16,-2 0 5-16,57 4-6 15,-4-4-8-15,-6 0 8 16,-10 0 0-16,-6-2 1 16,-6 0-2-16,-10-2 2 0,-11 2 5 15,-4-2-6 1,-12 0-8-16,-11 0 8 0,-6 0 0 16,-6 0 0-16,-8 0 0 15,-3-4 0-15,-2 4 11 16,5-2-11-16,-5 0-5 15,9-2 4-15,3-4 2 16,1 4-1-16,8 0 0 16,3 0 0-16,-1-2 3 15,7 2-3-15,2 2-9 16,0-4 9-16,0 6 0 16,-4-2 3-16,-2 4-3 15,-11-3 0-15,-2 3-4 16,-5-1 4-16,-5 1 0 0,-1 0 3 15,-2-3-3-15,-6 3 13 16,-2 0-13-16,0-3-13 16,-2-1-8-16,2-8-74 15,-2-11-257-15,-23-81-821 16</inkml:trace>
  <inkml:trace contextRef="#ctx0" brushRef="#br0" timeOffset="8798.9">14147 6623 1311 0,'0'0'355'0,"0"-2"-214"0,0 2-108 0,0 0 57 0,0 0 51 0,0 0-66 0,2 0-36 15,-2 0-3-15,0 0-30 16,0 4 41-16,0 2-40 15,0 12-7-15,-2 12 28 16,2 16-27-16,-2 13 16 0,-3 11-15 16,0 12 14-16,5-2 1 15,-2 4-17-15,0-2 36 16,-2 1 50-16,-3-7-67 16,1-2-18-16,0-4 3 15,2 1 8-15,0-1 50 16,2-2-37-16,-3-4-24 15,5-2 24-15,-2-4-8 16,2 3-7-16,0-5-10 16,0-2 14-16,2-2-2 15,-2-6-12-15,5-2 0 16,-3-4 1-16,-2 0-1 0,0-5 0 16,0 2-1-1,0-4 10-15,-2 1 15 0,-3-2-24 16,1-2-4-16,2 4 4 15,-2 0 5-15,-2 2-4 16,2 1-2-16,0 0 7 16,-3-2 2-16,5 1-8 15,0-4 0-15,0-4 22 16,-3 2-8-16,2-6-14 16,1 0 0-16,2 0 7 15,2 0-1-15,-2 2-6 16,3 0 0-16,-3 0 26 15,0-1-16-15,0-6-9 0,0-5-1 16,0 0 6 0,5-2 6-16,-5 1-12 15,0-5-6-15,2 2 6 16,-2-4 1-16,2-2 13 0,2 1-13 16,-2 6 13-1,1-4 26-15,-1 8-40 0,0-1 0 16,0 6 12-16,2 2-11 15,0 4 45-15,-2 0-7 16,0-6-25-16,-2-2 16 16,0-8-30-16,0 2-3 15,0-2 3-15,0 4 0 16,0-2 11-16,0 4-11 0,0 1 0 16,2-6 31-1,-4 3-31-15,4-7 0 0,-2-2 8 16,0-1-8-1,0 5 15-15,0-4-15 0,0 1 0 16,-2 2 9-16,2-4-9 16,0 1-3-16,0-1 3 15,0 0 1-15,0 4 17 16,0-2-18-16,0 2 0 16,0 4 16-16,2-2-16 15,-4 4 0-15,2-6 7 16,0-4-6-16,0-2 10 15,0-2-11-15,0 0 0 16,0 0 18-16,0 0-18 16,2-2-10-16,0-6-4 15,-2-8-44-15,2-8 7 0,-2-6-122 16,-2-11-197-16,-25-101-215 16</inkml:trace>
  <inkml:trace contextRef="#ctx0" brushRef="#br0" timeOffset="11056.08">3091 4732 488 0,'0'0'222'0,"0"-2"-148"0,0 2-16 0,0-4 40 0,0 2 47 15,0-2-8-15,0 0-88 16,3-2 70-16,-3 0-58 16,0 2-25-16,0-2 122 15,0 4-47-15,0-2-51 16,-3 4 9-16,-1 0-23 16,4 0 32-16,-3 0-33 0,3 0-3 15,0 0 36-15,0 0-27 16,0 4-28-16,-4 2-23 15,-1 8 10-15,-6 14 11 16,0 4-18-16,-2 6 9 16,0-2 3-16,3-5-15 15,2-8 2-15,-1-2-14 16,5-7 24-16,-2-6-3 16,4-4-9-16,0-2-2 15,2-2 1-15,0-2 1 16,0-4-39-16,2-8-26 15,4-6-13-15,0-13 77 0,3 1-16 16,-1-4 6 0,2 4 11-16,-4 2 9 0,3 2 5 15,2 4-13-15,-2 4-1 16,0 0 49-16,0 4-49 16,-2 4 8-16,2 4 1 15,-5 4 10-15,-2 4-19 16,0 0 0-16,0 4 6 15,3 10 20-15,2 8 13 16,4 8-15-16,2 6 7 16,1 0-23-16,-3 1-8 15,3-4 0-15,-6-7 9 16,-1-2-24-16,-5-3-88 0,-2-7-107 16,-23 4-245-16</inkml:trace>
  <inkml:trace contextRef="#ctx0" brushRef="#br0" timeOffset="11279.12">3022 4834 1617 0,'5'0'288'0,"-1"2"-231"0,7 0-33 0,9 2 123 0,-2-1-72 0,6 1-26 16,1-3-4-16,4 1-33 16,4-2-12-16,3-2-36 0,-1-3-226 15,42-22-491 1</inkml:trace>
  <inkml:trace contextRef="#ctx0" brushRef="#br0" timeOffset="11979.34">3414 4722 1601 0,'-2'-2'233'16,"2"2"-179"-16,-2 0 0 15,2 0 72-15,-3 0-38 0,3 0 31 16,0-2-64-16,0 2-13 15,0 0 0-15,0 0-24 16,0 0 7-16,0 0-25 16,0 2 0-16,-2 2 19 15,-2 4-19-15,0 12 0 16,-3 10 4-16,-2 6-3 16,4 5 10-16,3-5-11 15,0-4 0-15,4 0-14 16,-2-6 14-16,-2-2-7 15,0-2 7-15,-5-4-25 16,0-8 23-16,0 0-20 16,-1-6 11-16,-2-4-11 15,2-6 22-15,-1-2-15 0,2-8-6 16,3 0-18-16,6-6 27 16,5 0-20-16,4 0 25 15,11 2-2-15,3 0 9 16,4-1-18-16,2 6 18 15,0-2 0-15,-2 4-8 16,-5 3 8-16,-4-1-25 16,-4 0 14-16,0 0-11 15,-7 1-13-15,-2 2 34 16,-3 2 1-16,-4-2 9 16,0 0-9-16,0 0 2 15,-2 0 16-15,0 0-17 16,-1 4 11-16,3 0 16 15,-3 4-22-15,2 0 16 16,-4 0-22-16,-4 6 0 16,-4 4 14-16,2 8-2 0,-2 2-11 15,8 2 5-15,5-4-4 16,5-2 10-16,3 1-12 16,5-6 0-16,8 0 48 15,1-8-48-15,5 0 0 16,4-6 0-16,-2-3-115 15,4-7-143-15,23-44-1009 16</inkml:trace>
  <inkml:trace contextRef="#ctx0" brushRef="#br0" timeOffset="12829.43">4100 4557 1585 0,'0'0'311'0,"3"0"-244"0,-3 0-28 0,0 0 50 0,0 3-32 0,0-3 30 0,0 1-54 0,4 12-32 15,-4 3 99-15,3 16-46 16,-1 8-22-16,0 4-32 16,2 4 13-16,0-6 7 15,-1-7-20-15,1-7-8 16,-2-13 8-16,1-3 6 16,-1-7-6-16,-2-5-6 15,3 0-30-15,1-9 36 16,4-2-54-16,1-10 0 15,5-1 54-15,-1-4-57 16,1 4 15-16,-3 6 12 0,-3 4-1 16,2 8 22-1,-1 6-20-15,-3 6 7 16,3 6 22-16,0 2 0 0,4 1 12 16,-4-6-12-16,-2-3 1 15,0-4 19-15,-1-4-10 16,8-1 14-16,-3-6 9 15,0-7-21-15,3 0 27 16,-1-8-22-16,-5-2-2 16,2 0 73-16,-4 0-88 15,-4-2 1-15,-4 2-3 0,-4 2-23 16,-2 4-40-16,0 8-64 16,1 4-55-1,-3 6-80-15,-7 16-746 16</inkml:trace>
  <inkml:trace contextRef="#ctx0" brushRef="#br0" timeOffset="13130.32">4586 4550 999 0,'-2'-4'837'0,"2"4"-710"0,0 0-46 0,0 0 32 0,0 0 17 0,-2 4-22 0,-1 2-72 15,1 6 9-15,2 12-4 0,0 8-17 0,0 4 22 0,5 0-46 0,-1-4 0 0,5-2 0 16,2 0 1-16,0-4-2 15,-1-9-94-15,-6-3-116 16,-2-7-68-16,-13-9-626 16</inkml:trace>
  <inkml:trace contextRef="#ctx0" brushRef="#br0" timeOffset="13295.55">4569 4706 1977 0,'22'0'210'0,"-2"2"-160"16,22 2-14-16,5 2-21 15,-2-2 12-15,-1-2-27 16,0-2-101-16,68-16-221 16</inkml:trace>
  <inkml:trace contextRef="#ctx0" brushRef="#br0" timeOffset="14229.15">5294 4981 1570 0,'0'0'234'0,"0"0"-134"0,0 0-86 0,0 0 95 0,0 0 7 0,0 0-65 0,0 0-15 15,0 0-36-15,-2 0 7 16,2 0 26-16,0 0-33 16,0 0-4-16,0 0 4 15,0 0 0-15,0 0 5 16,0 0-5-16,0 0 0 0,0 0 4 16,0 0-4-16,0 0-6 15,0 0 5-15,0 0-55 16,0 0-5-16,0 0-71 15,0 0-42-15,-11-8-75 16</inkml:trace>
  <inkml:trace contextRef="#ctx0" brushRef="#br0" timeOffset="16463.02">3813 4652 649 0,'0'2'622'0,"2"-4"-457"0,-2 2-135 0,0-2 19 0,0 2 71 0,0-2-28 15,0 2-5-15,0 0-8 0,0 0-38 16,0 0 77 0,0 0-65-16,-2 2 7 0,0-2 12 15,2 2-54-15,0 4-17 16,2 10 15-16,2 12-16 15,4 6 57-15,-2 8-57 16,1 4 1 0,1 4 51-16,2-1-30 0,-4-1 17 15,1 2-22-15,-3-2-17 16,0 0 64-16,2 4-64 16,-5-1 0-16,4-1 9 15,-3-4-7-15,5-2 12 16,-3-4-14-16,3 2 0 0,-1-2 9 15,1-2-9 1,0-2-9-16,2-1 9 0,-4 6 6 16,1 8 57-16,1 3 9 15,-1-2-53-15,1-4 34 16,-5-12-53-16,0-6-3 16,5-2 2-16,-4 2 2 15,3 11 15-15,-2 5-16 16,1 3 0-16,-1 4 29 15,0-3-29-15,2 0 0 16,-2 0-3-16,-2 2 10 16,2-6-4-16,-1-5-3 15,-1-1 0-15,-2-2 2 16,4-4-2-16,0 4 0 16,2 2 22-16,-2 4-21 0,0 4 27 15,1 4-28-15,-1 4 1 16,-4 13 34-16,0 1-35 15,-2 0 0-15,0 2-5 16,-1-5 14-16,1-1 0 16,0-1-9-16,-2-4 0 15,-1-3 5-15,0-2-5 16,1-4 0-16,-3 1-11 16,-3-1 23-16,0 0-4 15,-3 8-8-15,-1 0 0 16,1 8 3-16,0 5-3 15,-3-3-3-15,5 2-5 16,4-8 16-16,3 0-8 16,-1-4 0-16,3-8 0 15,2-1 4-15,-2-6-4 0,0 0-1 16,2-1-8-16,-2 2 18 16,0 6 6-16,2 2-15 15,-5 5 0-15,5 2 18 16,-4 0-18-16,0 1 0 15,0-2-1-15,0-4 12 16,4 0-2-16,2-10-9 16,0-10 0-16,2-5 4 15,0-3-4-15,-2-2 0 16,5 0-9-16,-5-2 24 0,2 0 4 16,-2 0-19-16,3 2 0 15,-3-2 15-15,-2 0-15 16,1 0 2-1,-1-2-10-15,3-6 20 0,-3 2 0 16,0-2-12 0,0-2 0-16,0 4 11 0,0-2 4 15,0 4-14-15,0 0-1 16,0 3 18-16,0-3-3 16,-3 0-15-16,3 0 0 15,0-4 0-15,3 0 0 16,0 2 1-16,-1-2-7 15,0 4 22-15,-2-2-2 16,3-2-14-16,-1 2 0 16,-2-4 0-16,2 0 0 0,0 0 1 15,-2 0-10-15,2 4 22 16,-2-6 4-16,0 4-17 16,0-4 0-16,0 2 6 15,-2-2 4-15,2 0-10 16,2-2 0-16,3-4 12 15,-5-1 5-15,2-3-17 16,-2-3-6-16,0-1 0 16,2-2 6-16,-1-8-29 15,-1-2-8-15,3-2-56 16,0 0 49-16,-1 2-86 16,1 6-22-16,1 2 31 15,0 4-40-15,1 0-70 16,1-4-82-16,19-42-473 15</inkml:trace>
  <inkml:trace contextRef="#ctx0" brushRef="#br0" timeOffset="18347.18">5377 4489 1211 0,'0'-4'261'0,"0"0"-218"0,-4-6 8 0,4 5 80 0,-2 0-73 0,2 3 17 16,-2 0-18-16,2 2 24 16,0-1-33-16,0 1 9 15,0-3 74-15,2-1-77 0,-2 4-15 16,-2-1 9-1,2 1-32-15,0 1 29 0,-3-1-45 16,3 4 3-16,-3-1-28 16,1 8 25-16,0 11 0 15,-2 17 18-15,-1 13-17 16,1 16 63-16,0 10-17 16,6 8-23-16,0 2 27 15,4 3-29-15,3 3-13 16,1 2 27-16,5 1-15 15,1-1 33-15,1-2-51 16,1-2 11-16,0 1 19 16,2 3-32-16,-4 4 7 15,-3 4-7-15,-4 4 11 16,-2 1 8-16,-3-1-20 0,1 3 0 16,-1-3-27-16,-2 2 27 15,3-2-12-15,-5-9 12 16,2-15-19-16,2-10 8 15,1-12 11-15,0-10 0 16,-3-6 2-16,0-1-2 16,0-5-2-16,-2-2-4 15,0 4 12-15,2 0 0 16,-2 4-6-16,2 2-4 16,-2 4 2-16,0 5 2 15,0-2-54-15,0-2 54 16,3-5 0-16,-3-6 1 0,2-8-1 15,-2-2-3 1,0 0 3-16,-2-2 0 16,-1 1 1-16,-1 5-2 15,2 1 2-15,-2 6 8 0,-4 1-9 16,2-2 0-16,-1 2 6 16,3-2 3-16,-5 0-9 15,2 0 0-15,0-2 6 16,-3-4 24-16,1 0-30 15,-1-5 0-15,0 1 20 16,-1 0-1-16,3 0-7 16,0 2 20-16,-1 2-17 15,3-2 69-15,-6-2-57 16,5-3-26-16,3-5 37 0,2-2-31 16,0-3-6-1,2-1-1-15,0 3 18 16,2 1-3-16,0 2-15 0,0 0 0 15,0-2 3-15,-4-2 9 16,2-4-10-16,0-2-2 16,0 0 16-16,2-4 16 15,-2 2-32-15,0 0 0 16,2 4 7-16,1 2-6 16,-1 0 0-16,2 4-2 15,-4-1 3-15,0-3 10 16,2-3-12-16,-2 2 0 0,0-3 12 15,0-2-3-15,0 4 4 16,2-3-13-16,2 2 6 16,-2 3 3-16,-2-2-9 15,4-2 0-15,-2 6-1 16,0-2 2-16,0 2-1 16,3 2 0-16,-3-4 1 15,-2 0 2-15,4 4-3 16,-2-2 0-16,1 3 4 15,0-4-3-15,-3-2 9 16,4-1-10-16,-4-2 0 16,0-3 3-16,2-2-3 15,-2 0 0-15,0 4 0 16,2 3 1-16,-2 6 16 16,0 6-17-16,3 2 0 0,-3 0 15 15,0-6-15 1,-3-6 0-16,1-2 6 0,0-2-5 15,2-6 17-15,0-2-18 16,0 0 0-16,0-2 9 16,0-2-9-16,2-2-7 15,0 0 6-15,-2 0 2 16,0 0 7-16,0 0-8 16,0-3-21-16,0-4-6 15,-2-5-10-15,-4-12-95 16,-2-16-113-16,-29-147-420 15</inkml:trace>
  <inkml:trace contextRef="#ctx0" brushRef="#br0" timeOffset="19232.58">5624 4606 1629 0,'0'0'233'0,"0"0"-148"0,0-2-52 0,0 2 51 0,0 2 21 0,-2-2-42 0,4 0-9 16,-2 0 0-16,0 4-48 16,-2 8 51-16,0 6 2 15,0 10-47-15,0 2 15 0,2 4-17 16,0 4-10-16,0 4 0 16,-2-4 7-16,2 1-16 15,-4-11 9-15,2-6-91 16,0-6-61-16,-4-6-109 15,-19-10-400-15</inkml:trace>
  <inkml:trace contextRef="#ctx0" brushRef="#br0" timeOffset="19497.96">5444 4606 1528 0,'0'0'464'0,"4"0"-433"16,10-2-30-16,1 0 35 16,8 0 74-16,6 0-77 15,0-4-24-15,2 4 13 16,0 2-14-16,-2-4-8 15,0 4-53-15,-9 0-256 16,2 2-1160-16</inkml:trace>
  <inkml:trace contextRef="#ctx0" brushRef="#br0" timeOffset="19729.21">5477 4935 1568 0,'9'1'211'0,"0"-1"-178"0,11 3 56 16,2-1 26-16,3 0-35 15,2-2-31-15,-2-2-35 16,4-3-14-16,-3 1-54 15,5-1-137-15,29-19-416 16</inkml:trace>
  <inkml:trace contextRef="#ctx0" brushRef="#br0" timeOffset="20229.62">5959 4724 1732 0,'0'0'300'0,"0"0"-242"15,0 2-57-15,2 2 38 0,0 2-3 16,5 10 2-16,-3 6 37 15,0 4-60-15,1 1 10 16,0 1-8-16,-3-6-16 16,0-4 14-16,0-6-15 15,-2-9 0-15,0 0 14 16,0-6 2-16,0 2-1 16,0-9 40-16,0-4-54 15,2-8 18-15,-2-5-19 16,5-4-33-16,7 2 33 15,-4 3-45-15,5 2-2 16,1 8 26-16,3 4-25 16,-1 6 46-16,4 2-20 0,-2 10 14 15,2 4-9-15,-7 8 15 16,-2 4-7-16,-3 0 5 16,-4 4 4-16,2-4 1 15,-1-5-3-15,-1 1-68 16,0-4-67-16,4-9-136 15,19-10-639-15</inkml:trace>
  <inkml:trace contextRef="#ctx0" brushRef="#br0" timeOffset="20497.54">6345 4648 735 0,'0'0'1116'0,"0"0"-954"0,-1 0-143 0,1 2-18 0,-7 4 70 0,-1 6-24 0,-4 6-20 0,-5 4 15 0,6 4-11 16,-1-2 52-16,3-2-82 15,3-2 0-15,6-6 25 16,0-4-26-16,6-3-11 15,3 0 11-15,3-4-93 0,7-6-54 16,52-29-151-16</inkml:trace>
  <inkml:trace contextRef="#ctx0" brushRef="#br0" timeOffset="20813.64">6447 4664 1671 0,'-8'12'227'0,"0"-2"-167"15,-1 12-51-15,-3-2 52 16,8 0-19-16,4-4 41 16,4-2-20-16,8-1-12 0,1-4-20 15,3-3 10-15,4-2-19 16,4-4 17-16,1-8-30 15,0-2 59-15,-3-4-68 16,-7 2 0-16,-4-6 21 16,-6 0-12-16,-8 0-9 15,-5 4-1-15,-5-2-36 16,-12 8 16-16,-2 4-96 16,-6 4-17-16,2 2-74 15,-17 2-380-15</inkml:trace>
  <inkml:trace contextRef="#ctx0" brushRef="#br0" timeOffset="21481.1">6609 4696 1783 0,'2'2'242'0,"1"2"-227"0,3 4 49 15,6 4 4-15,-4 6 10 16,5 0 9-16,-3 2-24 16,-1 0-9-16,-3-4-23 15,-2-6-29-15,-2-3 46 16,-2-4-48-16,0-3 0 0,0-3 35 16,0 0 13-1,6-5 31-15,-6-7-79 16,4-8 8-16,3-3-11 0,1 0 3 15,6 2-24 1,3 4 13-16,-3 6-12 0,1 6 22 16,-1 6-29-1,-3 10 15-15,0 2-8 0,3 6 23 16,-3 0-4-16,-3 2 2 16,-2-4 4-16,-4-6-1 15,-2-2-1-15,0-6 0 16,2 0 23-16,-2 0-22 15,0-2-1-15,2-4 0 16,2-2-51-16,3-8 9 16,-1-4 3-16,6 0-73 0,-1 6 34 15,5-2 21 1,-1 8 22-16,-2 6 10 0,3 4-3 16,-3 4 27-1,1 4-8-15,-1 4 9 0,-1-4 9 16,-2 2-9-16,-1-6 0 15,3-4 3-15,-6-2-2 16,3-2 41-16,-2-4-42 16,2-2 8-16,0-4 22 15,-9 4-15-15,-3 0 25 16,-3 4-26-16,-1 4-14 16,-4 2 0-16,-2 10-9 15,-5 0 5-15,7 10-20 0,1-2 6 16,8 0-80-1,4 0-68-15,8-8-121 0,27 4-1087 16</inkml:trace>
  <inkml:trace contextRef="#ctx0" brushRef="#br0" timeOffset="22846.26">7189 4335 1524 0,'2'0'381'0,"-2"0"-310"0,0 0-5 0,2 0 55 0,-2 2-61 0,0 4 33 0,7 10 24 16,-5 8-51-16,5 12 0 16,4 12 23-16,-2 13-40 15,3 3-10-15,-2 6-33 16,-1 10 69-16,2 6-63 16,2 21 0-16,8 73 95 15,0 41-71-15,-21-1-29 16,0-69-4-16,-2-13 8 15,4-6 19-15,4-12-30 0,0-1-2 16,-4-69 2 0,3-2 0-16,-3 1-3 0,2 47-5 15,0-2 16-15,-1 2-2 16,-3 2-6-16,-7 61-11 16,-15 15-4-16,-18 11 3 15,29-133-18-15,-1-4 29 16,4-2 2-16,-9 40-11 15,5-5 10-15,7-13-5 16,7-10 5-16,3-4 0 16,5-6 1-16,-2-2-7 15,-4-2 13-15,1-4 1 0,-3-4-8 16,-2 3-2 0,2-5 2-16,-2 0 0 0,2-4-10 15,5-2 9-15,0-4 1 16,4 0-9-16,-5 0 9 15,1-2-8-15,-2 0 8 16,-3-1 5-16,-4 1-5 16,2-3-1-16,-2 2 1 15,-3-1 6-15,2 7-6 16,1-2-11-16,-2-1 10 16,4 0 1-16,0-6-7 15,0 4 6-15,2-4 2 16,-2 0 0-16,0-4-1 15,0 4-4-15,0 2 3 16,0 2 2-16,0 7-2 0,0-1-4 16,0 4-13-1,2-6-7-15,0-2 25 0,1-4-30 16,-1-4 13-16,1-2-21 16,-3-2 37-16,2 4 1 15,-2 4 0-15,-2 2 6 16,-1 2-6-16,1-2 0 15,-1 0 1-15,1-2 0 16,2-6 6-16,-2 2-7 16,4-6 0-16,-2 0 3 15,2 2-3-15,1 2 0 16,2 0 3-16,-3 4 7 16,0 3 18-16,0 1-28 0,0-2 0 15,-2 2 45-15,0 0-44 16,0-4 0-16,-2 2 35 15,2-2-16-15,2-2 14 16,-2-2-34-16,0 0 0 16,3-6 40-16,-1 4-40 15,-2-2 0-15,2 0 23 16,2 2-16-16,-2-4 19 16,-2 0-26-16,3 0 0 15,0-2 16-15,-2 2-16 16,2 1-4-16,-1-2 2 15,2 5 4-15,1 1 17 0,-1-2-19 16,3 0 0 0,2 0 14-16,-4-3-14 15,-1-2-3-15,-2-2-8 0,2 0 22 16,-4-1-4-16,2-2-7 16,1 2 0-16,-1-1 12 15,0 2-12-15,-1-3-4 16,2 3-5-16,0 3 18 15,-3-5 22-15,3 0-31 16,-1 0 0-16,-2-1 20 16,2 2-20-16,-2-2 0 15,0-1-10-15,0 0 20 16,0 3 2-16,4-3-12 16,-4 0 0-16,-4-3-34 15,2-1 34-15,-3-1-77 16,-2-9-43-16,-2-9-219 15,-31-75-364-15</inkml:trace>
  <inkml:trace contextRef="#ctx0" brushRef="#br0" timeOffset="25246.6">7405 4539 1074 0,'0'3'587'0,"0"-6"-485"0,0 3-80 0,0 0 74 0,0 0 12 0,4 0-36 16,-4 0 12-16,0 0-72 16,2 0-10-16,0 0 23 15,5-1-13-15,3-2-11 16,0 0-1-16,9-4 9 16,-6-1 3-16,-3 2-12 0,4 5 0 15,-9-3 0-15,-3 1 1 16,-2 3 6-16,-2 3-7 15,-1-3 9-15,-5 0 42 16,-2 4-49-16,-7 0 4 16,-8 3 16-16,3 7-2 15,-2-3-1-15,12 0-19 16,1 0 2-16,9-1-5 16,2 0 3-16,2 2-11 15,7 4 11-15,2 4 1 16,5 0 9-16,2 0-10 15,1 0 0-15,-2 0 0 16,-9-2 0-16,-3 0-9 16,-5-4 9-16,-5-2 0 0,-3 1 21 15,-6-2-21 1,-5 1 0-16,-2-3 21 0,-2-1-21 16,1-3 0-16,2-5 9 15,0 0 3-15,7-2 10 16,1-1-22-16,6-1-8 15,6 0-13-15,2-5-109 16,7-3-136-16,9 1-74 16,44-22-999-16</inkml:trace>
  <inkml:trace contextRef="#ctx0" brushRef="#br0" timeOffset="29079.53">7409 4507 1143 0,'0'0'358'0,"0"0"-253"0,0 0-76 0,0 0 106 0,-4 0-35 0,4 0-82 0,0 0 36 0,0-1-33 0,4 1 38 15,-4-3 4-15,0 2-38 16,2-3 35-16,-2 4-36 15,0-2-22-15,0 2 65 16,0 0-28-16,0 0 0 16,0 0 21-16,0 0-27 15,0-3 57-15,0 3-45 16,0 0-31-16,0-1 43 16,2 1-36-16,-4 0-8 15,2 1-13-15,0 2-1 16,-2 8-7-16,-2 17-4 0,2 17 12 15,0 11 29 1,2 6-29-16,-3-10 0 0,6-6-6 16,-1-8 14-16,0-9 4 15,-2-10-12-15,4-6 0 16,-4-8 1-16,0-2-1 16,0-3-10-16,0-3 9 15,0 3-62-15,2-1 62 16,-2-3-60-16,2-2-40 15,3-9 16-15,-1-4 20 16,0-2 23-16,2-1 5 16,2 2 34-16,5 2-6 15,1 2 9-15,3 4 0 0,6 2 9 16,0 0 4-16,3 2 2 16,1-4 3-16,-3 2-18 15,-1-2 54 1,-3 2-47-16,-1 0 7 0,-5 0 32 15,-3 2-31-15,-5-4-13 16,4 2 1-16,-3 0 6 16,-3 0 45-16,-4-2-24 15,2 4-20-15,-4-2 41 16,0 2-27-16,0 2-7 16,-1 0-2-16,3-2 0 15,-2 5 30-15,0 2-32 0,4 1-12 16,-2 0 40-1,0 1-41-15,0 2-8 0,0 11-4 16,-2 8 12-16,0 6 30 16,2 12-30-16,0-4 0 15,0 0 3-15,2-6-2 16,-2-2-1-16,2-3-1 16,-4-3-86-16,0-7-67 15,2-2-178-15,-8-8-280 16</inkml:trace>
  <inkml:trace contextRef="#ctx0" brushRef="#br0" timeOffset="29431.25">7810 4686 1666 0,'-2'12'199'0,"0"0"-166"0,-2 10 33 0,-2 0 26 0,6-2-22 0,3-2 11 0,0-4-24 0,3-2-6 16,0-3 15-16,7-2-9 16,6-3 39-16,-3-4-70 15,3-2-17-15,2-6 15 16,-1-4-11-16,-3-2 11 15,-3-2-24-15,-1-6 6 0,-9-2 8 16,-6 0-14 0,-4 0-6-16,-10 4 5 0,-4 4-27 15,-4 6-29 1,-3 2-113-16,0 6-56 0,6 2-43 16,4 4-587-16</inkml:trace>
  <inkml:trace contextRef="#ctx0" brushRef="#br0" timeOffset="30247.12">7986 4640 719 0,'0'0'1182'0,"3"4"-1044"0,-3-2-107 15,2-2 55-15,-2 6 16 16,2 6-35-16,2 10-14 15,3 8 55 1,1 0-90-16,2-2-11 0,-1-6 5 16,5-2-10-16,-4-5 34 15,1-4-36-15,-1-3 0 16,5-8 38-16,-2-1-26 16,3-7-12-16,2-6 1 15,-3-3 10-15,-4-5-22 16,-1-4-2-16,-6-2-23 15,-4-2 36-15,-4 0-36 0,-6-4 7 16,1 8 28-16,1 8-19 16,1 2 10-16,2 10-7 15,5 0-1-15,0 6 5 16,-2 6-4-16,2 4 4 16,-5 8 5-16,5 6 16 15,3 0-23-15,6-2 15 16,2-2 0-16,0-6 11 15,5-2-10-15,-1-6-1 16,5-4 0-16,-1-2 6 16,0-4 13-16,4-6-19 15,-3 2 0-15,-1-4 5 16,0-2-5-16,1-2 0 16,-9 0-6-16,0-2 18 0,0 2 2 15,-8 2-14-15,-1 4 0 16,-2 6 2-16,-2 2-2 15,2 4-12-15,-3 0-11 16,-8 10 23-16,-2 6-3 16,-6 10 3-16,0-2-3 15,5 0 3-15,8-10 0 16,3-2 1-16,3-6-8 16,3-2 16-16,1-2-9 15,2-2 0-15,6-2 1 16,5-2 16-16,2-6-2 15,3-2-15-15,-2-6 0 16,-2 0 6-16,-3-4-28 16,-3-2 22-16,-6 2-15 0,-4 4 9 15,1 6 4 1,-3 6 2-16,-3 4 0 0,1 4-12 16,-2 6 12-16,0 8 0 15,0 4 1-15,3 2 17 16,6-4-18-16,1 0-3 15,5-6-16-15,5 0-95 16,-1-10-105-16,28-12-684 16</inkml:trace>
  <inkml:trace contextRef="#ctx0" brushRef="#br0" timeOffset="31597.17">8664 4393 1419 0,'-2'-2'720'0,"2"2"-660"0,0 0-60 0,0 0 75 0,0 2-6 0,0-2 18 0,0 5-80 0,2 10 19 0,0 11 82 16,2 15-74-16,5 11 8 15,0 6-1 1,0 8-19-16,2 4 58 0,3 2-65 16,-3 3 1-1,3 1 1-15,7 14-7 0,10 64 62 16,-18-99-25-16,8 55-37 15,-1-12 19-15,-5-10-29 16,-1 3 0-16,-3-3 5 16,0-4-4-16,-2-2 7 15,0-4-8-15,1-3 0 16,-2-1 1-16,-4-2-1 16,1 4-6-16,-3-2 5 15,-4 1 2-15,-5 3-2 0,-7 6 1 16,-1 0 0-1,-3 4-2-15,-5 3 2 0,6-7-6 16,-1-4 5-16,9-5 2 16,5-12 1-16,6-4-2 15,3-7 0-15,3-4 1 16,2-2-1-16,-4-2-10 16,-1-2 9-16,-1-3 2 15,2-2 4-15,0 2-5 16,-2 5 0-16,-2-1 2 15,-2 2-2-15,0-3-3 16,-4-4-5-16,2-4 16 16,-2-2-1-16,2-4-7 15,0-3 0-15,2-2 3 16,2-1-3-16,-2 5-4 0,0-4-4 16,-2 6 16-16,0-4-7 15,0 2-1-15,0 1 0 16,0-2 3-16,2 0-3 15,-3-2-1-15,1-4-7 16,0 0 16-16,0-2-10 16,-6 0 2-16,6 2 0 15,-2 1 8-15,0 1-8 16,2 2 0-16,-1-1-8 16,1 2 17-16,2 1-12 15,2-2 3-15,-2 0 0 16,0 2 8-16,0 0-8 15,0 0-6-15,-2 4 4 16,-2-6 4-16,0 0 8 0,-5 2-10 16,1-1 0-16,2-3 8 15,2 2-8-15,-1-6 0 16,3 2-9-16,-1-2 22 16,0-4-4-16,6-4-9 15,-3 2 0-15,-3-4 8 16,2 4-8-16,-4 2 0 15,3 0-1-15,0-4 7 16,0 4 12-16,2-4-18 16,0 0 0-16,0 2 19 15,0-4-19-15,2 0 0 0,-2-2-1 16,2 2 7 0,-2 2 18-16,0 2-24 15,0 2 7-15,0 0 11 0,0 4-3 16,2-1-15-16,1-2 0 15,-1 2 11-15,-1-4 8 16,2-4-19-16,-3-5 0 16,3-3 4-16,-3 2-4 15,0-2 0-15,-3 4-9 16,3 3 21-16,0 2 6 16,0 8-18-16,-3 2 1 15,2 0 14-15,-1-2-14 0,-3-2 7 16,3-4-16-16,0-6 20 15,0-2-6 1,4-4-6-16,-2 0-3 16,0 0 3-16,2 0 0 0,-2 0-9 15,0 0 8-15,4-2-1 16,-1-2-31 0,0-2 33-16,5-6-68 0,-3-6 20 15,-1 0-60-15,0-13-141 16,-2-5-330-16,3-130-1086 15</inkml:trace>
  <inkml:trace contextRef="#ctx0" brushRef="#br0" timeOffset="32669.68">9009 4532 1421 0,'0'0'464'0,"0"0"-416"0,2 0-11 0,-2 0 53 0,0 2 0 0,7-2 14 0,-3 1-55 15,2 3 31-15,6-1 11 16,-3-6-58-16,5 2 21 16,-4-3-54-16,1 0 15 0,1-5 8 15,-1 5-23-15,-7 3 0 16,-2-4-1-16,-2 5 7 15,-2 0-14-15,0 0 2 16,-2 3 6-16,-7-3-13 16,-5 2 13-16,-1 2-8 15,-10 6 2-15,0-1 12 16,2 9 2-16,0 0-8 16,6 5 0-16,1-5 1 15,7 4-1-15,3-2-10 16,6 2 10-16,4-2 0 15,8 0 29-15,1-4-29 16,7-2-1-16,4-2 1 16,2-4 0-16,8-6-11 15,-1-2-25-15,4-4-168 16,1-6-27-16,0-2-99 0,33-28-477 16</inkml:trace>
  <inkml:trace contextRef="#ctx0" brushRef="#br0" timeOffset="33630.15">9273 4604 1557 0,'-2'0'266'16,"-2"0"-209"-16,0 0 0 0,-5 2 82 16,-1 0-59-1,0 4-35-15,-5 6 1 0,-4 2-13 16,1 6 38-1,5 2-56-15,0 0-9 16,6 0 24-16,2-2-23 16,5-4 2-16,3-4-9 0,1 0 8 15,3-7 8-15,4-2-16 16,2-1 2-16,8-6 1 16,-1-6-3-16,5-2-35 15,-2-4-25-15,-2-6-1 16,-3-2 50-16,-3-2-37 15,-4 2 30-15,-6 4 17 16,-5 8 1-16,-2 2-3 16,-3 10-3-16,-2 6 6 0,-1 2-13 15,-3 8 13 1,3 2-28-16,4 4 27 0,6-2-4 16,3-2-13-16,2-6 17 15,2-4 1-15,-3-4 18 16,-2-4-18-16,3-4 2 15,2-4 16-15,-2-2-12 16,2-4-5-16,-5-2-2 16,1-2 11-16,0-2-14 15,-1 0 4-15,2 2-37 16,7 0 36-16,-3 2-19 16,3 4 1-16,3 2 17 15,1 6-25-15,-1 5 11 16,2 10 7-16,-5 3-6 15,-2 8 15-15,-2 2 0 0,0-2 1 16,-6-2 3-16,-3-6-4 16,0-2 65-16,-5-6-53 15,3-4 7-15,-3-2 37 16,5-2-2-16,0-2 9 16,-2-2-32-16,4-8-29 15,5 0 46-15,0-4-48 16,3-2 4-16,4 0-11 15,4 2 7-15,-2 1-14 16,2 2-38-16,-5-2-28 16,-2 4 79-16,-3-1-39 15,2 1-5-15,-6 2 44 0,-4 3 1 16,-2 1 9-16,0 4-9 16,-4 3 10-16,1 0 5 15,0 6-15-15,-2 2 0 16,3 0-10-16,2 7 16 15,4-1-6-15,0 0 0 16,5 1 0-16,1-1 12 16,6-2-12-16,-3-2 0 15,3 2 9-15,1-2-9 16,-3 0 20-16,-4 0-20 16,-1-2 0-16,-3 4 76 15,-4-4-65-15,0 0-1 16,-4 0 16-16,-3-4-2 0,-1 2 0 15,-4-4-24 1,-3 2-39-16,1-8-12 0,3-4-144 16,1-34-335-16</inkml:trace>
  <inkml:trace contextRef="#ctx0" brushRef="#br0" timeOffset="35497.47">9856 4317 1472 0,'3'-2'192'0,"3"2"-128"0,-2-4 89 0,0 0-3 0,-4 4-15 0,3-2-54 0,-3 2-25 0,0 0 71 16,-3 0-65-16,3 0-10 16,0 0 1-16,0 2-46 15,0 8 22-15,3 4-28 16,-1 14-1-16,6 12 71 16,0 10-52-16,5 11-10 15,-1 3 21-15,0-2 26 0,7 4 22 16,-9 2-78-1,-1 3 10-15,-2 6 17 16,-4 8 41-16,0 5-53 0,0 2-15 16,-3-3 7-16,2-9 13 15,-2 0-20-15,5-8 0 16,-1-1 6-16,-2-7-6 16,0-2-4-16,-2-2-2 15,0-4 12-15,-4-2-3 16,0-2-3-16,-3 2 0 15,-2-1 4-15,2 1-4 16,-2 4 1-16,-1 0-12 16,-2 4 25-16,1 2-11 15,3 0-3-15,-2 3-9 16,1-7 8-16,5 0 1 0,2-6 0 16,2-2-9-16,2 2 20 15,-2-4-4-15,0 3-7 16,0-1-4-16,-2 0 4 15,0 0 0-15,-4 0-2 16,4-6-7-16,-2 3 18 16,2-5-10-16,2 6 1 15,-2-8-5-15,2 2 5 16,-3-2 0-16,3 0 6 16,0-2-13-16,0 0 14 15,-2 0 1-15,0-1-8 16,0-3-3-16,2 0 3 15,-2 2 0-15,2 0 0 16,2 0-6-16,0 0 12 16,0-3 0-16,3 1-6 0,-5-7-4 15,2 0 4-15,0-5 0 16,0-1-5-16,-2 2 4 16,2 1 2-16,0 4 10 15,-2 0-11-15,2 2-27 16,2-2 27-16,-4 2 0 15,2-4 0-15,-2-2-11 16,0 0 22-16,0-1-5 16,-2-3-6-16,2-2-8 15,-4-2 8-15,2-5 0 16,0 4 1-16,2 3-7 0,-2 0 12 16,2 2 1-1,-2 4-7-15,4 0-4 16,-2 0 4-16,0-2 0 0,2-2-1 15,-2-2-8-15,0-4 9 16,2 0 6-16,0 2-6 16,2 4-7-16,-2 3 6 15,2 0 2-15,-2 0 7 16,0-1-8-16,3-2 0 16,-3-6 4-16,0 0-4 15,0-2-7-15,4-2 7 16,-2 0 1-16,0-2 11 15,0 2-12-15,1 2 0 16,-3 4 11-16,0 0-11 0,-2 0-6 16,-2 2 6-16,0-2 1 15,0 2 11-15,2-2-12 16,-3-2 0-16,6 0 29 16,-3-1-29-16,2-1 0 15,2 0 1-15,0-2 8 16,3-2 12-16,-4-2-21 15,-1-5 0-15,-2 0 6 16,0 1-6-16,2 2 0 16,-2-2 4-16,0 1-2 15,2 2 23-15,-4 1-25 0,0 0 0 16,2-2 15 0,-2 1-15-16,-1 0-3 0,2-1 3 15,1-2 0-15,0 4 9 16,0-4-9-16,0 2 0 15,1-2 10-15,-1 0-10 16,0 4-4-16,0-4 2 16,-1 0 4-16,1 0 7 15,0-2-9-15,0 6 0 16,0-2 9-16,-6 0-9 16,6 0-9-16,-2 4 8 15,0-6 2-15,0 2 13 16,0-2-14-16,2 0 0 15,-2 0 10-15,2 0-10 16,-3 0 0-16,1 0-6 16,0 0 15-16,0 2 16 15,0-2-25-15,-1 2 0 16,2 0 24-16,-3 2-24 0,2-2-10 16,-2 2 9-16,-3-2 2 15,3 0 27-15,0 2-28 16,-2 2 0-16,2-4 16 15,0 0-16-15,2-1 0 16,0-4-4-16,-1 2 17 16,3 0-8-16,-2-3-5 15,2 0 0-15,0 2 6 16,0-2-6-16,0 2-2 16,0-2-7-16,-2 3 18 15,0-3 3-15,2 0-12 0,0 0 0 16,0 0 5-1,0 0-5-15,-2 0 0 16,2 1-15-16,-6-1 30 0,6 3-9 16,-3-3-6-16,2 1 0 15,1 2 2-15,0-3-2 16,0 1-4-16,0-1-5 16,0 0 18-16,0 0-5 15,0 0-4-15,0 0-13 16,-2-4-7-16,0 3 14 15,-5-6-51-15,-3-4-22 16,-9-6-157-16,4-7-278 16,-32-80-571-16</inkml:trace>
  <inkml:trace contextRef="#ctx0" brushRef="#br0" timeOffset="41989.21">10129 4313 1375 0,'0'0'231'0,"0"0"-186"0,0 0 53 0,2 0 11 0,-4 0-52 0,2 0 36 0,0 0-42 0,-2 0-4 16,2 0 4-16,2 0-45 15,-2 0 57-15,0 0-41 16,0 0-10-16,0 0 39 16,0 0-12-16,0 0 0 15,0 0 2-15,0 0-34 16,0 0 52-16,0 0-59 16,0 0-19-16,0 0 10 15,0 0 3-15,-2 12 6 16,2-2 3-16,0 0 13 15,0-2 1-15,0 4-17 16,0-4 0-16,0 4 2 0,0 2-2 16,0 3 0-16,-2-2-12 15,0 3 24-15,0 0-7 16,0-1-5-16,2-8 0 16,0 1 0-16,0-3 0 15,0-6 0-15,0-1-6 16,0 0 12-16,0 0 3 15,0 0-9-15,0 0 0 16,0 0 3-16,0-1 7 16,0 1 1-16,0-7-11 15,-5-3 7-15,3-3-22 16,0-8 15-16,-3-4-43 16,2 0 29-16,1-1-8 0,0-2-7 15,2 8 11-15,4 4 9 16,-1 2-7-16,0 8 16 15,-1 4-30-15,0 0 30 16,0 4-28-16,7 4 5 16,-5 6 11-16,5 8 11 15,0 4 0-15,0 0 1 16,1 2 0-16,-2-1 6 16,1-10-5-16,-5 2 9 15,0-9-10-15,1-2 11 16,-3-5 17-16,0-1-28 15,3-1 0-15,-2-5 32 16,3-2-1-16,1-5-10 16,1-5-16-16,4-6 2 0,-3-2 31 15,-1-6-38-15,2-2 0 16,-2-4-2-16,1 4 10 16,1 8-14-16,-6 5 6 15,-2 12-2-15,-2 3-35 16,0 3 11-16,0 6-104 15,-4 3-44-15,-1 6 19 16,-8 38-145-16</inkml:trace>
  <inkml:trace contextRef="#ctx0" brushRef="#br0" timeOffset="42463.91">10453 4355 1571 0,'-2'0'243'0,"2"0"-156"0,-2 0 9 0,2 0 23 0,0 0-26 0,0 0-81 0,-4 6-11 0,2 0 13 0,-2 10-13 16,0 2 26-16,-1 11-27 16,7-10 10-16,1 3 28 15,1-5-32-15,2-7 6 16,0-1 9-16,0-5-2 15,-2-1 8-15,1-3-27 16,-1-4 6-16,4-3 27 16,-2-7-33-16,1-1 0 15,-3-3-1-15,-4-3-26 16,-4 2 26-16,-5-2-43 16,-3 1-33-16,-1 6 53 0,-5 2-76 15,3 4-58-15,-3 6-65 16,-9 6-477-16</inkml:trace>
  <inkml:trace contextRef="#ctx0" brushRef="#br0" timeOffset="44797.04">9063 4123 868 0,'0'0'600'0,"0"-2"-477"0,0-5-49 0,0 6 100 0,0-2-77 0,0 2 11 0,2-2-10 0,-2 3-44 16,2-1 63 0,-4-2-42-16,4 3-21 0,-4 0 10 15,2 0-17-15,0 3-23 16,-2-2-24-16,2 7 10 16,-2 10-11-16,-4 7 1 15,6 5-3-15,0 2 3 16,6-4 0-16,-6-8 1 15,0-6-7-15,0-6 18 16,-6-4-11-16,6-4-1 16,-2-2 0-16,2 0-12 15,-4-8 8-15,-1-2-28 16,1-8 31-16,0-4-5 16,2-2-12-16,2 2 18 15,0 1 0-15,2 5-7 0,0 7 7 16,0 0-9-16,0 7 9 15,3 4-26-15,1 3 2 16,10 2 24-16,-1 5-9 16,6 1 9-16,-3 0 0 15,-1 0 0-15,4-5 0 16,-6-1 1-16,1-2 12 16,-3-3-13-16,-2-3 0 15,2-4 20-15,-2 1-10 16,1-4-1-16,-3-3-9 15,-3 2 6-15,-2-4 26 16,-2 0-32-16,-2 2-5 16,0 1-7-16,-2 5 9 0,2 4-51 15,-4 2-69 1,4 1-93-16,0 1 32 0,4 2-160 16,12 12-167-16</inkml:trace>
  <inkml:trace contextRef="#ctx0" brushRef="#br0" timeOffset="45098.47">9406 4145 1321 0,'0'8'246'0,"0"-2"-105"0,-2 10-51 0,2-4 41 0,0 0-58 0,2-2-2 0,2 0-1 15,0-2-26-15,3-4 26 0,2-2-4 16,2-2-45-1,0-2 68-15,3-2-32 0,-1-4-11 16,3-2 5-16,-5-2-25 16,-3-4 14-16,-1-1-13 15,-2 3-25-15,-10 1 31 16,0 0-33-16,-3 2-11 16,-3 4 4-16,-7 3-31 15,-3 2-46-15,0 7-124 16,-2 0-86-16,-10 26-71 15</inkml:trace>
  <inkml:trace contextRef="#ctx0" brushRef="#br0" timeOffset="48707.41">7601 4024 1501 0,'0'0'490'0,"0"0"-452"0,0 2-19 0,0 0-17 0,2 8-1 0,0 12 59 0,0 9 20 16,5 6-52-16,2 3-20 15,0-5 40-15,-1-5-40 16,0-8-7-16,-4-6-2 16,-2-8 8-16,-2-6-19 15,-4-8-21-15,-2-4-139 16,-8-8-19-16,-2-8 70 0,3-2 50 16,0-6 14-16,-1 2-16 15,3-3 55-15,0 2 18 16,-1-6 51-16,4 7 1 15,6 0 5-15,4 8 48 16,6 4-55-16,4 8-49 16,1 6 28-16,2 6-29 15,6 12 1-15,1 4 47 16,1 8-26-16,3 4-4 16,0 4 5-16,1-8-1 15,-2-4 53-15,-7-6-33 16,-3-4-1-16,1-7 43 15,-7-3-33-15,0-3 13 16,1-5 22-16,2 1-35 0,-1-4 28 16,-5-5-44-16,4-2-22 15,-1 4 32-15,-5-6-36 16,0 0-9-16,1 2 0 16,-5 2-60-16,3 8-34 15,-1 4-121-15,2 4-101 16,25 10-248-16</inkml:trace>
  <inkml:trace contextRef="#ctx0" brushRef="#br0" timeOffset="49018.1">8116 4042 1575 0,'-3'8'250'0,"-1"1"-164"0,-1 5-40 0,3-3 32 0,2 1 11 0,5-6-34 0,-1 1 58 16,-2-6-71-16,7 2 4 0,2-3 61 15,1-3-50-15,3-2-24 16,3-4-4-16,-3-3-28 16,-3-4 58-16,-1 4-59 15,-7-3 6-15,-6 2-6 16,-3-1 0-16,-5 4-18 15,-2 2-16-15,-1 4-74 16,-5 4 43-16,5 4-86 0,-1 4-56 16,3 0-5-16,9 10-315 15</inkml:trace>
  <inkml:trace contextRef="#ctx0" brushRef="#br0" timeOffset="51400.38">10555 4405 1038 0,'0'-4'175'0,"0"4"-91"0,0-2-37 0,0-2 25 0,0 2 48 0,0 0-48 0,0 2-29 16,-2-2-21-16,2 0-21 15,-2 2 44-15,0-2-6 16,2 2-3-16,-3-2 3 15,3 2-16-15,-2-2 16 16,0-2-18-16,2 4-21 16,-5-2 66-16,3 2-59 15,-3 0-6-15,1 0 14 16,-2 2-8-16,-1 2 13 16,0-4-20-16,-4 2 7 15,7 2 24-15,-3 0-31 16,1 0 0-16,-2 0 0 15,2 4 0-15,-1 1 19 0,-1 0-19 16,0 3 11-16,2-1-7 16,1-2-4-16,1-3 0 15,4 1 2-15,0-3 11 16,0 3 17-16,4-3-30 16,1 0 0-16,-1 0 18 15,2-1-10-15,6-1-8 16,-5 2 33-16,1-4-33 15,4 0 30-15,-1-6-30 16,3 2 1-16,-1-4 22 16,0-2-23-16,3-1 0 15,-5-3-9-15,-2 4 18 16,-2 2 5-16,-5 0-14 16,-4 1 0-16,-1 0 18 15,-1-1-5-15,-1 2-12 16,-2 2-2-16,1 0 7 15,-1 2-8-15,-7 2 2 0,2 0-1 16,-4 4-22-16,-4 2 23 16,2 6-169-16,-28 18-148 15</inkml:trace>
  <inkml:trace contextRef="#ctx0" brushRef="#br0" timeOffset="55899.11">10187 4387 1587 0,'5'0'216'0,"-1"-2"-196"0,8-2-10 0,1 0 67 0,5-2-44 0,7 2-27 0,-2 0 12 0,4 0 13 15,4-4 2-15,-2 4-31 16,-4 0 11-16,0 2 16 16,-8 0-29-16,-7 0 0 15,-4 2 1-15,-10 2 12 16,0 0 23-16,-8 8-36 16,-8 4 1-16,-9 6 61 15,-2 0-38-15,4-6-3 16,3-2 38-16,11-6-22 0,7-2 7 15,2-4-19 1,11 0-19-16,2 0 81 0,6 0-67 16,16-2-4-16,15-2-1 15,2-1-4-15,4-4 4 16,-8 5-15-16,-11 0 0 16,-4 2-2-16,-9 0 2 15,-4 2-1-15,-7 0-7 16,-5 0 14-16,-4 0-22 15,-2 0 16-15,-2 2-72 16,0 0 72-16,-10 6-22 16,-1 5-73-16,-6-4-100 15,-1 5-136-15,-16-5-893 16</inkml:trace>
  <inkml:trace contextRef="#ctx0" brushRef="#br0" timeOffset="58984.64">10110 4762 1255 0,'-2'0'379'0,"2"0"-268"0,0-4 11 0,2 4 17 0,-2 0-26 0,0 0 17 0,0 0-22 16,0 0-28-16,0 0-5 16,0 0-42-16,-2 0 4 15,2 0-37-15,0 0 0 16,0 14 0-16,2-4 12 15,0 6-12-15,0 0 19 16,5-3-18-16,-3-2 16 0,-2-7-17 16,0-1 0-16,-2-3 14 15,2 0-14-15,-2 0 0 16,0-3 16-16,0 3-16 16,0-1 36-16,0-6-36 15,0-7 1-15,2-4 19 16,-2-4-20-16,6-6-13 15,-2 2-1-15,5 0 7 16,2 6-1-16,-2 8 8 16,-2 2 0-16,-3 6-7 15,-2 4 7-15,2 0-18 16,1 4 7-16,7 10 11 0,1 2 3 16,3 6-3-1,5 4 0-15,0 2 9 16,1-10-9-16,-5 0 0 15,4-4-7-15,-8-8 17 16,-2-2 6-16,2-1-16 0,-1-3 0 16,-3-4 18-16,-1-3-17 15,-1-3-1-15,3-2 0 16,-2-6 12-16,-4-6-9 16,1 0-3-16,-3-2-12 15,-4 0-12-15,0 4 24 16,-1 6-47-16,-1 8-32 15,0 2-146-15,0 6-53 16,-13 10-518-16</inkml:trace>
  <inkml:trace contextRef="#ctx0" brushRef="#br0" timeOffset="59380.96">10595 4700 1683 0,'2'8'234'0,"-2"6"-186"0,0 8-21 0,0 6 69 0,0 2-30 0,7-1-25 0,0 0 2 0,4-7-29 0,3-8 53 15,-1-1-31-15,1-5-18 16,1-7 33-16,-4-2-24 16,-2-3-4-16,4-9-10 15,-4 4-2-15,-2-5 32 16,-5 0-35-16,-6-7-7 16,-4 2 24-16,-7-2-25 15,-1 5 1-15,-1 0-2 16,-6 8-37-16,3 0 17 15,1 6-129-15,3 4-53 16,0 2-23-16,-2 4-415 16</inkml:trace>
  <inkml:trace contextRef="#ctx0" brushRef="#br0" timeOffset="60247.94">10856 4550 1484 0,'0'0'476'0,"0"2"-449"0,-2-2-26 0,2 8 77 0,-4 10-36 0,-2 8 75 16,5 14-78-16,1-2-33 15,7 2 90-15,-1-6-51 0,3-4-21 16,-5-6 15-1,-1-10-39-15,0-4 31 0,-3-6-31 16,0-1 6-16,0-3 24 16,-3 0-29-16,6-3 13 15,-3 1 17-15,-3-6 2 16,2-4 2-16,-3-12-35 16,0-6 0-16,-1-10-11 15,1-2 11-15,4-2-25 16,4 0 17-16,5 4-35 15,5 5 43-15,1 10-32 16,-1 10 19-16,1 5-17 16,-9 9 27-16,2 1-23 15,-4 4 14-15,0 3 0 16,1 1 5-16,-3 5 7 16,-2 5 0-16,-2 0 7 0,-3 2-7 15,1 0-17-15,-5-4 16 16,-2 0 2-16,-2 0 8 15,-5-4-9-15,-2-2-90 16,6-4-9-16,6-2-126 16,12-14-57-16</inkml:trace>
  <inkml:trace contextRef="#ctx0" brushRef="#br0" timeOffset="60749.45">11093 4466 1515 0,'0'5'260'0,"0"4"-212"0,0 4 0 0,-6 11 4 0,6 9 31 0,-2-1-34 16,2 0 31-16,2-2-22 15,4-4-40-15,-4-8 60 16,0 0-31-16,0-6-26 16,-2-6-12-16,0-2 1 15,0 0 18-15,0-4-28 0,0 2-4 16,0-2 4-16,0-2 7 16,0 2 8-16,-2-2-6 15,2 0 9 1,-2-2 36-16,0-8-54 0,-4 0-29 15,6-8 17-15,0 4-15 16,8 4-20-16,-4 0 32 16,3 4-54-16,-1 4 59 15,0 0-25-15,6 6 10 16,-1 6 24-16,3 4 1 16,-3 0-9-16,3 2 7 15,-1-4 4-15,-5 0 7 16,1-4-9-16,3-4-23 0,-6-2-4 15,3-2-115 1,-4-8-68-16,8-18-422 0</inkml:trace>
  <inkml:trace contextRef="#ctx0" brushRef="#br0" timeOffset="62399.47">11596 4257 1484 0,'0'0'229'0,"0"0"-166"0,0 0-37 0,0 2 71 0,-2 2-58 0,2 0-24 0,-3 2 114 0,1 8-45 15,0 6-19-15,-1 10 16 16,-1 4-27-16,2 11-5 15,2 2 1-15,0 6-35 16,2 5 60-16,0 2-62 16,3 4 34-1,-3 4-8-15,3 4-6 0,3 3 13 16,3 15-25-16,9 62 29 16,-9-91 130-16,5 48-152 15,-5 0-28-15,-7-5 21 0,-8 61-21 16,-15 23 13-1,-18 17-13-15,11-67 0 0,6-23 3 16,16-72-3-16,1-3-16 16,1-4 10-16,-5 39 12 15,4-7-3-15,1-2-3 16,-4 0 0-16,0-3 1 16,-3 3-1-16,-1 2 0 15,0-2-9-15,1 5 18 16,-3 1 0-16,1 0-9 15,-3 0 0-15,10-4 2 16,2-8-2-16,4-10-3 16,2-10-8-16,0-5 22 0,0-3-2 15,2-4-9-15,-1-2 0 16,1 2 3-16,-2 0-3 16,2 6-5-1,-2 0-2-15,0 2 14 16,-1 0-2-16,-1 3-5 0,-2-6 0 15,2 2 6-15,2-3-6 16,0-2-8-16,2-1 1 16,-2-4 14-16,3 1-1 15,-3 0-6-15,0 0 0 16,0 4 2-16,-2 2-2 16,1 2-5-16,-3 8-2 15,0-2 14-15,0 4-17 0,5-3 10 16,-1-3 0-1,1-6 8-15,1-2-8 0,1-2-8 16,-3-2 2-16,1 2 12 16,0-2-12-16,-3 0 6 15,2 1 0-15,-2-2-10 16,3 4 10-16,-3-1 0 16,0 2-8-16,2 0 19 15,-1-2-10-15,-3 0-1 16,0-2 0-16,-5 0 0 15,1 2 0-15,-3-4 0 16,-1 0-6-16,-2 0 12 0,4-6 10 16,-1 3-16-1,3-3 0-15,-1 0 6 0,1-4-5 16,-1 2-1-16,2 2 0 16,1 2 12-16,-2-2-1 15,2 4-11-15,-2 4-3 16,2-4 3-16,-1 0 0 15,-1-4 1-15,4 0-9 16,-2-6 17-16,2 2 24 16,0-4-33-16,0-2 0 15,0 2 2-15,-2 2 2 16,2-2-2-16,-3 4-4 16,3-2 17-16,-3 2 9 15,3 0-24-15,-2 4-1 16,2-1 1-16,-2-3 8 15,-2 0-7-15,2-5-2 0,0 2 12 16,2-5 10-16,-3-2-21 16,3 2-8-16,-2 2 8 15,0-2 1-15,0 3 0 16,0 2-2-16,2-1 7 16,-2 0 13-16,-2 0-19 15,4-4 0-15,-2 2 6 16,2-4-1-16,0 0-4 15,0 0-2-15,-2 0 2 16,2 4 4-16,0-4-5 16,-2 4 0-16,2-2 4 15,0 4 4-15,-2-4-7 0,2 0-2 16,0 0 10 0,0-4 3-16,0 2-12 0,0-4-11 15,0 0 11 1,-2 0 0-16,2 0 1 0,0 0-1 15,0 0 9-15,0-2-30 16,0-2 21-16,0-4-57 16,-5-2-17-16,-1-8-76 15,-4-10-364-15,-9-92-570 16</inkml:trace>
  <inkml:trace contextRef="#ctx0" brushRef="#br0" timeOffset="70598.61">11959 4534 747 0,'0'0'255'0,"0"0"-189"0,2-2-10 0,-2 2 85 0,2-2-47 0,-2 2-4 0,3-2-42 15,-3 2-6 1,2 0 9-16,-2 0-51 0,0 0 49 15,0 0-23-15,0 0-8 16,0 0 40-16,0 0-16 16,0 0 20-16,-2 0-10 15,4 0-28-15,-2-3 63 16,0 6-42-16,0-3-4 0,0 0 5 16,0 0-10-16,0 0-21 15,0 0 0 1,0 0-6-16,0 0 35 0,0 0-37 15,0 0-5-15,0 0 22 16,0 0-11-16,0 0-1 16,0 0-12-16,0 0 15 15,8-8 2-15,1 5-17 16,1 2 0-16,-4-1 0 16,3-1 0-16,0-1 0 15,2 3-1-15,-2-3 7 16,0-2 1-16,0-1-7 15,0 2-3-15,0-5 2 16,-4 3 1-16,-3 1-11 16,-2 2-13-16,-6 0-18 0,2-1 24 15,-9 2 18-15,-2 1-15 16,-5 2 15-16,-7 2 0 16,-2 6 0-16,2 0-1 15,0 2 9-15,0 7 31 16,8-2-29-16,-4 3 8 15,9 0 17-15,3 3-16 16,7-3-13-16,2 2 2 16,4 2 5-16,5-2 41 15,1 2-54-15,2-2-1 16,3 0 1-16,-1-2 1 16,-2-4 1-16,4-2-2 15,-3-6-24-15,0 0-5 0,0-2-130 16,5-4-103-16,19-12-291 15</inkml:trace>
  <inkml:trace contextRef="#ctx0" brushRef="#br0" timeOffset="70985.81">12072 4586 1535 0,'8'0'205'0,"-2"0"-167"0,7 2 1 0,7 0 52 0,0 4-11 0,2 2-44 0,-1 2 13 0,-4 4 59 15,-1 4-66-15,-5 0-9 16,-2 2 20-16,-2 0-25 15,-7-2 19-15,0-8-47 16,-2 2 10-16,0-8 26 16,2-2-24-16,-3-2-12 15,3 0 57-15,0-2 2 16,0-4 38-16,0-10-79 16,3-2 2-16,-1-6 5 0,2-4-25 15,7 0-28 1,3 2 1-16,5-1-42 0,2 6-86 15,1 5-89-15,-1 6-104 16,23-4-659-16</inkml:trace>
  <inkml:trace contextRef="#ctx0" brushRef="#br0" timeOffset="71714.53">12643 4463 1594 0,'2'0'233'0,"0"-2"-163"0,5 0-50 0,5-1 133 0,-4-4-99 0,3 3-54 15,1 0 44-15,-2 2-23 16,-1-2-8-16,-2 3-13 16,-4-2 11-16,1 3 13 0,-4-1-24 15,0 1 0 1,-2 0 12-16,0 0 19 0,-6 1-29 16,-3 5-2-16,-11 5 16 15,-11 8 25-15,-1 10-35 16,-3 5 0-16,5 0 37 15,8 0-4-15,9-6 0 16,3-4 11-16,8 0-43 16,4-6 64-16,2-2-58 15,4-4-13-15,6-2 33 16,5-4-13-16,6 2-20 16,8-6 0-16,4-2-35 15,-1-4-71-15,3-8-124 16,-2 0-116-16,36-48-592 15</inkml:trace>
  <inkml:trace contextRef="#ctx0" brushRef="#br0" timeOffset="73564.72">13059 4283 1622 0,'-2'-2'171'0,"2"0"-61"0,0-2-85 0,0 2 67 0,0 2 1 0,0 0-41 0,0 2 13 0,0-2-11 15,0 0-17 1,0 0 46-16,0 0-82 16,0 2 0-16,-2-2 7 0,2 4-8 15,0 8 33-15,0 8 5 16,0 6-37-16,0 4 55 16,2 6-56-16,-2 2 0 15,2 4 1-15,3 3 1 16,-2 3 24-16,1 2-26 15,-2 2 0-15,2 4-2 16,1 6 2-16,-1 0 0 16,1 3-1-16,0-1 2 15,-1-4 9-15,0-2-10 0,3-4 0 16,-3 2 7 0,5 1-7-16,-2-6 0 0,0-2-6 15,3 11 14-15,2 10 67 16,3 8 76-16,1 4-139 15,-3 1 51-15,1-15-63 16,-5-4 0-16,-3 0-8 16,1-4 17-16,-1-6 12 15,2-5-21-15,-4-7 0 16,0-6 39-16,1 2-27 16,-1-2-3-16,1 4 18 15,-4 4-19-15,-1 3 58 16,0-1-66-16,0 0 9 15,-4 0 19-15,2 2-28 16,-2-2 0-16,-1 0-9 0,1-4 19 16,2 5 19-16,2-3-29 15,0-2 0-15,4-6 4 16,-2 2-4-16,3 0 0 16,-3-6-18-16,2 4 38 15,-1 1-12-15,-3 0-8 16,-3 2 0-16,-1 3 0 15,-1-1 0-15,-1-1 0 16,2 3-12-16,1-3 24 16,-3 2-5-16,6-6-7 15,0 0 0-15,1-3 0 16,4-4 0-16,-5 0 0 16,3 4-12-16,-3-2 24 0,-3 5-4 15,3-2-8-15,-6 2-6 16,1-2 6-16,3-2 0 15,-1 4 0-15,6 0-8 16,-1 2 16-16,4 1 4 16,4-3-12-16,-4 2-5 15,3 0 5-15,-3 0 0 16,0 2-12-16,-4-2 6 16,-4 6 12-16,-1 0-4 15,0 1-2-15,2-8-12 16,2 4 12-16,7-10 0 15,0 4 1-15,1-7-2 16,1 2 2-16,-2-2 11 16,1 2-12-16,0-2-2 0,-4 0-4 15,-3 2 6-15,-2 4 0 16,0 2-10-16,0-1 22 16,-2-2-17-16,2 2 5 15,0-7-6-15,2 2 6 16,0-6 0-16,2 0-5 15,3-2-1-15,-3 0 12 16,-2-4 9-16,1 0-15 16,-1 2-7-16,-2 1 7 15,0-2 1-15,0 2 0 16,-2-6-1-16,2 6 1 16,0-2 7-16,0-1-8 15,0 3-6-15,0-5 6 0,0 2 1 16,0 2 0-1,-3-2-1-15,1-2 1 0,-2 0 4 16,2 0-5-16,0-4-15 16,-3 2 15-16,3-2 7 15,-2 2 4-15,1 0-11 16,1 0 0-16,-5 2 0 16,5-4 0-16,0 1-4 15,2-4 4-15,-2 1 0 16,2-2 0-16,0 2-3 15,0 1 3-15,0-4 10 0,0 0-10 16,2 3-4 0,-2-5 4-16,0 2 0 0,0 3 10 15,0-4-10-15,0 2 0 16,-2 0-6-16,2 0 6 16,0 4 0-16,-3-6-1 15,3 2 8-15,0-2-4 16,0 0-3-16,0-2 0 15,-2 0 5-15,2 2-5 16,-2 2-6-16,0-2 5 16,0 0 2-16,0 0 19 15,-1 2-20-15,3-4 0 16,0-2-1-16,3 0 1 16,-3-2-5-16,0 2-1 0,0-2 12 15,0 0-1 1,0 2-5-16,0 0 0 0,0 0 15 15,-3 4-15-15,3-4-3 16,-4 0-12-16,4 0 30 16,0 0-15-16,-1-2 0 15,-1-2-18-15,-2-2-12 16,-5-8-20-16,3-6-86 16,-6-12-131-16,3-13-313 15,-31-109-1221-15</inkml:trace>
  <inkml:trace contextRef="#ctx0" brushRef="#br0" timeOffset="78700.53">3191 4074 1897 0,'0'0'268'0,"0"0"-166"0,0 3-102 0,-2-3 0 0,2 1-9 0,-2 8 24 15,2 6 9-15,0 7-24 0,2 4 1 16,0 3 31-16,3 1-29 16,-1 4-3-16,-2-4 0 15,0 2-190-15,-4 14-580 16</inkml:trace>
  <inkml:trace contextRef="#ctx0" brushRef="#br0" timeOffset="79231.89">4294 4004 1811 0,'3'-2'269'0,"-1"0"-250"0,6-2-1 0,4 0 23 0,1 0-13 0,-2 4-26 0,-1 4 16 0,0 4-17 15,-3 6 12 1,-3 4 26-16,-4 9-25 0,-4-2 50 16,-1 0-43-16,-3-3-13 15,4-7 26-15,1-4-2 16,0-5-4-16,3-6 13 16,3 0-31-16,4 0 80 15,8 0-76-15,10-2-13 0,15 0 7 16,7-2-8-1,6-6-199-15,70-51-279 0</inkml:trace>
  <inkml:trace contextRef="#ctx0" brushRef="#br0" timeOffset="79901.33">6146 3824 1622 0,'0'0'237'0,"2"0"-196"0,0 0 2 0,2 0 10 0,5 1-14 0,9-1-13 0,3 3-26 0,6-3 0 16,-2 6 19-16,6-2-19 16,-12 4-4-16,1 4 4 15,-9 0 14-15,-7 0-14 16,-6 0-6-16,-4 2 6 15,-3-2 46-15,-9-2-34 16,3-2 2-16,1-4 28 16,5 0-8-16,3-4 2 15,8 2-36-15,4-4 2 16,5 4 19-16,7 0-21 0,9 4 0 16,4 2 5-16,3 0-4 15,-7 2-2 1,-6-2 1-16,-7-2 0 15,-12 0-7-15,-2-4 7 0,-4-2 0 16,-8 4 0-16,-7 0 10 16,-6 4-7-16,-6 2-3 15,0-2-142-15,-27 6-169 16</inkml:trace>
  <inkml:trace contextRef="#ctx0" brushRef="#br0" timeOffset="80882.89">7839 3382 1633 0,'0'0'289'0,"0"0"-176"0,-2-4-79 0,2 4 85 0,0 0 16 0,-2 0-54 0,2 4-36 15,0-1 7-15,-2-1-51 16,-6 6 26-16,2 11-27 16,-3 14 0-16,1 15 11 15,2 2-11-15,9-2 0 16,8-6-1-16,4-6 13 15,10-9-8-15,0-5-4 16,-3-11-1-16,0-3-13 16,0-5 14-16,1-3-24 15,-6-8-9-15,4-1 30 0,-11 1-9 16,0-3 12-16,-6 0 0 16,-4 4 27-16,0 0 23 15,-4 6-37-15,-6 1-13 16,0 4 1-16,-8 10-13 15,2 8 12-15,1 4-24 16,6 3-24-16,11 6-112 16,7-9-137-16,46 10-843 15</inkml:trace>
  <inkml:trace contextRef="#ctx0" brushRef="#br0" timeOffset="81533.2">9327 3581 1750 0,'0'2'301'0,"-4"4"-245"0,0 6-55 0,-5 2 60 0,-1 6-28 0,6 2-33 0,2-2 43 0,2 1-35 15,4-3 2-15,3 0 16 16,9 4-25-16,-1 2 34 16,1 2-35-16,7-2 0 15,-6 4-9-15,3-2 9 16,-7-8 0-16,-5-2-7 15,-6-2 14-15,-4-6-10 16,-8-2 3-16,-7 4-13 16,-17-4-22-16,-6-6-185 15,-81-30-163-15</inkml:trace>
  <inkml:trace contextRef="#ctx0" brushRef="#br0" timeOffset="81686.69">9493 3561 1668 0,'19'0'189'0,"6"0"-173"16,19 0-16-16,3-2-6 16,72-20-519-16</inkml:trace>
  <inkml:trace contextRef="#ctx0" brushRef="#br0" timeOffset="82432.78">10691 3559 1622 0,'-2'2'284'0,"2"-2"-241"0,-5 2 14 0,-1 4 75 0,-13 8-60 0,2 6 9 0,-10 8-43 16,7 0-38-16,0 1 69 15,11-1-64-15,2-2-4 16,7-4 19-16,5-4-20 0,-1-2 23 16,6-4-23-1,0-4 0-15,1-4 23 16,1-2-22-16,-1-1 4 0,0-2 13 15,-4-1-4-15,-5-2 16 16,-4 0-30-16,-2-4 6 16,-10 0-36-1,-6 2 30-15,-11 2-30 0,-10 0-30 16,2 9-75-16,5-2-123 16,3-2-526-16</inkml:trace>
  <inkml:trace contextRef="#ctx0" brushRef="#br0" timeOffset="82882.17">11584 3693 1293 0,'0'0'536'16,"0"0"-463"-16,0 0-50 0,0 0 59 0,3 0 50 0,4 2-81 0,8-2-24 0,9 3 12 15,8-2-24-15,7 2 30 16,2-2-45-16,1 3 11 16,0-2 8-16,-8 5-19 15,-7-3 0-15,-7 3-6 16,-14 9 14-16,-6 15 41 15,-11 15 31-15,-22 24-59 16,-21 14 28-16,-26 15-49 16,-85 59-121-16,-153 42-669 15</inkml:trace>
  <inkml:trace contextRef="#ctx0" brushRef="#br0" timeOffset="87933.6">649 4686 1641 0,'0'0'248'0,"0"0"-172"0,0 0 55 0,0-2 1 0,0 2-2 0,-2 0-34 0,4 0-64 0,-2 0 40 15,0 2-72 1,0 8 6-16,0 4-5 0,-2 12 14 16,-1 6 14-16,3 0-29 15,0 4 9-15,0-8 16 16,3-3-25-16,-3-4 0 15,2-8 3-15,-2-4-2 16,2-5 11-16,-2-4-12 16,0 0 0-16,3-1 27 15,-3 1-27-15,2-3 0 0,-2 2 38 16,2-5-23 0,-2-9 24-16,-2-6-39 15,4-13 0-15,-2-9 13 0,2-1-13 16,5 2-19-16,4 10 18 15,-4 10 2-15,2 12-2 16,-5 6-14-16,0 8-21 16,3 4 13-16,7 6 23 15,1 8-4-15,3 0-2 16,3-2 12-16,-4-2-6 16,1-4 0-16,-5-3 0 15,1-6 10-15,1-3-10 16,-4-2 0-16,1 0 9 15,3-4-3-15,-6-4 29 16,4-4-35-16,0 0 6 0,1-4 7 16,-1-4-13-16,-3 0-19 15,-4 6-7-15,-2 0-67 16,-1 6-58-16,-6 6-151 16,-5 6-470-16</inkml:trace>
  <inkml:trace contextRef="#ctx0" brushRef="#br0" timeOffset="89154.84">1246 4752 1139 0,'0'0'1029'0,"0"0"-919"0,-2-2-109 0,2 4 50 0,0-2 7 0,-4 4-11 0,-4 6-31 15,-4 6-10-15,-2 7 18 16,3 0-24-16,4 4 0 16,7-5 7-16,3-3-7 15,1-2 1-15,2-7-7 16,2-6 14-16,-2 0 19 15,3-4-21-15,2 0-5 16,-2-6 42-16,-2-2-34 16,1-6-8-16,-1-3-1 0,2-2 15 15,-4 1 0 1,-3 0-15-16,-2 5-32 0,-2 7 31 16,2 0-31-16,-2 10-47 15,-1-2-40 1,-1 9 41-16,-2 2 77 0,-2 3-125 15,8 3 0-15,2-4 37 16,10-6-10-16,-1-4 50 16,0-2 48-16,0-6 1 15,5-2 31-15,-11-5 20 16,6-2 17-16,-7-2 16 16,0-4-3-16,1 0-33 15,2-5-9-15,2 5-39 0,1 0 36 16,9 0-36-16,0 2-9 15,4 6-5-15,-1 2 13 16,2 8-13-16,-2 8 13 16,3 2 1-1,-4 6-7-15,-8 6 7 0,-3 1 0 16,-4-4 4-16,-4-2 32 16,-2-2-10-16,-6-7 7 15,4 1-15-15,0-8 55 16,2-1-52-16,0 0-4 15,0 0 55-15,-2-5-20 16,0 0 8-16,-5-4-55 16,3-5 13-16,4-7-29 15,0 3 11-15,4-4-52 16,7 0 37-16,1 4-8 0,1 4-38 16,3 10 10-16,-5 2-12 15,-1 6 62-15,0 6-19 16,1 2 5-16,-5 6 15 15,-2 0 0-15,-1-4 0 16,0 0-6-16,-3-8 15 16,-3-2 2-16,3 0-2 15,-3-4-9-15,3 0 43 16,0-4-13-16,3 3 20 16,0-6-50-16,3-5-23 15,5-4 2-15,5-2-3 16,4-2-57-16,7 4 26 15,-3 2 16-15,1 6-14 16,-3 6 23-16,-4 6 6 0,0 4 12 16,-3 4 12-16,1 0-10 15,-3 0 10-15,3-2 1 16,-3-2 1-16,-4 0-2 16,3-4 6-16,-6-4 9 15,1 0-15-15,-1-4 28 16,6-4 26-16,1-2-31 15,1-2 16-15,-6 2-24 16,1 0-9-16,0-4 45 16,-4 6-36-16,-3-2-3 15,-2 4 24-15,-2 2 27 16,-1 4-8-16,-6 2-55 0,-2 6 0 16,-5 6-6-16,-3 4 6 15,5 0-22 1,7 0 21-16,7 0-3 15,9-2 3-15,11-2 1 0,1-2 0 16,10-4 26-16,5-1-26 16,5-7-14-16,5-7-65 15,-2-1-152-15,38-30-648 16</inkml:trace>
  <inkml:trace contextRef="#ctx0" brushRef="#br0" timeOffset="89615.92">856 5109 1465 0,'-2'0'190'0,"2"0"-110"0,0 0 28 0,0-2 24 0,2 2 37 0,5 2-103 0,4 2-57 16,13 4 101-16,10-2-50 16,4 4-20-16,2 0-23 15,2-2-8-15,-1-2 6 16,-6 0-15-16,-4-2-62 15,-4 0-61-15,-12 2-229 0,-23 16-590 16</inkml:trace>
  <inkml:trace contextRef="#ctx0" brushRef="#br0" timeOffset="89769.11">798 5354 892 0,'23'-2'1105'15,"4"2"-979"-15,26-2-101 16,12 2-25-16,8 0-1 16,5-2-31-16,105-17-428 15</inkml:trace>
  <inkml:trace contextRef="#ctx0" brushRef="#br0" timeOffset="93687.83">892 5649 1682 0,'0'1'316'0,"0"-1"-212"0,4 0-95 0,3 3 3 0,11-6 48 0,9 3-15 0,13-1 16 15,9-2-31-15,15 2-9 16,5-3 45-16,7 4-66 16,2 4 1-16,-2-4-2 0,-5 4-16 15,-4 0-24 1,-11 2-112-16,-11 6-145 16,-17 28-497-16</inkml:trace>
  <inkml:trace contextRef="#ctx0" brushRef="#br0" timeOffset="93932.63">879 5943 1563 0,'11'0'274'0,"2"-2"-224"16,11-4 1-16,19 2 4 15,8-4 23-15,9 1 29 16,8-2-76-16,0 1-16 16,6 0-15-16,2 4 14 0,-3 0 1 15,-4 0-15-15,1 2-62 16,-13 2-83-16,-8 0-185 16,24-2-803-16</inkml:trace>
  <inkml:trace contextRef="#ctx0" brushRef="#br0" timeOffset="94150.31">1080 6186 1440 0,'15'0'233'15,"7"-4"-160"-15,23 0-50 0,6 0-7 16,11-2 15-16,1-2-30 16,3 4 11-16,-3-2-12 15,-1 2-204-15,38 2-1150 16</inkml:trace>
  <inkml:trace contextRef="#ctx0" brushRef="#br0" timeOffset="94367.11">1137 6581 1655 0,'20'4'216'0,"3"-2"-109"15,27 2-100-15,13-2-7 16,7-6 39-16,1-4-39 15,-1-4-54-15,1-6-93 16,79-40-672-16</inkml:trace>
  <inkml:trace contextRef="#ctx0" brushRef="#br0" timeOffset="95634.63">1217 3014 1279 0,'0'0'511'0,"5"0"-481"0,5 0-21 0,4-2 20 0,6 0-18 0,2-2-10 15,3-4 25-15,-2-1-11 0,0 4-9 16,0-5-6 0,-3 3 12-16,-11 3 0 0,-5 3-12 15,-6-2 0-15,-2 1 42 16,-5 1-22-16,-11-2-19 15,-4-1 23-15,-8 8-24 16,-8 2 66-16,-2 6-25 16,-7 11-2-16,-5 4 16 15,8 12-40-15,5 1-15 16,13-2 0-16,10 2 8 16,9-6-10-16,9-2 2 15,6-6 0-15,7-2 2 16,8-2 25-16,6-4-5 0,2-3-14 15,8-1 2-15,4-6-20 16,8-5-20-16,2-3-138 16,0-5-53-16,63-37-423 15</inkml:trace>
  <inkml:trace contextRef="#ctx0" brushRef="#br0" timeOffset="96385.87">1556 3186 1428 0,'0'0'288'0,"0"0"-203"16,0 6-76-16,-2 2 0 0,4 8 75 15,-2 6-34 1,2 6-23-16,9 4 64 0,-1 1-58 15,5 0 48-15,7-2-55 16,-5-5-17-16,6-6 9 16,-5-4-11-16,-3-10 17 15,6-2-24-15,-4-4 11 16,3-6 5-16,1-8-16 16,6-2 0-16,2-8 11 15,-6-5-10-15,0 0 1 16,-7-4-2-16,-3-3-21 15,-4 4 7-15,-7 6-11 16,-4 6-8-16,0 6 32 0,-5 12-15 16,3 2 7-16,-3 8-5 15,2 0 14-15,-2 8-10 16,5 0 10-16,2 4-24 16,5-4 24-16,2-4 5 15,2 0 13-15,4-4-18 16,1-4 1-16,5-4 30 15,1-4-31-15,3 0 0 16,-1-6 8-16,-2-4-7 16,0-2 23-16,-5 2-24 0,-1-4 6 15,-5 0 8 1,-5 2-14-16,-2 0 0 0,1 2 7 16,-3 4-6-16,2 4-1 15,0 0-3-15,0 6-12 16,6 0-3-16,4 4 15 15,5 4-17-15,6 2 19 16,2 6 2-16,6 4 12 16,0 2-13-16,-2 2 0 15,0-2 13-15,-10-6-11 16,-6-2 8-16,-9-5-7 16,-6-1 6-16,-3-5 23 15,-5 4-26-15,-6-3-5 16,-2 3 41-16,-4-4-42 15,4-6 1-15,0-3-7 16,2-3-27-16,5-8-52 16,5-5-142-16,30-56-356 0</inkml:trace>
  <inkml:trace contextRef="#ctx0" brushRef="#br0" timeOffset="96635.43">2508 2819 1668 0,'0'0'214'0,"0"2"-163"0,0 6-25 0,-3 8 1 0,3 8 73 0,5 5-25 0,-3 4 21 0,6 3-66 0,-2 3-7 0,9-3 31 0,-2-2-48 0,-1-4-5 0,-2-4-2 15,1-6-75-15,-7-4-60 16,-4-8-136-16,-12-6-704 16</inkml:trace>
  <inkml:trace contextRef="#ctx0" brushRef="#br0" timeOffset="96790.03">2501 2992 1437 0,'7'-3'351'0,"-1"2"-264"16,9-3-70-1,8 1-16-15,-1 2-2 0,7-2-80 16,58-7-428-16</inkml:trace>
  <inkml:trace contextRef="#ctx0" brushRef="#br0" timeOffset="97783.42">2811 3082 1612 0,'-2'2'255'0,"-4"0"-194"15,0 8-32-15,-7 2 73 16,-3 8-15-16,3 0 13 15,-3 0-58 1,3-2 3-16,4-2 12 0,-3-2-39 16,10-4-16-16,2-4-4 15,0 0 14-15,7-4 10 16,-6 0-22-16,5-2 0 16,1-2 19-16,1 0 1 15,2-6-7-15,3-2-13 16,0-6 18-16,1-2-37 15,1 0 14-15,1-2-25 16,-1 2 29-16,3 4-10 0,-5 6-3 16,1 4 4-1,1 6 5-15,-4 2-11 0,1 6 16 16,1 2-12-16,-4 6 12 16,0 4 0-16,0-2 0 15,-5-2-1-15,-2 0 1 16,-2-6 17-16,-2-4-17 15,0-4 0-15,0-2 10 16,-3-2-4-16,3-2 2 16,0-2-8-16,2-2-41 15,4-6 41-15,5-2-123 16,11-4 48-16,7-4-6 0,6 2-18 16,5 2 45-1,-2 8 3-15,-3 6 20 0,-13 8 11 16,-1 6-4-16,-15 4 24 15,-2 4 6-15,-4-2 3 16,-2 0 0-16,0-6-8 16,4-2 0-16,0-4 57 15,-2-2-43-15,2-2 3 16,0 0 36-16,0-2 15 16,-4-4-4-16,2-4-65 15,4-2-6-15,2-6-12 16,4 0-18-16,3-4-18 15,5 0 26-15,1 4-14 16,-1 2 19-16,-3 8-20 16,3 2-17-16,-5 12 51 0,0 2-3 15,2 6 0 1,3 2 12-16,0 0 1 0,3 0 11 16,4-6-12-16,1-2 0 15,3 0 53-15,-2-6-38 16,-1-4-4-16,-2-4 11 15,-1-4 1-15,-4 0-1 16,-1-4-22-16,-7-2 6 16,-5 4 42-16,-4 0-19 15,-4 2 5-15,-3 4-20 16,-7 4-14-16,1 4-1 16,-2 2-6-16,-3 4 7 15,4 4 1-15,5-2 5 0,7-2-7 16,2 0 1-1,7 0 0-15,7-6 51 0,5 0-25 16,4-2-26-16,8-6 39 16,0-2-39-16,0-6-9 15,0 4-42-15,29-28-196 16</inkml:trace>
  <inkml:trace contextRef="#ctx0" brushRef="#br0" timeOffset="101150.31">2142 5256 850 0,'0'-4'938'0,"-2"4"-786"0,2-4-34 0,0 4-26 0,0-3-5 0,2 3 19 0,-4-2-38 16,2 1 29-16,0 1-34 16,0 0-34-16,0 0 40 15,0 1-63-15,0-1-6 16,0 9-11-16,-2 5 11 16,2 12-1-16,0 4 1 15,0 6 0-15,2-4 4 16,-2-4-4-16,2-8 1 15,-2-4-3-15,0-8 4 16,0-4 13-16,2-2-15 0,-2-2 0 16,0-2 6-16,0 2 1 15,0-2 2-15,0 0 2 16,-2-6 5-16,0-8 2 16,-2-2-18-16,-1-2 0 15,-2 2 3-15,2 2-3 16,-1 4 1-16,4 8-2 15,2 2-9-15,0 2-15 16,-2 2 19-16,0 8-32 16,-3 4 38-16,0 8 0 0,-2 8-44 15,1 6-230-15,-19 43-500 16</inkml:trace>
  <inkml:trace contextRef="#ctx0" brushRef="#br0" timeOffset="102821.19">1101 13261 1687 0,'0'0'288'0,"0"-3"-146"0,2 3-11 0,-2 0-22 0,5 0-49 0,-2-1 23 0,-3 1-70 16,4-3 58-16,3 0-71 15,6-4 15-15,11-5-2 16,8 2 2-16,-3 0-9 16,-3 5 0-16,-1 2 9 15,-12 3 0-15,-1 4-15 16,-6 10 0-16,-6 8-6 16,-11 10 7-16,-14 13-1 15,-3 3 0-15,-11-2 12 16,2-6-8-16,3-10-4 0,12-10 0 15,4-10 3-15,10 0-2 16,2-8-1-16,6-2 0 16,0 2 7-16,3-4-10 15,0 2 3-15,3 0 0 16,9-2 3-16,8-2-3 16,10-2-31-16,3 0-122 15,3-6-227-15,49-30-518 16</inkml:trace>
  <inkml:trace contextRef="#ctx0" brushRef="#br0" timeOffset="103219.35">1610 13351 1648 0,'-6'2'230'0,"2"4"-119"0,0 2-26 0,-3 2-41 0,5 2-44 0,0-2 10 15,4-2 14-15,3-4-18 16,3-4 3-16,8-2 30 15,7-6-13-15,5 0 9 0,3-6-35 16,-4 4 0-16,-2 0 23 16,-11 0-17-16,-8 6 12 15,-6 4 40-15,0-2-11 16,-6 4-47-16,-8 2-3 16,-4 2 3-16,-6 4-32 15,-5 0-16-15,6 4-93 16,0-4-99-16,6 10-511 15</inkml:trace>
  <inkml:trace contextRef="#ctx0" brushRef="#br0" timeOffset="103599.75">1901 13363 1690 0,'-4'2'251'0,"2"0"-134"16,-3 4-47-16,1 4-13 0,4-2-33 15,2-2-6-15,3 4 39 16,3-6-34-16,8 0 38 16,-3-6 10-16,8-2-29 15,-4-4 27-15,5 0-39 16,-8 0-8-16,-5 0 59 16,-3 4-33-16,-6 0-16 15,-2 2-32-15,-2-2-2 16,-5 2-16-16,-9 0-151 15,-56 8-302-15</inkml:trace>
  <inkml:trace contextRef="#ctx0" brushRef="#br0" timeOffset="103918.99">1645 13651 1729 0,'0'0'237'0,"2"4"-113"16,3 9-44-16,-3-1-58 15,0 4 154-15,0 4-53 16,-2-6-48-16,0 2-17 16,-2 4-49-16,0-10 42 0,-5 6-51 15,3-6-99-15,-6-4-160 16,-19-8-328-16</inkml:trace>
  <inkml:trace contextRef="#ctx0" brushRef="#br0" timeOffset="104616.07">2059 13389 1629 0,'-6'8'272'0,"-1"2"-76"0,-4 8-10 0,-2 4-97 0,6-2-58 0,5 0-2 0,8-4-20 0,7-8-2 0,12-6-7 15,8-6 0-15,10-10 15 16,4-2-15-16,-2-8 0 16,-5 0 30-16,-9 2 6 15,-14 2 66-15,-7 2-30 16,-10 0-48-16,-5 4 36 16,-4-4-60-16,-6 4-44 15,-8 4 10-15,-4 4-50 16,-4 6 9-16,0 2-86 15,2 2-34-15,12 0-31 16,-8-4-637-16</inkml:trace>
  <inkml:trace contextRef="#ctx0" brushRef="#br0" timeOffset="104999.32">2525 13303 1925 0,'-5'2'357'0,"-1"2"-231"15,-7 8-35 1,-5 6-89-16,2 6 16 0,5 0 12 15,2-2-30-15,9-4 1 16,9-2 5-16,7-4 3 16,1-6 36-16,12-4-15 15,3-6-30-15,3-6 62 16,-4 0-41-16,0-6-14 16,-4 2 25-16,-6-2-14 15,-6 0 34-15,-8 4-32 16,-5-2-7-16,-10 2-26 15,-2-4-14-15,-3 5-84 16,-1 2-48-16,-3 7-135 16,-24 10-273-16</inkml:trace>
  <inkml:trace contextRef="#ctx0" brushRef="#br0" timeOffset="105333.19">2994 13341 1781 0,'-10'8'300'16,"1"4"-202"-16,-2 4 17 15,2 4-88-15,7-2 20 16,8-6 19-16,10 2-23 0,3-8-20 15,12-4 23-15,8-6-28 16,3-4 36-16,6-6-40 16,-8-2 4-16,-7-4 55 15,-13 2-10-15,-5 0-9 16,-10 1-16-16,-12 2-8 16,-10 1-60-16,-20 6-3 15,-11 5-129-15,-16 10-117 16,-115 31-518-16</inkml:trace>
  <inkml:trace contextRef="#ctx0" brushRef="#br0" timeOffset="105802.13">1284 14163 1888 0,'0'0'306'0,"4"-2"-39"16,5 0-150-16,16 2-66 0,12-6 14 0,17 0-43 0,15-4-8 15,7 2-14-15,7 2-43 0,-10 2-23 16,-13 6-257 0,23 14-230-16</inkml:trace>
  <inkml:trace contextRef="#ctx0" brushRef="#br0" timeOffset="105933.7">1469 14323 1909 0,'2'-2'550'0,"0"2"-337"15,7-2-69-15,5 4-29 16,17-2-106-16,21 2-9 16,23-2-138-16,152-36-651 15</inkml:trace>
  <inkml:trace contextRef="#ctx0" brushRef="#br0" timeOffset="113733.13">16642 4463 1482 0,'0'0'309'16,"0"0"-204"-16,-2-2-30 0,2 0 54 0,-2 0-73 0,2 1-28 0,-5-2 46 0,3-1-25 0,2 3-19 0,0-2 11 15,0 3-25-15,0 0 55 16,0 0-56-16,0 3-9 15,0-3 25-15,0 8-31 16,0 3 0-16,2 15 32 16,-2 13-17-16,7 4 60 15,-2 2-75-15,1-5 0 16,1 2 3-16,-3-2-2 16,3-6 11-16,-2 0-12 0,-3-6 1 15,2-6-25-15,-8-8 15 16,2-3-146-16,-1-5-94 15,-4-5-102-15,-19-22-1166 16</inkml:trace>
  <inkml:trace contextRef="#ctx0" brushRef="#br0" timeOffset="114183.28">16867 4511 1692 0,'-6'10'189'0,"-3"4"-148"0,-7 11 62 15,-2 3-37-15,-4 4-12 16,2-8-19-16,-5-4-13 15,6-2 25-15,-2-2-47 16,8-6 15-16,2 0 33 16,6-8-47-16,-1 0 9 15,6-2 20-15,0 0-29 16,0-2 17-16,0 2-18 16,4 2-3-16,-4-2-14 15,2 0 17-15,5 0-12 16,7 0 12-16,9 2 14 0,7 0 28 15,8 4-29-15,2 4-13 16,-2 2 72-16,0 2-55 16,-7 4-16-16,-3-2 11 15,-1 2-5-15,-9-4-8 16,1 1 1-16,-8-5-144 16,-7-2-119-16,-8-1-293 15</inkml:trace>
  <inkml:trace contextRef="#ctx0" brushRef="#br0" timeOffset="114502.67">17246 4614 1846 0,'3'0'272'0,"-2"0"-163"0,4-2-32 0,8-2-55 0,8-2 28 0,8 0-1 0,4-2-10 0,5 0-25 15,1 2 2 1,2 0 12-16,-7 4-28 0,-9 2-38 15,-8 6-7-15,-15 2-136 16,-11 4-68-16,-58 42-292 16</inkml:trace>
  <inkml:trace contextRef="#ctx0" brushRef="#br0" timeOffset="114983.62">17286 4824 1465 0,'0'0'534'0,"0"0"-434"0,-2 0-55 0,4 0 62 0,-2-1-52 0,3 1-1 0,-1 0 69 0,4 0-73 16,6-5-10-16,14 1-2 16,5 0-37-16,-2-1 46 15,2 0-47-15,-2 3-95 16,2-2-133-16,-1 1-94 15,50-18-422-15</inkml:trace>
  <inkml:trace contextRef="#ctx0" brushRef="#br0" timeOffset="115467.43">17852 4514 1556 0,'0'-3'261'0,"2"3"-147"0,-2-1 58 16,5-3-83-16,3 0-70 16,0-5 29-16,0 5 5 15,1 0-1-15,3 4-34 16,3 0-17-16,1 7 56 16,-1 3-56-16,-1 2 0 15,-6 6 16-15,-5 7-16 16,-6 8 30-16,-7 3-31 15,-6 0 0-15,-3-2 4 16,4-8-4-16,-1-8 0 16,8-8 17-16,5-4-11 15,1-4 33-15,4-2-5 16,5-2-25-16,15-2 62 16,10-4-56-16,19-4-14 15,16 0-1-15,11-4-72 0,6 6-165 16,119-14-302-16</inkml:trace>
  <inkml:trace contextRef="#ctx0" brushRef="#br0" timeOffset="122103.72">16972 5440 1143 0,'-3'0'217'0,"3"-2"-98"0,0 0 8 0,3 0-103 0,-3 2 36 0,0-2-12 0,0 0 3 0,0 2-15 15,0-4-16-15,0 2 31 16,5 0-51-16,-3 0 1 16,-2-4 20-16,2 0-8 15,2 0 13-15,-1 0 20 16,-1 2-13-16,-2 0 41 15,2 0-14-15,-4 2-15 16,2-2 7-16,-2 2-25 16,2 2-16-16,-3-2-11 0,3 2 13 15,-2 0-20-15,2-2 7 16,-2-2 0-16,0 2 21 16,0-2-21-16,-3 2-2 15,2-4-5-15,1 4 14 16,2-2 14-16,-4 0-21 15,0 0 0-15,-1 0-15 16,-3-3 15-16,0 6-18 16,-5-3 12-16,2 2 6 15,-2 2 2-15,-5 0-2 16,2 0 0-16,3 2 1 16,-3-2-1-16,5 1 0 15,-3-1 0-15,-1 0 0 16,1 3-5-16,2-3 5 15,-7 1 0-15,2 4 2 0,-1-1-2 16,1 0 0-16,-2-2-6 16,-1 2 12-16,5-2-2 15,-6 2-4-15,8 2-1 16,0-2 1-16,-3 0 7 16,3-2-6-16,2 0-1 15,-2 0 11-15,1-2-8 16,3 2-3-16,1 0-2 15,-4 4 2-15,1-4 0 16,0 2-5-16,0 0 5 16,-4 0 0-16,3 0 5 15,1 2-5-15,-5-2-2 0,3 2 2 16,0 0 0-16,-7 2-7 16,1 0 6-16,0 0 2 15,-1 2 7-15,-1 0-8 16,2 2-8-16,-4-4 8 15,2 2 0-15,0 0 0 16,5-2 0-16,3 0 0 16,-1-4 9-16,4 2-9 15,-1-2-7-15,-3 6 7 16,1-4 0-16,-3 4-1 16,1 3 1-16,-4-2 0 15,2 5 2-15,-5 0-2 16,3 0-15-16,0 5 15 15,-1-3 8-15,-1-4-8 16,4 4 0-16,3-2 1 0,-1-4 3 16,2 2-4-16,6 0-18 15,-9 0 18-15,5 8 1 16,-2 0 5-16,-6 6-6 16,7 2 0-16,-7 4-3 15,0-2 3-15,1 0 0 16,2-6 0-16,5-4 8 15,2-5-8-15,3-2-5 16,-1 6 5-16,-2 1 6 16,2 2-6-16,3 4-16 15,-3 6 8-15,4 6 16 16,-1 4-4-16,0 6-4 16,-3 2 0-16,-6 7 0 0,1-3 0 15,4-2 0-15,1-6-1 16,-2-10 2-16,7-6-1 15,-3-4 0-15,3 2 0 16,0-4 3-16,2 5-3 16,-2-3-9-16,4 2 9 15,0 2 0-15,2 0 3 16,-1 6-3-16,-1 0 0 16,0 4 6-16,3 0-6 15,-5-2-9-15,0-1 9 16,0 1 26-16,-5-6-6 15,10-4-20-15,-3-12 0 0,0 0 9 16,3-2-9-16,-3-2-9 16,2 2 9-16,1 2 0 15,1-2 8-15,1 4-8 16,2 0 0-16,-2-2-6 16,1 0 6-16,2-2-1 15,-2 0 0-15,4-2 1 16,1 1 3-16,0-1-3 15,5 0 0-15,0 4 3 16,6 4-1-16,-1 1 38 16,8 4 1-16,2 1-34 15,-4 2 11-15,5-6-18 16,-3-4 0-16,2 2 9 0,-4-4-9 16,5 0 0-1,1-4-1-15,4 0 2 0,-2 0 14 16,3-2-15-16,-1 0 0 15,3-6 3-15,-2-2-3 16,-1 0-1-16,4-2-7 16,1 4 16-16,8-4-5 15,2 2-3-15,8-1 0 16,-2 0 5-16,3-1-5 16,-4-2-6-16,-5 0-2 15,-3 2 11-15,-7 1-13 16,-3-2 10-16,-1-1 0 15,-7 0-2-15,1-1 2 16,-1-2-20-16,-2-1 19 16,2-2 2-16,6 0-1 15,1-3 0-15,-2 2 0 16,-3 1 2-16,-2-3-2 0,-1 4-1 16,-1-3-5-16,0 0 12 15,-2 2-15-15,0-2 9 16,-2-2-17-16,0 4 10 15,0-2 4-15,-3-2 3 16,0 0-9-16,1-2 19 16,-5 4-1-16,3-2-9 15,-6-2-15-15,6 0 14 16,-3-4 1-16,1-4-14 16,2 0 7-16,4-3 5 0,-2 1-19 15,1-1 21-15,-4 3-19 16,-2-5 18-16,1 2 1 15,-4 0-15-15,1-1 9 16,-3 2 6-16,2 2-25 16,-5-4 25-16,5-2-14 15,-5 0 14-15,7 0 0 16,-6-2-9-16,3 0 9 16,1 2 0-16,-1-4-6 15,-3 2 6-15,1-4-9 16,-3 3 1-16,3 3 8 15,-1-2 0-15,-5 0 0 16,2-4 6-16,-4 4 1 0,1 0-7 16,-1-2 0-1,1-4 3-15,-2 0 6 0,1-5-1 16,-1 3-8-16,-1-4 1 16,3 0 42-16,-3 6-42 15,-2 2-1-15,6-2 26 16,-8 4-20-16,0 2 9 15,-8 2 32-15,4-5-46 16,-3 8 60-16,1-1-58 16,-1-2 4-16,-2-1-1 15,-2 1 11-15,2 0-16 16,0-3-1-16,-2-4 6 16,0 1 9-16,2 0-15 15,-2-2-4-15,-3 2-4 16,-1-4 16-16,-1 1-13 15,-2 3 5-15,3-1 0 0,-3 4 3 16,-2 0-3-16,2 0-21 16,-4 1 20-16,4 0-28 15,-7 0 28-15,5 0-29 16,-2-2 22-16,5-2-13 16,-4 4 21-16,5 2-24 15,1 3 23-15,-5 5-13 16,2 2 13-16,-2 0-4 15,0 3-46-15,-4 0 43 16,4-3-11-16,-5-2 16 16,4 6 2-16,0-4 2 15,0 2 1-15,-3-2-2 16,4 2 0-16,-4 4 6 0,5-4-6 16,-2 4-13-1,-2-2 13-15,-6 2 0 0,0 4-8 16,2-4 4-16,-2 4 4 15,0 2-21-15,2 0 21 16,1 2-20-16,0 0 20 16,-1-4 0-16,0 4 0 15,0 2-30-15,2-2 30 16,3 2-9-16,0 0 9 16,-2 0-1-16,1 2-8 15,0-2 9-15,2 4 0 0,-4 2 0 16,0-4 0-1,8 2 5-15,-1-2-5 0,0 0-8 16,5-2 7-16,0 0 2 16,1 2 11-1,3-2-12-15,1 2 0 0,-2-2 6 16,2 2-6-16,1-2 0 16,1 0-4-16,-1 0 11 15,0 0-13-15,0 2 6 16,-1 2-33-16,-4 4-15 15,1 2-118-15,-14 34-178 16</inkml:trace>
  <inkml:trace contextRef="#ctx0" brushRef="#br0" timeOffset="124884.66">19975 5559 726 0,'-10'-5'804'0,"0"3"-704"0,-9-6-41 0,0 6-2 0,6 1 37 0,-5-2-46 0,0 1-28 0,-4-2 34 16,0 2 7-1,-5 0-13-15,2-2 29 0,-2 4-55 16,-1-4 41-16,2 8-63 16,-6-2 0-16,-1 2 8 15,0 0-7-15,4 3-1 16,0 0 0-16,0 1 1 15,6-2 17-15,-2 5-18 16,3-3 0-16,-2 2 6 16,4 1-4-16,-3 0 14 15,6 3-16-15,-6-2 0 16,6 3 10-16,-6 4-10 16,1 1-3-16,-3 2 3 0,3-2 8 15,-4 2 16-15,3-2-24 16,1 4 1-16,-1-4 23 15,4 2-24-15,-2-2-1 16,1 2 1-16,-2 0 0 16,2 5 2-16,-5-4-2 15,6 1 0-15,-2 2 1 16,1 2-1-16,1 1 0 16,0 4-7-16,4-2 14 15,-5-1-7-15,6 0 0 16,1-2 0-16,-2-2 2 15,3 0-2-15,1-2-5 16,-5 0 5-16,6-2 0 0,1 0 4 16,-1-4-4-1,2 3 0-15,3 1-4 0,3 0 4 16,2 2-3 0,0 2 2-16,0 6 2 0,-2-2 7 15,2 2-8-15,0 2 0 16,-2-2 2-16,2 0-2 15,0 3-2-15,0-8-5 16,0 1 14-16,2 0-1 16,0-2-6-16,0-1 0 15,3-3-12-15,-3-2 12 16,2-2-6-16,-4 0 0 16,2-2 12-16,0 4 0 15,2 2-6-15,-2 0 0 16,2 2 2-16,0 0-2 0,1 2 0 15,-3-2-7-15,0-2 14 16,0-1 6-16,0-3-13 16,-2-4 0-16,5 1-7 15,-2 3 7-15,3-1-8 16,-1 1 7-16,1-2 2 16,0 4 2-16,4-2-3 15,-3 6 0-15,1 0 51 16,-4 4-34-16,1-4-17 15,0-2 0-15,-1-6 15 16,-1 0-6-16,3 2-9 0,3-4 0 16,2 6 38-1,2 0-22-15,-2 3-14 16,7 0 21-16,-7 2-22 0,3-3 34 16,-1 0-35-16,-1-2 2 15,-1-4 16-15,-3 4-17 16,6-4 0-16,-3 0-1 15,2 0 18-15,5 2 4 16,-2 0-22-16,-1-4 0 16,8 6 15-16,-4-2-10 15,6 0-4-15,2 9-2 16,2-2 19-16,4 4-10 16,-2-3-8-16,3-8 1 15,-3 0 20-15,0-8-21 0,2 0 6 16,4 0-12-16,-2-4 15 15,-1-2 0-15,1-2-9 16,3 4 0-16,-3-2 3 16,1 0-3-16,3-2 1 15,0 0-3-15,3-2 8 16,1-2 3-16,1 0-9 16,4-2 0-16,0-6 2 15,-1 2-2-15,0-2 1 16,0-4-7-16,-3 6 15 15,-1-5-4-15,-1 4-5 16,0-5-6-16,3 4 6 16,-3-4 0-16,3 2-5 15,-3-5 4-15,2 2 2 0,6-6-11 16,-3 1 10-16,-3-4-42 16,1-4 28-16,-1-2-29 15,-2-2 1-15,-1-2 24 16,-6 4 10-16,-3 4-13 15,-1 0 21-15,-4 0-16 16,-4 2 15-16,2-2 1 16,2 2 0-16,-2-7 0 15,4 4 13-15,-5-2 7 16,5-1-20-16,0-4-3 16,-3 2 3-16,3-6 0 15,-2 2 0-15,-4-2-8 16,1 0 16-16,-6 0 14 0,-2 5-20 15,-8 5-1-15,-1 4 41 16,-3 0-9-16,-1 2-12 16,-3-6 0-16,2 0-13 15,1-4 38-15,-3-4-46 16,0-1 2-16,2-4 26 16,-2 1-26-16,2-1 7 15,-2 0-9-15,0-2 12 16,-2 1-2-16,-3 2-10 15,0-4 0-15,1 2-10 16,0 0 11-16,-1 6-2 16,1 0-6-16,-5 5 7 15,2 3-21-15,-2-2 21 16,-2 2-9-16,-5 0 9 16,-1 2 0-16,-8-2 0 15,-1 0-7-15,-6 0 7 16,-1-2-6-16,-2 4 6 0,3 2-12 15,-1 2 12-15,4-1 0 16,6 7 9-16,1 1-9 16,5-2 0-16,-2 5 4 15,2 0-4-15,1 3-7 16,-3-2 6-16,0-3 2 16,-3 2 5-16,0 2-6 15,0-4 0-15,1 4-1 0,-6-4 1 16,1 0-5-1,-3 0 4-15,-5 2 2 0,-3-4 1 16,-3 4-2 0,-3-2 0-16,1-2 12 0,2 4-12 15,2 0 0-15,4 3 10 16,5 2-9-16,0-1 10 16,0 2-11-16,7 0 0 15,-2 1-3-15,3 1 3 16,2 3-8-16,1-2-1 15,-1 2 18-15,6 1-7 16,1 0-2-16,-5-2 0 16,2-2 1-16,-5 0-1 15,1 0-1-15,2-5-7 16,1 4 16-16,3-2-4 0,-3 0-4 16,1 3 0-16,1 0-6 15,4 1 6-15,-3 1-7 16,3 0-2-16,4 2 18 15,-3-2-12-15,5 2 3 16,1-1 0-16,-2-2 3 16,-1-1-3-16,1 3-8 15,-1-2 2-15,2-1 9 16,1 2-12-16,-1 2 9 16,-2-1-1-16,2 1-25 15,0 0 26-15,-4 0-40 16,1 0 10-16,-1 0-20 15,4 0 49-15,0 0-71 0,0 1-50 16,-5 3-4-16,-7 2-150 16,-49 12-567-16</inkml:trace>
  <inkml:trace contextRef="#ctx0" brushRef="#br0" timeOffset="135387.51">16477 8444 761 0,'-2'2'777'0,"2"-2"-645"0,0 0-84 0,2 0 89 0,-2-2-56 0,0 2-12 0,0-2 13 16,0 2-41-16,0 0 34 16,0 0-48-16,0 2-12 15,0-2 42-15,0 0-41 16,0 0-15-16,0 0-1 16,0 0-1-16,0 12 1 15,0 2 0-15,0 10 6 16,2 8 19-16,-2 6-14 15,2 6 2-15,1 6 14 16,-3 3-15-16,5-1 35 16,-3-2-47-16,2-2 9 15,-2 2 12-15,1 2-5 0,1 4-16 16,-2 4 0-16,4 1 10 16,0 1-5-16,-2-6-5 15,3 2 0-15,1-10 6 16,2-2-5-16,1-2 0 15,-3-1-1-15,-1 3 15 16,0 8 8-16,0-2-23 16,-3 2-9-16,0 0 9 15,-2 3 0-15,-2-2 4 16,0 0-13-16,0-1 18 16,0-10-3-16,3 0-6 15,-1-6 0-15,-2-2 0 0,0 2 6 16,-2 1-4-16,2-3-4 15,0 4 14-15,2-2-12 16,0 2 0-16,1 2 0 16,-3-6 2-16,2 2-2 15,0 0 1-15,-2-3 0 16,2 2 24-16,1-5-4 16,-1-1-21-16,2 1 0 15,0 0 6-15,-1 0 3 16,1 2 8-16,1-4 5 15,-1 0-8-15,-1-4 7 16,1-2-21-16,-2 6 0 16,-2 4 4-16,2 6-3 0,-2 5 8 15,-2-5-9 1,2 2 2-16,-2-4 14 0,2-6-16 16,-2-2 0-1,2-4 11-15,-2 0 5 0,2-2 1 16,0-2-17-16,0-4 1 15,-3 3 22-15,1-2-23 16,0 4 0-16,-7 4 6 16,4 6-5-16,1 11 17 15,2 4 42-15,4 2-41 16,0-4 31-16,0-11-50 16,0-11 0-16,-4-6 0 15,2 0 11-15,0 2-4 0,0 0-7 16,0 4 0-1,0 12 22-15,2 10-21 0,1 2 0 16,-1 0 13-16,-4-4-5 16,-3-1 6-16,3 8-15 15,0 3 0-15,4-1 31 16,0-5-31-16,-2-18-5 16,0-8 4-16,0-6 2 15,-2 0 17-15,2 2-18 16,-2 0 0-16,0 4 3 15,0-4-3-15,-3 2-7 16,1 1-1-16,-1-2 16 16,-2 2-4-16,1-6-4 15,1 2 0-15,1-3 2 16,0-4-2-16,1-2-6 0,1 10 0 16,-1 2 12-16,3 4 12 15,-2 2-18-15,0-2 0 16,2-4 0-16,-2-2 0 15,0-6-3-15,2 0-5 16,-2-8 16-16,2-2 2 16,0 0-10-16,-3-2 0 15,6 0 6-15,-3 0-6 16,0 0-1-16,0 0-11 16,0 0 24-16,2-2 0 15,-2 2-12-15,0 0 0 16,0 0-2-16,0 0 2 15,2 0-1-15,-2 0-10 0,2 0 22 16,-2 0-8-16,0 0-3 16,2 0 0-16,3 0 6 15,6-4-6-15,4 0 0 16,6-2-14-16,-1 0 28 16,-3 4-13-16,2-2-1 15,0 0 0-15,-3 2-10 16,5-4 10-16,0 0-7 15,6 2 6-15,6 0 2 16,5 2 1-16,-4 0-2 16,2-4-17-16,-7 4 11 15,-5-4 6-15,0 2-15 0,-1 2 14 16,-3 0 2 0,5 4-1-16,-8-2 0 15,1 2-4-15,-3-4-5 0,-5 2 9 16,12-2-10-16,2 0 9 15,12 2 2-15,7-4 0 16,3 2-1-16,0 0-31 16,-1 2 30-16,-3 0 1 15,-1 2-27-15,-1-2 21 16,-4 0-4-16,-1 0-14 16,-4-2 13-16,-6 0-20 15,2 0 29-15,2 0 2 16,4 0-7-16,5 0-2 0,-1 0 15 15,-1 2-35 1,-2-2 17-16,4 2-13 0,-3-2 23 16,3-2 2-1,-2 2-40-15,-5 2 28 0,1 0 12 16,-4 0-11-16,1 0 11 16,2 0-7-16,-4 0-4 15,2-2 11-15,2-2-15 16,5 2 15-16,9 0 0 15,1-2-35-15,6 4 23 16,1-2-67-16,-4 0 71 16,5 4-7-16,1-4-7 15,4 2 22-15,1 0 0 16,-3-4 3-16,-3 4-3 16,-1 0-33-16,3-2 24 0,2-2-3 15,7 4-32-15,1-4 29 16,3 2 6-16,-4 0-18 15,-7-2 27-15,-7-2-22 16,-4 4 22-16,-2-2 0 16,-1 2-1-16,1 0 0 15,3 0 2-15,0 0 7 16,1-2-8-16,4-2-11 16,3 4 4-16,6 0 7 15,-2 0 0-15,5 2-1 16,-5-2 2-16,-2 2-18 15,-7 0 17-15,-2-2 0 0,-9 0 0 16,-5 2 0-16,-2-2-16 16,-5 2 15-16,6-2 1 15,6 2 5-15,2 0-5 16,-2 2 0-16,0-2 0 16,-4 2 1-16,1-2 0 15,-5 0-1-15,1 2 1 16,6-2 20-16,3 0-21 15,3 0 0-15,5 2 0 16,4-2 0-16,-8 0 3 16,4 0-3-16,-5-2 0 15,3 2 1-15,-2 2-1 16,0 0-1-16,-9 0 0 16,-1 2 2-16,-5 0 3 15,-2-4-4-15,2 2 0 16,-2-2 4-16,-6 0-4 15,-6-2-1-15,-5 2 0 0,-4-4 2 16,3 2 12-16,1 0-13 16,-1 2 0-16,-3-2 10 15,4 2-10-15,-1 0 0 16,1 0 0-16,-2-2 2 16,9 2 1-16,0 0-3 15,8 0 0-15,11 4 19 16,5 0-4-16,1 4-13 15,-2-4 7-15,-2-2-8 16,-2 2 26-16,-5-2-27 16,-4-2 1-16,-6 0 6 0,-8-2-7 15,-3 0 0-15,-4 2 21 16,1-2-1-16,-5 0 25 16,-1 2-24-16,0-2-20 15,-3 2 86-15,0 0-55 16,2 0-16-16,-2 0 16 15,0 0-31-15,0 0 14 16,2 0-15-16,-2 2-10 16,0-2-14-16,-2 0-75 15,-23 0-212-15</inkml:trace>
  <inkml:trace contextRef="#ctx0" brushRef="#br0" timeOffset="157468.81">20123 4498 1540 0,'-2'-5'244'0,"2"4"-125"0,0-3-29 0,0 1-18 0,0 2 15 0,0-2-53 0,0 2 73 16,0-2-34-16,0 0-10 16,0 0 36-16,0 3-46 15,2-1-25-15,-2 1-23 16,0 1 26-16,0 2-35 15,0 8 4-15,4 7-15 0,0 9 15 16,3 7 0-16,1 6 6 16,4 0-14-16,-5-4 16 15,1 0-2-15,2-4-6 16,-4-4-2-16,1-2 2 16,-3-5 0-16,-4-3-18 15,-2-4-79-15,-2-1-139 16,-5 1-8-16,-13 3-332 15</inkml:trace>
  <inkml:trace contextRef="#ctx0" brushRef="#br0" timeOffset="157885.51">20452 4506 1538 0,'-2'0'300'0,"-1"1"-209"15,-5 6-90-15,-3 7-1 16,-7 4 45-16,-7 8 3 16,-4 0-9-16,2-2-29 15,-2-6 1-15,8 0 26 16,-4-4-35-16,2-4-2 15,10 0 37-15,2-6-22 16,4 0-1-16,5-2-14 0,2-2 1 16,0 0 5-16,2 0-6 15,2 0-16-15,2 0 16 16,2 4 12-16,5 0 28 16,10 6-37-16,4-2 14 15,-3 0 13-15,6 4-30 16,-1-4 0-16,-1 2 10 15,-2-2-9-15,-1 0-2 16,0 1-43-16,-3-4-202 16,23-3-270-16</inkml:trace>
  <inkml:trace contextRef="#ctx0" brushRef="#br0" timeOffset="158185.47">20677 4610 1424 0,'0'-2'543'0,"0"2"-471"0,3-4 3 0,-3 4 46 15,4 0-25-15,5-2-64 0,9-2-32 0,4-2 68 0,6 2-53 0,5 2-6 0,-8 0-9 0,2 2-2 0,-6 0-4 16,-4 4-178-16,-7 4-287 16,-17 6-228-16</inkml:trace>
  <inkml:trace contextRef="#ctx0" brushRef="#br0" timeOffset="158387.49">20707 4754 1727 0,'2'0'306'0,"-2"-2"-247"15,6 2-25-15,3-2 58 0,5 2-50 16,3 0 10-16,1 0-52 15,3 0 12-15,0 0-34 16,4 2 20-16,0-2-136 16,6-2-126-16,46-18-782 15</inkml:trace>
  <inkml:trace contextRef="#ctx0" brushRef="#br0" timeOffset="158888.54">21162 4543 1533 0,'0'0'343'0,"0"0"-209"16,0-1-64-16,6 1 17 15,-6 0-18-15,6-3-37 16,3 2-26-16,5 1-6 16,3-3 13-16,1 6-4 15,1 1-9-15,0 4-7 16,-1 2 6-16,-1 2 1 16,-6 2 0-16,-3 0-10 0,-6 0 22 15,-7 0-8 1,0-4-4-16,-1 0-11 0,-3-4 11 15,5-2 8-15,-3 0-8 16,7 4 0-16,0 0 0 16,7 2 16-16,4 6-16 15,5 4 0-15,5 2 3 16,4 2-3-16,2-2-1 16,-9 0 1-16,-3 0 0 15,-13-6-9-15,-8 0 9 16,-12-2 0-16,-6-1 0 15,-13 1 17-15,-9-5-11 16,-10 4-6-16,2-8 9 0,0 2-24 16,2-3-98-1,-66 6-268-15</inkml:trace>
  <inkml:trace contextRef="#ctx0" brushRef="#br0" timeOffset="165929.16">18955 5552 920 0,'0'0'560'0,"0"0"-497"0,0-2-1 0,0 2 67 0,2 0-42 0,-4 0-27 0,2 0 43 16,0 0-53-16,0-2 50 15,0 2-56-15,-2 0-11 16,2 0 27-16,0-4 3 15,0 4-17-15,0-2 7 16,0 1-43-16,-2-4 64 16,0 1-37-16,-2 0-36 15,-2 0 50-15,0-4-32 16,-1 2-14-16,-9 0-5 16,3-4-2-16,-3 4-11 15,-3 0 13-15,-2-2-18 0,-6 4 17 16,0 0 1-1,-2 0 1-15,-4 2-1 16,-2 0 6-16,-1 0 4 0,-4 0-10 16,-1 2-4-1,0 2 3-15,1 0 1 0,-1 2 0 16,5 0-1-16,1 2 1 16,-3 4 3-16,5-6-3 15,0 4-3-15,4 2 3 16,0-2 0-16,-3 0 1 15,8 2-1-15,-5-2 0 16,2 2 2-16,7-2-2 16,-2 0-9-16,4 5 8 0,0-4 2 15,2 5-2 1,1-1 0-16,-5 2 1 0,0 6 1 16,-4 1-1-1,1 4-3-15,-2 0 3 0,5-2 8 16,-2 2 2-16,4-2-10 15,3-2 0-15,1 0-3 16,1-2 3 0,-1 2-3-16,3 0 2 0,1-2 2 15,0 4-1-15,-1 1 0 16,5 3 0-16,-4 2-1 16,2-1 1-16,-5 7-6 15,1 1 5-15,3-3 2 16,1-2 4-16,3-6-5 15,3-2 0-15,-3-2 0 0,5-2 0 16,0 0 0 0,5-4-10-16,-3 5 20 0,0 4-11 15,1 8 1-15,1-1 0 16,-2 0 4-16,0 4-4 16,0-2-8-16,3 2 7 15,1-6 2-15,2-2 0 16,0-6-1-16,1-2 0 15,1 0 9-15,0-2-9 16,1-4-3-16,1 2-4 16,1 3 14-16,-2-1-1 15,7 6-6-15,-2 2 0 16,3 4-1-16,0 0 1 16,0-4-3-16,1-2-6 15,-1-4 18-15,4 0-2 16,0 2-7-16,-1-6 0 15,3 2 9-15,-5-2-9 0,4-6 0 16,1 0-14-16,4-4 32 16,0 2-6-16,2 3-12 15,5-6 0-15,-3 4 14 16,5 0-14-16,-3 0-8 16,2-1 7-16,-4-1 2 15,2 0 16-15,3-6-17 16,4 4 0-16,-1-4 0 15,-1-1 0-15,-3 0 0 16,4-1-7-16,-3-1 20 16,-3 2-10-16,1-3-3 0,-1 2 0 15,4 1 6-15,-1-3-6 16,-1 2-3-16,1-3-3 16,0-2 12-16,-4 2 0 15,-6-3-6-15,3 1 0 16,0-3-1-16,-4 0 1 15,2 1-4-15,0-2 2 16,-2 1 4-16,2-4 1 16,0 1-3-16,0-4 0 15,7-2 0-15,-1-2 0 16,1-4-6-16,0 4-1 16,2-4 14-16,-7 0-17 0,2 2 10 15,-2 0-2 1,-4 2 2-16,-4 0 0 0,-2 0 0 15,-5 0-9 1,2-2 21-16,2 4 3 0,-2-4-15 16,0-1-9-16,-2 3 9 15,-3-2 0-15,3 2 1 16,-5-2-7-16,-3 2 17 16,2 0 10-16,1-4-21 15,-5-6 0-15,0 0 7 16,2-2 5-16,-2-4-12 15,-1 1 0-15,3-2 13 16,-3 0 16-16,-1-1-29 16,-1 0 0-16,-1 4 9 15,-2 2 4-15,0 0-13 0,-2 2 3 16,-1 4 12 0,-1-2 15-16,-1 3-30 0,-3-2 0 15,3-4 11-15,-4 3-11 16,2 1 0-16,-1 0-1 15,-1 1 16-15,-3 2 6 16,2 0-21-16,-3 0-9 16,-6 0 9-16,1 0 0 15,-1-1 5-15,-2 2-5 16,-6 1 0-16,4-2 2 16,-12-2-2-16,0-1-9 15,-7 4 9-15,-3-6 1 0,-4 3 12 16,-4 2-13-1,-5 2 9-15,-3 4-9 0,-5 0 0 16,-5 6-7-16,-3 6-10 16,-2 6 26-16,0 4-18 15,-1 8 6-15,-6 4-129 16,-3 12-37-16,-1 6-279 16,-168 71-457-16</inkml:trace>
  <inkml:trace contextRef="#ctx0" brushRef="#br0" timeOffset="169385.59">22053 5855 1979 0,'0'0'257'0,"0"-2"-203"0,0 2-6 0,0 0-48 0,0 0 22 0,4 6-10 0,0 4-4 0,3 8 22 0,1 6 25 15,4 4-53-15,-1 4 44 16,-3 8-46-16,-2 3 2 15,2-1 17-15,-5-4-19 16,-1-4-34-16,-2-6-107 16,-5-6-177-16,-11 6-284 15</inkml:trace>
  <inkml:trace contextRef="#ctx0" brushRef="#br0" timeOffset="169752.63">22340 5974 1853 0,'-10'7'171'16,"-3"4"-117"-16,-14 8-27 0,-4 8-27 15,0-4 68-15,2 0-23 16,-2-3-38-16,4-2 50 15,-1-6-25-15,5 0-22 16,9-6 51-16,6-2-60 16,6-2 49-16,4-2-50 15,0 0-3-15,0 2-3 16,0 0 6-16,2 6 0 16,6 2-7-16,3 4 16 0,-1 0 33 15,9 0-42-15,2-2 1 16,-2 2 5-16,6-6-6 15,2 4-115-15,0-6-65 16,6-4-105-16,53-8-315 16</inkml:trace>
  <inkml:trace contextRef="#ctx0" brushRef="#br0" timeOffset="170004.25">22469 6152 1720 0,'2'0'287'0,"0"0"-227"16,9 0 73-16,3 0-67 15,10 0-33-15,2 0 14 16,9 2-38-16,-4 0-9 15,-2 2-7-15,-1 0-146 16,-8 2-123-16,-11 4-578 16</inkml:trace>
  <inkml:trace contextRef="#ctx0" brushRef="#br0" timeOffset="170153.05">22460 6349 1848 0,'13'0'258'0,"5"-3"-222"0,13 2 51 16,11-3-66-16,0-1-21 16,6-3-9-16,-4 2-183 15,59-30-661-15</inkml:trace>
  <inkml:trace contextRef="#ctx0" brushRef="#br0" timeOffset="170586.1">23015 5921 1361 0,'-2'0'571'0,"2"0"-498"16,0 2-72-16,-5 9 12 15,-4 0 116-15,-2 10-79 16,-5 5-7-16,7-1 26 16,1 4-42-16,5-1 33 15,3-2-60-15,7 0 18 16,6-2 40-16,5 0-58 16,0-6 0-16,4-6 15 0,0-4-14 15,-1-2 23 1,-2-8-24-16,0-4-2 15,-2-2-29-15,-1-2 31 0,-1-6-30 16,-8 4 30 0,0 0 0-16,-5 6 24 15,-2 4-24-15,0 2 1 0,-2 2 5 16,0 10 8-16,-3 10-14 16,-2 16 34-16,-2 10-34 15,3 6 0-15,2 0-3 16,-4 4-232-16,-16 73-255 15</inkml:trace>
  <inkml:trace contextRef="#ctx0" brushRef="#br0" timeOffset="171020.6">22388 6803 1813 0,'10'-1'330'0,"-2"-1"-258"0,17-6-17 0,8-2 82 0,9 2-52 0,0-1-53 0,3 1-25 16,-5 3 14-16,-2 0-42 0,-2 3-33 16,-7 0-124-16,-11 1 2 15,-4 2-10-15,-17 5-34 16,-8 9 53-16,-16 0 19 16,-9 8 43-16,-6-1 105 15,-5-4 117-15,12-6 99 16,6-4-16-16,8-2-10 15,15-4-25-15,6-2-42 16,2 2-10-16,10-2-92 16,9 0-2-16,22 0-19 15,22-2-19-15,135-18-450 16</inkml:trace>
  <inkml:trace contextRef="#ctx0" brushRef="#br0" timeOffset="172103.19">22542 7445 1977 0,'2'-2'231'0,"-2"0"-196"0,2-4-22 0,0 4 29 0,1 0-42 0,-3 0-1 15,0 4 1-15,3-4 0 16,-3 2 23-16,-3 2-23 0,3 0 10 16,3 4 19-1,-3 10 8-15,2 6-4 0,0 7 12 16,-4 3-33-16,0 0 33 16,-1 2-45-16,0-2 2 15,3 0 5-15,-2-6-7 16,-2 0-16-16,0-4-83 15,-5 0-162-15,-18 14-217 16</inkml:trace>
  <inkml:trace contextRef="#ctx0" brushRef="#br0" timeOffset="172469.34">22803 7431 1902 0,'0'-2'252'0,"-2"4"-231"0,0-2-21 15,-8 6-22-15,-7 2 22 16,-6 8 21-16,-8 2-21 16,4-2 13-16,3-1 16 15,6-8-24-15,7 1-4 16,6-5 1-16,3-3 15 15,4 1 3-15,-2-1-20 16,2 0-9-16,1 3-4 0,2 3 26 16,8 8 10-16,9 2 25 15,14 4-39-15,6 2 63 16,9-4-71-16,-2 0 13 16,2-4-4-16,-8-2-10 15,-5-4-66-15,-5-4-196 16,34-18-491-16</inkml:trace>
  <inkml:trace contextRef="#ctx0" brushRef="#br0" timeOffset="173019.34">23389 7435 892 0,'-2'2'986'0,"0"-2"-865"0,-8 4-119 0,-3 8 80 0,-5 0-55 0,1 6-9 15,1 1 8-15,9-4-25 16,7 0 10-16,7-4-8 16,4 2 13-16,9-1 10 15,7 2-26-15,-1-3-18 16,1 4 18-16,-4 1-7 16,-8-4 6-16,-5 6-14 0,-9 0 15 15,-6-2 6 1,-5 2-6-16,-9 0-2 0,2-6-5 15,-8 2 7 1,1-8-11-16,-5-2-97 0,-2-4-151 16,-34-30-403-16</inkml:trace>
  <inkml:trace contextRef="#ctx0" brushRef="#br0" timeOffset="173153.17">23718 7373 1666 0,'20'-4'201'0,"5"2"-177"0,21-2 12 16,-5 2-36-16,-5 2-147 15,12-2-707-15</inkml:trace>
  <inkml:trace contextRef="#ctx0" brushRef="#br0" timeOffset="178137">21466 8650 849 0,'-3'0'202'0,"3"0"-121"0,0 0-13 0,0 0 22 0,0-1 58 0,-4 1-13 0,4-3-36 15,0 3 11-15,0-1-74 16,0-4-15-16,0 5 28 16,-2-2 7-16,2 0 10 15,0 1-3-15,0-2-35 16,-2-1 67-16,2 2-71 16,-2-2-6-16,2-1 12 15,0 2-12-15,-2 2 3 16,2-2-21-16,-3 1 15 0,-1-2 10 15,2 2-24-15,-3-2-1 16,0 2 27-16,3-2-26 16,-4 2 17-16,-1-2-18 15,1 2 6-15,-2-2-3 16,2 2-3-16,-3 0-2 16,1-2 2-16,-4 0 0 15,3 4 8-15,1-2-8 16,-2 0 0-16,-3 0-5 15,-1 2 5-15,-3 0-19 16,-4 0 19-16,2 2 0 16,-4-2 0-16,3 0 0 15,-3 2 0-15,6-2 4 16,-3 2-4-16,5 2-4 16,-4-2 4-16,7 0 1 15,0 0 11-15,-1-2-12 0,-4 0 0 16,3 0 6-16,-5 2-6 15,4-2-3-15,-3 2 3 16,-1 0 0-16,-2 0 12 16,1-2-12-16,3 4 0 15,-4-2-4-15,2 4 4 16,-4-2 0-16,3-2 2 16,-1 0-1-16,4 0 3 15,-3 3-4-15,5-1 0 0,-1-1 6 16,1 1-6-1,1-2 0-15,-1 3 5 0,-4-1-4 16,4-1 10 0,1 4-11-16,-3-2 0 0,3 2 8 15,-3 0-8-15,3 1-3 16,1 1-5-16,-5-1 16 16,5-1 8-16,-1 1-16 15,1-1 0-15,4-1 9 16,0-1-9-16,0-1 0 15,0 5 1-15,-2 1 7 16,0-2 19-16,-3 4-27 16,1-4 0-16,2 0 8 15,-1 4-8-15,-1-2 0 16,0 2-14-16,2-2 28 16,0 4 8-16,-3-4-22 15,3 2 0-15,3-2 17 0,-4 2-17 16,1-2 0-1,2 0 7-15,0 2 9 0,2-2 13 16,-1 4-29-16,-6 2 0 16,3 0 16-16,0 5-15 15,-5 2 1-15,3 1 1 16,-1 2 13-16,-1 1 11 16,1-4-27-16,4 2 0 15,1-5 17-15,-1-2-17 16,2 0 1-16,3-4 5 15,1 6 6-15,-2-2 40 0,0 2-52 16,0 2 0 0,-5 0 23-16,7 2-12 0,-6 0-10 15,6 1-2-15,-1 0 21 16,3 4-10-16,0-1-10 16,2-2 0-16,0-2 5 15,2-4-5-15,0-2 0 16,1-6-6-16,-1 2 19 15,0-4 8-15,0 0-21 16,-2 0 0-16,3 4 2 16,-1-2-2-16,1 4-1 15,-1-4-11-15,2 4 24 16,-2 2-1-16,2-2-11 16,3 0 0-16,-3 0 3 15,4-3-3-15,-2 2 1 0,-2-3-9 16,3 1 17-16,-3-2 6 15,4 2-15-15,-4-1-4 16,3-2 4-16,-3 4 0 16,0-6 0-16,0 2-1 15,2 4 10-15,0-5 2 16,3 8-11-16,-1-3-3 16,0-4 3-16,1 4 0 15,-1-2 0-15,1 0-8 16,3 0 22-16,-4 0 8 15,1-2-22-15,5 2-3 16,-3-4 3-16,0 2 5 16,0 2-4-16,4-2-2 15,-1 2 13-15,-1-2 21 16,5 2-33-16,-2-2 0 16,2 0 3-16,-3 1-2 0,1-4-1 15,-1 4 0-15,1-6 9 16,4 3 1-16,-2 2-10 15,0-1-3-15,4-1 3 16,-4 2 0-16,4-5 1 16,-4-1-1-16,2 5 1 15,-2-5 9-15,4 1-10 16,-2 2-6-16,5 0 6 16,-3-3 0-16,2 3 2 0,-4-4-2 15,5 1 12-15,-2 3-12 16,4-5 0-16,1 2-2 15,-6-4 2 1,5 2 6-16,-4 0 5 0,-2-2-11 16,4 1 0-16,-7 2-5 15,3-3 5-15,-2 0 0 16,-1 0 0-16,4-3 0 16,0 2 7-16,5-3-7 15,4 0 0-15,-2-5-1 16,3 5 1-16,1 1-3 15,-2-1-3-15,-6 1 12 0,4-1 0 16,-2-1-6 0,-6 1 0-16,4-2 3 0,-2 2-3 15,3-5-8-15,-2 0 7 16,3-1 2-16,-2-5 9 16,-3 5-10-16,3-4 0 15,-6-2 1-15,4 4-1 16,-3-4-6-16,0-2 6 15,-2 4 0-15,2-4 10 16,-2-2-10-16,-2 2 0 16,3 2 3-16,-3-4-3 15,0 2 0-15,-1 4-7 16,0-6 14-16,4 0 1 16,-4 0-8-16,3-2 0 15,-2 0 18-15,-1 0-18 0,1 0 0 16,-1-3 24-1,1 4-22-15,2-4 44 0,-4 1-46 16,3-2 11 0,-3-2 19-16,-1 0-30 0,3 0 1 15,-3-4 9-15,-2 4-9 16,-2-2 25-16,-4 0-26 16,1-1 0-16,-4 2 10 15,-4 0-10-15,0 0 0 16,-7-4-12-16,3 3 29 15,-2-2-11-15,2-2-6 16,-3 0 0-16,5 2 0 16,-8-3 0-16,6 6-11 15,-1 0 5-15,-2 4 12 16,-4-4-7-16,2 5 1 16,-3 4 0-16,3 0-2 0,-4 2 2 15,8 2-6-15,0 4 5 16,1-2 2-16,-2 4 0 15,-3-2-1-15,5 2-10 16,-1 0-4-16,-1 0 14 16,-2 0-12-16,-1 0 3 15,2 0 18-15,0-2-16 16,3 6 7-16,-3-2 0 16,-3-2-14-16,4 4 14 15,-3-4-22-15,-5-2 20 0,-1 4 4 16,-2-6-16-16,2 6 14 15,-1-5 0 1,-5 4-7-16,5 3 7 16,-1-5 0-16,-4 5-14 15,1 2 28-15,-2-4-10 0,-3 4-4 16,0 2 0-16,0-2 0 16,0-1 0-16,5 1-1 15,0-3-13-15,6 1 28 16,3 2-5-16,4 2-9 15,4 0-32-15,-1 0 26 16,1 2-63-16,-1 2-96 0,-6 5-124 16,1 7-263-1,-28 19-361-15</inkml:trace>
  <inkml:trace contextRef="#ctx0" brushRef="#br0" timeOffset="182524.37">22039 8370 1375 0,'0'0'234'0,"0"-2"-160"0,-3-1-1 0,3 3 67 0,0 0-85 0,0-1-11 0,0 1 23 16,0-3-43-16,-2 3 59 16,2 0-35-16,0-1-27 15,0 1 55-15,0-4-46 16,0 4-15-16,-2 0 6 15,2 4-1-15,0-4-11 16,-4 1-9-16,2-1 0 16,-8 4 1-16,-1 1 7 15,0 1-7-15,-2 4-2 16,-3-2 8-16,3 6-4 16,-3-4-3-16,-2 6 0 0,5-2 4 15,-1 2-4-15,-1 2-3 16,3-2-6-16,2 2 18 15,1 0-6-15,-3-2-3 16,4 0 0-16,1 2-6 16,1 0 6-16,-4 2 0 15,-3-2-15-15,5 5 30 16,-4-5-14-16,3 0-1 16,-2 0 0-16,2-9 3 15,4 5-3-15,1-1 0 0,-2-1 0 16,-1-2 0-1,0 2 14-15,0-2-14 0,1 4-8 16,-3 0 8-16,0 4 6 16,-4 0-4-1,1-2-4-15,1 2 4 0,2 0 5 16,-2-4-7-16,4 2-4 16,1-2 4-16,1-2 0 15,1 2 1-15,2-4-3 16,0 7 11-16,0-2 3 15,-2-1-12-15,4 4 0 16,-1 0 0-16,1 0 0 16,0 0 1-16,0 1-10 15,0-3 18-15,0-2 3 16,0 2-12-16,0-4 0 0,0 2 1 16,0 2 5-16,0-4 3 15,1 4-9-15,3-2 18 16,0 2 35-1,0 2-53-15,1-6 0 0,1 4 10 16,-2-4-10-16,4 0 1 16,0 5-1-16,-3-6 13 15,-1 5 14-15,3-3-27 16,-3 1 0-16,3 0 15 16,2-2 3-16,2 2-4 15,1 0-14-15,0 1 21 16,5 4 16-16,-2-3-37 15,3 2 0-15,2 0 21 16,-2 0-13-16,2-4 8 16,-3 2-16-16,1-4 6 0,-3 0 20 15,8-2-26-15,-7 0-5 16,4-2 5 0,2 4 9-16,-2-4-6 0,2 0-3 15,1 4 0-15,1-4 12 16,1 2-12-16,-6-2 0 15,6-2 2-15,0-2-1 16,2 2 20-16,4-3-21 16,-4 0 0-16,2-1 4 15,-1 0-4-15,-6 0-6 16,3 0 5-16,-4 1 2 16,0-2 5-16,2-1-6 15,1 0 0-15,-1 0 5 0,0-1-5 16,0-4-3-16,2 1 3 15,2 0 0-15,0-4 16 16,-2 0-16-16,8-2 0 16,-7-2 12-16,0 4-12 15,3-6-7-15,-6 6 7 16,-3-2 1-16,-2 0 14 16,-2 0-15-16,-1-2 0 15,1-4 12-15,1 2-12 16,1-6-6-16,-3-2 0 15,2 0 12-15,0-4 13 16,3-1-19-16,-4 2 0 16,-1-1 8-16,1-1-8 15,-3 1 0-15,-1-2-11 0,1 4 25 16,-2-2 0 0,-2 2-14-16,2-2 0 0,0 0 24 15,-4 0-24-15,2 0 0 16,-5 0 18-16,1 4-17 15,-1 0 46-15,-2 2-47 16,3-5 7-16,2 2 4 16,-5-4-11-16,0 4-10 15,1-4-2-15,-3 3 24 16,0-4-3-16,-3 2-9 16,1-6 0-16,-2 4 3 0,-6-4-3 15,6-4 0 1,-5 6-2-16,0 0 10 0,-2-1-20 15,-6-1 12 1,-2 4 0-16,-3-2-11 0,0 2 11 16,-5 2-13-1,-2 2 1-15,0 0 12 0,-4 0 4 16,-6 6-4-16,4-2 0 16,-1 2 2-16,5 4-2 15,0 1-6-15,2 2 0 16,-2 0 12-16,4 4-13 15,-2-4 7-15,0 4-15 16,5 0 9-16,-5-3 6 0,-2 5-6 16,0-2-5-16,-6 0 22 15,0 3-16-15,-3 0 5 16,-2 1-1 0,-3 2-1-16,1 1 2 0,-8 0 0 15,2 1-9-15,0 2 20 16,3-2-10-16,9 3-1 15,3-1-27-15,8 3 15 16,2-1-31-16,-1 3-115 16,2 11-113-1,-5 7-281-15,-32 38-1040 0</inkml:trace>
  <inkml:trace contextRef="#ctx0" brushRef="#br0" timeOffset="183869.81">21887 8412 1517 0,'-6'-2'188'0,"1"-2"-79"0,-7-6-37 0,2 2-18 0,1 2 68 0,-5-4-44 0,3 2-32 0,0-2 25 0,-7 2-28 16,0 2-7-16,-6-2-10 16,0 1-25-16,-7 4 107 15,-3 1-87-15,1-3-15 16,-3 1 42-16,-2 0-42 15,0 3 6-15,-2 1-12 16,-1-3 11-16,4 3 44 16,-3 0-55-16,-1 3 1 15,1 2 21-15,-2 2-16 0,-1 3 12 16,6 0-18-16,1-1 6 16,7 4 41-1,2-3-47-15,8 3-5 0,-4 0 5 16,1 3 6-1,3 2 21-15,-2 2-27 0,1 2 2 16,0 8 48-16,0-2-50 16,0 0 0-16,0 4 23 15,6 2-5-15,1-1 4 16,1 5-22-16,4-2 0 16,4 0 36-16,1-2-36 15,3 0 0-15,3-4 12 16,3 2-1-16,-2-4-1 0,8 0-10 15,-3-2 0-15,1-4 27 16,4-2-27-16,4 1 2 16,0-2 7-16,7 2-2 15,-2 1 19-15,12 0-26 16,-2-2 0-16,2-2 12 16,1-2-12-16,4-2 0 15,-5-4-9-15,4-2 19 16,1 0 2-16,0 0-12 15,0-4 0-15,0 0-4 16,-2 0 4-16,-1-8-9 16,-3 2 1-16,-5-2 16 15,2-2-1-15,0-2-7 16,1-4 0-16,1-4 8 16,5 0-8-16,0-2 0 0,0 0-11 15,-5-3 25-15,-2 6-2 16,-4-3-12-16,-2 0 0 15,-3-3 7-15,1 6-7 16,-6-3 0-16,1-3-12 16,-5 1 27-16,2-4-4 15,4-4-11-15,-6 0 0 16,0 0 12-16,0-4-12 16,-1 4 0-16,-5-2-12 15,-3 2 27-15,-2-4 12 16,-2 2-27-16,-6-1 0 15,-1-2 2-15,-7 0-2 16,-3 1 0-16,-8-2-9 16,-4 0 21-16,-4 4-9 0,0-4-3 15,1 8 0-15,-3 0-9 16,2 4 9 0,-2 0-5-16,2 1-1 0,4 7 12 15,-2 3-22-15,2 7 16 16,1 4-50-16,-4 5 25 15,0 16-170-15,1 8-315 16,-33 84-361-16</inkml:trace>
  <inkml:trace contextRef="#ctx0" brushRef="#br0" timeOffset="185367.33">22059 9511 1162 0,'0'-6'298'0,"0"-2"-214"0,2-3-10 0,-2-3-38 0,2 3 3 0,-2-4-6 0,0 1 7 15,-2 3 2-15,0 0 21 16,-8 1-24-16,4 2 65 16,-5 1-25-16,-5-4-34 15,-3 1 23-15,-4 0-29 16,-2 2-18-16,-4 0 18 15,5 0-33-15,-5 4 49 16,-3 0-55-16,6 2 0 16,0 2 28-16,-3 2-19 15,4 0 7-15,0 0-16 0,1 0 21 16,-1 4 25-16,3-2-46 16,0 4 0-16,2 0 32 15,0 2-13-15,0 4 4 16,-5 2-23-16,-2 3 18 15,1 0 54-15,1-1-65 16,3 3-1-16,-1-3 30 16,4 1-15-16,-2 4 6 15,1-1-25-15,-2 4 17 16,2 2 38-16,-2 0-57 16,2 2 1-16,-2 2 15 15,3-2-10-15,0 0 24 16,1 2-30-16,-1 0 1 15,2 3 59-15,-1 1-60 16,1-2 6-16,3-2 5 0,3-4-5 16,2-4 10-16,5-2-16 15,4-4 0-15,0-2 15 16,2 4-15-16,0 0 0 16,5 6 22-16,-1 2-7 15,2 6 15-15,3-2-30 16,-3 3 0-16,3-2 24 15,3-2-24-15,-1-3 0 16,9 4 15-16,1-4-15 16,6 0 29-16,6-4-29 15,3-2 0-15,8-4 25 0,4-6-25 16,6 0 0-16,0-4 3 16,2-3 6-16,-3-4 5 15,0-2-14-15,-1-6 0 16,-4 1 9-16,-4-4-9 15,1 2 0-15,-1-2-12 16,2-4 24-16,0-2-11 16,-3 0-1-16,-1-4 0 15,-2-2 0-15,1-2 0 16,1-2-3-16,-1-6-12 16,-1 2 30-16,0-2 0 15,-3-2-15-15,-6 3 1 16,-2 2 5-16,-2 3-6 0,-7 1-5 15,1 3-8-15,-7 2 26 16,-1-4 1-16,-1-2-14 16,-1-4 1-16,3-4 24 15,-6-2-25-15,1-2 1 16,1-5 1-16,1 6 15 16,-2-3 3-16,-4 1-20 15,-3 9 0-15,-1 0 25 16,-6 4-25-16,-1-2 0 15,-5 0-10-15,-4 0 23 16,-8 2-19-16,0-2 6 16,-12 0 0-16,0-1 2 0,-5 0-2 15,-1 3-13 1,-6 3 12-16,0 5 2 0,-2 0 4 16,-3 4-5-1,-11 6-9-15,-3 2-29 0,-9 0 38 16,-6 8-76-16,-1 4-34 15,4 4-145-15,8 6-350 16,-46 14-1266-16</inkml:trace>
  <inkml:trace contextRef="#ctx0" brushRef="#br0" timeOffset="186940.43">22812 7968 1547 0,'6'-3'217'0,"6"1"-172"0,7-4-39 0,8-2 8 16,4 4-5-16,1-1-9 0,1 4 0 0,0-2-3 16,-2 2 3-16,-6-2-114 15,8 3-182-15</inkml:trace>
  <inkml:trace contextRef="#ctx0" brushRef="#br0" timeOffset="187119.41">22696 8073 1830 0,'6'-4'242'0,"8"2"-176"15,13-4-60-15,15 0 69 16,9 0-69-16,10 0 7 15,3 2-2-15,5 4-11 16,-5 2-182-16,86-12-873 16</inkml:trace>
  <inkml:trace contextRef="#ctx0" brushRef="#br0" timeOffset="191524.16">18293 10822 509 0,'-2'-2'1127'0,"2"0"-930"0,-2-2-145 0,2-2 38 0,0 4 20 0,-5-2-32 0,5 2-11 0,-2 0-11 15,0 0 70 1,2 0-50-16,-2 0-23 0,0 0 31 16,-1 0-24-16,3-2-9 15,-4 2 0-15,0 0-51 16,-4-2 73-16,0 0-65 15,-3 0-7-15,-3 0 31 16,3-4-10-16,-9 2-21 16,-2 0-1-16,0-4 9 15,-5 6-4-15,-4 0-5 16,-3 0-3-16,1 2 3 16,2 2 0-16,-3 0 0 15,0 0-1-15,-1 2 7 16,1 0 11-16,-3 2-17 15,1 2 0-15,-5 2 0 16,-1 0 0-16,3 0 0 0,-2 4-1 16,3-2 7-16,5 4 30 15,6-2-36-15,5 4 0 16,0 4 12-16,4 0 1 16,-4 3-7-16,4 2 2 15,-1 1 7-15,2 2 51 16,1 5-66-16,-3 0 0 15,5 2 17-15,1 1-2 16,-1 0-9-16,8 0-6 16,1-2 7-16,1 4 17 15,4-4-24-15,-2 1 0 16,2-6 3-16,0 1-3 0,2-3 9 16,0-4-9-16,0 2 11 15,0-3 14-15,1 0-25 16,-3 0 0-1,2 0 5-15,-2-4-4 0,2-2 6 16,0 2-7-16,6-2 0 16,-4 0 8-16,-2-1-8 15,2 0-6-15,3-3 5 16,-3 4 2-16,4-1 12 16,-4-5-13-16,4-1 0 15,-1 1 2-15,-3 1-2 16,6 0-6-16,-4 2 6 15,3-1 0-15,5-2 23 0,-1 4-23 16,5-2 0 0,4 2 0-16,2-2 0 0,1 4 0 15,6-2 2-15,0-6-2 16,1 2 24-16,3-2-24 16,-2-4 0-16,3 2 15 15,-1-2-15-15,0-4 0 16,0 0 3-16,3-2-3 15,0 0 13-15,1 0-13 16,2-2 0-16,-1-2 8 16,2-2-8-16,-1 0-5 15,-2-6 4-15,2 2 2 16,3-4 9-16,-4 0-10 16,1-2 0-16,-1-2 1 0,-3 0-1 15,1-3-4-15,-2 1-10 16,-4-1 28-16,-1-2-14 15,-3 0 0-15,-1-2 0 16,-2-3 9-16,-7-2-9 16,-3 2-6-16,1 0-2 15,-5 0 16-15,0 0 2 16,0 4-10-16,-2 4 0 16,0-1 0-16,-3 5 0 15,2-4-16-15,0 0 16 16,-4-2 0-16,1-2 2 15,-1 0-2-15,-2-2 0 16,0 2 0-16,2 4 0 0,-8-2-5 16,4 8-4-1,-2-4 18-15,0 0-7 0,-2 2-2 16,-3 1 0-16,1 2 0 16,-1-2 0-16,0 3-2 15,0-2-8-15,1 2 20 16,-3 3-16-16,-2-3 6 15,2 1 0-15,-2 1-4 16,2 2 4-16,-7-4-8 16,5 4 2-16,-2-2 12 15,-6 4-10-15,4 0 4 16,-5 2 0-16,1 2-11 16,-6 2 11-16,2 0 0 15,-1 0-10-15,4 4 22 16,0-2-23-16,2 2 11 0,-4 4-58 15,-1 4 47-15,1 0-50 16,5 4-49-16,3 5-28 16,1-4-153-16,6 7-70 15,14 27-164-15</inkml:trace>
  <inkml:trace contextRef="#ctx0" brushRef="#br0" timeOffset="193302.89">19497 10629 607 0,'-3'-3'1122'0,"3"1"-916"0,-2-7-88 0,-1 5 5 0,3 3-16 0,0-4-47 0,-2 4-11 0,2-3-47 16,-2 1 65-16,-2 3-40 16,-3-4-9-16,-7 4 44 15,2 4-37-15,-11 0-1 16,-2 3 23-16,-4 3-28 16,-2 4 82-16,3 2-77 15,-4-4-11-15,3 4 38 16,5-4-28-16,2-2-14 15,8 0-9-15,3 0 18 16,-2-2 9-16,4 6-27 0,0-4-6 16,0 4 6-16,-3 0 6 15,1 2-5 1,3-2-1-16,-4 6 9 0,1-2 6 16,1 2-15-16,0-1 0 15,1-1 7-15,-1 0-6 16,0 0 5-16,3 0-6 15,1-7 8-15,2 4 5 16,-3-5-13-16,3 4 0 16,-1-4 11-16,0 2-10 15,1 0 9-15,0 2-10 0,-1 0 2 16,-1 4 31-16,-2 0-33 16,4 0 0-16,-2-2 4 15,1 2-2-15,3-2 5 16,0 0-7-16,2 0 1 15,2 2 24-15,-2 2-25 16,2 0 0-16,-2-4 15 16,0 5-14-16,0-3 20 15,0 0-21-15,2-4 0 16,-2 0-4-16,3-2 4 16,1 2 0-16,0 0 7 15,4 1-5-15,-2 3 5 16,1-1-7-16,-3-3 0 15,5 4 12-15,0-6-12 16,0 4 0-16,2-2 1 0,3-2 0 16,3 4 10-16,1-4-11 15,5 0 0-15,-2 0 12 16,6 0-12-16,0 0-1 16,2 0 0-16,2-2 2 15,5 2 7-15,-3-2-8 16,-2 1 0-16,3-2 8 15,-1-3-8-15,1 2-2 16,-5-4-5-16,7-2 14 16,-1-4 8-16,3 2-15 15,3-4 0-15,-2-4 9 16,1 2-9-16,2-2-4 16,-1-2-4-16,1 2 16 15,-2-2 2-15,3-2-10 0,-4-4 0 16,1 4-10-16,1-6 10 15,-5 0 0-15,3 2-6 16,-5-4 15-16,-1-2-5 16,-6 0-4-16,-5 0 0 15,-2-4 0-15,-2 2 0 16,-2-5-16-16,-1-3 15 16,1 5-14-16,2-5 3 15,0-1 4-15,-3 1 8 16,3-2-3-16,-5-2 3 15,1 4-4-15,-1 0-8 16,-2-2 24-16,-4 4-5 16,0 1-7-16,-3 4 0 0,-2-5 3 15,-2 6-3-15,-4-2 0 16,0-1-12-16,-3-1 26 16,-3 0 1-16,2 2-15 15,-5 0 0-15,-1-2 9 16,-1 4-9-16,-6-2 0 15,-1 8-1-15,-3-2 2 16,-6-2 10-16,3 4-11 16,-9 0 0-16,4 3 8 15,0 1-8-15,4 4-5 16,0 1-5-16,-1 0 20 16,-1 1-10-16,6 0 0 0,-4 4-3 15,-6 1-4-15,4 0 7 16,-4 3-8-16,-7 3-2 15,-6 4 20-15,-6 4-14 16,-5 0 4 0,1 5-36-16,-2-2 19 0,4 3-20 15,5-2-55-15,4 2-23 16,6 1-148-16,5 1-204 16,-32 28-267-16</inkml:trace>
  <inkml:trace contextRef="#ctx0" brushRef="#br0" timeOffset="194287.23">18875 11205 1006 0,'0'0'564'0,"0"-2"-414"0,2 2-120 0,2-2 69 0,-4 2-60 0,0 0-8 0,0 0 47 16,0 0-7-16,0 0-7 15,0 0 4-15,0 0-43 16,0 0 55-16,-4 0-80 15,2 2 16-15,-5 0-14 16,1 2 8-16,-4 0-10 16,1 2 0-16,1-4 17 15,6 0 34-15,-1-2-51 16,3 0 7-16,3 0 11 16,-3 0-9-16,6-2-7 15,-2 0 5-15,5 0 11 16,3-8 26-16,7 2-44 0,2-2 0 15,-1 2 37-15,-7 0-10 16,-5 4-10-16,0 0-17 16,-8 4 13-1,-2 0 8-15,-4 4-21 0,-4 0 0 16,-8 0 6-16,-2 4-6 16,-9 0 8-16,4-2 5 15,3-2-11-15,7-2 71 16,6-2-72-16,5 2-1 15,4-4 32-15,4 2-28 0,0 0-4 16,3-4-6-16,6 0 6 16,7-4 8-1,1 0-8-15,-2 0 0 0,-1 4-3 16,-7-2 9-16,-7 2-5 16,-1 4-1-16,-3 0 1 15,-3 2 38-15,1-2-39 16,-2 2-3-16,-5 0 3 15,-7 2 0-15,-8 2 8 16,0-2-8-16,-1 2-80 16,5 2 59-16,5-2-207 15,4-2-120-15,-3-2-298 16</inkml:trace>
  <inkml:trace contextRef="#ctx0" brushRef="#br0" timeOffset="197253.49">18772 9585 1045 0,'0'-10'205'0,"0"2"-34"0,0-6 17 0,-2 0-59 0,2 6-62 0,0 2 25 0,0 2-38 0,0 2-8 15,0 2 35 1,0 2-33-16,0-2 44 0,0 8-79 16,-2 6 20-16,0 10 90 15,-2 14-22-15,0 10-37 16,2 6-10-16,2 6-52 16,2 2 64-16,4 1-56 15,-2-1-10-15,3-4 51 16,-3 4-23-16,0-1 10 15,0 3-7-15,-1-5-16 16,0 0 42-16,1-3-57 16,0-2 9-16,-1-8 12 15,-1 0-10-15,0-4-11 16,-4-2 0-16,0 1 13 0,-3 3 28 16,-1-2-41-16,-2 0 0 15,4 0 1-15,2-6 11 16,0 1-4-1,2-1-8-15,2 0 15 0,-2-3 15 16,0 0-30-16,0-1 0 16,0-4 0-16,0 0 1 15,-2 0-1-15,0 4 0 16,2-2 6-16,-3 2 6 16,-1 2-12-16,4-1 0 15,-2-4-1-15,2 3 2 16,2-6-1-16,-2-1 0 15,2-3 6-15,0 2 0 16,1-2-6-16,-1 0-15 16,0 2 15-16,0 2 0 0,0 0 16 15,0 0-16-15,-2 2 0 16,0-2 13-16,2 1-13 16,-2-5 0-16,3 1 3 15,0 0-2-15,5-1 14 16,-3-3-15-16,1 2 0 15,0-1 9-15,2-2-9 16,1 2 0-16,-1 2 12 16,1 2-12-16,-2 0 27 15,2 0-27-15,-2 4 6 16,1-2 5-16,-3 4-11 16,0-3-5-16,1 0 5 15,-1 4 11-15,-1-3-4 0,0 2-7 16,4 0 0-16,-2-2 27 15,-2 4-27-15,3 4 0 16,-1 6 19-16,2 10-13 16,3 2 84-16,2 0-90 15,-6-1 9-15,-1-15 2 16,-1 0-11-16,-3-4-2 16,2 2-5-16,-2-4 14 15,1-6 1-15,-3-6-8 16,0 0 0-16,-3 0 3 15,-1 2-3-15,0 3-6 16,-1 8 0-16,1 7 12 16,0-1 19-16,-4 3-25 15,2-12 0-15,-1-6 5 0,3-4-5 16,2-2-11-16,0-4 5 16,0-4 12-16,-2-4 5 15,4 0-11-15,0-3 0 16,0-3 7-16,0 0-7 15,4 0 0-15,-4-3-10 16,0-1 26-16,-4-2-22 16,2-8 6-16,-2-14-36 15,0-8 11-15,-3-12 25 16,-4-10-27-16,6-4 15 16,1-3 9-16,2-1-6 15,4 8 9-15,2 4 0 16,1 0-3-16,4 4 3 15,-2 0-3-15,-1 3-9 0,-4 0 24 16,-2 0-3-16,0 1-9 16,-4 0 0-16,-3 4-2 15,3-4 2-15,-5 3 0 16,2 6-13-16,5 5 29 16,-5 7-11-16,5 5-5 15,-2 4 0-15,2 6-2 16,0 0 2-16,2 0-6 15,-3 2-4-15,1-4 20 16,2 4-8-16,-3-4-2 16,3 2 0-16,0 0 0 0,-2 0 0 15,2 0-18-15,0-2 18 16,0 2 0-16,0-2-15 16,0 2 15-16,-4-2 0 15,4 0-6-15,-2-2 6 16,2 0-15-16,-3-7 14 15,3 0-6-15,3-4-20 16,-3 2 27-16,2-4-22 16,2 1 11-16,-4-2 11 15,0 0-7-15,0 0-2 16,-4-2 18-16,-1 2-11 16,3 0 2-16,-2-2-4 15,2 2-5-15,2-2 9 0,-2-5-18 16,2 3 12-16,0 0 4 15,-3-4-25-15,3 6 27 16,-4 0-16-16,1-2 4 16,1 6 12-16,-3 0-15 15,3 0 9-15,-2 2 12 16,0 0-9-16,4 2 3 16,-2 0 0-16,-1-2 0 15,-1-1 0-15,-1 0-3 16,0-4-8-16,1-3 22 15,-2-4-4-15,-1-4-7 16,-2 0-1-16,0-8-8 16,-2-6 9-16,-1 5 0 15,-1-1-14-15,5 10 28 16,4 0-5-16,-4-2-9 0,6 2 0 16,-2-4 1-1,-1-4-1-15,-1-2 0 0,6-3 0 16,0 1 12-16,6 2-6 15,1-4-6-15,1-6-10 16,2-6-1-16,-6 1 11 16,-2 1 0-16,-2 10-12 15,0 6 24-15,3 4-10 16,-3 0-2-16,0 0-14 16,0 0 13-16,0-3 1 15,0 1-24-15,0-2 23 16,0 4 1-16,-3-2 2 15,-1 2-2-15,0 2-23 0,-4 8 14 16,4 12-36 0,2 9-130-16,-2 13-492 0</inkml:trace>
  <inkml:trace contextRef="#ctx0" brushRef="#br0" timeOffset="201137.92">19122 10979 665 0,'-5'-4'495'0,"3"1"-387"0,-4-1 59 0,-1 3-67 0,2-4 17 0,1 1-31 0,-5 0-14 0,3-1-5 16,1 0 14-16,0 1-36 15,1 0 90-15,-1 0-70 16,-3-3-64-16,-8 3 43 16,3 0-23-16,-8 1 1 15,2 3 20-15,-6 3-27 16,-2 1 80-16,-4 0-58 16,0 6-23-16,-2-2 47 15,2-1-29-15,2 4-13 16,-1-1-2-16,8-1-7 15,0 4 46-15,0 2-56 16,-1 7 1-16,3 3 17 16,0 5-11-16,2 0-6 15,1 4-1-15,7-2 13 0,4-2 22 16,2 6-35 0,1-4 0-16,6 4 17 0,1-4-2 15,2 0-14-15,2 3 6 16,3-3 16-16,-3 2 28 15,-1-6-51-15,2 0-2 16,-2-4 2-16,4-2 6 16,-2-2-4-16,0-2-4 15,2-6 11-15,2 0 11 16,0-2-20-16,4 0 0 0,2 0 17 16,-1-2-1-16,3 4-16 15,-4-2 0-15,5-2 15 16,-5 2 15-16,6-2-30 15,-2-2 0-15,0 2 0 16,2-4 0-16,6-1 5 16,4-3-13-16,-2-3 16 15,7-1 2-15,1-4-10 16,0 1 0-16,4-1 2 16,-3-1-2-16,-2 4 0 15,-5 1 0-15,-2-1 0 16,0 1 10-16,1-1-10 15,-1-2-1-15,0 1 0 16,0-2 1-16,5-2-5 16,-3 0-1-16,2 0 12 0,-2 4-9 15,2-2 3-15,1 0-24 16,-5 2 18-16,2 0-7 16,-6 2-5-16,0-2 4 15,-3 0 14-15,2 2-12 16,-3 0 12-16,0-2-13 15,-2 0 7-15,2 0 12 16,4 0-6-16,-3 0 0 16,7 0 0-16,-2 0-9 15,-2 2 9-15,0 0-20 16,-3 0 11-16,-2-2 10 16,1 0-2-16,-4 2-27 15,4-2-6-15,-3-6 1 16,3 0 27-16,-1-4-18 0,2-2 13 15,-1-2 11-15,4 2-36 16,-6-4-61-16,4-3-59 16,2 1-74-16,13-46-140 15</inkml:trace>
  <inkml:trace contextRef="#ctx0" brushRef="#br0" timeOffset="-213089.75">9595 11223 842 0,'0'0'364'0,"0"0"-275"0,0 0-76 0,-2 0 4 0,2 0 79 0,0 2-32 0,0-4-55 0,2 2 11 16,-2 0 43-16,0 0-44 15,0 0 34-15,0 0-10 16,0 0-5-16,0 0 43 16,0-2-65-16,0 4 7 15,0-2 61-15,0 0-62 16,0 0-22-16,0 0 15 15,0 0-5-15,0 0 22 16,0 0-32-16,-11-10 0 16,4 8 23-16,2 0-22 15,-3-2-1-15,-1 0 27 16,-1 2-15-16,2-2 23 0,-8 2-35 16,1-4 0-1,2 4 28-15,-5-2-28 0,5 2 0 16,-4 2 6-16,-3-2-6 15,3 2 19-15,-4 0-19 16,1 0 0-16,1 0 0 16,0 0 0-16,0 0-4 15,-1 0-5-15,1 2 18 16,-2 2-2-16,-4 0-7 16,3 4 0-16,-3-4-7 15,1 2 7-15,-3 2 0 16,3 0-8-16,-3-2 17 0,2 0-10 15,8 0 1 1,-4-4 0-16,5 0 4 0,1 0-4 16,-7 0-3-16,2 2-6 15,-5 5 18-15,-6 0 14 16,2 1-23-16,-4 4 0 16,2-2 29-16,0 1-29 15,2-2 0-15,-1 3 14 16,1-2-7-16,3 2 19 15,-1 0-26-15,3-3 0 16,1-1 29-16,3 2-20 16,-3-2-3-16,4 4 7 15,-6 2-7-15,-1-2 38 16,3 4-44-16,-3 0 0 16,1-2 54-16,-2 4-44 0,1 2 2 15,3-2 11-15,-2 0-17 16,8-2 40-16,-3 0-46 15,7 0 11-15,-1 2 19 16,1-2-20-16,1 4-8 16,-1 3 26-16,2 3-26 15,-3 6 52-15,2 2-54 16,2 2 6-16,-3 4 18 16,4-2-23-16,5 0-1 15,-1-2 9-15,5 2 1 16,-2-4 35-16,4 0-45 15,1-3 9-15,-1 1 32 16,2-2-31-16,-1 2-8 0,-1 4 7 16,-2 2 7-1,2-2 29-15,-4 2-45 0,0-1 2 16,2-7 14-16,0 0-16 16,0 0 0-16,2-4-12 15,0-2 25-15,0 2 14 16,0 2-27-16,5 0 6 15,-3 0 20-15,1 1-26 16,2-4 1-16,-3 4-10 16,2-3 30-16,1-5-6 15,3 4-15-15,-4-5 0 0,1 1-1 16,1 2 1 0,4 1 0-16,3 0-6 0,1 0 21 15,2 0-12-15,0 0-3 16,0 0-1-16,1 2 1 15,2-2 0-15,-1 2 0 16,-3-2-10-16,6-2 20 16,-5-2-2-16,1 3-8 15,2-3-3-15,-2 2 3 16,0-2 0-16,-1 0 1 16,1-4-10-16,-1 0 23 15,3 2-7-15,0-2-7 16,6-2-4-16,2 0 4 15,2 0 0-15,3-6 1 16,-3 2-7-16,0-6 18 0,-4 0 6 16,2-2-18-16,-4 2 0 15,-2-2 3-15,2-1 9 16,0 1-11-16,2-3-2 16,4 3 10-16,-2-2 12 15,4 2-21-15,3-1 0 16,-1-2 1-16,3-1 2 15,1 0 3-15,-6-1-12 16,2-2 21-16,1-1-9 16,-3 0-6-16,-2 2-1 15,-6 1 1-15,4-3 0 16,-6-1 0-16,4 1-9 0,1-4 21 16,1 0 7-1,7-3-19-15,2 0 0 0,-1-3 14 16,1 2-14-16,0-2 0 15,-2 2-1-15,2-2 13 16,-5 0 0-16,1-2-12 16,-1 0-6-16,-4 0 6 15,0-2 0-15,0 0 0 16,0-4-6-16,0 0 18 16,6 0 21-16,1-3-33 15,-1 3 0-15,-3 0 6 16,-3 2-6-16,2-3 0 15,-2-2-8-15,0-3 19 16,0 2 1-16,0 0-12 16,-4 0-6-16,2 2 6 0,-8 2 0 15,3-2 1-15,-3 2-10 16,-4 0 19-16,1-3-10 16,-3-1 0-16,5-2-12 15,-3-4 11-15,6-2 1 16,-4 2 0-16,1 2 0 15,-3 2 2-15,-1 2 10 16,-1 2-12-16,-1 0-9 16,-4 0 9-16,1 2 0 15,-1 2 1-15,0-2-1 16,-4 1 1-16,1-2 3 16,-1-4-4-16,3 1-7 0,-2-4 6 15,3 2 2 1,1-2 2-16,0 4-3 0,-4-2 0 15,-3 4 5 1,0 0-5-16,-2 2-11 0,-2 2 10 16,0 2 2-16,-3 0 9 15,0-2-10-15,-1-5 0 16,-3-1-9-16,1-2 9 16,-4 1-3-16,1 0-3 15,-2 5 12-15,-1-2-2 16,1 2-4-16,-3 0 0 15,0 0-6-15,1 2 6 16,-3 2-12-16,1 2 12 16,-2 0 0-16,2 2 6 15,-1-4-6-15,3 2 0 16,-1-2-3-16,-5 2 3 0,4 0-9 16,-3-2 8-16,0 1 2 15,-2-1 3-15,1 0-4 16,-6 0 0-16,4 2-2 15,-4-4 2-15,-2 0-9 16,0-2 8-16,0 0 2 16,0 0-1-16,2 0 0 15,-2 0 0-15,2 4-4 16,4 0 4-16,0 0-11 16,0 4 2-16,-2 2 18 15,3-2-4-15,-2 2-5 16,4 3 0-16,-1-5 0 0,6 5 0 15,-1-4-6 1,5 3 0-16,1-2 12 0,0 1 6 16,-1-2-12-16,3 4 0 15,-1-5-5-15,-1 1 5 16,0-1-4-16,3-2-8 16,0 2 24-16,0-2-5 15,1 0-7-15,-3 2 0 16,-3 0-1-16,6 2 1 15,-3-2-6-15,-3 6-6 16,2-2 24-16,-1 2-8 16,1 0-4-16,2 0 0 15,1 0 0-15,-5 2 0 16,8 2-4-16,0-2-10 16,2 4 28-16,-1 0-10 0,1 0-4 15,0 2 0-15,0 0-19 16,-2 2 19-16,-1 0-26 15,-6 4 11-15,2 4-82 16,-2 8-2-16,-3 8-143 16,-1 2-94-16,3 4 45 15,-5 44-190-15</inkml:trace>
  <inkml:trace contextRef="#ctx0" brushRef="#br0" timeOffset="-207890.37">11803 10648 1281 0,'-5'-2'243'0,"1"2"-155"0,-3-6-88 0,-1 8 96 0,-2-2-44 0,-5 0-13 0,2 4 27 0,-5-2 14 16,-3 4-35-16,0 0 13 15,-4 2-41-15,-2-2 79 16,2 0-56-16,-4 0-28 16,0 2 48-16,0 2-4 15,-4 2-22-15,0 0-11 16,-3 4-16-16,1 0 88 15,1 2-80-15,1 4-14 16,0 0 45-16,1 2-21 16,8-2-4-16,-1 2-6 15,6-2-6-15,-2 3 62 16,3-2-63-16,-5 4-7 16,4-1 37-16,-1 3-28 0,-2 6 2 15,0-1-6-15,-3 8 18 16,-2-2 15-16,0 0-39 15,7-2 0-15,0-6 9 16,4-1 5-16,5-7-14 16,-3-1 16-16,4 4 5 15,3 3 38-15,-1 0-59 16,2 4 0-16,2 0 24 16,2 4-15-16,-2 0-9 15,1 2 0-15,1 2 16 16,0-2 13-16,-2 3-29 15,-1-3 0-15,3 0 6 16,-1-6 7-16,-1 0-13 16,4-2 0-16,0-2 11 15,3 2 22-15,-2 2-33 0,4 2 0 16,0 5 12-16,1-4-5 16,3 2 2-16,-3-3-9 15,0 0 11-15,0 0 4 16,1 0-15-16,-1 2 0 15,0-6 0-15,4 0 0 16,-3-6 8-16,-1-8-8 16,3 5 0-16,0 0 11 15,6 8-11-15,-1-5 0 16,-1-2 23-16,1-2-22 16,-5-8 8-16,-5 0-9 15,3-4 0-15,-1 4 6 16,6-4-6-16,-4 4-6 15,0-2 6-15,3 0 1 0,-3 0 11 16,4 0-12-16,1-2 0 16,-2 2-2-16,9 2 2 15,3 7 0-15,10 1 23 16,7 1-22-16,0 1 14 16,-1-3-15-16,0-2 0 15,-1-6 5-15,-9-1-5 16,2-6-5-16,-2-2 5 15,2-2 1-15,0 4 15 0,3-4-16 16,1 0 0 0,-1 0 9-16,5 0-9 0,6 2 0 15,5-4 3-15,-2 2-2 16,4-2 11-16,-6 0-12 16,-1-2 0-16,-1-2 3 15,-1 0-3-15,-3 2-6 16,2-6 0-16,3 4 12 15,-3 0-2-15,5-3-4 16,-5 2 0-16,-6-3 2 16,3-1-2-16,-2-2-6 15,1 3-2-15,2-2 16 16,-3-2 5-16,2-1-13 16,-4 2 0-16,-3 0 5 15,1 0-5-15,-2 0-9 0,0 0-2 16,-2 1 22-16,3-5-1 15,-3 3-10-15,0-4 0 16,2 4 2-16,0-6-2 16,2 0-8-16,-2-2-2 15,-2 6 20-15,-2-4-2 16,-5 2-8-16,0-2 0 16,-1 2 3-16,4-4-3 15,-4 0-6-15,4-4-8 16,0-2 28-16,-3-1-10 15,2 2-4-15,-2 0 0 16,1 2-1-16,-8-2 1 16,1 3-6-16,0-2-5 15,-1 0 22-15,3-2-8 16,-5 2-3-16,3-2 0 0,0-2-3 16,0 0 3-16,-3-2-6 15,5-7-6-15,-3 4 24 16,-2-7-3-16,3 3-9 15,-5-1 0-15,-3 2-9 16,-2-2 9-16,2 4-11 16,-1-2 11-16,-3 4 0 15,-1 0-4-15,2-2 4 16,-5 4 0-16,-5-5-9 16,0 3 9-16,-1-2-5 0,-11 0-10 15,5 0 30 1,-7-2-31-16,-2 4 16 0,2-2-23 15,0 3-8 1,1-1 31-16,-5-1-29 0,1-2 28 16,-2 3-1-16,1 0-21 15,1 6 23-15,2 2 0 16,0 4-9-16,7 0 9 16,-3 6-9-16,3-2-3 15,3 4 24-15,0 0-25 16,-1 0 13-16,1 0 0 15,0 2-8-15,-1-2 8 16,-5 2 0-16,3-2-15 0,1 2 30 16,-3-2-10-1,1 2-5-15,1-2 0 0,1 2 3 16,4 0-3-16,-1-1-8 16,0 4-1-16,0-4 18 15,-4 4-4-15,-1-1-5 16,1-5 0-16,-5 5-3 15,3 2 3-15,-4-3-2 16,4 0-10-16,-3 1 24 16,3 0-4-16,1 0-8 15,-1 4 0-15,-3-6-3 16,0 4 3-16,-4-2-2 16,-1 0-10-16,-4 2 24 15,2 2-9-15,-2-2-3 16,-5-2 0-16,-1 6-4 0,4-2 4 15,-2 2 0 1,4 0-15-16,5 0 30 0,3 0-12 16,11 0-3-16,-1 2-2 15,0 0 1-15,0 0 1 16,-2-2-5-16,2 2-5 16,-5 0 20-16,-3 2-5 15,1 0-5-15,-4-2-2 16,2 2 1-16,2-2 1 15,1 0 0-15,-1 2-12 16,1-2 27-16,3 0-12 16,2 0-3-16,-1-2-3 15,1 0 3-15,6 2 0 16,0-2 0-16,-1 0-12 0,3 2 25 16,-4-4-7-16,1 4-6 15,-1 0-3 1,0-2 3-16,-2 0 0 0,1 0 1 15,1 0-10-15,-2 0 22 16,0-2-5-16,-3 0-8 16,-3-4-3-16,3 2 2 15,-7 0 1-15,1-4 0 16,-1 2-10-16,0 0 20 16,0 0-4-16,0 2-6 15,-2 2-10-15,-2 4 10 16,-3-2 0-16,1 4 1 0,4-2-12 15,0 2 23 1,2 0-4-16,2-2-8 0,0 0-5 16,3 2 5-16,-5-4 0 15,3 2 0-15,-5-2-9 16,2 0 19-16,2 0-10 16,-3 2 0-16,-2 0-16 15,-5 4 1-15,-8 8-35 16,-8 6-109-16,-11 12-114 15,1 2-236-15,-67 48-27 16</inkml:trace>
  <inkml:trace contextRef="#ctx0" brushRef="#br0" timeOffset="-207182.25">9869 12274 1573 0,'9'-8'312'0,"-3"2"-240"0,10-6-72 0,3 4-1 0,-4 0-67 0,-5 6-176 0,-12 12-498 0</inkml:trace>
  <inkml:trace contextRef="#ctx0" brushRef="#br0" timeOffset="-207025.45">9508 12416 1650 0,'-36'6'342'15,"9"-2"-103"-15,-26 6-122 0,24-3-36 16,16-6 7-16,13-1-31 16,17-5-3-16,20-4-54 0,23-9 11 15,28-2-11 1,77-18 0-16,27 0-101 0,7-2-115 15,-72 12-138 1</inkml:trace>
  <inkml:trace contextRef="#ctx0" brushRef="#br0" timeOffset="-202436.63">13468 4401 1465 0,'0'-2'228'0,"0"2"-195"0,0-1 51 0,0 1 34 0,-3-3-16 0,3 1-22 0,-3-2-35 0,-1 2 30 0,0-2-18 0,-1 2-36 15,1-2 61-15,-5 8-52 16,-2 0-12-16,-11 6-3 16,-7 12-7-16,-5 14 44 15,-4 7-52-15,0 4 1 16,7 6-2-16,11-9 1 16,7-2 0-16,13-4-11 15,11-6 23-15,3-2-7 16,3-7-5-16,10-5 0 15,0-7 18-15,-1-7-18 0,3-8 0 16,5-6 1-16,-5 0 17 16,4-6 17-1,-4-2-35-15,-4 2 0 0,-6 0 21 16,-5 2-6-16,-5 4 0 16,-3 6 21-16,-4 0-35 15,-2 4 64-15,0 0-65 16,0 2-9-16,0-2-5 15,-2 2 14-15,2 2-13 16,2 6 4-16,1 6 18 16,0 4-2-16,1 2-7 15,0 0-42-15,-1 0-66 16,-1 2-159-16,0-7-87 0,-11 6-517 16</inkml:trace>
  <inkml:trace contextRef="#ctx0" brushRef="#br0" timeOffset="-201854.34">13692 4696 586 0,'0'0'1183'0,"0"0"-1012"0,-2 0-129 16,4 0 11-16,-2-2 85 0,2 2-75 0,1 0 31 0,1-6-68 0,6 2-2 0,7-4 31 15,5-6-4-15,3 2-28 16,-3-4-10-16,-2 4 1 16,-7-2 38-1,-3 4-52-15,-4-2 6 0,-4 4 17 16,-4 4-13-16,-4 2-10 15,-4 2-5-15,-1 3 5 16,-11 8 1-16,2 9-1 16,2 0-12-16,3 4 12 15,7-2 0-15,6-2 2 16,7-6-8-16,2 0 12 16,6-8 9-16,3-2-15 15,-1-2 0-15,6-6 16 0,0-2-10 16,2-4-6-16,-1-4 0 15,3-4 18-15,-6 2 30 16,2 0-48-16,-5 4 0 16,-1 2 14-16,-2-2-14 15,-1 4 1-15,3 0-1 16,-1 0 1-16,-4 2 7 16,9 2-8-16,-2-2-11 15,10-4 11-15,0 3 5 16,2 2-5-16,0-1 0 15,-7 2 0-15,-2 0-47 16,-6 0 35-16,-4 2-115 0,-5 2-40 16,1-2-82-1,4-8-230-15</inkml:trace>
  <inkml:trace contextRef="#ctx0" brushRef="#br0" timeOffset="-199223.4">10520 10756 1158 0,'0'0'210'0,"2"0"-76"0,-2 0-58 0,0 0-4 0,0 0-18 0,0-2-4 0,2 2 46 0,-2 0-23 16,0-2-59-16,0 2 85 16,0 2-91-16,2 8-7 15,2 6 88-15,8 20 32 16,-1 16 4-16,7 16-64 15,6 19-17-15,19 69 73 16,5 38-81-16,10 35 3 16,-20-56 18-16,-8 21-35 15,8 19 40-15,-3-13-62 0,5-31 16 16,1-31 12 0,1 2-28-16,-9-5-1 0,5-17-13 15,-22-64 28-15,-5-4-19 16,-1-2 5-16,15 49 0 15,-7-3-13-15,-7-2 13 16,-1 0-78-16,-4-1-41 16,-9-7-119-16,-4 0-53 15,-26 78-366-15</inkml:trace>
  <inkml:trace contextRef="#ctx0" brushRef="#br0" timeOffset="-197491.67">9252 11901 978 0,'21'-6'59'0,"2"0"-59"0,26-10-93 0,7 4-83 0,93-32-321 0</inkml:trace>
  <inkml:trace contextRef="#ctx0" brushRef="#br0" timeOffset="-197338.76">9221 12007 1015 0,'-16'4'490'0,"5"-2"-415"0,-12 4-36 16,19 0-39-16,10-2-39 15,15 0-57-15,8 0-146 16,84-2-407-16</inkml:trace>
  <inkml:trace contextRef="#ctx0" brushRef="#br0" timeOffset="-197173.73">9398 12645 1200 0,'10'6'198'16,"-2"-2"-117"-16,13 6-81 15,77 18-150-15</inkml:trace>
  <inkml:trace contextRef="#ctx0" brushRef="#br0" timeOffset="-197005.39">9633 12998 1351 0,'-3'6'73'0,"6"-2"-73"0,3 2-70 16,61 12-182-16</inkml:trace>
  <inkml:trace contextRef="#ctx0" brushRef="#br0" timeOffset="-196853.93">9913 13134 1661 0,'-13'2'232'0,"7"6"-232"16,-8 19-130-1</inkml:trace>
  <inkml:trace contextRef="#ctx0" brushRef="#br0" timeOffset="-196024.51">11976 11807 826 0,'9'-4'670'15,"3"-2"-596"-15,10-8-74 0,16 2-23 0,13-8-59 0,102-38-169 0</inkml:trace>
  <inkml:trace contextRef="#ctx0" brushRef="#br0" timeOffset="-195862">12327 11767 1645 0,'0'-2'249'0,"2"-2"-183"15,4-3 7-15,11-3-73 16,8 1-21-16,10-1-109 16,78-7-686-16</inkml:trace>
  <inkml:trace contextRef="#ctx0" brushRef="#br0" timeOffset="-195674.07">12257 12230 2037 0,'0'0'346'0,"0"0"-245"0,1-2-101 16,12 4-45-16,5-2-39 16,18 2-183-16,68 2-328 15</inkml:trace>
  <inkml:trace contextRef="#ctx0" brushRef="#br0" timeOffset="-195522.75">12271 12561 1668 0,'-7'0'513'0,"1"0"-368"16,-1 0-89-16,4 0-55 15,3 0-2-15,10-2-8 16,14-4-124-16,7-4-25 15,14-3-50-15,70-20-344 16</inkml:trace>
  <inkml:trace contextRef="#ctx0" brushRef="#br0" timeOffset="-195305">12130 12701 1041 0,'-31'4'837'0,"2"4"-674"16,-33 6-65-16,4 2-67 15,5-2 7-15,-1 0-13 16,16-6-17-16,12 0 25 16,9-6-33-16,13-2-24 15,8-8-26-15,10-2-194 16,6-10-8-16,13-2 69 16,6-2-23-16,-2 0-97 15,41-28-469-15</inkml:trace>
  <inkml:trace contextRef="#ctx0" brushRef="#br0" timeOffset="-195190.61">11834 12617 1022 0,'-26'-4'378'16,"-1"2"-98"-16,-27-4-121 15,-6 0-76-15,4-2-59 16,5 0-24-16,6-6-32 16,5-4 22-16,-31-53-280 15</inkml:trace>
  <inkml:trace contextRef="#ctx0" brushRef="#br0" timeOffset="-194996.8">11097 12288 1680 0,'-23'-10'298'0,"5"8"-34"16,-17-6-190-16,8 4-53 15,14 4 45-15,8-4-66 16,10 4-30-16,8 0-201 15,11-4-23-15,74-30-497 16</inkml:trace>
  <inkml:trace contextRef="#ctx0" brushRef="#br0" timeOffset="-194851.36">11245 11915 1689 0,'0'-6'300'0,"6"0"-243"16,4-6-57-16,9-2-48 16,12 4-105-16,71-30-360 15</inkml:trace>
  <inkml:trace contextRef="#ctx0" brushRef="#br0" timeOffset="-194675.05">11897 11462 1727 0,'-7'-2'335'15,"2"0"-205"-15,-1 0-130 0,3 2 15 16,3 2-15-16,5 2-176 16,4 2-67-16,29-10-284 15</inkml:trace>
  <inkml:trace contextRef="#ctx0" brushRef="#br0" timeOffset="-194508.59">11901 11267 1648 0,'-10'-7'344'0,"6"2"-133"15,-4-5-118-15,5 8-52 0,3 0-28 16,3 2-26-16,5 0-83 15,10 2-125-15,38 4-130 16</inkml:trace>
  <inkml:trace contextRef="#ctx0" brushRef="#br0" timeOffset="-194324.75">11881 11044 1696 0,'-13'-11'264'15,"-1"1"-68"-15,-9-6-110 16,10 8-14-16,9 3-38 0,6 5-34 16,5 3-124-1,7 4 89-15,5 1-133 0,6 3-120 16,44 1-648-16</inkml:trace>
  <inkml:trace contextRef="#ctx0" brushRef="#br0" timeOffset="-194172.51">11698 11055 1694 0,'-27'0'273'0,"5"2"-77"15,-20 0-128-15,10 0-1 16,15 0-10-16,12 0-40 16,23 0-17-16,24 0-35 0,20 2-221 15,23-4-41 1,145-10-1238-16</inkml:trace>
  <inkml:trace contextRef="#ctx0" brushRef="#br0" timeOffset="-193980.66">12423 11125 1685 0,'-5'-4'868'0,"2"0"-653"15,-1-2-98-15,2 8-117 16,2 6 7-16,2 4-16 15,10 10 27-15,11 10-43 16,12 6-199-16,94 56-444 16</inkml:trace>
  <inkml:trace contextRef="#ctx0" brushRef="#br0" timeOffset="-193824.57">12712 11538 2350 0,'-2'-2'374'15,"2"4"-374"-15,-3 2-32 16,6 6-5-16,3 4-85 16,10 48-454-16</inkml:trace>
  <inkml:trace contextRef="#ctx0" brushRef="#br0" timeOffset="-192870.48">10034 11869 1484 0,'0'2'40'15,"-7"4"-40"-15,-18 28-602 0</inkml:trace>
  <inkml:trace contextRef="#ctx0" brushRef="#br0" timeOffset="-187867.72">11881 12274 1123 0,'0'-2'345'15,"0"2"-166"-15,-2-2-67 16,-1 2-13-16,3 0-57 15,-2-2-22-15,2 2 77 16,0 2-53-16,0-2-1 0,2-2 17 16,-2 2-40-16,3-2 13 15,-3 2-33-15,0 0 6 16,0 2 33-16,0-4-39 16,0 2 13-16,2 0 14 15,-2 0-27-15,4 2 20 16,8 0-20-16,9-2-39 15,20 0 16-15,12-6-155 16,15-6-38-16,119-28-146 16</inkml:trace>
  <inkml:trace contextRef="#ctx0" brushRef="#br0" timeOffset="-186139.13">13119 11318 1542 0,'-2'0'286'0,"2"0"-167"0,-2-4-26 0,2 1-30 0,2-5-27 15,5-3 78-15,2-6-86 0,4-3-10 0,8-6 23 16,1-2-25-16,11-8 26 16,5 2-42-16,11-8 15 15,11 4 20-15,16-6-35 16,11-1-5-16,7 4-5 16,6 5 20-16,-7 1-14 15,-8 9 4-15,-10 6 0 16,-12 8 9-16,-12 4-9 15,-4 8-6-15,-11 0 0 16,-3 6 12-16,-4-2-2 16,-5 0-4-16,-1 0 0 15,-5-2 8-15,-3 0-8 0,-5-2-2 16,-4 2-14 0,-4-2 32-16,-2-2-16 0,-2 2 0 15,2-2 0-15,-2 2-43 16,-2-2 43-16,-1-4-57 15,-6-2 25-15,-5-4 13 16,3-6 10-16,-8 2 9 16,6-4 0-16,-3 2 16 15,1 2-2-15,0 4 4 16,7-2 22-16,-1 3-2 16,6 6 43-16,5 1-50 15,2 2-22-15,14-2 32 0,2 1-41 16,10-1-5-1,1 4-5-15,5 3 20 16,-2 1-7-16,-4 2-3 16,-8 3 0-16,1 2 18 15,-13 5-18-15,-1 2 0 0,-10 2 19 16,-3 0-18-16,-12 4 70 16,-2 4-71-16,-7-4 1 15,5-4 5-15,-5 2-6 16,8-4-69-16,0-2-168 15,1 4-414-15</inkml:trace>
  <inkml:trace contextRef="#ctx0" brushRef="#br0" timeOffset="-185535.19">14637 10555 1129 0,'2'-5'588'0,"-2"-2"-386"16,5-1-100-16,3 2 15 0,-3-2-3 0,0 8 72 0,2 4-127 0,-1 6-13 0,0 10 59 0,7 11-43 16,-3 5-35-16,-1 0-18 15,-1 2 18-15,0-8 6 16,2-2-33-16,-5-6-8 16,-3-6 8-16,0-8 0 15,-2-2-14-15,-2-6 14 16,2-2-30-16,-2-4-1 15,-3-4-17-15,3-10-38 16,4-4 19-16,7-8-10 16,3 2 19-16,5 2 31 15,1 2 21-15,0 2-12 16,2 3 18-16,-5 3-8 16,6 3 8-16,-3-6 1 15,1 3 0-15,2 0 14 0,-8 2-13 16,0-2 112-1,-4 4-41-15,-5 6-8 0,0 2 41 16,-3 6-41-16,-1 0-38 16,0 8-27-16,5 10 12 15,-1 10 75-15,5 8-87 16,0 7 9-16,0-3 1 16,2-2-9-16,1-4-1 15,1-6-20-15,-3-2-187 16,-3-4-144-16,0 0-881 15</inkml:trace>
  <inkml:trace contextRef="#ctx0" brushRef="#br0" timeOffset="-183648.16">9073 11664 1346 0,'-2'-2'262'0,"0"0"-140"0,0 0-47 0,-2-2-8 0,2-2 25 0,-4-2-56 0,2-2 78 0,0 0-62 15,-1-8 22-15,-1 0-17 16,-4-2-18-16,-5-2 27 15,-1 2-56-15,-8 0-4 16,-7-2 45-16,-14 2-51 16,-17-3-4-16,-11-2 4 15,-19 0 16-15,-11-1 35 16,-10 4-51-16,-65-2 1 16,-10 20 38-16,-28 14-39 15,58 11-6-15,23 5 5 16,11 2 2-16,72-14 5 0,2-2-6 15,8 3 0 1,-41 12 46-16,21-3-46 16,17-2 0-16,19 0 9 0,19-4-9 15,14-2 27-15,12 0-27 16,8 0 0-16,9-6 9 16,2-2-9-16,-2 0-18 15,-9-4-6-15,-3 0-101 16,-8 0-53-16,-3 4-119 15,-16 4-456-15</inkml:trace>
  <inkml:trace contextRef="#ctx0" brushRef="#br0" timeOffset="-183123.88">7253 11201 1314 0,'0'0'285'0,"-2"0"-186"0,-4 2-15 0,-4 2-61 0,-1 6 34 0,-3 2 6 0,-5 4-33 0,-6 6 67 0,-4 7-44 15,-6 4-28-15,-1 7 94 16,1 3-65-16,1-7-23 16,2 0-14-16,13-8 2 15,5-8 25-15,7-10-44 16,5-2 0-16,4-8 4 15,10-6-2-15,10-4 5 16,13-8-7-16,10-6 21 16,7 0-12-16,3 2-9 15,3 6 0-15,-4 5-6 16,-1 10 6-16,-6 5-3 16,-10 6-3-16,-10-2 12 0,-11 0-7 15,-7-2 1-15,-5-2-5 16,-4-2-1-16,-6 0 6 15,-3 0-51-15,-7-2-100 16,-3 2-131-16,-42-10-271 16</inkml:trace>
  <inkml:trace contextRef="#ctx0" brushRef="#br0" timeOffset="-182722.44">6065 11209 1661 0,'0'-2'360'16,"0"2"-209"-16,0 0-150 0,5 12 100 0,4 4-5 0,2 14-14 0,9 5 2 0,2 7-42 0,5-1-40 15,0 2-2-15,-5-1 15 0,1-2-50 16,-8-8-44-16,-1-8-133 16,-1-8-49-16,16-16-301 15</inkml:trace>
  <inkml:trace contextRef="#ctx0" brushRef="#br0" timeOffset="-182374.53">6252 11125 1689 0,'-4'20'288'16,"4"4"-146"-16,2 18-62 0,8 7 20 15,5-2-35-15,7-4 4 16,10-6-68-16,3-6 22 15,9-7 8-15,1-8-31 16,-1-16 0-16,-3-8 9 16,-5-8-1-16,-5-10 8 15,-10-6-16-15,-4-2 0 16,-7-3 11-16,-10 3-11 16,-15 2-6-16,-7 2-5 0,-14 6 22 15,-4 10-19 1,-5 4 8-16,3 12 0 0,7 6-51 15,6 6-10 1,11 2-134-16,11 0-104 0,32 2-592 16</inkml:trace>
  <inkml:trace contextRef="#ctx0" brushRef="#br0" timeOffset="-181938.29">6643 10989 1706 0,'0'0'485'0,"4"1"-419"15,2 6-45-15,6 8 138 0,5 3-79 16,12 7-50-16,5-3 0 16,4-6-29-16,2-2 46 15,0-10-47-15,3-10 7 16,-10-8 29-16,3-8-36 15,-7-4 0-15,-9-6-9 16,0-4 21-16,-12 1-1 16,0 1-11-16,-4 2 0 15,-2 6 1-15,9 8-1 16,-2 8-12-16,7 2 11 16,11 2 2-16,4 0 2 15,6-2-3-15,4-6 0 0,-1-4 1 16,-5-6-1-1,-6-2 0-15,-13-2-9 0,-14 0 23 16,-11-2-7-16,-16 3-7 16,-12 8-4-16,-19 5-16 15,-13 15 20-15,-16 16-180 16,-146 77-338-16</inkml:trace>
  <inkml:trace contextRef="#ctx0" brushRef="#br0" timeOffset="-175490.25">13256 13654 863 0,'0'1'261'0,"0"-2"-95"0,2 1-14 0,-2 0-28 0,0 0-68 0,0 0 62 16,0-3-76-16,0 3-21 0,0 0 48 16,0 0-22-16,0 0 11 15,0 0-13-15,2-1-16 16,-4 1 83-1,2 0-56-15,0 0-11 0,-2 0 27 16,2 0 4-16,0 0 17 16,0-3-37-16,0 2-55 15,2-5 89-15,-2-2-88 16,2-1-2-16,-2 0 35 16,0 0-26-16,2 4 18 15,-4-2-27-15,2 3 0 16,0 1 16-16,0-1-15 15,-2-3-1-15,2 1 30 16,-4 1-17-16,1-2 32 16,-2 3-45-16,1-6 1 0,0 4 26 15,-3 0-26-15,1 0 5 16,-4-4-2 0,-1 2 5-16,0-2 38 0,-3 2-47 15,-5 0 1-15,-3 0 8 16,-3 2-9-16,4 2 0 15,-2-2-14-15,4 0 28 16,-5 4-4-16,2-2-10 16,-3 2 0-16,1 0-1 15,-3 2 1-15,-4 2-5 0,-7 4-7 16,-7 2 24 0,-3 2-7-16,-6 2-5 15,0-4 0-15,-4 2 1 0,3 2-1 16,-5-2-4-16,4 0-5 15,2 0 18-15,6 2-3 16,-2 1-6-16,3 2 0 16,1-1 1-16,1 4-1 15,-2 4 0-15,-1 3-13 16,-1 1 31-16,1 6-3 16,2-2-15-16,1 0 0 15,5 0 15-15,-2 2-15 16,1-4 6-16,4 2-15 15,1-2 22-15,1 5 29 16,1-1-42-16,3 5 1 0,-2 3 26 16,0 9-11-16,-4 5-8 15,-1 2-4-15,1 0 28 16,3 4-2-16,1-1-30 16,4-4 0-16,7-2 16 15,3-1-16-15,11-2 0 16,1 2-1-16,7 4 16 15,2-2 3-15,5 4-18 16,2 7 0-16,0-1 3 16,6 2 5-16,1-2-8 15,5 2 0-15,-2 5 15 16,8-7 13-16,6 2-28 16,1-4 0-16,5 2 0 15,9-3 6-15,8-3-6 0,-1-4 0 16,4-10 15-16,-2-6-2 15,-4 0-13 1,-5-2 0-16,-4-6 0 0,-4-2 0 16,-4 0 1-16,-3-2-3 15,1 1 14-15,-1-9 18 16,5 0-30-16,4-6 0 16,3 2 9-16,3-8 0 15,6-2-9-15,0 4 0 16,-1-8 16-16,-2-4 2 15,1 0-18-15,-3-6-1 0,2-4 1 16,4-4 1 0,10-8-1-16,2-5 0 0,2-1 12 15,0-4-1-15,-4-2-11 16,1-2-12-16,1-2 12 16,2 2 1-16,-1-4-1 15,-4 0 0-15,-4-2 18 16,-2-8 3-16,-1-5-21 15,4-3-1-15,1-8 1 16,6-12 6-16,-2-5-6 16,3 1 0-16,-2-2 1 15,-11 12 6-15,-9 8-7 16,-7 5-1-16,-9 5 1 0,-8 2 0 16,0-2 6-1,-7 0-6-15,2-2 0 0,-7-2-12 16,-4-11 12-16,-5 1-20 15,-8-4 19-15,-5-4 2 16,-12 4-2-16,-6 3-5 16,-4 3 6-16,-10 6 0 15,-6 8 0-15,-6 8-12 16,-10 2 4-16,-8 12 16 16,-8-3-16-16,-8 7 7 15,-4 2-17-15,-10-2-30 16,-2 2 39-16,1 6-53 15,4 2 26-15,-1 12-18 0,-1 14-12 16,-1 26-154 0,-4 22-386-16,-145 131-484 15</inkml:trace>
  <inkml:trace contextRef="#ctx0" brushRef="#br0" timeOffset="-172607.01">14791 13118 1386 0,'-2'-6'250'0,"2"2"-35"0,-3-4-160 0,2 0-7 0,1 4 45 0,-4 0-18 16,0 2-6-16,-2 0-15 16,1 0-16-16,-1 0 86 15,-2 0-71-15,0 2-26 16,-3 2 36-16,-7 4-18 15,-6 6 4-15,-4 8-19 16,-3 6-22-16,-1 6 95 16,2 4-82-16,-3 7 2 0,5 0 23 15,5 6-14-15,-2 1 11 16,5 2-43-16,0 0 2 16,6 4 59-1,-3 0-61-15,3 3 1 0,1-1 22 16,-3-4-4-16,3 2 25 15,2-6-44-15,0-2 0 16,0-7 37-16,3 0-37 16,4 0 0-16,2-5 15 15,0 2-15-15,2-8 31 16,0-2-31-16,2-4 0 0,0-4 0 16,2 0 0-16,-1-4 0 15,0 2-6-15,-1-2 21 16,2 0-5-16,-4 4-10 15,0 0 0-15,-2 0 11 16,0 5-11-16,0 7-3 16,-4-6-11-16,5 6 28 15,-4-4-10-15,1 2-4 16,1-2 0-16,1 2 2 16,0-2-2-16,0 6 0 15,2-8 0-15,0 2 11 16,0-10 1-16,4 4-12 15,3-5 0-15,7 7 7 16,5-1-7-16,-1 8-6 16,5-5-6-16,-4-2 24 0,4 0-7 15,2 0-5-15,4 2 0 16,4 2 4-16,0-2-4 16,1 2 0-16,3-2-10 15,3 4 20-15,5-3-1 16,-1-1-9-16,6-2 0 15,3-11 23-15,-2 4-23 16,-2-3 1-16,3-8-9 16,-4 2 25-16,4 0 5 15,-4-2-22-15,2-2 0 16,4 0 8-16,8-4-8 16,5 0 0-16,6-4-10 0,5-2 22 15,-5-2-8 1,-8-4-4-16,-5-2 0 0,-11 4 8 15,-2-11-8 1,-4 3 0-16,-6-4-7 0,4-2 19 16,3-6-8-16,3-2-4 15,8-4-3-15,10 0 2 16,9-2 1-16,6 4 0 16,0 4-15-16,-4-5 33 15,-14 6-25-15,-6-1 7 16,-7-5-23-16,-7-1 13 15,-2-4 10-15,1-2-21 16,-3-2 13-16,-3-6 16 0,-2 2-16 16,3-9 8-1,-2-1-13-15,-2 4 13 0,3 4 0 16,-9 2 0 0,1 6-7-16,-7 8 17 0,-2 2-1 15,-5 4-9-15,1 2-7 16,-1 0 6-16,-4-1 1 15,-3 0-1-15,-2-1-10 16,0-5 22-16,-2-1-7 16,-2-4-4-16,-2 0-10 15,-2-6 10-15,-2-2 0 16,-3-2-2-16,-7 1-7 0,1 0 18 16,-10 0-6-1,-1 5-3-15,-1 6-3 16,1 2 3-16,-3 4 0 0,4 4 8 15,-2 0-23-15,0 2 31 16,-2 0-8-16,0 0-8 16,-4-1-8-16,-3-1 8 15,1 4 0-15,2-2 1 16,-1 4-13-16,1 4 24 16,2 2-3-16,2 0-9 15,4 0-5-15,3 6 5 16,6-2 0-16,-4 0-4 15,2 0-5-15,1 0 18 16,-4 0 4-16,1 2-13 16,-2-4-15-16,0 4 14 0,-7-4 1 15,-5 4 0-15,-1 0 0 16,-5-2 0-16,-3 4 4 16,-1-2-4-16,-6 0-9 15,4 0 9-15,-3 2 0 16,-2-2 1-16,0 4-1 15,1 0 0-15,-1 1 5 16,0 2-5-16,-3 1-11 16,1 1 11-16,0 3 0 15,-1 1 8-15,-4-1-8 16,4 4 0-16,4-2 1 16,0 2-1-16,3 0-6 15,3-2 6-15,2 2 1 0,1 2 8 16,1-4-9-1,1 2 0-15,-3 2 8 0,3-2-8 16,-1 0-6-16,2 2 6 16,7-6 1-16,4 0 17 15,7 0-18-15,2 0 0 16,7 0 1-16,-2-2-1 16,6 2-9-16,2-2 2 15,1 4 14-15,0 0-7 16,-1 8 0-16,1 4 0 15,-2 6 6-15,-2 8-6 16,-1 8-45-16,-3 13-51 16,-11 15-210-16,-52 118-581 15</inkml:trace>
  <inkml:trace contextRef="#ctx0" brushRef="#br0" timeOffset="-170006.57">13262 14542 1927 0,'-16'-26'159'0,"10"12"-107"0,-14-16-52 0,4 40-1 0,3 26-7 0,-9 24 8 0,-7 16-21 0,2 4 21 16,6 2-96-16,13-5 36 15,8-3-58-15,7-8-172 16,48 64-447-16</inkml:trace>
  <inkml:trace contextRef="#ctx0" brushRef="#br0" timeOffset="-167206.65">7588 5925 1402 0,'0'-4'138'0,"2"2"-131"0,4-8 16 0,15-6-22 0,12-4 50 15,11 0 14-15,12-2-37 16,4 6-14-16,5 0-1 0,1 6 4 15,3 2 4 1,-3 6-21-16,-4 6-17 0,-13 4 16 16,-14 4-73-16,-21 4-62 15,-25 4 92-15,-30 6 40 16,-32 4 4-16,-88 22 109 16,-45 3-44-16,-2-3 11 15,75-24 8-15,85-18-7 16,19-5-29-16,8 0-39 15,-20 3 22-15,30-4-31 16,22-2-48-16,27-2 29 16,27 0-98-16,22 0 15 15,18 4-87-15,3 4-48 0,142 50-71 16</inkml:trace>
  <inkml:trace contextRef="#ctx0" brushRef="#br0" timeOffset="-167055.3">7617 6784 1395 0,'-21'9'225'16,"5"-2"-77"-16,-12 4-148 15,18 0-7-15,24-5-29 16,22-5-11-16,24 2-49 16,22-6-118-16,21 2-85 15,178-3-618-15</inkml:trace>
  <inkml:trace contextRef="#ctx0" brushRef="#br0" timeOffset="-166932.47">8071 7379 1561 0,'-11'6'201'16,"6"0"-201"-16,23 40-155 15</inkml:trace>
  <inkml:trace contextRef="#ctx0" brushRef="#br0" timeOffset="-155352.6">5479 12713 814 0,'-2'0'216'0,"2"0"-44"0,-2 0-118 0,2 0-25 0,0 0 19 0,0 0-36 0,0 0 70 16,0 4-43-16,0-8-3 16,0 8 39-16,0-4-16 15,0 0-32-15,0 0 6 16,-2 0-24-16,4-4 72 16,-2 4-57-16,0 0-15 15,0 0 4-15,0 0-4 16,0 0 17-16,0 0-17 0,0 0 9 15,0 0 25 1,0 0-41-16,0 0 5 0,0 0 23 16,-11-8-24-16,9 4 21 15,-2 0-24-15,-2 2 15 16,2-6 9-16,0 4-26 16,-1-2-1-16,-1 2 12 15,0 0-3-15,0-2 10 16,0 2-19-16,1 2 2 15,1 0 34-15,0 0-36 16,2-2 0-16,-4 2 3 16,4 0-2-16,-2-2 17 15,2 2-18-15,0 2 0 0,-1 0 36 16,1 0-36-16,2 0 0 16,-2 0 0-1,2 0 0-15,0-2 8 0,0 2-8 16,0 2 0-16,0-2 0 15,0 0 0-15,-4 0-9 16,8 2 1-16,-8-2 2 16,8 6-124-16,-4 6-71 15,-6 42-298-15</inkml:trace>
  <inkml:trace contextRef="#ctx0" brushRef="#br0" timeOffset="-152796.54">5446 12663 1244 0,'-2'-2'263'0,"0"0"-152"0,-3 0-39 0,1-2-65 0,0 0 68 0,-2 0-25 0,-4-4-10 15,3 2 37-15,-5 0-32 16,4-2 4-1,-5 2 7-15,-3 2-55 0,-2 2 76 16,-6 0-52-16,1 2-2 16,-4 0 40-16,-4 2-41 15,4-2-1-15,-6 2 24 16,2 0-33-16,-3 0 72 0,5 2-70 16,-2 2-14-1,0 0 30-15,0 2-30 0,0 6 1 16,-9 6-7-16,0 4 12 15,-3 0-7-15,3 2 1 16,1 0 0-16,-2 2 3 16,1-2-3-16,2 1 1 15,1-1 7-15,-4 6-2 16,1 0 63-16,0 0-68 16,2 4 7-16,10-6 15 15,-5 0-23-15,2 4 0 16,3 0-6-16,-1 6 18 15,2 0-9-15,3 1-3 16,1 0 0-16,6 0 0 0,-1-3 0 16,5 0 0-1,1-4 0-15,1 4 12 0,5-6 21 16,1 4-33-16,0 0 0 16,5 6 3-16,-2 2-2 15,2 5 0-15,0 3-1 16,4 0 9-16,1-4 9 15,2-4-18-15,4 0 0 16,-3-2 8-16,6-3 1 16,1 1-9-16,-1-2 0 15,-1-2 11-15,3 2 7 16,-3-10-18-16,-1 2 0 16,-1-4 4-16,0-4 4 15,-4-4 11-15,-1-2-19 16,1-4 9-16,-1 1 5 15,1 0-14-15,2 1 0 0,2 4 9 16,-2-1-8-16,3-2 24 16,1 6-25-16,1-6 1 15,-4 2 20-15,3 1-21 16,-1-2 0-16,-3-2 18 16,-1 0-7-16,0 0 2 15,0-4-13-15,-1-2 0 16,-1 6 21-16,1-2-21 15,5 2 0-15,-2-2 6 16,-1 2-6-16,-2 0 18 16,0-2-18-16,-1 0 0 0,3-2 6 15,1 0-6 1,-4 4-8-16,1 3 8 16,1-6 2-16,4 5 10 0,-1-2-12 15,-3 3 0-15,4 1 16 16,3-4-16-16,-3 4-3 15,1 0-4-15,1-8 14 16,-3 2 4-16,-1-2-11 16,0 2 0-16,5-2 7 15,-1 4-7-15,-1-2-1 16,7-2-8-16,-2 0 18 0,4 2 3 16,1 0-12-16,3 2 0 15,3-8 3-15,-3 2-3 16,6 2 0-16,-1-2-8 15,0-4 20-15,6 4-3 16,-4-6-9-16,0 2 0 16,3 0 3-16,-5-4-3 15,4 0-3-15,1 0-6 16,-3-4 18-16,2 0-7 16,2-2-2-16,-3-6 0 15,5-2 11-15,3 0-11 16,3-2-12-16,0-2 12 15,0 4 0-15,-3 0 12 16,-5 2-12-16,-1-2 0 16,-5 4-4-16,0-2 4 0,-4 4 0 15,2-6-2-15,-2 4 11 16,-2-4-7-16,6-8-2 16,-2 4 0-16,0-9 3 15,2 1-3-15,0-2 0 16,-2-4-8-16,0-4 23 15,-2 6-10-15,-1-8-5 16,-4 10 0-16,-1 2-6 16,-2 4 6-16,-3-1 0 15,3 5-12-15,-4-4 27 16,1-1-8-16,-1-5-7 16,1 1 0-16,1-3-1 15,-3 0 1-15,1 2-2 16,1-4-5-16,-3 2 14 15,-3 2 5-15,1 0-12 0,-1-2-4 16,-1 4 4-16,-1-2 0 16,-2 2 0-16,0-1-13 15,-1 1 28 1,-1 4-2-16,0 2-13 0,-4-2-9 16,0 2 9-16,0 4 0 15,0-4 2-15,-2 0-10 16,-4-4 16-16,4 0-1 15,-3-2-7-15,3-2 0 16,-2-4 0-16,2 2 0 16,0-1-3-16,-4 4-4 0,4 3 14 15,-4 2-2 1,1 1-5-16,-3 3-8 16,0 0 8-16,0 2 0 0,-1-2-5 15,0 0-4-15,-2-2 18 16,2 0-4-16,0 0-5 15,1-8-9-15,-4 0 8 16,1-2 1-16,-1 0-14 16,2-5 13-16,-3 6 2 15,1 0 17-15,1 3-18 16,-5 2-4-16,5 5 3 16,-3-2 1-16,4 1 0 15,-1 0-12-15,0-4 27 16,-1-4-28-16,4-2 13 0,-3 0 0 15,1 6 0-15,4 2 0 16,-3 4-6-16,-5 2 5 16,6 3 1-16,-6-2-14 15,1 2 14-15,-3-3-15 16,3 1 15-16,-7 1 0 16,4-3 0-16,-2 1 0 15,-2 4 0-15,4 0-19 16,-1 4 19-16,-3 0-18 15,-1 0 12-15,0 2 12 16,-4 0-7-16,0 2 1 16,-2 0 0-16,3 2-6 15,-3 2 6-15,3 2-2 16,2-2 2-16,-3 4 1 0,5-2 6 16,-4 0-7-16,3 0 0 15,-1 0-1-15,5 0 1 16,-6 0-2-16,5 0 1 15,-2 2 2-15,2 2 4 16,-1 0-5-16,0-2 0 16,3 2-6-16,1 0 6 15,5-2-14-15,0-2 13 16,3 2-10-16,3-2 9 16,0 1-115-16,0 2-151 15,1 11-55-15,0 49-317 16</inkml:trace>
  <inkml:trace contextRef="#ctx0" brushRef="#br0" timeOffset="-150067.86">6850 12494 933 0,'0'-1'205'0,"0"-2"-73"0,0-2-63 0,0-1-24 0,0-2-15 0,0 3 17 0,0 0 55 0,2 1-50 0,-4 1 14 16,2-1 0-16,0 2-10 16,-4 0-5-16,2 0 10 15,-4 2-38-15,0-1 61 16,-1 1-62-16,-1 0-21 15,-6 0 41-15,1 1-13 16,-3 1 4-16,-4 0 18 0,2 4-51 16,-4-2 86-16,2 2-86 15,-5 2 1-15,-1 5 18 16,1 0-18-16,-6 8 13 16,2-1 4-16,1 2 0 15,5 0 43-15,1 0-35 16,-3 2-19-16,8 0 35 15,-4 2-10-15,7 0-23 16,6-4-9-16,-3 2 9 16,1 0 33-16,4 0-42 15,1 6 0-15,-1 2 18 16,2-3-17-16,-1 3 16 16,-3 0-14-16,7-4 10 15,-1 4 43-15,2-2-56 16,-3 0 0-16,6 0 17 0,-3-2-5 15,2-2-6-15,-1 5-6 16,5-2 18-16,-4 0 7 16,-2-4-25-16,5 1 0 15,-3-1 3-15,4 1 3 16,1-2 5-16,-1 0-11 16,2 0 0-16,2 0 21 15,-1 0-21-15,-1-2 0 16,-2 2 0-16,0-2 1 15,3 2 14-15,1 1-15 16,-2-2 0-16,1 1 11 0,0 1-11 16,5 1 0-1,-6-2 1-15,1 0 1 0,0 2 20 16,2-2-22-16,0 2 0 16,-1 2 15-16,0-8-15 15,1 4 0-15,-3-4 11 16,0 2-1-16,1-4 4 15,0 0-14-15,2-1 0 16,-4 1 15-16,1 1-15 16,2-2 0-16,-4-2-3 15,3 2 9-15,-2-7 19 16,2 6-25-16,-5-2 0 16,5-2 14-16,3 2-14 15,-4 0 0-15,1 0-5 16,5 4 13-16,1-4 8 15,1 4-16-15,-1 2 0 16,6 0 17-16,-4 0-17 0,3-2 0 16,1 2 4-1,-4 2 5-15,-1-4 11 0,-1 0-20 16,3-2 0-16,0-3-8 16,0-3 8-16,-3 4 0 15,3-9-1-15,7 8 13 16,0-1 2-16,-1-1-14 15,4 0 0-15,-3 0 9 16,4-2-9-16,0-1 0 16,2 2-8-16,1-2 26 0,3-2-15 15,1 4-3-15,2-4 0 16,-7-2-1-16,-2-2 1 16,-4 0-6-16,-1-2-5 15,3 0 22-15,0 0-2 16,-3-2-9-16,5-2 0 15,5-4 4-15,1-4-4 16,1-6 0-16,5 0-10 16,9-7 25-16,-4 6-5 15,2-3-10-15,-7-1 0 16,0 5 12-16,-3 4-12 16,-5-2-3-16,5 0-9 15,0 0 24-15,0-2-5 16,2 0-7-16,0 0 0 15,3 0 2-15,1-8-1 16,1 6 5-16,1-2-6 0,-5 0 15 16,-1 2 24-16,-2-2-39 15,-5 2 0-15,-2-1 1 16,-4 2 8-16,-2 1-9 16,-5-3 0-16,4-1 17 15,-4 2-10-15,0-2-7 16,-2 0 0-16,0 4 3 15,-5-6-3-15,-3 0 2 16,3-2-13-16,-1-2 25 16,2-2-5-16,-5 0-9 15,2-7-5-15,-2 5 5 16,-4 0 0-16,-1 5 1 16,-2 4-7-16,-2 1 17 15,0 2-2-15,0-8-9 0,-2 0-6 16,0-4 6-16,0 2 0 15,-3-4 0-15,-1 4-11 16,3 0 22-16,-4-4-8 16,3 0-3-16,-2-3-6 15,-2 5 5-15,2 0 1 16,-1 4-9-16,-4 6 8 16,1 2 2-16,2 0 3 15,-5-2-4-15,-3-2-10 16,-1 0 10-16,-6-4 0 0,1 2 0 15,-3-6-2-15,1 1 4 16,-5-5-1-16,0 0-1 16,0-5-27-16,-4 0 26 15,0 3 1-15,1 2-7 16,6 8 7-16,-4 2 0 16,1 4-6-16,0 0 6 15,-4 1-13-15,0 3 4 16,-1 0 18-16,-2 0-8 15,3 0-1-15,-5 4 9 16,0-1-15-16,-1-2 6 16,0 3-18-16,-1 0 11 15,2 2 14-15,1-2-13 0,-4 2 6 16,1-2 0-16,0 4-9 16,-3-4 9-16,4 4-10 15,-3-2 4-15,2 4 12 16,3 0-5-16,2 2-1 15,2 2 0-15,-1 0-4 16,5 2 4-16,0 0-15 16,-2 2 15-16,2 2 1 15,2-2-1-15,0 2-3 16,-1 2 3-16,0 0 5 16,-3 2-5-16,-2 0-15 15,-5 0 13-15,0 2 4 16,-3 0 2-16,-9 0-4 15,5 2 0-15,-1 0-1 16,2 0 1-16,1 2-11 0,3 0 10 16,4 0 2-1,7-2 7-15,2 2-8 0,9-6 0 16,5-2 2-16,5 0-2 16,2-2-9-16,2-2 1 15,2 2 16-15,0-2-5 16,0 0-3-16,2 4 0 15,-3-2-8-15,1 1 8 16,-2 2-19-16,-6 1 17 16,6 5-38-16,-2-2 29 15,-3 8-64-15,2 7-76 16,0 4 31-16,3 6-212 16,2 8-146-16,-1 46-518 15</inkml:trace>
  <inkml:trace contextRef="#ctx0" brushRef="#br0" timeOffset="-142689.68">6003 12368 467 0,'2'4'552'0,"1"6"-350"0,8 6-79 0,4 10-25 0,5 4 35 0,1 1-103 0,5-1 15 0,-2-1 20 16,-1 0-43-16,-5-9 50 15,-7 0-52-15,-2-4 1 16,-4 2 69-16,4 8-53 16,4 14 56-16,3 20 20 15,-1 18-8-15,7 17 1 16,-2 5-61-16,7 10-39 15,18 59 42-15,7 15-48 16,18 3 0-16,-26-63-1 0,-21-72 2 16,2 0-2-16,-2 6-10 15,60 113-160-15,-58-119 111 16,21 46-45-16,-7-14-67 16,-16-12-77-16,0 67-660 15</inkml:trace>
  <inkml:trace contextRef="#ctx0" brushRef="#br0" timeOffset="-132339.25">15651 3206 1412 0,'2'-2'123'0,"-2"2"-27"0,2-4-45 0,3-2-24 0,1-2 14 0,-1 0-23 0,-1 4 18 0,0 0-12 0,-4 2-5 0,3-2 53 15,-3 4-60-15,3-4 3 16,-3 2 8-16,2-4-17 15,0-2 22-15,-2-2-28 16,0 2 0-16,-2-2 72 16,-6 2-71-16,0 0 14 15,-12 0 1-15,-7 4-5 16,-11 4 19-16,-9 2-30 16,-6 4 7-16,6 2 26 15,7 0-33-15,13 0 1 0,12-2-2 16,10-4 7-16,7 4-2 15,11 4-4-15,3 2 0 16,14 8 20-16,3 0-20 16,2 0-5-16,1-2-5 15,-7 2 20-15,-9 2-13 16,-7 0 3-16,-11 0 0 16,-8 4-3-16,-9 1 3 15,-8 0 0-15,-6 2 17 16,-4-5-16-16,-3-8 46 15,0 2-10-15,3-4-20 16,-3-4 46-16,9-4-63 0,10-2 1 16,5 0-9-1,10 2-97-15,9 0-124 0,51-14-484 16</inkml:trace>
  <inkml:trace contextRef="#ctx0" brushRef="#br0" timeOffset="-131654.98">15591 3479 1629 0,'4'0'165'0,"3"-2"-117"16,8 2-47-16,10-4 81 0,6 0-82 0,-2-2 9 0,2 0 17 0,0-2-5 0,-4 0-15 0,-7-1 4 16,-5-2-2-16,-3 3 77 15,-10-2-44-15,-4 3-13 16,-10 2 40-16,-3-1-59 16,-5 3-8-16,-7 3-1 15,1 7 22-15,8 0-14 16,4 8-8-16,5-3-5 15,9 6 5-15,5 0 0 16,7 0 1-16,3-4-10 16,1-2 26-16,5-4 7 15,4-4-24-15,-2-6 0 0,1-2 10 16,-6-8-4-16,-2 2-6 16,-1-4 0-16,-7 2 16 15,0 0-10-15,-4 4-6 16,-2 4-4-16,0 2-8 15,-2 4 12-15,7 0-20 16,1 2 20-16,6 2 0 16,7 2 0-16,0-2 0 15,2-2-14-15,-1-4 14 16,0 0 0-16,1-6 1 16,1-2-12-16,-3-4 22 15,0-4-2-15,0 0-9 0,-3-2 0 16,-5-2 3-16,3-1-3 15,-1-1 6-15,-2-1-12 16,-1-4 12-16,3 5-5 16,-8 4-1-16,-2 4 0 15,-3 6 9-15,-2 4-9 16,0 4-7-16,0 4-8 16,-2-2 0-16,2 2-14 15,-5 12 29-15,2 2-10 16,-1 14 2-16,0 3-193 15,-3 38-263-15</inkml:trace>
  <inkml:trace contextRef="#ctx0" brushRef="#br0" timeOffset="-130117.2">15515 3818 854 0,'0'-2'514'0,"2"0"-406"0,-2 0 18 16,0 2-33-16,2 0-60 0,4-2 48 0,11-2-61 0,3 0 13 0,6 0 34 0,3-2-40 0,5 3-12 0,2 3-15 0,1 0 8 15,5 3-7-15,1-2-1 16,-3 2-90-16,-2 3-84 16,9-6-615-16</inkml:trace>
  <inkml:trace contextRef="#ctx0" brushRef="#br0" timeOffset="-129903.14">15454 3914 1610 0,'5'0'240'0,"7"-2"-225"15,14-4-6-15,14 2 61 16,11 2-70-16,7 2-1 16,5 2 0-16,-8 2 1 15,-5 0-36-15,-11-2-167 16,26-6-1095-16</inkml:trace>
</inkml:ink>
</file>

<file path=ppt/ink/ink3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3:54:07.057"/>
    </inkml:context>
    <inkml:brush xml:id="br0">
      <inkml:brushProperty name="width" value="0.05292" units="cm"/>
      <inkml:brushProperty name="height" value="0.05292" units="cm"/>
      <inkml:brushProperty name="color" value="#FF0000"/>
    </inkml:brush>
  </inkml:definitions>
  <inkml:trace contextRef="#ctx0" brushRef="#br0">3441 3756 1099 0,'0'0'247'0,"0"0"-194"0,0 0 11 0,2 0 19 0,-2 1-40 0,2 2 23 16,0 4 18-16,0 1-37 0,3 1 29 15,-2 0-47 1,-1 2 17-16,2 3 5 0,1 10-25 16,1 10 8-16,1 14-7 15,-3 12-16-15,-1 4 34 16,-1-2-45-16,0-4 0 16,1-11 9-16,1-11-9 15,-2-10 1-15,0-10-1 16,0-10 0-16,-2-4 27 15,0-2 42-15,-2-6 33 16,0-6-42-16,-4-6-31 16,-4-6-17-16,-1-6-12 15,-4 0 1-15,1-2 9 0,1-8-10 16,-3 4-7 0,5-9-2-16,3-3 18 0,6 0-18 15,-2 0 4 1,10 4 5-16,0 8-21 0,7 6 21 15,5 8-11-15,0 4 10 16,2 5 2-16,0 8-2 16,-2 1-7-16,6 8 8 15,-1 1 6-15,2 5-6 16,0 8-9-16,0 4 9 16,-2 3-8-16,-7 1 3 15,-3 0 4-15,-7-2 2 16,-6 0 1-16,-4-4 7 15,-7 0-12-15,-3-2 10 16,-1-4-1-16,-7 2 16 0,-3-4-22 16,-4-2 0-1,3-4 2-15,1-2-2 0,1-6-68 16,1 0-137-16,-12-6-263 16</inkml:trace>
  <inkml:trace contextRef="#ctx0" brushRef="#br0" timeOffset="548.14">3711 4032 1090 0,'0'0'287'0,"2"0"-146"0,-2 0-14 0,0-2 22 0,0 2-53 0,-2 0-3 0,2 0-23 0,2 0-23 16,-2-2 32-16,0 4-41 15,0-2-26-15,6 2-11 0,5 3-1 16,7 2 18-16,9 9-18 16,0 5 0-16,2 3 18 15,0 3-18-15,-10 2-2 16,0-3-5-1,-11-2 7-15,-3-4-1 0,-7-2-20 16,-5-8-18-16,-6 0 31 16,-3-6-26-16,1-6 20 15,-3-4 14-15,3-8 0 16,1-4 26-16,5-6-10 16,5 0-16-16,8 0 0 15,5 2-9-15,5 6-36 16,3 3-72-16,8 8-146 15,30-12-773-15</inkml:trace>
  <inkml:trace contextRef="#ctx0" brushRef="#br0" timeOffset="798.79">4025 4114 1491 0,'0'3'330'0,"2"1"-266"16,4 3-28-16,4 6 53 15,1 5-22-15,7 5 22 16,-5 2-28-16,2 3-55 0,-1 2 27 16,-3-2-32-16,-2-6-1 15,-2-2 0-15,-3-6-79 16,0-4-86-16,-19-8-346 15</inkml:trace>
  <inkml:trace contextRef="#ctx0" brushRef="#br0" timeOffset="1049.3">4016 3968 1799 0,'0'0'237'0,"0"2"-201"16,0-2 37-16,0 4-23 16,2 0-28-16,2 2-16 15,1 2 12-15,-3 4-36 16,2 0-109-16,6 28-363 15</inkml:trace>
  <inkml:trace contextRef="#ctx0" brushRef="#br0" timeOffset="1398.34">4239 4137 1598 0,'2'8'160'0,"2"2"-103"16,2 6-33-16,4 4 15 16,-3-2 6-16,6 0-27 15,-2-2 33-15,-2-6-33 16,4 0-10-16,1-8 28 15,-3-2 54-15,-3-6 0 16,0 0 19-16,2-8-47 0,-1-4 46 16,-1-3-47-16,-2 0-32 15,-6-3 5-15,0 1-34 16,-2 5-7-16,0 9-44 16,0 3-99-16,-4 6-102 15,0 24-349-15</inkml:trace>
  <inkml:trace contextRef="#ctx0" brushRef="#br0" timeOffset="2034.44">4608 4168 770 0,'-2'-5'1066'16,"0"5"-913"-16,-2-4-93 15,-1 2 88-15,1 2-74 16,1-2 22-16,1 0-96 16,-2 2 0-16,-1 6-9 15,-6 10-3-15,-2 8 6 16,2 4 6-16,1 4-2 16,4 0-14-16,12-8 16 15,4-2-15-15,1-10-3 0,2-2 3 16,5-8 14-1,0-10-5-15,4-4 6 0,2-8 12 16,-1-4-12-16,-3-2-6 16,0 2 6-16,-6 2 0 15,-8 6-11 1,-2 6 10-16,-4 6-60 0,2 2 55 16,-2 0-68-16,5 4 13 15,-1-2 28-15,1 0 21 16,4 0 0-16,2-2 12 15,5-8 0-15,-1 0 18 16,1-11-18-16,1-1 0 16,-1-1 15-16,-7-5 9 15,0-5 48-15,-14-1-12 16,-1-6-36-16,-3 0 45 16,-7-2-51-16,1 6 2 15,-3 6 10-15,3 10 9 16,1 10-5-16,3 6-34 15,5 8 20-15,-2 10-40 0,-1 14 20 16,5 6-12-16,6 10 11 16,9 0 1-16,3 0-8 15,2-2 2-15,3-2-4 16,-2-1-17-16,2-5 12 16,-3-7-102-16,-5 0 13 15,0-7-64-15,-6-2-186 16</inkml:trace>
  <inkml:trace contextRef="#ctx0" brushRef="#br0" timeOffset="2204.03">4706 4041 1549 0,'5'-4'289'0,"2"-3"-158"0,6-3 4 0,12 0 39 0,6 0-89 0,4 0-62 16,12 2-14-16,2 0-18 15,7 6-11-15,0 2-269 16,71 2-1164-16</inkml:trace>
  <inkml:trace contextRef="#ctx0" brushRef="#br0" timeOffset="2649.07">5132 4227 1624 0,'0'2'307'16,"4"0"-242"-16,3 2-26 16,5 4 42-16,3-4 58 15,1 0-73-15,1 2-28 16,6-4 40-16,-3-2-68 15,4 0-10-15,-2-4 10 16,1-4-4-16,-1 2 3 0,-7-6-9 16,-4 4 0-1,-5 2-25-15,-4-2 19 0,-2 1-47 16,-8 6 40-16,-3-1-28 16,-6 2 40-1,-10 6-11-15,-4 10 12 0,0 0 0 16,6 2 0-16,5 0-2 15,11-6 1-15,7 2-8 16,6-6 8-16,9 2-26 16,6-4 27-16,10-2 6 15,0-2-6-15,6-4-54 16,1-4-33-16,-1 0-37 16,-2-6-98-16,37-26-555 0</inkml:trace>
  <inkml:trace contextRef="#ctx0" brushRef="#br0" timeOffset="5281.68">5495 3727 1006 0,'0'0'261'0,"0"-2"-184"0,-2 2-47 0,4-1 1 0,-2-3-31 0,3 0-40 0,5-3-2 16,-1 1-2-16,0-2-14 16,2 1-17-16,-1-1-9 15,1-1 9-15,-4 0-30 16,0-2 73-16,-1-1 11 0,2 0-6 15,3-2 27-15,-2 2 0 16,4-2 96-16,-2 8-45 16,-3 0 36-16,0 4 2 15,-4-2-16-15,2 4 2 16,-4-2 8-16,2 2-5 16,-2 0 34-16,2 0-19 15,-4 0 11-15,4 0-31 16,-4 0-26-16,2 6-22 15,2 0 28-15,-2 6-31 16,3 8 23-16,1 6-9 16,0 4 8-16,1 1 7 0,0 2 1 15,-1 7-38-15,3 3 73 16,-3 3-54-16,2 0-11 16,6 2 2-16,-3 0-16 15,-1 0-1-15,4 1-6 16,-1-3-1-16,-5 2 54 15,-1 0-54-15,-3 0 0 16,-2 2 21-16,2-4-3 16,-4 0 18-16,2-3-36 15,-4 4 0-15,-3 0 40 16,-2 1-40-16,5 0 0 16,-3 4 7-16,5 4 6 0,4 14 16 15,0 6 17-15,3 1-32 16,4-3 35-16,-3-6-47 15,1 2-2-15,-5 2 24 16,3-1-5-16,-3-3 23 16,1-4-40-16,-3-4 8 15,0 0 47-15,0-2-55 16,2 3 11-16,-2 7 2 16,4 2-6-16,-2 6 9 15,2 6-18-15,7 1 0 16,-1-7 6-16,-2-2-6 15,3-6 0-15,1-1 2 16,-3-5 10-16,-3 6 12 0,2 4-24 16,0 2 0-16,3 8 9 15,-2 7-9-15,0 9 0 16,0 0 6 0,2 1-6-16,0-5 9 0,0-4-9 15,1-8 0-15,3-4 13 16,-2-6-13-16,-1-1 0 15,1-1 5-15,1 0-4 16,-4 3 19-16,7-4-20 16,-9 6 0-16,-1 7 1 15,-3 4-1-15,0 14 0 16,-3-3-6-16,8-3 15 16,-1-10-3-16,-1-8-6 15,-1-3 0-15,2-7 0 0,-4-6 0 16,-2-6 0-16,1-2-1 15,-3 2 2-15,0 7 25 16,0 3-26-16,-3 2 0 16,1 4 29-16,-2 0-29 15,-4-8-1-15,4-8 0 16,2-15 2-16,0-13 4 16,0-12-5-16,2-6-54 15,-7-16-20-15,3-17-241 16,-41-127-450-16</inkml:trace>
  <inkml:trace contextRef="#ctx0" brushRef="#br0" timeOffset="6532.61">4118 4932 1018 0,'-2'-1'527'0,"2"1"-443"0,0 0-28 0,0-4 103 0,2 4-74 0,-4 0-4 16,2 0 18-16,-2 4 2 0,2-4-32 16,-2 0-23-16,2 1-40 15,-2 6 35-15,2 11-29 16,0 8-12-16,4 8 26 15,4 4-25-15,6-6 7 16,4-2-8-16,2-8 1 16,-1-6-1-16,2-10 1 15,1-8-1-15,3-6 21 16,6-12-21-16,-2-2-18 16,-7-6-2-16,-2-2 20 15,-9-4-1-15,-1 4 1 16,-8 4-2-16,-4 8 2 15,0 7 0-15,-4 4-3 16,0 13-13-16,-1 6 16 0,-3 12 0 16,-2 18 0-1,7 12-5-15,1 12 5 0,4 11 0 16,4 1-5-16,-1-4-17 16,-1-10-79-16,-7-14 35 15,1-10 2-15,-9-14 11 16,-3-8 52-16,-2-12-19 15,-4-8 14-15,4-8-3 16,-1-12 18-16,0-12 60 16,11-6-4-16,2-6-31 15,14-4-4-15,9-1-19 16,16 10-11-16,10 0 0 16,6 14-60-16,2 6 41 15,-3 11-149-15,54 2-180 16</inkml:trace>
  <inkml:trace contextRef="#ctx0" brushRef="#br0" timeOffset="6916.46">4611 5161 1617 0,'11'0'190'0,"-4"-2"-109"0,8 0 17 0,5-4 10 0,0-2-27 0,2-4-17 0,-1-2-41 0,-3 2 25 16,-5-2-48-16,-7 2 0 15,-4 2 25-15,-6 2-25 16,-7 2-15-16,-9 4-5 15,-5 6 20-15,-8 8-6 16,-3 10 6-16,1 8 0 16,10 0-1-16,7-2-12 15,14-4 12-15,6-2-17 16,10-2 18-16,7-5 4 0,4-4-2 16,6-3 5-16,6-8 3 15,3-4-10-15,3-4-112 16,56-30-145-16</inkml:trace>
  <inkml:trace contextRef="#ctx0" brushRef="#br0" timeOffset="8282.76">4965 5045 1542 0,'2'0'232'0,"-2"0"-184"0,0-2-16 0,0 4-1 0,-2-2 41 0,-1 0-66 16,3 4-5-16,0-4 58 15,0 2-28-15,0-2 19 16,0 0-5-16,0 2-24 15,-3 2 27-15,0 2-38 0,-6 8 1 16,3 2 41-16,-5 4-51 16,1 0-1-16,2 2 0 15,-1-2-2-15,5-2-5 16,0-4 7-16,9-1-2 16,0-4 1-16,8 4 1 15,5-6-23-15,8 1-4 16,1 2-42-16,4-6 35 15,-2 0 5-15,-8 0-14 16,-1 1 41-16,-9 0-13 16,-9-2 5-16,-2-2 4 15,-9 6 6-15,-11 0 28 0,-7 8-19 16,-8-1 5-16,-5 0-11 16,-1 0-3-16,-1-2-37 15,0 2-146-15,-54 12-618 16</inkml:trace>
  <inkml:trace contextRef="#ctx0" brushRef="#br0" timeOffset="10099.27">4181 6152 1225 0,'0'2'378'0,"0"2"-239"0,-5 8-113 0,3 6 14 0,0 10 46 0,2-2-62 0,6 0-17 16,3-6-7-16,5-4 11 16,-3-6 15-16,-1-6-25 15,4-6 32-15,1-8 9 16,2 0-27-16,3-8 6 15,-3-2 27-15,4-2-27 0,-8 2 62 16,-2-2-23 0,0 4-17-16,-7 4-7 0,-1 6-7 15,-6 4-7-15,3 6-22 16,-2 8-39 0,2 14 15-16,7 16 24 0,-1 20 0 15,4 6 6-15,3 9-5 16,3-1-2-16,-8-8-3 15,-3-6-19-15,-7-10 14 16,-7-10-22-16,-5-8-38 16,-7-7-8-16,-4-11 8 15,0-10 69-15,-2-12 6 16,3-9 0-16,0-11 30 0,6-9-34 16,9-8-2-1,13-1 21-15,11 2-20 0,14 2-1 16,12 2-6-16,10 2-54 15,2 1 45-15,1 5-66 16,-5 3 25 0,0 2 2-16,-9 5 3 0,-7-2 44 15,-2 2-4-15,-8 2 22 16,-10 4 44-16,-8-2-25 16,-5 0-13-16,-7 4 17 15,-2 2 11-15,-6 4-15 16,1 4-30-16,-3 4 1 15,-4 6 44-15,1 4-18 0,1 6-13 16,3 4-14 0,0 8 6-16,11 0-20 0,5 2 14 15,5 0-22-15,6-4 14 16,4-5-5-16,4-8-13 16,5-3 14-1,1-7 12-15,-3-6-4 0,2-9 4 16,-1-4 0-16,2-4 3 15,-3-8-3-15,0-2 0 16,0-2 10-16,1-6-9 16,-8 4 3-16,-1 2-4 15,-6 8 0-15,-5 8 2 16,-3 6-1-16,0 8-1 16,0 2 0-16,0 2-6 15,4 5 5-15,2 4-15 0,6 7 16 16,8 6-12-1,0 2 12-15,5 4-17 16,-8 0 11-16,-1 4 6 16,-7-8-4-16,-5-2 4 0,-6-3-20 15,-3-10 8-15,-1 0 12 16,2-7 0-16,-6-3 8 16,6-5 4-16,2-6 21 15,2-3-18-15,6-12-15 16,8 0 15-16,3-8-15 15,10 3-6-15,-2 2-2 16,4 2-13-16,-2 0 20 16,-3 4-29-16,-6 2 3 0,-4 4 15 15,-10 8-5 1,-4 4 17-16,-2 1 4 16,0 3 5-16,-4 4-4 0,3 7-5 15,0 7 1-15,-2 8 12 16,3 0-13-16,2 0 0 15,5-4-9-15,-1-6 18 16,3-4-13-16,-4-4 4 16,1-2-3-16,-8 0-18 15,-5 4-54-15,-38 18-435 16</inkml:trace>
  <inkml:trace contextRef="#ctx0" brushRef="#br0" timeOffset="11067.62">4081 7461 1381 0,'0'0'481'0,"-3"2"-416"0,3 0 11 0,-2 10-52 0,0 4 21 0,2 8 29 0,-2 9-40 16,-4-4-20-16,6 2-14 15,-2-5 16-15,-2-4-8 0,2-8-8 16,0-6 0-16,0-8 6 16,-3-6-6-16,-1-6-69 15,-2-6 37-15,0-11 32 16,-1 0 12-16,3-5-12 15,4-3-22-15,-2 3-20 16,10 2 18-16,4 12 3 16,1 4 9-16,3 6 12 15,5 10 12-15,0 8-12 16,3 10 0-16,2 2 13 16,3 12-12-16,-2 0 6 15,4 1-7-15,0-1 6 16,-7-6-6-16,0-6 0 15,-6-11-2-15,-3 2 2 0,3-9 2 16,-5-4 10 0,1-6-12-16,0-4 1 0,-1-8 32 15,1-6-1-15,-3-6 11 16,-3-4 41-16,-4 0-34 16,-2 3 11-16,0 5-59 15,-2 6 20-15,-2 6-44 16,-1 6-22-16,5 6-124 15,-2 2-13-15,4 14-346 16</inkml:trace>
  <inkml:trace contextRef="#ctx0" brushRef="#br0" timeOffset="11317.32">4499 7535 301 0,'0'4'1287'0,"-2"3"-1076"0,2 3-134 0,4-1-25 0,3 1 23 0,4-7 3 16,10-3 53-16,-2-8-74 15,6-5-35-15,-3-5 34 16,1-1 1-16,-8-4 33 16,-1 5 12-16,-10 0-53 15,-8 0 20-15,-12 0-69 16,-4 6-26-16,-14 2 25 15,-8 10-20-15,-7 12-87 16,-2 8-182-16,-52 33-321 0</inkml:trace>
  <inkml:trace contextRef="#ctx0" brushRef="#br0" timeOffset="16034.83">6117 3717 1221 0,'0'0'372'0,"0"0"-226"0,0-1-50 0,0 1 45 0,0 0-51 0,0 0 22 0,0 0-55 0,0 0-28 16,0 0-17-16,2 5-12 15,0 4 0-15,5 10 0 16,0 14 7-16,6 10 40 15,-4 14-47-15,-3 1 0 16,4-4 2-16,-2-4-1 16,-3-10 3-16,-3-10-4 0,-2-9 0 15,0-7 19 1,-2-8-19-16,2-4 1 0,-2-6 30 16,-7-4-6-16,0-9-11 15,-3-5-14-15,2-7 6 16,-3-6-2-1,1-5-4-15,1-4-25 0,-5-8 24 16,10-6-11-16,1 6-8 16,10 2 19-16,5 6-1 15,7 9-26-15,5 5 28 16,6 8-42-16,6 8 30 16,2 6 4-16,2 8 7 15,-1 14 1-15,-6 6 0 0,3 6 6 16,-7 5-6-1,-9 5-6-15,-10 1 6 0,-5-1 9 16,-10-1-8-16,-7-3-1 16,-7-8 10-16,-4-2 28 15,-4-8-38-15,-7 0 9 16,1-6-18-16,4-4 10 16,0 0-2-16,2-4-4 15,8 0-57-15,2-2-97 16,1-4-292-16</inkml:trace>
  <inkml:trace contextRef="#ctx0" brushRef="#br0" timeOffset="16431.91">6445 3966 1519 0,'4'-2'355'16,"3"4"-275"-16,5-2-37 0,9 2 35 0,1 10-25 0,0 0-11 0,1 6-35 0,-3 9 44 0,-7 0-50 0,-4 5 7 0,-6-4 5 0,-9-2-7 15,0-5 9 1,-3-7-15-16,1-6 0 16,-2-6 47-16,-1-4-5 0,5-10 18 15,-1-6 0-15,2-4-7 16,8-9 5 0,4-1-58-16,6-2 8 0,5 4-23 15,3 4-42-15,6 4-123 16,4 4-21-16,0 10-50 15,46-2-641-15</inkml:trace>
  <inkml:trace contextRef="#ctx0" brushRef="#br0" timeOffset="16667.98">6886 3918 1774 0,'-3'4'218'0,"1"6"-145"0,0 4-37 16,0 8 14-16,2 4-16 15,6 4-1-15,1-2-21 16,4 1-7-16,-2-5 5 16,0-5 5-16,-3-6-15 15,-3-4-136-15,-3-9-139 16,-18-23-1310-16</inkml:trace>
  <inkml:trace contextRef="#ctx0" brushRef="#br0" timeOffset="16870.41">6844 3720 1892 0,'0'0'340'15,"0"0"-271"-15,-4 0 68 16,4 0-20-16,4 1-66 16,-8-1-51-16,8 4-30 15,-4 6 15-15,0 8-57 16,-4 9-283-16,-6 31-823 16</inkml:trace>
  <inkml:trace contextRef="#ctx0" brushRef="#br0" timeOffset="17201.41">7006 3924 1682 0,'0'6'349'16,"4"2"-314"-16,3 4-34 15,7 8 73-15,-4 2-29 16,4-2-9-16,4-2-10 16,-5-6-8-16,-2-4 28 0,0-3 7 15,3-5 22-15,-3-7 90 16,4-4-102-16,3-8-23 16,-5-5-8-16,-1-4-7 15,1 0 8-15,-7-4-33 16,0 0 0-16,0 2-37 15,-2 6 10-15,-1 8-138 16,-1 8-156-16,2 10-481 16</inkml:trace>
  <inkml:trace contextRef="#ctx0" brushRef="#br0" timeOffset="17632.73">7496 4161 703 0,'2'0'1231'0,"1"-2"-1060"0,5-2-110 0,6-2 47 0,9 2-25 0,3-4 1 0,5 2-84 0,2-1-17 16,6 0-143-16,49-14-362 16</inkml:trace>
  <inkml:trace contextRef="#ctx0" brushRef="#br0" timeOffset="18968.41">8051 3954 1745 0,'2'0'315'0,"-2"0"-252"15,0 2-2-15,0 0-23 16,2 6-37-16,3 6 76 16,1 6-68-16,6 6 25 15,1-2-22-15,-5-1 0 16,0-8-15-16,-6-3 3 16,0-3 0-16,-4-8 5 15,2-1-5-15,-5-1 0 16,0-6-1-16,-1-4-28 0,2-6 28 15,1-5-29-15,6-6-72 16,3-4 43-16,6 2-46 16,5 4 6-16,4 6 21 15,-2 4 18-15,4 10 59 16,-5 8-26-16,2 2 27 16,-5 12 18-16,1 4-12 15,-1 4 10-15,3 4-8 16,0 0 2-16,4 0-1 15,3-6-9-15,-5-4 0 16,2-3 14-16,-4-9-14 16,0-5 0-16,-2-2 35 15,-1-5-34-15,5-6 19 0,0-2-20 16,0-3 0-16,-4-2 9 16,-1-4-9-16,-4-1 0 15,-4 0 16-15,-4 0-15 16,-6 6 61-16,-1 6-43 15,-3 2-11-15,-2 8 29 16,-4 2-37-16,-1 10 1 16,-1 2-2-16,1 8-11 15,10 4 4-15,6 0 7 16,14 0-29-16,-1-6 19 16,8-2-14-16,4-9-14 15,-1-6 19-15,0-2-25 0,2-6 44 16,-2-3-29-1,-8-2 30-15,-5-6 45 16,-1 0-10-16,-10 0 13 0,-4-4 9 16,-4 6-45-16,-2-2 6 15,2 4-18-15,1 6-8 16,1 4-7-16,2 2 15 16,0 4-21-16,2 2 21 15,0 2-14-15,0 8 13 16,2-2 1-16,2 4-3 15,0 0 3-15,3-4 7 16,-1 2-6-16,2-4-2 16,-4 0 2-16,1 0 10 15,1-4-11-15,0 2-3 16,1-2 3-16,3-3 2 0,2-3 4 16,2 0-6-1,-1-7 13-15,3-3 10 0,-3-2-23 16,0-6 0-16,3-4 12 15,-5-2-12-15,-1 2 0 16,3 0-2-16,-3 6 4 16,0 2-16-16,-3 4 14 15,1 8-21-15,-2 2 15 16,6 6-6-16,1 4 0 16,1 8 12-16,4 2 0 15,0 0 4-15,-5-2-4 16,-1-2 0-16,-4-4 0 15,-6-6 9-15,-2-2 0 0,0-4 14 16,0 0 10 0,0 0 78-16,-2-4-18 0,0-2-63 15,2-8-3-15,0-6-27 16,4 0-1-16,3-2-20 16,7-2-18-16,-1 4 39 15,3 2-45-15,3 8 12 16,-5 8 32-16,1 10-7 15,-1 6-20-15,-3 8 20 16,0 8-4-16,0 0-1 16,2 0-56-16,3-6-92 15,33 4-462-15</inkml:trace>
  <inkml:trace contextRef="#ctx0" brushRef="#br0" timeOffset="19932.4">9994 3346 1620 0,'0'0'239'0,"0"0"-164"0,-2 3 43 0,2-2-26 0,-5 4-7 0,3 7-46 0,-4 6 24 0,3 10 5 0,-6 8-14 15,0 18-14-15,-5 8 4 16,1 10 28-16,5 12 19 16,0 7-70-16,6 9 9 0,4 66 38 15,19 7-38 1,16-5 3-16,-28-116 28 0,3 2-32 15,-4-4 52-15,9 53-81 16,-2-1 0-16,-5 3 23 16,2 59-22-16,-8 26-1 15,-4 13 0-15,-4-61 1 16,-2 7 14-16,0-5-15 16,6-1-4-16,6-9 4 15,0-8 1-15,9-6 4 16,6 5-5-16,-3-13 0 15,-3 0-10-15,-1-1 10 16,-12-57 0-16,0 0 5 16,0 0-4-16,-2 59 1 0,-2 63-2 15,-5 10 0-15,-2 5 14 16,13-77-14-16,-2-64 0 16,4-6 1-16,0 0 1 15,5 49-2-15,5-9 0 16,-5 4 0-16,0-1 3 15,1-3-3-15,-6 2 0 16,1 4-1-16,-7 4 7 16,-5 0-12-16,-3-3 6 15,-6-11 0-15,5-12 4 16,3-15-4-16,6-11 0 16,4-6 0-16,0-6 1 15,0-2 23-15,1-10-24 0,4 2 0 16,-2 0 8-16,-3 0-8 15,1 4 0-15,-5 0 1 16,0 0-1-16,-3 2 6 16,1 0-6-16,0 0 0 15,0-4 0-15,0-4 0 16,2-5-3-16,-2-4-3 16,-1-2 10-16,3-5-10 15,0-1-37-15,-5-4-83 16,5-5-50-16,-2-13-440 15,-17-71-369-15</inkml:trace>
  <inkml:trace contextRef="#ctx0" brushRef="#br0" timeOffset="23237.6">7367 4859 1458 0,'0'1'193'0,"-4"3"-167"0,-4 0-10 0,2 5 62 0,-3 0 0 0,2 0-22 15,3-1-37-15,1-2 38 16,1-2-43-16,-2-3-13 16,4-1 28-16,0 0-14 15,-2 0-15-15,2 0 0 0,0 0 9 16,0 0 4-1,0 0-13-15,-2-1-3 0,-1 1 3 16,-1 0 2-16,-3 0-2 16,0 0 0-16,1 1 0 15,-1 2-2-15,-2-2 2 16,2 6-4-16,1 0 3 16,1 0 1-16,-1 3-1 15,2 2 0-15,-3-2 1 16,2 4 0-16,1-4 0 15,-1 2-1-15,1-4 1 16,2-2 0-16,2-2 0 16,0-4 0-16,0 0 0 15,0 0 12-15,0 0-12 0,0-4 0 16,2 2 28-16,2-4-20 16,1-2 2-16,7-6-20 15,5 0 17-15,3-2-20 16,4-2 13-16,3 2-8 15,-3 3 8-15,1-1 2 16,-5 3 19-16,-2 0-15 16,-2 4 3-16,-8 0 21 15,3 3-30-15,-8 3 0 16,2-3 10-16,-5 4 10 16,-5 0 8-16,5 0-1 15,0 4-21-15,0-4 57 16,-1 0-39-16,1 0 17 0,0-4 40 15,0 4-32-15,0 0-14 16,0 0-19 0,0 0-8-16,0 0-16 0,0 12-11 15,0 10 19-15,0 10 7 16,-2 14 14-16,2 4 4 16,-4 0-25-16,8-4 0 15,-2-2 9-15,6-6-9 16,-4-9-1-16,3-8 0 15,-3-9 2-15,-2-2 11 16,2-7-12-16,-2-2 0 16,-2-1 30-16,0 0-18 15,0-4 30 1,-2 1 42-16,2-8-32 0,0 0-17 16,-2-4-35-16,2-1 9 0,0 7 9 15,-2 0-18-15,2 3-9 16,-2 6 1-16,0 0-2 15,0 4 10-15,2-4-20 16,-3 0 20-16,1 0-28 16,2 2 28-16,-4 3-3 15,-5 0 1-15,0 8 4 16,-4-4-4-16,1 5-11 16,-3 0-32-16,1 3 31 15,3-3-29-15,3-2-16 16,-1-6 10-16,6-2-4 15,1-3 23-15,-1 3-28 16,3-4 58-16,3 0 6 16,-3 0-5-16,2-4 17 0,1 3-10 15,1-3-7-15,-2 0-2 16,5-2-12-16,1-2 10 16,3 2-20-16,5-1 23 15,3 3-1-15,-2 1 0 16,5-1 1-16,3 1-1 15,-6 3-23-15,0-1-71 16,-2-2 16-16,-5 3-71 16,-4-1 45-16,0-2-15 15,0 3-108-15,-10-4-703 16</inkml:trace>
  <inkml:trace contextRef="#ctx0" brushRef="#br0" timeOffset="24665.37">7302 6002 602 0,'-2'1'1172'0,"2"-1"-1056"0,-5 3-55 0,5-2-28 0,-4 2 24 0,-3 3 44 0,-1 3-56 0,-4 5-17 15,-1 3 23-15,-3 2-19 16,5-2 20-16,0 3-38 16,0-2-13-16,0-4 58 15,-1 0-50-15,3-4-9 16,1-4 0-16,1 0 17 16,-2-2-7-16,7-2-10 15,2-2 0-15,0 0 2 16,2-2-2-16,3 0-18 15,4-4 2-15,1-8-50 16,4-2 57-16,4-4-2 16,0 0 11-16,-5 4 12 0,1 4-11 15,-6 0 16 1,-1 3 32-16,-3 6-29 0,-2-1 50 16,1 0-49-16,-1 1-13 15,-2 3 31-15,3 0-32 16,-3 3-7-16,6 5-6 15,1 4 6-15,-1 10 18 16,6 12-18-16,-3 2 0 16,-1 2 27-16,1-2-25 15,-4-2-2-15,2-6 0 16,-3-4 0-16,-2-4 10 16,0-8-10-16,0 1-3 0,-2-8 2 15,0 1 1 1,0 2-1-16,0-5-7 0,-2 3 5 15,-4-1-3-15,-3 2 6 16,-5 3-12-16,-3-5 6 16,-1 4 6-16,0-4-1 15,2-1 1-15,2 1 0 16,4-3 12-16,3 0-12 16,3 0-2-16,4 0 2 15,-2-2 0-15,2 1-7 16,2-1 6-16,0 0-1 15,2 0 2-15,8 0 11 16,3-1 11-16,8-1 41 16,3 0-36-16,5-4-7 15,-4 2-7-15,4-4-1 0,0-1 27 16,0 4-39-16,-4-5-7 16,2 3-1-16,-6 3 8 15,-6-2-63-15,-5 6-130 16,-8 3-343-16</inkml:trace>
  <inkml:trace contextRef="#ctx0" brushRef="#br0" timeOffset="25767.57">7293 7279 1438 0,'-2'0'299'0,"2"0"-215"0,0 0-23 0,0 0 29 0,0 0-15 0,0 0 42 15,0 0-87-15,0 0-19 16,-2 4 11-16,0 6-20 15,-7 10 10-15,2 8-6 16,-2 10 3-16,5 4 13 0,1 2-22 16,8-6-3-16,3-6 3 15,6-10 1-15,-1-5 0 16,3-9 7-16,2-7-7 16,0-2 79-16,4-7-42 15,-2-6 4-15,2-3 28 16,-3 2-1-16,-7-6 12 15,0-1-19-15,-3-2-29 16,-7-4 81-16,-6-2-104 16,-4 2-9-16,-7 2-1 15,-3 6-2-15,-10 10 1 16,-11 8-48-16,-14 10-154 16,-12 12-145-16,-95 28-775 0</inkml:trace>
  <inkml:trace contextRef="#ctx0" brushRef="#br0" timeOffset="28066.33">10713 3210 1538 0,'0'-2'305'0,"0"2"-220"0,0-2 58 0,2 2 31 0,-2 0-39 0,0-2-45 0,-2 2 3 0,2 0-38 0,-2 0 49 16,2 0-76-16,0 2-22 15,0 2-6-15,0 10-24 16,6 14 24-16,4 14-7 16,3 13 19-16,3 5 7 15,-5-4-19-15,0-4-1 16,-2-6 1-16,2-8 0 0,-9-10-36 15,-2-6-161 1,-2-6-179-16,-21-6-340 0</inkml:trace>
  <inkml:trace contextRef="#ctx0" brushRef="#br0" timeOffset="28432.74">11008 3156 1668 0,'-14'16'195'0,"3"4"-131"0,-16 18-5 16,-4 12-29 0,-7 4 39-16,1-1-63 0,-1-8-5 15,6-10 5-15,5-7 0 16,3-12 38-16,8-6 5 15,5-2-17-15,7-8 101 16,4 0-65-16,2-2-5 16,0 0 0-16,7-4-38 15,2 2-11-15,5 4-14 16,9 0 7-16,4 10 4 16,8 4-11-16,3 2-3 15,1 4 2-15,-4-4 1 16,-1 2-18-16,-9-4-89 15,-11-2-175-15,10 6-70 16</inkml:trace>
  <inkml:trace contextRef="#ctx0" brushRef="#br0" timeOffset="29268.04">11490 3400 1484 0,'0'0'354'0,"0"7"-276"0,0 0-77 0,4 10 83 0,0 9-60 0,2 6 5 0,1 0 4 0,1 2-14 16,2-8 7-16,-6 0-26 15,1-8 7-15,-3-6 7 0,-2-4-14 16,0-4-6-16,-2-4 6 16,-3 2 7-16,1-4 40 15,-3 1 2-15,-4-8-43 16,2-5 48-16,3-8-54 15,0-4 0-15,6-6 0 16,6 2-4-16,2 4-16 16,7 0-19-16,6 4 5 15,4 10 17-15,-1 2-8 16,2 8 13-16,-5 10 12 16,1 8-3-16,-5 8 3 15,2 4 0-15,-3 6 0 16,-3-4 10-16,-3 0-10 15,-5-6-18-15,-2-6 18 0,-3-8 0 16,-3-4 11-16,3-2-11 16,-2-4 0-16,-1-1 27 15,3-4 0-15,-4-7-26 16,2-8-1-16,-2-4 29 16,4-8-8-16,6-4-21 15,1-4-27-15,4 0 13 16,7 4-4-16,4 11-4 15,5 11 22-15,-4 13 0 16,-2 7-9-16,0 10 3 16,-1 10 6-16,-3 4 19 15,1 0-19-15,0 2 0 0,-4-8 0 16,1-6 0 0,-6-2 0-16,-2-2-63 0,-1-8-102 15,1-8-537-15</inkml:trace>
  <inkml:trace contextRef="#ctx0" brushRef="#br0" timeOffset="30385.18">12061 3507 1533 0,'7'6'207'15,"-5"-4"-123"-15,8 8 16 0,0-6 95 0,1 0-85 0,7-4 4 0,0-4-21 0,6-6-24 16,-1-2 12-16,-1-4-65 16,-4-4-14-16,-2 2 63 15,-8-3-65-15,-3 3 0 16,-7 3 0-16,-3 1-15 15,-3 2 9-15,-8 6-28 16,-4 3 31-16,-5 10-23 16,-1 9 26-16,-8 10-10 15,5 6 1-15,7 8-15 0,9-4-6 16,11 2-38-16,6-8-41 16,9-6 68-16,5-8-22 15,4-6 24-15,2-4 20 16,3-8 19-16,0-4-6 15,0-4-36-15,-2-6 42 16,-5-4 37-16,4-6-29 16,-6-4 4-16,-3 0 22 15,1 2-11-15,-7 0 34 16,-5 14-57-16,-6 2 1 16,2 8-8-16,0 6 7 15,-4 8-50-15,-1 6 49 16,-1 10 2-16,-2 10-1 0,4-2 0 15,2-2-4 1,8-8-16-16,0-4 17 0,0-10 2 16,1-4 1-16,-5-4-3 15,4-6 3 1,1-2 28-16,4-6-26 0,0-4 58 16,1-4-53-16,1-6-7 15,-1 0 0-15,3-4 7 16,-2 4-17-16,-4 10-16 15,-2 2-24-15,-3 8 49 16,-2 6-52-16,0 8-13 16,3 10 52-16,1 6-12 0,4 6 25 15,5 0-18 1,1 2 19-16,-1-6 3 0,1-8-3 16,-5-8-4-16,-7-6 3 15,-1-2 2-15,-3-2 64 16,1-4 19-16,2-6-49 15,2-4 10-15,-1-8-45 16,5-2-5-16,0 0-34 16,7-2-54-16,3 2 9 15,2 8-56-15,1 8 13 16,-7 8 98-16,1 6-22 16,-9 8 21-16,-3 2 20 15,0-2 10-15,4 2 4 0,-2-6-4 16,5-2 0-1,-2-6 47-15,0-4 5 0,0-6 10 16,4 0-14 0,1-6 10-16,-6 0-2 15,1-2-46-15,-4 4-8 0,2-4 47 16,-5 4-41-16,-2 6-8 16,2 2 0-16,0 2-13 15,5 4 5-15,7 4-5 16,3 8 13-16,3 0 3 15,5 4-2-15,-10 4 30 16,-1 0 29-16,-12 0-7 16,-6-2 17-16,-10-6-26 15,-13 2-29-15,-4-2 10 16,-11-6-25-16,-7-2-120 0,7-4-129 16,-16-24-827-16</inkml:trace>
  <inkml:trace contextRef="#ctx0" brushRef="#br0" timeOffset="31035.4">13302 3655 1328 0,'-4'0'293'0,"-1"-2"-190"0,-5 2 26 0,0-2-60 0,4 0 36 0,1 2-9 0,3 0-12 16,4-1 29-16,0 1-44 0,1 0-36 15,7 0-20-15,9 0-5 16,7 1 74-16,12 1-76 16,5-2 0-16,3 0-12 15,6-3-27-15,-2-2-249 16,54-25-379-16</inkml:trace>
  <inkml:trace contextRef="#ctx0" brushRef="#br0" timeOffset="31467.9">13877 3138 1629 0,'0'-2'206'0,"0"2"-104"0,0 0 52 15,0 0-7-15,0 4-147 16,0 10 20-16,0 6-5 16,2 12 27-16,-2 12-17 15,0 4-17-15,0 4 1 16,0 5 18-16,0-3-27 15,-2 0-9-15,0-6 7 16,0-8-79-16,0-10-136 16,4-10-122-16,27-11-659 15</inkml:trace>
  <inkml:trace contextRef="#ctx0" brushRef="#br0" timeOffset="32333.99">14069 3369 1508 0,'-11'5'185'0,"-3"6"-130"16,-8 11-5-16,-2 6 31 15,1 6-80-15,6 2 7 16,5-4-5-16,10-2-3 16,4-8-1-16,0-4-13 15,5-10 13-15,-2-4 1 16,6-4 30-16,0-8 9 15,5-4 3-15,3-4-24 16,-1-2-11-16,-5 2-7 16,1 2 0-16,-5 6-20 0,-3 6 16 15,2 6-29 1,-2 4 12-16,5 6 10 0,1-4-22 16,1 4-24-16,3-8-99 15,-1-4 45-15,3-8-175 16,4-8-17-1,-2-6 303-15,0-2 126 0,-7-2 31 16,-2-4 41-16,-1 2-57 16,-6-4 41-16,-4-1-101 15,-2-1-12-15,-5 1 30 16,-4 0-47-16,4 5 10 16,1 6 14-16,1 8-76 0,3 8 0 15,2 4-15 1,0 12-37-16,2 8 52 0,1 14 0 15,3 5-20 1,3 3 10-16,7 2-43 0,-3-6 47 16,3-2-25-16,1-6 8 15,-3-8 22-15,-3-6-4 16,0-10 5-16,-4-6 7 16,-1-4 11-16,-1-8 101 15,-1-4-83-15,-2-6-23 16,-2-2-13-16,0-2-24 15,0 0-27-15,2 4-25 16,3 4-28-16,9 5 32 16,1 4-55-16,7 5 34 15,7 4 31-15,5 0 19 0,1 0-8 16,6 0 50-16,-3-5 1 16,-9-4 44-16,-5 0-44 15,-11 0 18-15,-6-8 78 16,-3-1 18-16,-4 3 4 15,-9-3-41-15,1 1-40 16,-3 5 19-16,-1 2-56 16,1 6-7-16,4 6 6 15,3 8-24-15,-1 4 25 16,3 8 0-16,4 2 2 16,1 1-2-16,3-2 0 15,1-2 0-15,2-3 1 16,-2-7-1-16,0 0 11 15,0-5-10-15,-1-2 4 16,3-2 103-16,5-2-79 0,1-5-29 16,38-22-185-16</inkml:trace>
  <inkml:trace contextRef="#ctx0" brushRef="#br0" timeOffset="34910.43">11872 4726 840 0,'0'0'120'0,"0"-2"-120"0,0 2-38 0,-2-4-735 0</inkml:trace>
  <inkml:trace contextRef="#ctx0" brushRef="#br0" timeOffset="37217.31">484 5031 187 0,'0'2'200'16,"0"-2"-200"-16,-4 6-17 15</inkml:trace>
  <inkml:trace contextRef="#ctx0" brushRef="#br0" timeOffset="37766.98">534 5017 878 0,'-3'0'119'0,"3"0"-70"0,-3 0-20 0,3 0 74 0,3-2-31 0,-3 0 42 0,0 2-88 0,3-2-19 16,-3 2-7-16,2-2-4 16,0 0-109-16,-2 0 31 15,0 0-74-15,0 0-8 16,-2 2-67-16,-12 4 53 16</inkml:trace>
  <inkml:trace contextRef="#ctx0" brushRef="#br0" timeOffset="38369.46">513 4997 355 0,'2'-2'508'16,"-4"0"-346"-16,4 0 48 16,-4-2-41-16,2 4 2 15,-2-2-33-15,0 2-12 16,2 0-58-16,0-2-5 16,0 2-3-16,2 0 10 15,-2 0 2-15,0 2-7 0,2-4-31 16,-2 2 56-1,0 0-54-15,-2-2 5 0,2 4 20 16,0-2-31-16,0 0-16 16,0 2-14-16,0 2-9 15,4 10-9-15,1 10 18 16,1 12-2-16,6 10 2 16,-3 6 0-16,3-2 1 15,2-5-2-15,-3-8 8 16,3-8 5-16,-5-9-12 15,-3-8-3-15,-2-4 3 16,2-4 0-16,-4 0 0 16,2-4 0-16,-2 0 6 0,5-2 9 15,-5 2-14 1,0-4 0-16,3 0 29 0,4-4-11 16,0-2-7-16,-1-7 12 15,6-2-24-15,-3-8 39 16,2-4-39-16,3-6 0 15,-1-1 5-15,1 0-5 16,-3 6 0-16,-3 8 0 16,-6 6 11-16,-2 8 20 15,1 2-31-15,-6 0 2 16,1 2 5-16,0-2 7 16,0 2-13-16,0 2-2 15,0 0 7-15,-2 0 0 16,4 2-6-16,0-2-2 15,4 2 2-15,-4 0 0 0,0 2-1 16,0-2-5-16,0 2 12 16,-4 0-30-16,4 0-20 15,-2 0-125-15,-2 2-38 16,0 2-280-16,-19 10-738 16</inkml:trace>
  <inkml:trace contextRef="#ctx0" brushRef="#br0" timeOffset="39788.87">1124 4989 1340 0,'-2'0'258'0,"0"0"-180"0,2 0 89 0,-3 0-70 0,-2 0 8 0,1 0-45 0,-3 0-33 0,-6 2-4 15,-3 4-18-15,-4 6-4 16,0 0 64-16,4 4-57 15,1 2-2-15,9-4-5 16,1 4-1-16,10 2 0 16,3 0-4-16,8 2 4 15,6 0 19-15,7 0-19 0,7-4-1 16,-3 2-7-16,6 1 5 16,-6-6-6-16,-6 0-27 15,-14-1 30-15,-5-4-3 16,-10-2 5-16,-2 0-2 15,-7-1 7-15,-9 4-1 16,-3-3 23-16,-6-2-23 16,-2 2 0-16,0-6 51 15,0-2 0-15,-3 0 2 16,7-6-8-16,4 0-9 16,7 0-5-16,5 2-31 15,9-2-66-15,6-5-62 16,9 0-358-16,47-37-1065 0</inkml:trace>
  <inkml:trace contextRef="#ctx0" brushRef="#br0" timeOffset="40140.91">1627 5027 1459 0,'0'-6'604'0,"0"6"-505"0,-2-2-48 0,0 2 89 0,-3 0-61 0,1 2-17 16,-6 4-62-16,-2 2 1 15,-9 12 45-15,-8 6-35 16,-3 6-5-16,9 4 1 0,1-1-5 15,11 1 22-15,3-8-24 16,8-2 0-16,5-8 9 16,7-4-9-16,7 0 0 15,6-9 5-15,12-2-5 16,6-7 0-16,3-4-78 16,2-4-156-16,-6 0-10 15,43-46-446-15</inkml:trace>
  <inkml:trace contextRef="#ctx0" brushRef="#br0" timeOffset="40750.21">1951 5019 1491 0,'-3'8'229'0,"-6"4"-131"0,0 14-59 0,-4 12 1 0,-5 4 38 16,9-2-76-16,2 0 10 0,5-8-15 0,2-10 18 0,2-5-6 0,1-13-9 15,-3-2 0-15,0-4 28 16,2-6 31-16,-2-9-37 16,2-5 8-16,3-6-28 15,1-2 32-15,1-2-33 16,2-2 5-16,0 2 35 0,0 0-14 16,4 8 12-1,-2 4-15-15,-2 10-8 0,-3 4 28 16,0 8-44-16,4 4-3 15,-1 8 3-15,5 8 1 16,-1 4-1-16,5 8 0 16,-5 2 16-16,1 0-35 15,1 4 1-15,-6-1-153 16,-5-3-80-16,-10 16-563 16</inkml:trace>
  <inkml:trace contextRef="#ctx0" brushRef="#br0" timeOffset="40938.01">1852 5209 1396 0,'7'-2'378'0,"2"1"-261"0,6-2 33 16,8 2 32-16,-1-2-55 15,5 3-2-15,-2 3-105 16,1-2-19-16,0 3-2 15,-3-2-41-15,29 0-276 16</inkml:trace>
  <inkml:trace contextRef="#ctx0" brushRef="#br0" timeOffset="44037.16">742 6200 1097 0,'-2'0'359'0,"2"0"-133"0,-2 0-73 0,2 0 9 0,0-2-28 0,0 2-1 0,0 0-1 0,-2 0-58 16,4-2-28-16,-2 2-37 16,2 4 14-16,6 4-14 0,2 10-9 15,3 12 0 1,3 14-1-16,-5 6 1 0,1 3-1 15,-6-7-5 1,-1-8 3-16,-1-12-21 0,-4-10 12 16,0-10 10-16,0-8 2 15,-2-6 0-15,4-10-60 16,0-4 38-16,2-6 14 16,6-2-17-16,5 2 25 15,1 1-34 1,8 5 33-16,-4 6-13 0,5 2-31 15,-2 6 27-15,-2-2 11 16,2 2-2-16,-3 0 9 16,0-4 0-16,0-2 45 15,-7 2-11-15,-1-2 16 0,-4 0-2 16,-3-2-39-16,-5 4 70 16,-5-2-44-16,-1 4-8 15,2 2 18-15,1 4-18 16,1 0 3-16,0 4-29 15,2 0 16-15,2 0-19 16,-2 2 2-16,2 6-46 16,3 8 46-16,-1 8 15 15,5 4-14-15,0 6-1 16,-2-2 9-16,-1 0-7 16,1 3-2-16,-5-6-23 15,-4 0 11-15,-5-1-178 16,-24 34-300-16</inkml:trace>
  <inkml:trace contextRef="#ctx0" brushRef="#br0" timeOffset="45001">1494 6300 1773 0,'0'0'264'0,"0"0"-144"0,-2 2-35 0,2-4-2 0,-3 2 7 0,1 2-62 0,-3 0-28 0,-8 6 0 0,-5 4 13 0,-6 9 1 15,-1 2-14-15,1 1 0 16,5-2-5-16,6-5 5 16,7-7-10-16,4-2 9 15,4-3-10-15,0 0-10 16,2-5-30-16,5-2-7 16,5-6 55-16,1 0-6 15,8-8-5-15,-5 0 2 16,1-4-18-16,-3-1 20 0,-5 3 11 15,-4 4-1-15,0 5 30 16,-5 2-24-16,-4 7-6 16,-1 2-20-16,-4 3-14 15,3 9 20-15,0 4 14 16,2 5 0-16,2 2 0 16,6-1 0-16,5-8 0 15,1 0-15-15,-2-8 15 16,2 0 18-16,3-8-18 15,-2-2 0-15,1-4 30 16,3-4-12-16,-3-2-4 16,-1-5-14-16,1-2 12 15,-1-8-2-15,-3 1-10 16,-2 2-7-16,1 4-1 0,-7 4 8 16,-2 10-15-1,0 3-13-15,-2 4-38 0,-2 5 60 16,-3 10-12-1,7 4 10-15,-2 5 8 0,6-2 0 16,5 2 0-16,-1-10-3 16,7 2 3-16,-5-9 17 15,4-1-16-15,-5-4 7 16,-3-6 30-16,1-2 26 16,5-5-10-16,-2-4-54 15,3-4 18-15,-3-3 5 16,1 3-23-16,-5 2 0 0,-4 6-8 15,2 6 4 1,-4 4-2-16,4 4-57 0,2 4 60 16,5 9-11-1,7 1 14-15,0-3-14 0,4 2 13 16,-1-7 2-16,0-2 13 16,-3-4-14-16,1-7 1 15,-6-1 60-15,-5-6-55 16,0 1 23-16,-6-5 26 15,-4 0 7-15,-4-3-2 16,-2-1-60-16,-5 4 7 16,-3 0 10-16,3 2-17 15,-3 0-35-15,1 6-83 16,-2 5-82-16,-35 30-154 16</inkml:trace>
  <inkml:trace contextRef="#ctx0" brushRef="#br0" timeOffset="47088.97">867 7557 1358 0,'0'0'331'0,"3"0"-178"0,-3 0 6 0,2 0-58 0,0-1 11 0,1-2-7 0,1 0-25 15,7-4-23-15,0-1-9 16,2 2-38-16,3-6 50 15,0 5-60-15,-3-6 0 16,3 8 4-16,-5 1-4 16,-9 1 0-16,-2 3-1 15,-5 3-18-15,-10 2 7 16,-7 12 1-16,-14 8 11 16,-11 10 6-16,-2 9-4 15,2-2-2-15,12-2 0 16,8-6 0-16,14 0-30 15,11-4 30-15,8-2-47 0,9-1 29 16,12-2-9-16,4 0-27 16,10-3 23-16,-1 0-14 15,-7-7 31-15,-2-1 14 16,-10-1-11-16,-13-5 11 16,-8 2 0-16,-4-2-6 15,-12 2 6-15,1 2 0 16,-12-2 33-16,2 0-33 15,-4-4 0-15,5-8-1 16,6-4 1-16,8-8-92 16,10-10-217-16,50-64-1082 15</inkml:trace>
  <inkml:trace contextRef="#ctx0" brushRef="#br0" timeOffset="47351.57">1278 7525 1956 0,'-3'-4'321'0,"3"4"-220"0,-2-1-23 0,2 2-51 0,5 11-6 0,-1 8-3 15,0 10 6-15,3 13 82 16,2 3-86-16,4 0-19 0,-3 0 14 15,7-8-14 1,4-2 7-16,-6-11-8 0,-5-10-132 16,2-3-149-16,-8-12-424 15</inkml:trace>
  <inkml:trace contextRef="#ctx0" brushRef="#br0" timeOffset="47537.84">1275 7702 1934 0,'5'-2'355'0,"1"-2"-257"16,10 0-74-16,7-2-21 16,3 0-3-16,5 2-71 15,4 2-80-15,4 2-136 16,52 2-668-16</inkml:trace>
  <inkml:trace contextRef="#ctx0" brushRef="#br0" timeOffset="48134.34">1681 7702 1521 0,'-11'10'361'0,"1"4"-220"16,-11 10-66-16,3 4 21 0,7 0-10 15,3-4-67 1,8-4 1-16,2-6 26 0,8-8-37 16,-3 1-1-16,-1-7 22 15,3-3 0-15,0-1 49 16,6-8-59-16,-1-4-11 16,-1-4 31-16,-2-2-40 15,-1-2 0-15,-6 4-4 16,-4 6 10-16,2 4-8 15,0 8 2-15,-2 2-46 16,5 6 44-16,1 6-37 16,10 6 20-16,1 6 19 15,4-2 0-15,-3 2-3 16,-1-8 3-16,2-4 0 16,-7-6 9-16,-2-4-9 15,3-4 0-15,-2-5 18 0,1-4-18 16,3-3 21-16,-1-2-21 15,-1-2-15-15,5 4-12 16,-3-2-8-16,-1 6 1 16,1 2 25-16,-1 8 6 15,-1 4-12-15,3 6-8 16,-1 8 23-16,8 0 30 16,-2 4-30-16,8-1 0 15,2-6 4-15,-1-7 2 16,-2-6 40-16,4-6-29 15,-3-3-2-15,5-6 52 16,-2-3-67-16,-1 0 1 0,-3-2-2 16,0 6 8-16,-1 0-22 15,-4 4-36-15,-1 4-162 16,-5 4-13-16,29 2-380 16</inkml:trace>
  <inkml:trace contextRef="#ctx0" brushRef="#br0" timeOffset="55107">11453 4712 1130 0,'-2'-2'218'0,"2"2"-109"0,-3-4 20 0,3 2 6 0,0 0-12 0,0-2-70 0,-2 2 16 16,4 0 9-16,-4 0-23 16,2-2 40-16,0 2-40 15,0 0-41-15,-2 0 58 16,2 2-51-16,0-2 3 15,0 2 12-15,-2 0-24 16,0 0 34-16,0 0-31 16,0 0-13-16,2 0 49 0,-6 2-51 15,-2 4 1 1,-5 6-3-16,-3 8 4 0,-4 8 10 16,2 6-12-16,3 8-5 15,9 1-13-15,6-3 18 16,12-6 0-16,3-8-1 15,12-4 2-15,2-6 20 16,7-10-21-16,1-6 0 16,4-6 23-16,-3-6-23 15,-3-2 1-15,-8-4 20 16,-2-2-11-16,-8-3 74 16,-5-3-13-16,-6-2-37 15,-6 0 58-15,-6-6-77 16,-8 2 4-16,-3-2 26 0,-8 6-45 15,0 4 57-15,-1 8-57 16,-2 2 11-16,7 8-38 16,-1 6 25-16,3 8-116 15,-4 12-152-15,-35 66-392 16</inkml:trace>
  <inkml:trace contextRef="#ctx0" brushRef="#br0" timeOffset="59634.28">11654 6078 1493 0,'0'0'252'0,"0"-3"-125"0,0 3 10 0,-2-1 8 0,2 1 46 0,0-4-92 0,0 4-44 15,2 0 67-15,-2 0-65 16,0 0 6-16,0 0-5 16,0 0-41-16,0 0 77 15,0 4-94-15,-2 0 9 16,2 4 26-16,0 12 14 15,0 6-19-15,2 10-27 16,2 0 27-16,0 2-1 16,5-4-29-16,-1-4 0 15,-2 0-15-15,-2-3 15 16,-2-4-78-16,-4 4-262 0,-18 41-516 16</inkml:trace>
  <inkml:trace contextRef="#ctx0" brushRef="#br0" timeOffset="62270.11">11858 7305 1409 0,'0'0'556'0,"0"-2"-392"0,-2 0-34 0,2 2 38 0,2-2 38 0,-2 0-73 16,0 0-23-16,-2 0-22 16,2 2-49-16,0-2 83 15,2 2-82-15,-2 0-20 16,2-2 23-16,-2 2-29 15,0 0 10-15,0 0-24 16,-2 0 21-16,2 0-9 16,0 2-12-16,0-2-11 15,0 4 5-15,2 0 8 16,6 8-3-16,-2 4 1 0,3 4 0 16,5 2 12-16,-3 0-12 15,-1 0 0 1,0 0 0-16,1 2 6 15,-5 2-6-15,1 0-1 16,0 6 1-16,0 0 8 0,-3-1-8 16,2-1-3-16,1-4 2 15,-5-6 2-15,3-4-1 16,-3-6 0-16,-2-2 7 16,3-4-44-16,-3 4-8 15,-38 38-282-15</inkml:trace>
  <inkml:trace contextRef="#ctx0" brushRef="#br0" timeOffset="66242.45">2209 8913 628 0,'0'0'884'0,"0"0"-725"0,0 0-48 0,0 0-19 0,2-2-47 0,4 4-2 0,4-2-5 16,3 0 37-16,9 2 67 16,5-2-71-16,7-2-11 15,5-2 25-15,9-4-25 16,9 2 24-16,8 0-45 0,11-4-33 16,8 4 101-1,12-2-97-15,15-2-9 0,72-8 26 16,26-14-25-16,24 8 16 15,-84 6-18-15,9-9 0 16,4-6 9-16,3 6-9 16,5 4 0-16,3-2-8 15,-8 1 20-15,0 12-13 16,-7 2 1-16,-3 4 0 16,-7 2 3-16,-7-2-3 15,-8 4 0-15,1-6-5 16,0 4 11-16,2 2-9 15,-2-8 3-15,-7 4 0 16,-5 4 3-16,-65 0-3 0,1 0-9 16,0 4 9-16,54-2 0 15,-1 4 14-15,-6 0-14 16,2 0 0-16,-6 0 6 16,1 0-6-16,-2-4-8 15,-4-4 8-15,3 2 0 16,-9-4 12-16,-3 0-12 15,-2 2 0-15,-4-2 2 16,-4 6-2-16,-3-2 0 16,1 0 1-16,1 2-1 15,-2 0 13-15,4 0-13 16,-5 0 0-16,5 2 3 16,3 0-3-16,-5-2-1 15,-1 6 1-15,-6-2 0 16,0 0 4-16,-3 0-4 15,4-2 0-15,-1 0 9 16,-2 0-9-16,7-2-9 0,1 0 8 16,6-2 2-16,1-2 9 15,0 0-10-15,3-2 0 16,-2-2 9-16,-3 4-9 16,-2 0 0-16,2-2-1 15,-2 2 2-15,2-4 10 16,-2 2-11-16,0-2 0 15,0 0 5-15,7 0-5 16,3 0 0-16,-1 0-1 0,3 0 3 16,-3 0 7-16,0 0-9 15,-5 2 0-15,0 0-5 16,3 0 5-16,-2-2-8 16,0 4 7-16,1 0 2 15,-2 0 7-15,-2-1-8 16,9 0 0-16,0 1 0 15,3 0 0-15,6-2-3 16,-1-2-5-16,4 2 16 16,-3-1-7-16,-2 2-1 15,0-4 0-15,-9 8 3 16,-2-2-3-16,-8 3-1 16,-3 0 1-16,-3-1 0 0,-2-1 6 15,-2 0-6 1,5-3 0-16,1 4-2 15,0-2 2-15,3-2-8 0,-3 2 7 16,2 1 2-16,-4 1 10 16,3-2-11-16,1 2 0 15,2 1-5-15,-2 0 5 16,-2 0-4-16,-2 1 2 16,-6-1 4-16,0 0 5 15,-3-1-7-15,0-2 0 16,-1 2 5-16,5-2-5 15,1-3-3-15,2 2-5 16,3 3 16-16,-3 1-4 0,0 0-4 16,-1 1 0-1,-2 2-1-15,-6-2 1 0,1 4 0 16,-3-1-1-16,1-3 8 16,-4 2 17-16,-3-2-24 15,-6-1 0-15,-6 3 23 16,-7-6-22-16,-8 3 10 15,-9 0-11-15,-9-1 16 16,-3 1 5-16,-4 0-21 16,-2-3-19-16,-2 2 11 15,-7-3-95-15,-18-9-176 16,-135-51-421-16</inkml:trace>
  <inkml:trace contextRef="#ctx0" brushRef="#br0" timeOffset="69635.86">970 4632 1508 0,'0'0'168'0,"4"0"-147"0,-1 0 33 0,-1 0 8 0,2 2 20 0,3-2-17 0,2 2-2 0,2-2 22 15,5 4-32-15,-3 0-43 16,3-2 65-16,6 4-63 16,2-2 8-16,3 0 32 0,7 4-16 15,1-6 27-15,3 2-63 16,5-4 1-16,3 0 40 16,10 0-41-1,6-2 0-15,0 2-1 0,5 0 10 16,1 4-1-16,3 2-8 15,2 4 0-15,-1 0-2 16,1 0 2-16,-2-4 0 16,-2-2-1-16,1-6 2 15,1 0 10-15,-7-4-11 16,6 2 0-16,-6 2 3 16,5-2-3-16,0 4-6 15,-2 0 4-15,4 0 4 0,1 0 1 16,-3 0-3-16,-3-2 0 15,-5 0 3-15,-1 2-3 16,-4 0 0-16,-5 2 0 16,-2-2 0-16,-2 2 10 15,1 0-10-15,-3 0 0 16,0 0-6-16,2 0 6 16,1-2 0-16,6-2-1 15,4 2 8-15,-2-2-10 16,2 2 3-16,2-2 0 15,-1 2-3-15,7 2 3 16,-4 0 0-16,7 0-1 16,0-2 2-16,4-2 5 0,-1-2-6 15,-5 2-1 1,2-4-1-16,-3 2 2 16,-1-2 0-16,5 2-7 15,-4 2 14-15,7 0 2 0,2-2-9 16,0 4 0-16,1-4 6 15,-1 2-6-15,-1-4 8 16,2 2-8-16,-7-2 7 16,2 0 50-16,-4-2-57 15,-2 2 1-15,2 0 20 16,-3 0-10-16,5-2-11 16,3 4 0-16,-3 0 11 15,4-2 11-15,5-2-22 16,2 2 0-16,0-3 20 0,5 0-11 15,-5 0-3-15,3 4-6 16,0-4 10-16,-4 4 11 16,4-1-21-16,2-5 0 15,1 4 8-15,5-1-7 16,6-5 0-16,-6 8-1 16,-5-3 11-16,-1-1-4 15,-6 4-7-15,-8 0-4 16,0 0 4-16,-1-2 0 15,-6 3 0-15,5 0-1 16,-2-2 7-16,1 2 0 16,4-4-6-16,-3 4-6 15,2 1 6-15,0-4 0 0,-3 5 0 16,-4-4 0-16,-3 4 1 16,-7 1 5-16,0-2-6 15,-2 1-3-15,4 0 2 16,4-2 1-16,2 2-1 15,5-2 1-15,-3 0 0 16,1 2 6-16,-3 0-6 16,1 2-6-16,-1 0 6 15,3 2 1-15,-3 0-1 16,7 2 0-16,1-4 1 16,-2 2 3-16,3-2-4 15,1 0-4-15,-5 0 3 16,2 2 1-16,0-2 0 0,5 0 0 15,-1 0 1-15,-1 0 7 16,1 0-8-16,2 0-6 16,2 0 4-16,-2-2 2 15,-2 0 0-15,3 2 0 16,0-4 0-16,-6 4 3 16,-6 0-3-16,1 0 0 15,-5 0-1-15,6 0 2 16,-3 0-1-16,3 4 0 15,-1-4 0-15,0 2 2 16,-2-2-2-16,-4 0-3 16,1 2 2-16,-4-2 2 0,4 0 4 15,1 0-5 1,1 0 0-16,0 0-1 0,5 0 1 16,-3 0-8-1,3-2 8-15,-3 4 0 0,2-2 0 16,1 0-7-16,-3 2 7 15,5-2-2-15,-4 0 2 16,1 2-6-16,0-2 0 16,-2-2 9-16,-6 2-10 15,3-2-5-15,-6 2 12 16,3 0-14-16,0 0 14 16,0 2-4-16,-5 0 2 15,0 0 4-15,-3-2-2 0,-3 2 0 16,-5-2 0-1,-2-2-9-15,-1 0 9 0,-2 0-3 16,-2 0 1 0,1 0 4-16,-1 2-4 0,1-2 2 15,3-2 0-15,-2 4-4 16,3 0 4-16,-2 4-7 16,2-4 6-16,2 0 2 15,0 2-1-15,1 0 0 16,4-2 0-16,2 2-3 15,-2-2 3-15,8 0-5 16,1 0 4-16,0 0 2 16,2 0-10-16,2 0 9 15,3-2 0-15,1 2-10 16,1-2 10-16,6 2-5 0,5 0 4 16,-3 2 2-1,8 0 3-15,0 0-4 0,2 0 0 16,2 0-5-16,-5 0 5 15,0 1-11-15,-3-2 10 16,-11 1 2-16,3 2 5 16,-2-2-6-16,-7 0 0 15,0 0-1-15,0 3 1 16,-6-4-6-16,-3 1 6 16,-4 2 0-16,-3-4 12 15,-4 7-12-15,-4-6 0 16,-7-1 2-16,-11 0-2 15,-7 3-1-15,-6-6 0 0,-5 3 2 16,0 0 11 0,0 0-12-16,0 0 0 0,-2 0 3 15,-1 0-3-15,0 0-33 16,-8-1-127-16,-44 1-322 16</inkml:trace>
  <inkml:trace contextRef="#ctx0" brushRef="#br0" timeOffset="71151.17">14390 3748 1281 0,'-3'0'479'0,"3"0"-432"0,0 1-14 0,-2 2 81 0,0 2-50 0,-1 9 100 0,-3 7-80 16,2 3-21-16,-1 8-24 15,-4 12 24-15,-4 12 45 16,-2 26-47-16,-21 75-52 16,-23 67 45-16,-20 61-54 15,16-60 0-15,3 25 2 16,6 5-1-16,-8-22 0 16,10-5-1-16,12-13 1 15,11-13 20-15,19-17-21 16,8-11-14-16,2 5 13 0,8-3 2 15,-8-26 0 1,11-5-1-16,-4 9 0 0,-14 9 12 16,-4 13-12-16,-12 11 0 15,-5 13 10 1,-14 3-9-16,4-15 3 0,15-3-4 16,3-55 0-16,20-76 8 15,0-6-8-15,0-6 0 16,0 47 58-16,0-9-8 15,0-2 1-15,0-1-42 16,0-5 4-16,-3 2 25 16,3-4-38-16,-1 0 0 15,-1-2 4-15,2-8-4 0,0-1 0 16,0-16 0-16,2-10-57 16,-2-13 31-16,1-8-226 15,-4-14-329-15</inkml:trace>
  <inkml:trace contextRef="#ctx0" brushRef="#br0" timeOffset="73035.06">7271 6725 1584 0,'0'0'464'0,"0"0"-454"0,0-1 26 0,5 1-34 0,-3 0 16 0,7 0 9 0,6-4 10 15,7 1 17-15,7-7-6 16,2 5-36-16,3-4 65 15,-1-3-47-15,-2 2 4 16,4 0 4-16,-7 0-23 0,-6 4-14 16,-4 2-1-16,-13 2-25 15,-7 2 7-15,-9 8-27 16,-12 4 34-16,-13 8 5 16,-10 4-22-16,-8 0 28 15,3-6-11-15,4-3 22 16,14-5 47-16,8-6-44 15,14-3 13-15,7-1 31 16,8-1-26-16,0 1-13 16,7-3-19-16,10-1 0 15,5-3 47-15,10 3-47 16,-1-3 0-16,1 3 1 16,-5 1-1-16,-6-4 0 15,-3 7-76-15,-11 8-262 0,-7 14-126 16</inkml:trace>
  <inkml:trace contextRef="#ctx0" brushRef="#br0" timeOffset="74070.16">11609 6695 16 0,'-2'0'1255'0,"4"0"-1106"0,-2 0-118 0,4 0 43 0,3 0-13 0,4 2 8 0,4-2 18 16,4-2-33-16,1 0 32 16,-7-4-43-16,1 3 7 15,-6 0-5-15,-1 1-5 16,-7 2 61-16,-7 0-56 15,-1 2-44-15,-10 4 46 16,-14 4-29-16,-7 2-17 16,-4 4 15-16,7-6-10 15,14-2 75-15,9-6-36 16,8 0 18-16,8-4 35 16,5 0-61-16,10-6-8 0,16 0-8 15,10-4-9-15,12-1 3 16,0 2-15-16,-5 1-129 15,-11 2-153-15,2-24-445 16</inkml:trace>
  <inkml:trace contextRef="#ctx0" brushRef="#br0" timeOffset="75001.55">14436 6294 1538 0,'0'0'692'0,"0"0"-565"0,-4 0-113 0,4 0 88 0,0 0 39 0,0 0-68 0,0 0-28 16,0 0-40-16,0 2 8 16,6 4 28-16,-1 8-41 0,4 11 0 15,0 8 15-15,-3 11-13 16,-1 5 6-16,1-3-8 15,-3-4 0-15,0-8 25 16,-1-10-25-16,-2-6 0 16,2-10 3-16,0-6 5 15,0-4 70-15,7-6 16 16,13-14-41-16,14-10 55 16,24-18-98-16,23-10-9 15,17-8 12-15,93-49-7 16,53-25-6-16,34-19 0 15,-91 61 0-15,-14 26-27 16,-14 32 27-16,-32 22-43 16,-83 18 20-16,-15 2-11 0,-8 2-8 15,17 6-113-15,-34 8-166 16,-139 52-314-16</inkml:trace>
  <inkml:trace contextRef="#ctx0" brushRef="#br0" timeOffset="78936">7525 5488 1200 0,'0'0'242'0,"-2"0"-121"0,2 0 4 0,0 0-1 0,-2 0-62 0,2 0 22 0,0 0-36 0,0 0 30 15,0 0 64-15,0 0-68 16,0 0-23-16,0 0 25 16,0 0-40-16,2 0 48 15,-2 0-61-15,0 0-23 0,2 0 55 16,5 0-40 0,3-2 14-16,7 0 3 0,1-2-31 15,1-2 39-15,-1 2-40 16,-5 2-3-16,-4 0-6 15,-7 2 9-15,-2 0-20 16,-4 2-13-16,-5 2-43 16,-13 6 68-16,-9 2 8 15,-5 6-3-15,-6 0 3 16,2-6 0-16,6 0 0 16,5-4 0-16,10-2 11 15,5-1 4-15,7-4-15 16,7 2 0-16,4-6-9 15,4 3 9-15,5-1-3 16,6-6-6-16,8 1 18 0,2 0 12 16,-4 0-21-1,-5 0 0-15,-9 2 5 0,-7 4-5 16,-4 0 0-16,-2 0-9 16,0 3 11-16,-4-2-26 15,-1 1 12-15,-9 4-8 16,3-2 20-16,-5 1-106 15,9 0-157-15,7-1-206 16</inkml:trace>
  <inkml:trace contextRef="#ctx0" brushRef="#br0" timeOffset="79985.1">11488 5325 1745 0,'2'0'187'0,"-2"0"-179"0,6-1 22 0,2 1-30 0,13-2-1 0,2 0 1 0,11-2 0 0,4-5 6 16,-6 2-6-16,-3 0 0 15,-6 3 12-15,-9-1-11 16,-9 3-1-16,-8 2 18 16,-10 6 11-16,-9-2 23 15,-11 6-52-15,-12 2 0 16,0-2 36-16,5 0 1 15,8-4 2-15,11-4 39 16,9 0-37-16,8-2 1 16,4 0-42-16,4-2-87 15,8 2-77-15,57-13-503 16</inkml:trace>
  <inkml:trace contextRef="#ctx0" brushRef="#br0" timeOffset="81107.42">15165 4758 1776 0,'0'0'297'0,"0"0"-223"0,0 0 130 0,0 0-6 0,-2-2-89 0,2 4-74 0,0-2-20 16,-2 0-12-1,0 8-3-15,-8 6-30 0,-3 12 30 16,-5 10 0-16,-7 7 1 16,4-5-2-16,-6-2 10 15,2-6 1-15,3-2-10 16,-2-2-7-16,1-6 7 16,-1-4 0-16,5-6 0 15,2-6 0-15,5-4-12 16,4-2-9-16,-1-8 21 15,3-8-19-15,6-6 19 0,4-6 0 16,5-2 0-16,7-4-1 16,1 5 1-16,1 6 35 15,-3 7-29-15,1 6-5 16,-7 7 25-16,1 5-26 16,0 9 1-16,8 5-2 15,4 5 13-15,5 10 30 16,4 3-42-16,7 6 0 15,7 2 17-15,8 6-16 16,7 4 0-16,10 2-1 16,1 4-41-16,0 5-103 15,118 69-432-15</inkml:trace>
  <inkml:trace contextRef="#ctx0" brushRef="#br0" timeOffset="83826.08">7336 7872 1108 0,'0'0'549'0,"0"0"-402"0,-3-2-88 0,3 2 71 0,0 0-79 0,0 0 20 0,0 0 49 16,0-2-33-16,0 2 27 15,0 0-60-15,-1 0-14 16,1-1 89-16,0 1-90 15,0 0 3-15,0 0-12 0,1-3-22 16,2 3 11 0,-3 0-19-16,2 0 0 15,0-1-22-15,5-2 22 0,4-3 0 16,5 2 0-16,-1 0 6 16,1 0 1-16,-1 2-7 15,-3 0 0-15,-4 0 2 16,-3 2-2-16,-5 0-8 15,0 0 7-15,0 0 2 16,-3 0-2-16,-1 0-5 16,-4 2-18-16,-6 2 5 15,-10 6 19-15,1 1 0 0,-6-4 3 16,7 0 8 0,6-6 7-16,9-1-18 15,5 4 0-15,2-8 10 0,4 4-10 16,4-1-43-16,5-2 26 15,7-1 17 1,9-2-18-16,2 0 18 0,-3-2 0 16,0 3 6-16,-8 0-6 15,-10 3 0-15,-4 2-1 16,-6 2 3-16,-6-2-19 16,0 5-11-16,-9 2 28 15,-12 4 9-15,-4 0-9 16,0 5-11-16,-1-7 11 15,6 0-40-15,5-3-92 16,8 2-225-16,2-3-452 0</inkml:trace>
  <inkml:trace contextRef="#ctx0" brushRef="#br0" timeOffset="85238.18">11928 8021 1736 0,'0'0'187'0,"0"0"-142"0,0 0 17 0,0 0 32 0,0 0-29 0,0 0-65 0,0 0 12 16,2 0 48-16,0 0-30 15,-2 0 21-15,2 0-14 16,5-2-16-16,2 0 12 15,4 0-33-15,7 0 0 16,0 0 16-16,5-2-16 16,-5 0-3-16,-2 2 2 15,-8-2 2-15,-2 2 1 16,-6 2-2-16,-2 0 0 16,-4 0-30-16,-10 2 30 15,-9 2-7-15,-8 0 7 16,-2-1 0-16,-3 0 36 15,5 1-36-15,8-4 0 0,11 2 56 16,7-2-56-16,3 0 0 16,2 0-6-16,4 0-39 15,1 0-90-15,4 2-161 16,42-6-563-16</inkml:trace>
  <inkml:trace contextRef="#ctx0" brushRef="#br0" timeOffset="86123.1">15147 7507 1536 0,'0'-1'604'0,"0"1"-505"0,-2-4 48 0,2-1-9 0,0 3 35 0,0 0-58 0,-2 2-74 0,2 0 41 16,0 0-82-16,-2 2 2 15,-1 5-16-15,-5 8-13 16,-8 11 27-16,-11 14 0 16,-4 5 1-16,-1-3 35 15,6-6-36-15,-1-10 0 16,5-6 7-16,-3-6-7 15,5-8 0-15,-2-4 3 16,6-6 14-16,-2-6 38 0,7-2-55 16,5-6-8-16,2-4-2 15,4-2 10-15,2 0-12 16,2 0 12-16,2 8 0 16,0 2 1-16,5 10-1 15,-1-1-13-15,6 8 12 16,10 1 1-16,11 4 0 15,7 10 8-15,10 4 10 16,2 8 26-16,8 6-44 16,1 2 0-16,3 8 14 15,8 1-14-15,6 0-83 0,124 58-517 16</inkml:trace>
  <inkml:trace contextRef="#ctx0" brushRef="#br0" timeOffset="91435.68">16948 5959 1571 0,'0'0'356'0,"0"0"-271"0,0 0 56 0,0 0-39 0,0 0-15 0,-2 2-49 0,-2-2-32 16,0 6 19-16,-7 4-25 16,1 6 9-16,-4 5 21 15,-4-1-10-15,2 0-13 16,3-6-7-16,-1-3 12 15,4 0 2-15,1 1-14 16,-1-6 0-16,6 0 7 16,-2-4-7-16,1 2-1 0,5-2-7 15,0-4 16 1,3 2-7-16,3-4-1 16,-4 2-57-16,5-2 57 0,0-6-14 15,2 0 14-15,4-2-6 16,1-2 6-16,-1 6 22 15,-2-2-14-15,0 3-2 16,-2 3 40-16,-5 3-22 16,3-1 0-16,-2 2-12 15,1 2 2-15,5-1 14 16,-1 3-28-16,3 3 0 0,5 4 0 16,-3 7 0-16,-1 7-1 15,1 7-5-15,-3 4 12 16,-4 0-6-16,1 0 0 15,-7-6-29 1,-2-8-11-16,-4-2-26 0,-5-5 9 16,-3-1 18-16,-1-5-6 15,-3 0 30-15,-1-4 13 16,1-2 2-16,3-3 8 16,2 0 4-16,4 0 7 15,3-3 41-15,4 3-30 16,4-1 87-16,-2-2-81 15,0 3-12-15,1-1 6 16,-2 1-27-16,5 0 3 0,2-5 14 16,8 3-11-16,8 0 27 15,3 1-36-15,0-3 0 16,8 0 10 0,-1-1-9-16,1-4-1 0,-1 2-1 15,-4 1-32-15,-4-2-41 16,-8 4-146-16,-2 2-79 15,-1-4-320-15</inkml:trace>
  <inkml:trace contextRef="#ctx0" brushRef="#br0" timeOffset="93309.83">18810 5934 1659 0,'2'0'213'0,"-2"0"-114"0,0 0-17 0,2 0-23 0,2-3-4 0,8 3-20 0,8 0 40 0,2 0 9 16,1 3-50-16,-4 2 58 16,-5 5-92-16,-5 11 0 15,-11 6 9-15,-9 14-1 16,-14 3-7-16,-8 0-2 15,-3-6 8-15,-1-6 8 16,2-8-15-16,6-10 0 16,12-6 18-16,3-4-2 15,12-4 1-15,7-2 17 16,10-2-25-16,12-6 59 16,15 0-61-16,16-2-5 15,7 4 4-15,-1 6-6 0,-3 2-1 16,-1-2-31-1,-11 4-178-15,-9-4-153 0,18-20-860 16</inkml:trace>
  <inkml:trace contextRef="#ctx0" brushRef="#br0" timeOffset="93720.63">18975 5663 1620 0,'-18'0'195'15,"0"0"-153"-15,-20 5 59 16,-6 4-46-16,-7 7 11 16,-7 6 32-16,-5 8 20 15,-8 8 4-15,-1 14-49 16,1 6-14-16,5 8 64 15,14 4-96-15,21 1-2 16,20 3 7-16,20-2-25 16,24-2 16-16,29-9-23 15,19-6 0-15,17-16 32 16,4-13-32-16,-1-14 0 16,-5-14 19-16,-3-14 19 15,-6-8 20-15,-5-11-20 16,-12-5-37-16,-17-3 75 0,-13-12-58 15,-18-7-7-15,-12-12 6 16,-26-9-17-16,-22-3-17 16,-24 8-40-16,-32 16-60 15,-242 16-145-15</inkml:trace>
  <inkml:trace contextRef="#ctx0" brushRef="#br0" timeOffset="98909.1">20084 6039 1358 0,'-2'0'249'0,"2"-1"-71"0,0 1-28 0,0 0-67 0,0-3-14 0,0 3 88 0,2 0-41 0,-4 0-47 16,4 0 34-16,1-1-64 15,-1 1 35-15,5-2-56 16,10-2-11-16,6-4 44 0,8-1-50 16,4 1 5-16,8-2 7 15,4 5-12 1,2-4 8-16,-5 4-9 0,-3 2-84 16,-13 6-52-16,-12 7-218 15,-16 3-20-15,-65 46-310 16</inkml:trace>
  <inkml:trace contextRef="#ctx0" brushRef="#br0" timeOffset="99089.72">20102 6202 1561 0,'2'0'464'16,"-2"0"-338"-16,7-2-30 16,3-2 34-16,5-4-79 15,12 0 17-15,8-4-2 16,5 0-44-16,7 0 27 0,5-2-49 15,3 4-30 1,0-2 0-16,-1 6-274 0,48-4-270 16</inkml:trace>
  <inkml:trace contextRef="#ctx0" brushRef="#br0" timeOffset="99502.64">20528 5745 1638 0,'0'0'226'15,"0"0"-98"-15,0-2-11 0,0 2 42 16,0 0-128-16,4 0-30 15,5-2 59-15,9 2-12 16,11 0-11-16,11-2-8 16,3 2-23-16,5 0 55 15,2 2-61-15,-4 0 1 16,-1 2-3-16,-7 0 2 16,-11 0 0-16,-14 0-2 15,-8 4-5-15,-2-2-7 16,-7 10 14-16,-7 12 0 15,-13 8 26-15,-8 10 2 0,-3 0-4 16,-7 1-7-16,2-5 1 16,6-2-6-16,3-8-12 15,4 0-11 1,3-2-1-16,1-2-199 0,-20 26-388 16</inkml:trace>
  <inkml:trace contextRef="#ctx0" brushRef="#br0" timeOffset="104954.61">21611 5783 1307 0,'-2'0'275'0,"2"0"-196"0,0 0 89 0,0 0-4 0,0 0-47 0,2-2-23 0,0 2-7 15,0 0-15-15,2-2-21 0,6-2-25 16,9-2 35 0,13 0-61-16,11-4 0 0,5 2 8 15,1 6-8-15,-2 0 0 16,-9 6-9-16,-9 2-18 15,-14 8 6-15,-10 4-5 16,-16 6 4-16,-14 10 22 16,-12-2 2-16,-9 0-2 15,-2-3-8-15,3-10 8 16,5-5 5-16,13-4-5 16,10-3 0-16,10-3-1 15,7-4-14-15,7 1-55 16,10 2-35-16,8 0 3 15,10 4 102-15,7-6-39 0,4 3 7 16,-5 3 14-16,-2 0 18 16,-11 4-10-16,-5-1 8 15,-9 4 2 1,-4-4 23-16,-10 3-22 0,-10-2 15 16,-4 1 56-16,-6 0 6 15,-7-2 5-15,-2 0-56 16,-2 2-14-16,-2-6 14 15,4 0-27-15,11-4-39 16,5 0-111-16,13-2-97 16,40-28-543-16</inkml:trace>
  <inkml:trace contextRef="#ctx0" brushRef="#br0" timeOffset="105489.12">22288 5779 1773 0,'0'0'219'0,"2"-2"-143"0,5-2 56 0,2 2-106 0,9-2-26 0,6 4 0 0,10 0 8 0,3 2 34 0,2 0-42 16,-11 4 3-16,-10-2-26 15,-9 4 20 1,-7-2-6-16,-4-2 9 0,-3 4 8 16,-3 0 31-16,-6 2-39 15,1 0 0-15,0-2 26 16,-1-2-25-16,8 0-1 15,-1 0-1-15,7 0-48 16,5 0 34-16,1 4-27 16,5 0 4-16,1 4 28 15,-4 0 10-15,6 2-11 0,-7 0 10 16,-3-2 2 0,-2 3 10-16,-6-4-11 0,-3 6 0 15,-5-1 19 1,-7-2-11-16,-8-2 20 0,-2 0-21 15,-2-6-6-15,0-2 19 16,8-1-20-16,-1-2 0 16,6-1-8-16,-2-2 8 15,5-2-75-15,-1-1-142 16,-5-12-389-16</inkml:trace>
  <inkml:trace contextRef="#ctx0" brushRef="#br0" timeOffset="105835.7">23017 5791 1743 0,'0'-2'333'0,"0"2"-173"0,0 0 23 0,0 0-40 0,0 0-121 0,0 2-2 16,2 4-34-16,-2 10 14 16,2 12 0-16,-4 8 15 15,0 10-10-15,-5 5-5 16,0 0 0-16,-2-1 0 0,-1 5-1 15,-4-3 1-15,-1 0-95 16,-8-4-107-16,1-6-118 16,-37 25-669-16</inkml:trace>
  <inkml:trace contextRef="#ctx0" brushRef="#br0" timeOffset="106059.83">23131 6272 2247 0,'0'0'244'0,"0"0"-161"0,-3 0 56 16,3 0-106-16,-2 0-33 15,-1 2-78-15,-3-2-159 16,-7 2-105-16,-41-8-1033 15</inkml:trace>
  <inkml:trace contextRef="#ctx0" brushRef="#br0" timeOffset="106221.35">22874 5953 2082 0,'2'-4'255'0,"-2"4"-117"15,0 0 57-15,0 0-129 16,5 4-66-16,-1 0-6 16,8 5-126-16,25 31-337 15</inkml:trace>
  <inkml:trace contextRef="#ctx0" brushRef="#br0" timeOffset="111542.06">11716 10708 702 0,'2'-6'255'0,"0"-2"-138"0,5-10 22 0,-3 2-47 0,1 4-56 0,2 0-12 0,-3 4-18 15,1 2-6-15,1-2 0 16,-2 5-14-16,3 2 1 16,-2 1-50-16,0 0-63 15,3 16-80-15</inkml:trace>
  <inkml:trace contextRef="#ctx0" brushRef="#br0" timeOffset="113806.54">11741 9703 1230 0,'0'0'282'0,"2"0"-196"0,-2 0-7 0,2-2-1 0,0 2-27 0,1 2 15 0,1 2-42 0,0 4-7 15,3 2 55 1,4 7-56-16,-2 4 26 0,2 8 11 15,5 4-26-15,-5 11 18 16,0 6-45-16,2 5 0 16,3 5 18-16,-3 2-18 15,1 2 0-15,1 2 11 16,-2 2-10-16,8 1 32 16,-6-1-33-16,3 2 0 15,0-2 21-15,-3 5-12 16,-1 3-4-16,-3 2-5 15,-2 11 10-15,-4-2 5 16,-1 10-15-16,3 3 0 16,-1 2 10-16,3-1-10 0,1 1-11 15,-2 2 10-15,5 3 2 16,16 59 26 0,16 18-27-16,10 5 2 15,-18-77 23-15,7 0-23 0,-2 9 14 16,-1 5 10-16,3 7-8 15,-9 1 52-15,2-4-70 16,-4 10 11-16,-7-5 29 16,-1 1-39-16,6-10 0 15,-13-7 15-15,1-1-8 16,-9-70 36-16,-1 0-44 16,-1 1 0-16,13 49 33 0,-5 0-25 15,-3 10 13 1,7 49 6-16,-18-101-27 0,7 50 50 15,-3-6-50-15,6-5 6 16,-5-5-3-16,-3-2-3 16,0-16 0-16,-2-6-1 15,0-11 2 1,-2-21 10-16,0-6-11 0,0-10 0 16,0-4-9-16,0-4 9 15,0 2-32 1,0-12-62-16,0 0-106 0,0-12-55 15,-10-79-601-15</inkml:trace>
  <inkml:trace contextRef="#ctx0" brushRef="#br0" timeOffset="115153.71">8086 11279 507 0,'3'-4'945'0,"1"2"-702"0,5-4-75 0,7-1-82 0,8 0-26 0,10 1 72 0,6 0-69 16,9-2-18-16,4 2 39 15,8 0-30-15,6 2 16 16,6-2-54-16,7 2-15 16,9 0 74-16,7-2-75 15,15-4 0-15,74-4 15 16,27-10-9-16,29-10 18 0,-68 12-24 15,15-2 0 1,10-2 24-16,3 4-24 0,12-5 0 16,3 12 6-16,9-6 1 15,-11 2 13-15,5 2-20 16,12 1 0 0,-1 2-11-16,-3-6 11 0,7 6-10 15,7-4 9-15,-3 2 2 16,-11-4 12-16,3 0-13 15,-6 2 0-15,-11 0-11 16,-6 2 11-16,-6 2 0 16,-8-2-1-16,-6 0 7 15,2-1-6-15,-10-2 0 16,4-2 0-16,-5 3 3 0,-11 4-3 16,-5 0-10-16,-15 0 10 15,-15 13 0-15,-9-6 6 16,-68 6-6-1,-1-2 0-15,-6 1-2 0,53-2 2 16,-14-1 0-16,-11-2-9 16,-16 1 27-16,-14 2-19 15,-12 0 1-15,-14-2 0 16,-6 4 9-16,-10 2-9 16,-2-2-12-16,-4 2-15 15,-8 2-185-15,-67 32-170 16</inkml:trace>
  <inkml:trace contextRef="#ctx0" brushRef="#br0" timeOffset="116623.86">8685 14171 1197 0,'0'0'205'0,"0"0"-124"0,3 0 50 0,-3 0-46 0,5 0-10 0,-3 2-34 0,2 2-20 16,1-4 61 0,1 2-34-16,8 2-1 0,-1-2 28 15,3 0-5-15,8 0 14 16,7-2-25-16,2-2-43 15,19-2 53-15,6 0-37 16,15-4-26-16,14-2 28 16,9 0-4-16,16-4-6 15,64-12-24-15,17-8 1 16,19 0 23-16,-68 7-24 16,-1-3 0-16,9 8 10 15,-5 0-4-15,7 4 9 16,-7-8-15-16,5 0 0 0,-4 0 0 15,6 4 0 1,1-4-4-16,2 4 4 16,-12 2 0-16,2-2 0 0,5 0-9 15,-12 10 9-15,12-2 12 16,-3 8-12-16,4-2-15 16,-10-5 14-16,-3 1-1 15,-3-3-7-15,0-6-12 16,-8 3 20-16,-3-6-41 15,1-6 42-15,11 6-65 16,7-6 13-16,-3-4-26 16,9 8 43-16,-3 2-11 0,1 6 44 15,-6-4 1-15,-8 2 1 16,4 0 0-16,-3-3-1 16,-5 1 1-1,3-1 0-15,-5-1-43 0,-4 2 8 16,-5-1 19-16,-62 15 5 15,3-4-10-15,-9 4 20 16,60-10 1-16,-8 4 10 16,-10-2-10-16,-9 2 0 15,-12 4 37-15,-5 0-36 16,-10 0 31-16,-8 2 2 16,0-2-13-16,-6 4 32 15,-1 0-26-15,-10 0-21 0,-9 0 63 16,-6 4-47-1,-7 0 13-15,-2 2 16 0,-6 0-26 16,-1 0 20-16,-2 0-45 16,-2-2 1-16,-1 2-22 15,1 0 21-15,-5 2-125 16,-4 2-160-16,-64 4-600 16</inkml:trace>
  <inkml:trace contextRef="#ctx0" brushRef="#br0" timeOffset="121561.46">7372 5554 1276 0,'0'0'180'0,"0"0"-131"0,2-2 67 0,-2 2 53 0,0-4-62 16,2-2-62-16,-2 5 31 15,2-4-34-15,-2 1 12 16,2 4 5-16,-2-2 20 16,0 2-10-16,2 2-35 0,-2-2-33 15,-2 0 51 1,2 0-52-16,0 0-11 0,2 0 5 16,7 0 6-16,5 0 5 15,7-2-5-15,7 0 0 16,5 0 22-16,3-4-22 15,0 2 0-15,-1 0 7 16,-2 0-6-16,-6-2 10 16,-2 0-11-16,-6 0 0 15,2-2 46-15,-3-2-38 0,-1-2 10 16,2-2-2-16,-7 0-5 16,5-2 19-16,-5-2-30 15,-1-2 0-15,3 4 26 16,-3-6-25-16,-5-2 7 15,2-4 24-15,-2-3-13 16,1 3 32-16,-3 2-49 16,-2 0 8-16,-2 2 44 15,0 4-53-15,-2 2 11 16,-2 2 5-16,-5-2-16 16,3-2 20-16,-4-4-21 15,-1 2 0-15,3-4 12 16,-4 2-12-16,3-6-4 0,1 2 2 15,-4-6 4-15,-1 2-5 16,-3 1 3-16,1-1 0 16,-6 6-5-16,6 2 5 15,-5 0-5-15,3 2 4 16,-6-2 2-16,3 2 13 16,-4-2-14-16,6 0 0 15,-5 2-6-15,2 2 6 16,2 8-22-16,1 3 21 15,3 1 2-15,-3 7-9 16,-4 1 8-16,2 4-1 16,-5 4-1-16,-2-2 2 15,0 2-11-15,5 4 10 0,-4 0 2 16,-3 4-1 0,-2 8 0-16,-7 8 0 0,-9 12-10 15,-7 4 10-15,-2 4 0 16,4 2-11-16,4-4 22 15,8-4-17-15,7-1 6 16,8-5-6-16,11 2-12 16,8 2 18-16,8 0-6 15,8 7 6-15,9 4 0 16,10-1 0-16,9-1 0 16,7-7-12-16,9-10-5 15,-2-6 11-15,2-4-34 0,0 0-61 16,0-8-74-16,-4 0-29 15,81 22-164-15</inkml:trace>
  <inkml:trace contextRef="#ctx0" brushRef="#br0" timeOffset="122953.77">10902 5157 1277 0,'-2'-2'342'0,"0"0"-214"0,0 2-47 0,0-4 24 0,2 4 1 0,0-2-1 0,2 0-67 0,-2 2-31 0,0 2 49 16,0-2-56-16,0 4-12 15,0 0 6-15,2 8 6 16,2 2 8-16,6 8-8 16,3 0 0-16,3 1 25 15,1-4-17-15,8 2-4 16,4-5 28-16,2-2 2 15,7-8 19-15,5-5-47 16,3-2-5-16,8-9 64 16,-2-2-45-16,2-2 2 15,-4-4 10-15,-4-3-13 16,-3-1 31-16,-1-3-50 16,-3-6 6-16,2-3 22 0,-5 4-28 15,-3 2 0-15,-4 0 8 16,-6 2-2-16,-2-2 36 15,-4 2-42-15,-5 0 0 16,2-2 26 0,-3-3-26-16,-2 0-15 0,0-1 15 15,2 0 0-15,-7-3 10 16,3 5-10-16,0 2 0 16,-2 0-4-16,-1-2 4 15,0 4-2-15,-1-4 2 16,1 3 0-16,-2 2 1 15,-4 0-1-15,2 3-3 16,-7 4-7-16,-1 4 10 16,-4-2-24-16,-1 0 23 0,-5 4-2 15,-2-4-17 1,-2 4 20-16,-3 0 0 0,-4-2-6 16,0 4 6-16,0 2-6 15,-2-2 5-15,0 4 1 16,-1 2-15-16,-1 0 15 15,-7 2 0-15,-9 4 2 16,-2 4-2-16,-9 4-6 16,-4 6 6-16,-1 6 0 15,-5 6 3-15,10 8-3 16,1 4 0-16,12 10-9 16,4 11 9-16,8 5-14 15,17 2-4-15,7-4-52 0,12 1 35 16,18-10-16-16,14 2-91 15,14-9-47-15,8-4-93 16,117 28-404-16</inkml:trace>
  <inkml:trace contextRef="#ctx0" brushRef="#br0" timeOffset="124221.56">7469 6661 1550 0,'3'0'203'0,"1"0"-118"0,2-2-16 0,10 0 14 0,-3 0 13 0,6 0-6 0,5-2 24 0,2 0-21 16,1-4-60-16,4-2 51 16,6-4-84-16,0-2 12 15,5-4 21-15,0-4-1 16,1 0 7-16,-1-2-26 15,-6 2-12-15,-7-1 74 16,-2 2-75-16,-9-5 0 16,-3 2 26-16,-5-6 1 15,-4-7 0-15,-2-3-27 0,-2-10 0 16,-4-4 11 0,-4-3-11-16,-4-3-7 0,-7 4 7 15,1 0 1-15,-8 10-1 16,-1 4-3-16,-8 6 3 15,0 4-6 1,-2 8 6-16,2 1-8 0,-2 6 8 16,-3 5 0-16,2 0-12 15,-3 7 6-15,0 6-17 16,-5 5-11-16,-6 3 34 16,0 10-35-16,-4 5 25 15,-2 2 10-15,0 2-17 0,0 4 17 16,-1-2 0-1,2 8 0-15,-1 0 0 0,0 4 0 16,7 7-1-16,9 4 2 16,6 10-1-16,12 1 0 15,11 8 0-15,2 6-9 16,16-2 9-16,4 2-5 16,11-3 4-16,14-7 2 15,11-4 3-15,15-2-4 16,7-8 0-16,12-5-6 15,8-11 6-15,13-8-28 16,74-10-44-16,53-24-165 16,74-28-39-16,-95-11-563 15</inkml:trace>
  <inkml:trace contextRef="#ctx0" brushRef="#br0" timeOffset="125359.04">11469 6445 689 0,'4'2'285'0,"-4"0"-160"0,0 3-74 0,0 2-14 0,-4 0-10 0,2 2-27 16,0-3-84-16,-2 2 48 0,2-6 33 15,-2 2 3 1,0 2 75-16,-3-4 39 0,3-2-36 16,-3 0 45-16,0 2-45 15,7-4 18-15,0 2-36 16,4 2 40-16,-1-2-80 16,0 4-13-16,1 2 8 15,2 4-6-15,5 4 11 16,7 4-5-16,3 2-8 15,8-2 67-15,8-2-49 16,5 0 10-16,10-8 38 16,-1 0-22-16,2-12-13 15,1 0 11-15,-5-4-34 0,-2-6 51 16,0-2-52 0,-5-4-14-16,-4-2 55 15,-7-4-11-15,-4-4-11 16,-3-8 22-16,-4-4-54 0,0-7 61 15,-6-3-62-15,-5 2 1 16,-3 2 37-16,-2 6-13 16,-4 6-4-16,-8 4-12 15,1 4 5-15,-4 4 39 16,-2-2-52-16,-8 2 6 16,2-2 9-16,-10-1-14 15,0-1 1-15,0 0-3 16,0 6 0-16,-2 2-8 15,-1 4 8-15,1 2-24 16,-6 6 14-16,-9 4 1 16,-5 6-6-16,-8 6-9 15,-5 2 24-15,-2 2 10 0,-3 4-10 16,0-2 0-16,0 4 0 16,5 2 0-16,3 2 9 15,12 2-9-15,7 2 0 16,9 5-9-16,6 5 9 15,2 8-27-15,7 8 27 16,9 2 0-16,9 10 0 16,11 0-26-16,7 1-115 15,7 1-31-15,2-6-133 16,46 60-351-16</inkml:trace>
  <inkml:trace contextRef="#ctx0" brushRef="#br0" timeOffset="126629.4">7235 7870 1466 0,'0'2'249'0,"0"-4"-156"0,3 2-60 0,-3 0 5 0,3 0 7 0,1 2-44 0,0 0 63 16,5 1-10-16,1 2 6 16,9-2 48-16,-1-2-57 15,3-1 14-15,4-1-4 16,6-6-46-16,5-4 48 0,9-7-63 15,5-4 0 1,2-5 15-16,4-1-15 0,-5 0 1 16,-9 0-2-16,-4-2 7 15,-11 2 13-15,-4-2-19 16,-8-5-6-16,1-1-7 16,-8-8 13-16,1-4-36 15,-5-2 22-15,2 0 14 16,-6 6 0-16,-4 10 0 15,-2 4 0-15,0 8 12 16,-5 4 3-16,-5-2-15 16,1 1 0-16,-8 0 0 15,0-1-17-15,-3 5 17 0,-4 1-18 16,7 3 12-16,-6 0-24 16,-2 7 30-16,-1 4-6 15,-4 2 6-15,-6 4-15 16,-4 6 15-16,-2-2-24 15,-5 4 24-15,2 3-9 16,0-3 9-16,-1 4-1 16,-6 2 10-16,5 0-20 15,-3 2 11-15,5 2 0 16,0 0 11-16,4 6-2 16,7 4 0-16,7 10-8 15,6 10 23-15,6 10-13 16,17 13-11-16,8 9 0 0,15 4 28 15,4-2-21 1,14-6-7-16,5-11-1 0,7-17 1 16,6-10-6-1,11-10 6-15,9-10-19 0,14-8-40 16,23-14-68 0,88-14-136-16,134-66-649 0</inkml:trace>
  <inkml:trace contextRef="#ctx0" brushRef="#br0" timeOffset="127941.98">11562 7914 1227 0,'0'0'310'0,"3"3"-238"0,1-3-58 0,2 4 49 0,1-3 43 0,0 4-50 0,0 3 35 0,4-3-52 16,0 0 15-16,4-1-9 15,4 4-33-15,0-2 36 16,6 2-48-16,6 2 0 15,0-1 11-15,7 6-11 16,5-3-5-16,1 4 4 16,3-6 2-16,-1 0 32 15,6-8-32-15,-5-2 8 16,0-6 54-16,-3-4-39 16,-1-3-1-16,-4-2 19 15,1-3-30-15,-3-3 61 0,-6-2-55 16,-4-4 32-1,-6 0 50-15,-2-8-38 0,-7-3-4 16,-1-2-8-16,-1-2-50 16,-6-2 78-16,-2 0-71 15,3 0 1-15,-5 0 5 16,0 1-12-16,0 5-1 16,-3 0 0-16,-1 4 6 15,-2-2-3-15,-6 0-3 16,-1-2-7-16,-4 2-5 15,-4-4 12-15,-3 1-1 16,-8 6 1-16,-3-3 0 16,-7 7 0-16,3 1 0 15,-5 6-6-15,1-2 5 0,-3 4 1 16,-1 4 0-16,-2 0 0 16,-7 8 1-16,1 2-1 15,-4 6 0-15,-5 10-9 16,-3 2 8-16,-4 12 1 15,1 2-6-15,4 13 5 16,3 1 2-16,9 6-2 16,8 4 1-16,9 4-17 15,8 2 10-15,15 4 5 16,10-4-10-16,11 2 12 0,12-2 0 16,8 1-9-1,11-3 9-15,7-6-56 16,10-8-5-16,7-6-41 15,-2-10-56-15,7-6-58 16,-7-10-69-16,79-10-424 0</inkml:trace>
  <inkml:trace contextRef="#ctx0" brushRef="#br0" timeOffset="129538.68">7496 9090 1137 0,'0'-2'569'0,"-2"0"-420"0,-2-2-91 0,1 0 17 0,0 0 20 0,1-2-13 15,2 3-11-15,-2-1-11 16,0 3-29-16,0-2 94 16,0 2-88-16,-3-2-19 15,-3 6 45-15,-6-2-37 0,-3 10-10 16,-12 9 9-16,0 7-24 15,-5 14 61-15,5 3-62 16,11 2 0 0,11-2 1-16,14-4-1 0,9-2 0 15,10-6-2-15,8-7 11 16,8-7 10-16,3-15-19 16,4-5 0-16,0-10 10 15,-5-6-9-15,-4-4-1 16,-7-2 3-16,-6-4 12 15,-6 0 44-15,-13-4-46 16,-10 0-5-16,-9 0 7 16,-13-4-6-16,-5 6-2 0,-5 2 8 15,-6 7-15-15,1 10 33 16,0 4-33-16,1 10 0 16,9 1-12-16,11 6 6 15,7 1-186-15,16 8-297 16,66 11-514-16</inkml:trace>
  <inkml:trace contextRef="#ctx0" brushRef="#br0" timeOffset="130390.56">11413 8861 1325 0,'0'0'339'0,"0"0"-254"0,0 0-61 0,0 0 56 0,2 0-31 0,-2-2-11 16,-2 2 44-16,2 0-38 15,-2 0 46-15,-2 0 22 16,4 0-26-16,-3 0 17 16,-2 0-53-16,-4 4-34 15,-10 6 56-15,-4 10-60 16,-10 12 9-16,2 10 14 15,8 6-35-15,7-2 28 16,19 3-28-16,13-5 0 16,8-6 3-16,14-8 6 15,7-10-9-15,3-10 9 0,11-10-8 16,-6-8 44-16,-4-6-45 16,-4-6 0-16,-10 2 51 15,-6-6-14-15,-6-6-1 16,-8 2 48-16,-9-4-42 15,-10-3 35-15,-15-1-71 16,-10-4 6-16,-10 4 43 16,-9 0-55-16,-4 12-7 15,-4 6 6-15,-6 14 2 16,3 10-26-16,3 10-64 16,8 12-256-16,-2 44-827 15</inkml:trace>
  <inkml:trace contextRef="#ctx0" brushRef="#br0" timeOffset="134572.84">15080 8931 952 0,'0'-4'663'0,"0"2"-514"0,0 0-101 0,0-2 69 16,0 2-26-16,2 2-1 0,-2-2 3 0,0 2-10 16,0 0-5-16,0 0-15 15,0 2-39-15,0 0 24 16,5 2-48-16,-1 8 0 15,6 10 3-15,3 10 6 16,-3 11 33-16,2 3-29 0,-3-2-11 16,5-6 55-16,-8-12-56 15,3-8 11-15,-3-12 13 16,1-4 14-16,5-4 48 16,7-8-13-16,15-14-49 15,15-12 70-15,11-12-94 16,9-6 0-1,7-11 8-15,6-1-9 0,15-16-12 16,11-12-213-16,191-181-457 16</inkml:trace>
  <inkml:trace contextRef="#ctx0" brushRef="#br0" timeOffset="136904.78">14791 9234 1466 0,'0'0'269'0,"0"0"-220"0,0 0 2 0,2 2-50 0,0 6 27 0,1-2 23 0,-1 2-24 16,4 6 47-16,1-2-46 15,4 6-5-15,-2 2 58 16,3 4-53-16,7 8 28 16,-4 12 4-16,10 15-9 15,0 9 51-15,2 14-20 16,4 14-46-16,12 67 66 15,5 25-64-15,10 35 2 16,-20-51 20-16,-9-31-33 0,4 15 27 16,-2 4-54-1,3 31 8-15,3-7 28 0,2-1-36 16,1 1 14-16,0 9 7 16,-11 3-20-16,6-7 43 15,1-25-41-15,-5-1 4 16,14-5 44-16,-3-2-45 15,5-1-4-15,-3-15 4 16,1 1 13-16,-9-5-7 16,-7-8-12-16,-7 1 0 15,0-7 15-15,-16-70-9 16,2-2-4-16,-4-1 11 16,7 47-5-16,5-6 44 0,-5-8-52 15,0-4 11 1,0-9 20-16,2-5-29 0,-3-6 5 15,-1-4-7-15,-1-4 21 16,3-4 6-16,-3-8-27 16,-4-8 0-16,0-8 5 15,0-8-5-15,-1-4-14 16,1-6 14-16,-4-1-45 16,1-3 39-16,-1 0-72 15,0-7-84-15,0-11-132 16,0-94-427-16</inkml:trace>
  <inkml:trace contextRef="#ctx0" brushRef="#br0" timeOffset="138240.06">16620 12984 724 0,'-4'0'506'0,"1"0"-323"0,1 0-73 0,0 0 49 0,0 0-57 0,2 0-33 16,0 0-11-16,2 0-4 16,-2 0-10-16,0-2-29 15,2 2-3-15,-2 0 46 16,2 0-58-16,1 2 29 0,1 0 32 15,2 4 35 1,8-2 0-16,1 4-69 0,4-4-10 16,8 0 91-1,4-2-77-15,4-2-5 0,11-2 23 16,8-6-29-16,9-4 22 16,8-6-42-16,5 0 6 15,9-10 15-15,2 0-21 16,3-3 0-16,3 3-1 15,1 1 2-15,-4 0 11 16,-8 3-12-16,-3 4 0 16,-2 0-3-16,-4 4 3 15,-1 2 0-15,-9 2-8 0,-10 6 17 16,-4 0 0 0,-14 0-9-16,-6 0 0 15,-6 4 59-15,-8-2-43 0,-3 2 8 16,-1 0 14-16,-7 2-32 15,3-2 24-15,-2 2-30 16,-3 0 0-16,2 0-30 16,-4 0 27-16,-2 0-147 15,-7-6-122-15,-69-40-409 16</inkml:trace>
  <inkml:trace contextRef="#ctx0" brushRef="#br0" timeOffset="139174.63">16385 10487 1300 0,'-2'-2'173'0,"2"0"-116"0,-6-2-33 0,6-2-5 0,-4 0 125 0,4 2-91 0,-3 0 7 0,1 0 1 15,4-2-35 1,1 4 5-16,-1 0 5 0,2 0-28 16,2-2 50-16,4 2-58 15,5 0 17-15,12-2 32 16,11 0-17-16,13-2-2 16,12-4 21-16,10-2-44 15,5-4 62-15,7-6-64 16,0-4 1-16,-1-4 25 15,1 0-8-15,-4 2-22 16,-8 2 7-16,-11 4 2 0,-10 4 34 16,-15 8-44-16,-10 1 0 15,-12 5-1-15,-6 2 1 16,1 2-1-16,-6 0 1 16,-4 0 0-16,2 0-2 15,-2 2 2-15,4 0-34 16,-2 2-112-16,-2 8-97 15,0-3-578-15</inkml:trace>
  <inkml:trace contextRef="#ctx0" brushRef="#br0" timeOffset="139926.17">17522 9186 1568 0,'-2'-4'274'0,"2"2"-176"0,-2-2 2 0,0 2 40 0,2 2-53 0,0 0-24 0,-3 0-41 0,6 0-10 0,-3 0 74 16,0 0-79-16,2 0-1 15,-2 0 21-15,0 0-12 16,0 0 11-16,-2 6-26 15,-1 10 0-15,1 12 57 16,0 12-48-16,2 4 37 16,0 12-11-16,2-2-25 15,5 9 22-15,3 9-32 16,4 12 0-16,7 21 76 16,16 72-64-16,5 36-11 15,1 18 10-15,-19-79-10 0,-8-21 7 16,1-1-8-16,4 19 0 15,6-5 28-15,-3-2-2 16,3-6-13-16,-7 5-2 16,2-5-5-16,-1-6 7 15,0-9-13-15,4 1 0 16,-3-8-12-16,-13-63 12 16,7-7 0-16,-5-6 0 15,16 38 8-15,-2-10 17 16,1-6-25-16,-6-3 0 15,0-13 21-15,-9-6-21 16,-1-12 0-16,-4-10-1 16,-4-8 7-16,0-4-6 0,-2-2 0 15,0-2 0 1,0 0 1-16,0 0-1 0,0-2-4 16,0 2 2-16,0 0 1 15,0 0-14-15,0 0-41 16,0 0-89-16,-4 2-73 15,-52 10-352-15</inkml:trace>
  <inkml:trace contextRef="#ctx0" brushRef="#br0" timeOffset="142371.29">8345 10583 1403 0,'-3'-5'225'0,"1"1"-22"0,-2-9-83 0,2 9-12 0,2 4-41 0,0 0-56 16,2 4 8-16,4 10 32 15,4 11 47-15,3 11-2 16,5 20 25-16,4 16-64 16,5 12 23-16,2 14-29 15,27 69-36-15,8 31 81 16,15 23-72-16,-25-57-14 0,-2 7 25 16,0 13-11-1,-4-7 3-15,-1-33-27 0,-5-8 0 16,-2 7 25-16,-1 2-11 15,-2-9-14-15,-5 2 19 16,1 3-18-16,-4-3 11 16,-2-2-12-16,0-12 0 15,-2-7 9-15,-15-75-9 16,-1-8-6-16,1-12 6 16,4 26 0-16,-5-24 8 15,-2-14-8-15,-5-6 0 16,-2-4 4-16,0 0-4 15,0 0-13-15,0 2 11 16,0-2 4-16,3 4 8 16,-3-2-10-16,2 2 0 0,2-2 12 15,-4-2-12 1,2 0 0-16,-2 0 2 0,0 0-1 16,0 0 6-16,0 0-7 15,0 0 0-15,0 0 3 16,0 2-3-16,0-2-10 15,0 0 9-15,0 4 2 16,3-2 5-16,-3 2-6 16,2 2 0-16,0-2-7 15,-2 4 7-15,0 6-8 16,-2 8 7-16,0 10 2 0,-3 7 14 16,1 2-15-1,4-6 0-15,4-1 0 16,1-6 0-16,1 2 0 0,3-2 39 15,0 2-39-15,4-6 24 16,-2-3-24-16,-1-3 0 16,0 5-2-16,1-1 2 15,1 6 0-15,-1 8-6 16,3 0 15-16,-1-3 6 16,-4-9-15-16,-2-14 0 15,-5-8 0-15,0 0 0 16,-2-2 0-16,0 0-1 15,0-2 2-15,-2 2 14 16,2 0-15-16,0 0 0 16,0 0 2-16,0 0-2 0,0 2-11 15,0 2 10-15,2 0 2 16,0 4 5-16,3 2-6 16,3 4 0-16,-1 4 3 15,4 0-3-15,4 12 0 16,6 0-1-16,-1 4 7 15,4 9-2-15,-1 3-4 16,-1 2 0-16,-5-2-10 16,4-2 10-16,-7-10-10 15,-1-4 9-15,0-4 2 16,-6-6-11-16,-3 0 10 16,1 6-5-16,-1 0-10 15,-2 5 15-15,0-2-6 0,-2 10 0 16,0-7 12-16,0-4-3 15,2 0-3-15,-2 2 0 16,4-6 5-16,0 0-5 16,-4 2-8-16,2-12 8 15,0 0 0-15,0-6-22 16,3 0 22-16,-3-6-9 16,0 4 7-16,2 4 2 15,1 8-3-15,2 4-3 16,4 6 12-16,-5-1 2 15,4-1-8-15,-1-8-5 16,-3-8 4-16,0-2 1 16,1-4-10-16,-6-4 9 15,5 2 1-15,-3-4 12 0,7-2-12 16,1 0 0-16,10-6 12 16,-3 2-10-16,3 0-2 15,0-2 0-15,1-3 6 16,-2 4 0-16,0-4-6 15,-2-1 0-15,2 5 0 16,-2-10 0-16,-3 7 0 16,3-2-2-16,0 4 4 15,2 2-4-15,-4 0 2 16,-1 4-12-16,3 2 2 16,-7-2-2-16,-2 0-21 15,0 4-8-15,-2-4-10 0,-1 0 39 16,1-2-16-16,2-4-28 15,0 2-1-15,4-8-85 16,-3 0-47-16,0-2-3 16,11-4-12-16,-2 2 99 15,8 4-59-15,0 4 11 16,6 8 63-16,1-6 56 16,3 8 22-16,2 0 12 15,1 2-39-15,0-4-39 16,0 4-81-16,4-6 21 15,-2-2-33-15,6 0 6 0,-1 0 165 16,-3-2 143 0,2 4-5-16,2 2 16 0,-1 0-46 15,-1 4-58-15,-2 4-50 16,-3 2-92-16,32 28-408 16</inkml:trace>
  <inkml:trace contextRef="#ctx0" brushRef="#br0" timeOffset="143091.63">11126 15350 835 0,'0'2'563'0,"0"-4"-384"0,0 2-44 0,9-2-104 0,-1 2-13 0,8-2-18 0,11-2 1 15,9 4 10-15,8-10-1 16,9 4-10-16,10 0 17 0,3-8-16 15,8 6 1-15,0-10 11 16,9 6 4 0,-2-6 86-16,6 0-67 0,-2-2-13 15,-5 2 1 1,3-3-14-16,-5 2-8 0,0-2-2 16,-4 3 0-16,-5 4 50 15,4 0-39-15,1 2 7 16,1 2 31-16,4 0 5 15,-4 6-10-15,0-4-23 16,-1 2-21-16,-5 2 88 16,2 0-65-16,1 0 10 15,-5-4 39-15,-1 2-18 16,1 2 48-16,5-8-44 0,3 6-43 16,1-2 59-1,4 0-73-15,-1 6 4 0,0 0 10 16,0 2-13-1,-2 2 13-15,-3 0-15 0,-5-2 0 16,2-2 13-16,3-2-13 16,2-8 0-16,-1-2 25 15,5 0-14-15,5 0 10 16,5 0-21-16,3 4 0 16,3-2 4-16,4 4-4 15,-1-2 0-15,3-2 5 16,-4 4-4-16,-3-2 10 0,-3 1-11 15,-5 1 0 1,-3-3 9-16,-4 3-9 0,1-5 0 16,-8 3-2-16,0-2 4 15,-3 2 1-15,-10 5-3 16,-2-6 0-16,-5 5 1 16,-6 2-1-16,-7 0-7 15,-4-2 7-15,-9 2 0 16,-3 0 3-16,-9 0-3 15,-3 2-34-15,-1-4 19 16,-5-6-72-16,0-8-161 16,-31-70-294-16</inkml:trace>
  <inkml:trace contextRef="#ctx0" brushRef="#br0" timeOffset="145271.41">8568 10389 947 0,'4'0'588'0,"7"2"-479"0,16 0-29 0,13 0 37 0,16 0 9 0,10-4-24 0,13-4-32 16,8-10 1-16,7-2-44 16,6-6 54-16,10-4-56 15,73-17-13-15,29-1 21 0,31 6-27 16,-75 18-5-16,3-4-1 15,5 2 6-15,7-2 3 16,6-6-9-16,2 2 0 16,-6-10 12-16,-2 10-12 15,2-11 0-15,-2 8-1 16,-7 7 7-16,-9-2 1 16,2 3-7-16,5 3-3 15,-2 2 3-15,4 4 0 16,-5 0 0-16,-3 2-1 0,-6-2 1 15,-2-6-18 1,-6 4 18-16,-9-10-13 0,-16 2 13 16,-2 2 0-16,-7-2 0 15,-66 11-1-15,-1 0 2 16,3 1 7-16,51-12-8 16,0-1 0-1,2 8-5-15,3 0 5 0,-3 3-1 16,-1 2 1-16,0 5 0 15,-8-6 3-15,-5 7-3 16,-1-2-5-16,-9-2 5 16,-2 4 0-16,-2-2 1 15,4 0-2-15,7-2 2 16,8 4 3-16,3 0-4 16,3-2-7-16,-2 4 7 0,0 0 9 15,-11-2-8-15,-5 4-1 16,-11-2 1-1,-7 2-1-15,-8-2 0 0,-7-2 0 16,-3 2 0-16,1-2 1 16,1 0-1-16,8 4-7 15,7-2 7-15,2-1-1 16,-6 6 1 0,-7-5-18-16,-13 4 18 0,-14 0 0 15,-5 0 0-15,-3-3-7 16,-7 4 7-16,-1-3 14 15,3-2-14-15,-3 2-5 16,-3 0 5-16,-1 2 0 0,-7 0 17 16,-2 2-17-1,-2 0 0-15,0 0 54 0,0 0-48 16,0 0-5-16,0 0 12 16,0 0-12-16,0 0 4 15,2 0-5-15,-4 0 0 16,4 0 6-16,-2 2-6 15,2 4-25-15,1 6 24 16,2 9 2-16,-5 10 3 16,0 13-4-16,2 10 0 15,-2 16 18-15,0 11-18 16,2 11 0-16,-2 6 10 16,0 10-8-16,2 79 14 15,5 39 83-15,13 9-93 16,-9-93 39-16,-1-19-45 0,3 1-6 15,-3 0 6 1,-2-3 1-16,0-5 19 0,-1-8-20 16,-5-56 0-16,2-3 3 15,-2-2-3-15,1 50-12 16,-1-3 11-16,-2 3 1 16,-5-1 5-16,-3 6-5 15,-4 0 0-15,1 6-3 16,-6-5 3-16,3-5 0 15,3-8 1-15,2-12 0 0,4-5 13 16,-1-9-14 0,2-4 0-16,-1-2 0 15,3-4 0-15,2-1 0 16,0-2-7-16,0 6 14 0,-2-3-2 16,0 2-5-16,0 0 0 15,2 0-5-15,2-2 5 16,2 3-12-16,3-7 11 15,-1-2 2 1,3-6 2-16,0-6-3 0,-4 2 0 16,-1-4 0-16,-2 6 0 15,0 3-9-15,0-2 9 16,-4 4 0-16,-2-1-8 16,-2-4 8-16,-3-4 0 15,-3-2-6-15,3-6 6 16,-1-4 0-16,0-2-7 15,-3-2 14-15,7-6-2 16,-2 2-5-16,4-8 0 0,2 0 1 16,0-4-1-16,-1-2-5 15,-1 2 4-15,-2 4 2 16,-4 5 12-16,4-2-13 16,-5 6 0-16,-2-4 14 15,-1 4-14-15,-1-2-1 16,-10 2 0-16,-2 1 1 15,-8-2 20-15,-13 4-20 16,-5 6 0-16,-16 2 15 16,-13 10-6-16,-17 4-8 0,-74 30-1 15,-39 7 15 1,-51 11-4-16,86-36-11 0,-2-6-135 16,9-12-125-16,19-4-331 15</inkml:trace>
  <inkml:trace contextRef="#ctx0" brushRef="#br0" timeOffset="146743.46">19722 9162 1367 0,'2'0'450'0,"2"-2"-356"0,5-2-44 16,3-2 58-16,5-6 48 0,3 2-92 0,0-7-22 15,0 3-6-15,-4 0-9 16,-3-1 26-16,-7 3-49 15,-3-1 2-15,-8 3 69 16,-3 5-74-16,-9-4-1 16,-8 7 0-16,-10 4 0 0,-9 12 28 15,-14 6-28 1,-2 13 6-16,-7 9 48 16,7 4-21-16,11 6-11 0,9 0-8 15,15 0-2-15,17 4 27 16,10 2-39-16,12-3 0 15,12 1 11-15,10-8-11 16,6-6-3-16,4-10-5 16,2-10-25-16,-4-6-1 15,1-10-91-15,-5-10-76 16,-4-6-55-16,39-36-282 16</inkml:trace>
  <inkml:trace contextRef="#ctx0" brushRef="#br0" timeOffset="147053.7">19873 9410 1442 0,'-8'0'465'0,"0"3"-363"15,-12 9-27-15,-8 13 117 16,-3 14-102-16,2 7-57 16,4 0-25-16,15-4 7 15,13-8 23-15,10-6-38 16,10-4 0-16,8-6 11 15,5-10 8-15,5-8-7 16,5-6 12-16,0-6-24 16,-5-4 69-16,-6-4-9 0,-8 0-2 15,-8-2 34 1,-10-2-41-16,-13 0-2 0,-7 0-49 16,-16 1 21-16,-11 8-34 15,-9 5 13-15,-3 8-35 16,-6 11-8-16,11 2-190 15,17 5-124-15,24 12-296 16</inkml:trace>
  <inkml:trace contextRef="#ctx0" brushRef="#br0" timeOffset="148837.37">20263 9457 1706 0,'0'-7'480'15,"2"6"-311"-15,5-8-85 16,0 8 23-16,3 1-89 16,4 7 31-16,6 12-43 15,-2 9-6-15,-1 8 36 16,-3 2-24-16,-5 2-1 15,-5-6-11-15,-2-4 16 16,1-14-23-16,-3-4 7 16,-3-8 0-16,3-4 25 0,-2-6 11 15,-2-10-6 1,-1-6-30-16,3-12 12 0,0-6 21 16,6-2-33-16,5-2-27 15,5 6 15-15,5 3-34 16,4 15 1-16,2 10 30 15,-1 13 15-15,-4 15-20 16,5 9 20-16,-1 12 0 16,5-3 1-16,5 2-1 15,-3-6-18-15,6-8 17 16,2-8 1-16,-3-12 4 16,-1-10-4-16,-2-8 0 15,1-8 1-15,-1-6 0 0,0-4-1 16,-4-2 0-16,-4-2 6 15,-10-3 28-15,-7 2-25 16,-8-8-7-16,-10-1 29 16,-7-6-20-16,-6-4-5 15,-1-2-6-15,-3-1 6 16,7 9 23-16,2 8-29 16,3 10 0-16,5 10 29 15,6 12-17-15,0 6-12 16,4 4-16-16,-2 8-15 15,2 18 8-15,-3 20 19 16,8 21 4-16,3 10 6 16,13 12-5-16,10 3 5 0,7 11-6 15,24 61-67 1,-48-108 38-16,15 60-5 0,2 50-16 16,-18-119 29-16,7 37-39 15,6-26 42-15,3-30 8 16,2-15 10-16,6-24 141 15,-4-10-53-15,1-16-20 16,-5-9 2-16,-10-4-26 16,-15-4-25-16,-21-4-19 15,-14-3 0-15,-25 1 14 16,-11 6-14-16,-9 10 0 16,-4 12 0-16,12 8 0 15,16 6 3-15,23 6-3 16,16 6-37-16,17-2 19 15,14-4-126-15,4-4-2 0,14-4 80 16,7-2 32 0,1 0 28-16,0 0-15 0,-5 1 21 15,-8 2 30-15,-12 6-29 16,-5-1 32-16,-10 6 54 16,-1-4-14-16,-3 4-13 15,0 0-48-15,-3-2-3 16,3 6 51-16,0-2-59 15,0 4 8-15,0 2-3 16,3-2 3-16,-1 2-18 16,0-6 4-16,4 2 5 15,2-2 3-15,-2 2-3 0,-4 2-8 16,-2 4 7-16,-2 4-17 16,0 14 18-16,2 8-6 15,0 12 6-15,9-1 12 16,4 1-12-16,7-8 0 15,7-8-1-15,2-6 8 16,-4-13-4-16,6-5-3 16,-2-7 0-16,0-9 6 15,2-2-6-15,-5-6 0 16,-8-5-4-16,-5 4 11 16,-3-4 15-16,-6 1-22 15,-6 2 0-15,0 2-20 16,-10 8 20-16,5 4-19 15,3 4 8-15,-2 6 4 16,4 4-7-16,2 10-8 0,0 2-4 16,2 12 11-1,4-2-36-15,5-4-16 0,5 1 29 16,-1-7 26-16,6-6 12 16,-5-4 0-16,-1-7 0 15,3-2 16-15,-1-9 2 16,4-4-3-16,-1-4 3 15,-7-7-17-15,2-1 23 16,-3 2-24-16,-6 2 0 16,-1 2 14-16,-3 6 1 15,-4 8 9-15,2 4-24 16,2 6 7-16,0 0-20 16,12 8-13-16,-1 8 25 15,11 4-8-15,1 12 9 16,6 0-5-16,-4 2 4 0,-2-1 2 15,-3-4 11 1,-6-3-12-16,-8-4 0 0,-3-5 37 16,-10-6-25-16,-6 2-12 15,-5-5 20-15,-8-2-11 16,-3 0 39-16,1-8-48 16,-1-8 0-16,4-4 19 15,8-7-19-15,8-5-13 16,11-3-31-16,14-2-70 15,7 5 27-15,9 0-13 0,7 4-64 16,0 4 94-16,-1 4 17 16,-9 2 53-16,-17 6 5 15,-3 4 16-15,-7 2 114 16,-4 2-90-16,2 4-30 16,7 8 46-16,-2 6-14 15,4 4-7-15,2 4-20 16,3 0-5-16,-1-2 6 15,6-3-21-15,-7-8-21 16,1-4 1-16,0-8-110 16,-1-6-130-16,7-37-473 15</inkml:trace>
  <inkml:trace contextRef="#ctx0" brushRef="#br0" timeOffset="149025.17">22023 8961 1279 0,'-3'-4'1054'0,"3"2"-870"0,0 0-61 0,0-2-67 0,3 4-37 0,2 4-19 0,8 4-117 0,12 4-136 16,59 30-418-16</inkml:trace>
  <inkml:trace contextRef="#ctx0" brushRef="#br0" timeOffset="149460.22">22371 9118 1853 0,'-14'14'212'0,"-1"0"-71"16,-12 14-33-16,2 0-48 15,8-2-11-15,5-2-35 16,12-4-13-16,6-4-2 16,4-8 2-16,3-4 8 15,12-6-3-15,0-12-5 16,4-2-2-16,-2-6-26 16,-6-2 27-16,-5-2 6 0,-3-1 3 15,-4 6 28-15,-4 3-37 16,-3 10-4-16,0 4-2 15,-2 8-24-15,3 6 6 16,3 8 15-16,5 6 18 16,3 6 1-16,1-2-10 15,7-4 0-15,-1-2 6 16,6-6 6-16,-1-6 6 16,-4-6 27-16,3-4-25 15,-3-4 55-15,2-4-65 16,-1-6-10-16,6-2 17 15,2-4-17-15,2 2-27 16,-4 2-168-16,0 6-165 16,2 12-379-16</inkml:trace>
  <inkml:trace contextRef="#ctx0" brushRef="#br0" timeOffset="149773.44">20949 10078 509 0,'3'2'1285'0,"5"-2"-1101"0,5-2-49 0,14 0 23 0,10-4-49 0,9 0 10 0,12-4-80 16,2-4-12-1,9 0 7-15,-2-2-11 0,-7-2-23 16,-11 8-9-16,-13 2-174 16,-23 12-146-16,-71 46-271 15</inkml:trace>
  <inkml:trace contextRef="#ctx0" brushRef="#br0" timeOffset="149905.26">20673 10389 1106 0,'-20'-4'1006'15,"11"2"-674"-15,-7-4-103 0,25-4-110 16,29-8-95 0,31-6 34-16,87-25-58 0,56-1-16 15,21 5-202 1,-83 10-452-16</inkml:trace>
  <inkml:trace contextRef="#ctx0" brushRef="#br0" timeOffset="155357.54">6317 9575 936 0,'3'2'573'0,"-3"-4"-444"0,0 4-87 0,2-2 63 0,2 0 13 0,3 2-50 0,2-2-1 0,9 2 20 0,1-2-34 15,8 0 47 1,6 0-31-16,6 0-52 0,7 0 68 15,6 0-84 1,6-2 17-16,11 0-4 0,6-2-5 16,10-6 22-16,13-2-31 15,14-4 0-15,64-14 11 16,13-7-11-16,7 4 0 16,-55 19-5-16,-4 1 11 15,4 4 6-15,-7-2-12 16,-3 5 0-16,-8-6-7 15,4 5 7-15,2-8-9 16,5 1 9-16,-2 0 6 16,10-4 12-16,-13-6-18 15,0 6 0-15,-71 6-12 16,-2 4 12-16,4-2 0 0,52-8 0 16,-2 6 1-16,-2 0 3 15,-8 6-4-15,-2 0 0 16,1 4 0-16,-3-3 0 15,1 0-4-15,3-1-8 16,-6-4 24-16,1-5-9 16,-1 4-3-16,-3-5 0 15,1 0 8-15,-5 1-8 16,-2 1-10-16,-4 3 10 16,0-1 0-16,2-1 9 15,1 1-9-15,3 2 0 0,2-4 16 16,2 4-16-1,-1-2 0-15,-1 4 0 16,0-2 2-16,0 6 7 16,-5 0-9-16,-1 2 0 15,-9-2-5-15,-5 4 5 0,-4-2 0 16,-7-4-6-16,-1 2 15 16,1 0-6-16,4 0-3 15,6 2 0-15,7 0-3 16,2-6 3-16,4 4-10 15,0 0 10-15,-6-2 0 16,3 0 4-16,-7-4-4 16,-6 4 0-16,-7 0-1 15,-11 0 1-15,-7 0 0 16,-4 2-1-16,-5-2 1 0,4 2 9 16,5-4-9-1,7 2 0-15,9 2 0 0,-2 2 1 16,-4 2 0-16,-4-2-1 15,-9 2 7-15,-8 2-19 16,-9-4 12-16,-4 2 0 16,-8 2-16-16,-3-2 10 15,-5 4-75-15,-22 14-240 16</inkml:trace>
</inkml:ink>
</file>

<file path=ppt/ink/ink3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4:02:09.473"/>
    </inkml:context>
    <inkml:brush xml:id="br0">
      <inkml:brushProperty name="width" value="0.05292" units="cm"/>
      <inkml:brushProperty name="height" value="0.05292" units="cm"/>
      <inkml:brushProperty name="color" value="#FF0000"/>
    </inkml:brush>
  </inkml:definitions>
  <inkml:trace contextRef="#ctx0" brushRef="#br0">7413 3206 588 0,'-12'-2'1078'0,"2"0"-885"0,-5-2-146 16,-1 0 44-16,5-4 19 0,0 0-64 0,2-6-10 0,-2 2 12 0,2-4-15 0,2 2 78 16,2-4-84-16,3-2-19 15,2-4 34-15,2-6-27 0,3-8-14 16,0-6-1-1,1-6 12-15,1-3 3 0,5-3-15 16,-2 2-7 0,3 1 7-16,10 6 0 0,2 0 0 15,8 3 0-15,3 8 0 16,-1 6-9-16,-2 10 9 16,-1 6-34-16,-1 8 32 15,2 6 2-15,10 2-9 16,1 4 3-16,12 4 6 15,9-4 6-15,3 0-6 16,6-4 0-16,2-4 3 16,-3 0 11-16,-3-6 5 15,-4-2-16-15,-3 2 15 0,-3-2 20 16,-4-2-38 0,-3 2 0-16,-2 0 9 0,-1 2-9 15,-8 2 18-15,0 4-18 16,1-2 1-16,1 2 5 15,5 2-6-15,5-2-9 16,8-2 9-16,-2-2 1 16,3 2 5-16,-9-2-6 15,-2 2 0-15,-5 0-4 16,-5 2 4-16,-2 0-9 16,1-2 9-16,-3 2 0 15,4 2 7-15,-3-2-7 16,4-2 0-16,-1 2 2 15,-4-2-2-15,-4 0-5 16,-10 0 5-16,-6 0 0 0,-7-2 10 16,-1 2-10-1,-2 0 0-15,1 0 2 0,0-1-2 16,0 2 0-16,-2-3-5 16,-1 2 16-16,2-2 1 15,-2 2-12-15,-2-6 0 16,1 0 18-16,-1-2-18 15,0-1-3-15,1-1 2 16,-1 2 2-16,1-2 13 16,-3 2-14-16,5-2 0 15,-3 4 8-15,3 0-8 16,-1 2-19-16,2 4 18 16,-4 4 2-16,-2 0-26 0,0 3 25 15,0-2-5-15,0 3-14 16,3-2 19-16,-3 2-1 15,-1 3 0-15,2-2 2 16,0-1 2-16,0 2-3 16,-1 6 0-16,0 1 4 15,2 6-4-15,1 6 0 16,-1 0-1-16,4 8 3 16,9-3-1-16,-1 0-1 15,3 2 0-15,4-2 12 0,1-2-12 31,-3-4 0-31,7-6-6 0,21 6 40 16,-24-20-34-16,-4-2 0 16,8-6 11-16,4-4-10 15,6-4 17-15,-1-6-18 16,4 0 7-16,1 0 11 16,-3-2-18-16,0 2-9 15,-5 4 9-15,-4 4 1 16,-4 4 0-16,-2 2-2 15,-5 4 2-15,-2 0-10 16,0 0 9-16,4 2-2 16,4 0 1-16,1 6 1 15,7 0 0-15,2 4-2 16,2 4 2-16,-3 0-1 0,-4 2 1 16,-2 0-5-16,-6 0 5 15,-8-6 0-15,-1 2 0 16,1-6-1-16,-6 2 2 15,0-2 14-15,0-2-15 16,-3 1 0-16,3-4 4 16,0 4-4-16,-2-2-1 15,-1-1 1-15,3 2 0 16,-4 1 17-16,2-3-17 16,-3-3-6-16,-2 2 6 15,0-2 0-15,1 1-35 16,-6 5-209-16,-55 3-525 15</inkml:trace>
  <inkml:trace contextRef="#ctx0" brushRef="#br0" timeOffset="6030.92">3247 2935 1540 0,'0'0'342'0,"0"-1"-258"0,0 1 40 0,2-3-4 0,-2 3-40 0,0 0 31 0,0 0-66 16,3-1-23-16,-3-4 28 16,8 3-26-16,-1-2-15 15,7-3-9-15,8-6 25 0,-2-1-4 16,-2 0-21 0,1 2-6-16,-5-2 6 0,-1 4 0 15,-9 2-11-15,0 6-2 16,-9 0-20-16,-7 4 12 15,-8 2-2-15,-13 10-19 16,-11 6 35-16,-10 12 7 16,2 8-1-16,4 6 0 15,12 1 2-15,7-1 2 16,11-4-3-16,14-2-9 16,6-8 2-16,12-2 7 15,5-10-11-15,10-8 11 16,13-6 0-16,6-8 29 15,5-8-29-15,7-10-132 16,1-8-134-16,78-60-332 0</inkml:trace>
  <inkml:trace contextRef="#ctx0" brushRef="#br0" timeOffset="6333.92">3550 3002 1524 0,'-6'14'203'0,"1"0"-116"16,-2 13-24-16,5 0-9 16,9-5-12-16,6 0 4 15,9-4 47-15,7-8-66 16,2-6-3-16,10-6 24 16,1-8-13-16,0-6 5 15,-1-4-40-15,-6-4 6 0,-4 2 57 16,-12 0-52-16,-6-2-2 15,-11 0 10-15,-13-1-19 16,-5 2-31-16,-9 5-86 16,-4 1-48-16,-2 11 22 15,-47-3-492-15</inkml:trace>
  <inkml:trace contextRef="#ctx0" brushRef="#br0" timeOffset="6553.73">3983 2605 1704 0,'0'0'321'16,"-3"4"-306"-16,-2 10 9 15,5 9 56-15,5 12-44 16,4 9-8-16,2 4-2 15,5-4-1-15,6 0 34 16,0-4-59-16,1-2-17 16,-3-6 7-16,2-1-188 15,25-1-170-15</inkml:trace>
  <inkml:trace contextRef="#ctx0" brushRef="#br0" timeOffset="6754.53">4307 2841 1498 0,'0'0'591'0,"0"0"-564"16,0 2 81-16,0-2 77 16,0-2-109-16,0 2-11 15,-2 0-65-15,0 4-165 16,-33 12-393-16</inkml:trace>
  <inkml:trace contextRef="#ctx0" brushRef="#br0" timeOffset="8056.5">4249 5709 745 0,'0'0'930'0,"0"0"-720"0,-2 0-141 0,2 0 79 0,0 0 43 0,0-2-52 0,0-1-38 0,2 3-4 16,-2-1-62-16,0 1 62 15,5 0-89-15,2-4-2 16,8-2 27-16,8-5-15 16,8 0-2-16,4-6-16 15,5-1 17-15,3 2 4 16,1 0-21-16,-1 0-9 16,-3 6 9-16,-11-2 0 0,-4 8-1 15,-10 1 0-15,-9 0-13 16,-6 6-22-16,0-3 8 15,-4 1-43-15,-5 3 64 16,-4 0-28-16,-11 6-44 16,-3 4-139-16,-49 35-324 15</inkml:trace>
  <inkml:trace contextRef="#ctx0" brushRef="#br0" timeOffset="8559.79">4693 7207 1864 0,'-2'0'294'0,"2"-3"-89"0,-2 2-25 0,2-3-31 0,2 0 28 0,2-6-132 0,7-3-18 0,5-2-18 15,8-3 3-15,6-1-5 16,10-1-7-16,4 0-57 0,8 4 0 16,-6 8-270-1,43 8-406-15</inkml:trace>
  <inkml:trace contextRef="#ctx0" brushRef="#br0" timeOffset="8907.23">4624 8306 1862 0,'0'0'366'15,"0"-3"-249"-15,5-3 67 16,1-2-46-16,7-7-88 16,8-6 4-16,3-1-53 15,8 0-1-15,3 4 0 16,3 0-77-16,-1 6 4 15,0 10-241-15,22 36-477 0</inkml:trace>
  <inkml:trace contextRef="#ctx0" brushRef="#br0" timeOffset="9230.65">4843 10267 2238 0,'6'-10'273'16,"3"0"-265"-16,16-12-8 15,12-4-21-15,15-1-75 16,14 1-108-16,3 4-41 16,130-20-324-16</inkml:trace>
  <inkml:trace contextRef="#ctx0" brushRef="#br0" timeOffset="9477.32">4912 11121 2170 0,'2'0'313'0,"6"0"-313"15,11 0-40-15,7-10 28 16,10-2-54-16,4-8-69 16,2-2-98-16,65-46-637 15</inkml:trace>
  <inkml:trace contextRef="#ctx0" brushRef="#br0" timeOffset="11922.34">1876 2442 1638 0,'-2'4'442'0,"2"8"-442"0,-4 14 0 0,2 10 54 0,0 8-30 0,4 5-13 15,0-5-11-15,2-6 10 16,1-10-2-16,-3-6-8 15,0-8-32-15,-2 0 5 16,-4-6-187-16,-25-18-357 16</inkml:trace>
  <inkml:trace contextRef="#ctx0" brushRef="#br0" timeOffset="12223.08">1750 2464 1438 0,'0'-10'263'0,"2"2"-185"15,4-12 21-15,8 8-36 16,9-2-23-16,8 4-13 16,2 6-27-16,14 4 92 15,2 10-86-15,0 12-5 16,0 10 44-16,-7 12-18 16,-9 4-12-16,-10 2-15 15,-9-3 11-15,-14-4 23 16,-10-2-20-16,-7-1-8 15,-10-4 37-15,-4 0-13 16,-9-10 2-16,-1-2 7 16,3-10-33-16,7-4 72 0,9-6-78 15,7-5-18 1,8-10-15-16,9-3-165 0,16-12-48 16,11-14-111-16,95-82-963 15</inkml:trace>
  <inkml:trace contextRef="#ctx0" brushRef="#br0" timeOffset="12974.03">2304 2537 1515 0,'-15'23'203'0,"-1"4"-80"16,-11 21-39-16,6-2-8 15,5-2 49-15,3-4-98 16,13-10-15-16,0-2 19 0,6-10-31 15,1-8-6 1,-3-4 6-16,0-6 0 16,4-6 44-16,0-2-44 0,8-6 0 15,0-4 13-15,-3-6-12 16,3-6 10-16,-3 0-11 16,-4 6 1-16,-2 6-9 15,-1 10 8-15,-2 8-34 16,-1 4 7-16,4 8 27 15,4 2-6-15,2 2 6 16,5 0 0-16,-3-6 9 16,5-4-9-16,-4-8-2 15,4-6 2-15,-2-10 0 0,2-6 0 16,2-6-7 0,-6-6 2-16,-1-2-19 15,-5-5 24-15,-1-1-10 0,-7 0 10 16,-4 0 6-16,-4 2 6 15,0 4-12-15,2 10 0 16,-1 12 9-16,1 10-9 16,0 10-28-16,1 12 1 15,1 10 27-15,2 10-1 16,5 6-5-16,8 0-17 16,5-6-4-16,5-4 11 15,0-8 16-15,4-7 3 16,-7-5-2-16,5-11 15 15,-6-2-16-15,4-7 0 0,2-10-5 16,-8-3 5-16,1-1 0 16,-1 0 0-16,-9 4 0 15,-4 6 18-15,-6 6-18 16,2 6-35-16,-4 6 28 16,2 6-1-16,2 8 8 15,0 4 0-15,4 1-13 16,5-3 13-16,9-7 0 15,-1-2 6-15,6-8 3 16,-1-5-4-16,4-9-4 16,3-4 6-16,4-6-7 15,6-6 38-15,-6 3-38 16,1-4 0-16,-10 4-23 0,-2-2-29 16,-6 0-169-1,-9-30-456-15</inkml:trace>
  <inkml:trace contextRef="#ctx0" brushRef="#br0" timeOffset="13136.34">2626 2289 1456 0,'11'-3'258'16,"7"-5"-212"-16,19-4 8 0,10-1-54 0,9 2-39 0,104-37-474 0</inkml:trace>
  <inkml:trace contextRef="#ctx0" brushRef="#br0" timeOffset="13638.22">3067 2289 866 0,'0'9'622'16,"4"-3"-543"-16,9 8-44 16,12-2 73-16,12 0-84 15,15-2-24-15,10 0 18 0,5-4 6 16,1-2-5 0,-18 0 10-16,-12 4-17 0,-18-4 4 15,-13 4 10-15,-16 6-20 16,-11 2 39-16,-16 4-24 15,-8-2-20-15,-5 0-1 16,2-12 6-16,9-2 6 16,12-10-12-16,12-4-15 15,12-12 6-15,10-6-3 16,15-2 5-16,12-6-7 16,5-2 14-16,7 2-4 15,-4-1 4-15,-3 5 0 16,-9 6 7-16,-9 6-7 15,-10 11 18-15,-12 4 39 16,-2 7-1-16,-8 10 22 0,-5 5-69 16,1 11-8-16,3 4 23 15,9-2-8-15,6-4-4 16,12-6-12-16,6-2 8 16,1-10 14-16,3-4-22 15,-1-4-12-15,0-4-45 16,-6-4-196-16,2-36-822 15</inkml:trace>
  <inkml:trace contextRef="#ctx0" brushRef="#br0" timeOffset="13758.67">3505 2231 1916 0,'16'-1'200'0,"0"-1"-149"0,17-2-27 0,10 0-15 0,1 1-9 0,68-15-363 0</inkml:trace>
  <inkml:trace contextRef="#ctx0" brushRef="#br0" timeOffset="16690.14">14804 3699 1059 0,'-2'0'474'0,"2"0"-394"0,-2-1 35 0,2 1-14 0,0 0 41 0,0-3-31 0,-2 3-28 16,2 0 43-16,0-2-38 15,0 2-2-15,0-2-11 0,0-1-44 16,2 0 73-16,0-2-80 16,0-4-11-16,4-5-8 15,6-6-5 1,1 2-9-16,3 0 9 0,2 0 0 16,-2 4-4-16,-3 4 4 15,3 4-17-15,-3 4 16 16,0 0 1-16,3 4-15 15,-6 2 9-15,2 8 1 16,1 10-16-16,-6 10 21 16,-6 9-13-16,-2 9 13 15,-4 8 1-15,-1 2 1 16,-5 2-2 0,1-4 7-16,4-4-34 0,4-3 27 15,-3-6-18-15,5-10 12 0,3-6 5 16,1-8-16-1,0-9 17-15,2-6-12 16,0-2-20-16,5-6 32 0,0 0-63 16,5-4-22-16,3-4-89 15,1 0-113-15,26-12-404 16</inkml:trace>
  <inkml:trace contextRef="#ctx0" brushRef="#br0" timeOffset="18051.8">11553 4024 1666 0,'0'0'246'0,"7"0"-215"0,4-6 95 0,7 2-57 0,11-2-37 0,5-2-4 15,10-2 26-15,7-6-1 16,7 2-20-16,9-6-32 15,-7 0 46-15,0 6-47 16,-11 4-18-16,-14 8 9 16,-16 8-119-16,-19 10-95 15,-19 6 125-15,-20 8-91 16,-13 2 125-16,-10-2 53 0,-1-8 11 16,1-6 98-1,9 0 31-15,10-8 3 0,14 0-24 16,18-6-11-16,9-4-31 15,4 2-66-15,11-1-4 16,12 1 4-16,13 3 0 16,15 4-186-16,103 25-278 15</inkml:trace>
  <inkml:trace contextRef="#ctx0" brushRef="#br0" timeOffset="18522.78">12014 5392 1776 0,'0'-2'281'0,"3"2"-215"16,-3-4 45-16,2 0-90 0,3-2-5 0,-1 4-32 0,0 2-44 0,3 4-144 0,5 24-265 15</inkml:trace>
  <inkml:trace contextRef="#ctx0" brushRef="#br0" timeOffset="18778.59">12086 6847 2025 0,'-2'-5'351'16,"0"1"-302"-16,-4-10 36 16,5 8-85-16,1 3-25 0,0 3 17 15,1 0-38-15,-1 0-37 16,4 5-83-16,2 3-149 15,11 42-177-15</inkml:trace>
  <inkml:trace contextRef="#ctx0" brushRef="#br0" timeOffset="19025.5">12458 8383 1857 0,'-2'-1'0'15,"0"1"-44"-15,-6-4-474 16</inkml:trace>
</inkml:ink>
</file>

<file path=ppt/ink/ink3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4:02:33.747"/>
    </inkml:context>
    <inkml:brush xml:id="br0">
      <inkml:brushProperty name="width" value="0.05292" units="cm"/>
      <inkml:brushProperty name="height" value="0.05292" units="cm"/>
      <inkml:brushProperty name="color" value="#FF0000"/>
    </inkml:brush>
  </inkml:definitions>
  <inkml:trace contextRef="#ctx0" brushRef="#br0">4720 4353 1379 0,'0'0'265'0,"0"-2"-157"0,2 0 21 0,-2-2-54 0,3 0 14 0,-3 0-28 15,4-4 13-15,-4 6 17 16,2 0-52-16,-2 4-39 16,0 0 30-16,2 8-21 15,0 6-6-15,8 10 30 16,-6 4-19-16,1 2 31 15,1 6-45-15,-2-2 0 16,1 3 4-16,-1 1-4 16,-1-4-3-16,-2 2-6 15,2-6 18-15,-3-8-12 16,0-4 3-16,-3-10 0 16,3-2 3-16,-1-4-3 15,-2-6 18-15,-1-8 4 0,-3-4-11 16,-1-12 21-16,-4-8-32 15,-3-4 0-15,3-8 5 16,3-2-5-16,-2-4-13 16,7-1 12-16,6 3-3 15,5 4-11-15,1 4 15 16,6 10-8-16,-1 4 1 16,8 6 7-16,-1 2-17 15,6 6 5-15,5 0 11 16,5 10-31-16,-2 10 32 0,-1 10-27 15,-2 12 27-15,-8 6-1 16,-1 8-6-16,-13 0 6 16,-4-6 2-16,-10-2 20 15,0-6-21-15,-6-6-16 16,-4-2 16-16,1-5 8 16,-4-4-7-16,-4-2 3 15,2-5 3-15,-3-3 7 16,4-2-14-16,1-2-78 15,5-3-203-15,3-25-519 16</inkml:trace>
  <inkml:trace contextRef="#ctx0" brushRef="#br0" timeOffset="434.29">5116 4539 1533 0,'0'0'493'0,"0"0"-476"0,3 0-11 0,1 0 15 0,3 0-5 0,6 3 5 0,9 1 2 16,3 7-10-16,4 4 73 16,-2 3-67-16,0 6-1 15,-3 8-7-15,-6 0 17 16,-7 0-10-16,-2 0-18 16,-9-6 0-16,-7-8 2 15,0-6-2-15,-1-8 0 16,-1-6 25-16,-1-6-4 15,0-12-8-15,3-4-13 16,5-8 0-16,4-4 0 16,9 2 0-16,9 0-18 15,2 6-15-15,9 4-70 0,2 7-103 16,50 12-247-16</inkml:trace>
  <inkml:trace contextRef="#ctx0" brushRef="#br0" timeOffset="689.29">5674 4561 1603 0,'0'0'521'0,"0"0"-445"15,0 0-76-15,2 3 0 0,0 7 29 16,5 4-28-16,-3 10 7 16,5 8-5-16,0-2 6 15,0 0 11 1,-5-6-20-16,-4-2-65 0,-2-2-80 16,-31 4-321-16</inkml:trace>
  <inkml:trace contextRef="#ctx0" brushRef="#br0" timeOffset="952.88">5560 4369 1916 0,'2'0'290'0,"-2"0"-220"16,2 0 17-16,0 0 57 15,-2 0-133-15,0 0-10 16,0 2-2-16,3-2-71 16,-1 6-198-16,9 15-276 15</inkml:trace>
  <inkml:trace contextRef="#ctx0" brushRef="#br0" timeOffset="1297.97">5856 4528 1983 0,'0'0'244'16,"0"2"-244"-16,0 3 18 16,5 14 3-16,-1 5-21 15,5 10 0-15,4 4 8 16,1-2-8-16,-1 0 0 16,3-8 0-16,-5-6 6 15,-2-8 28-15,-5-8-33 0,-1-4 16 16,-1-4 68-16,2-8 25 15,3-2-47-15,1-10-23 16,4-4-40-16,-3-4 57 16,5-6-57-16,-2 2-30 15,0-4-48-15,8 8-174 16,29-28-208-16</inkml:trace>
  <inkml:trace contextRef="#ctx0" brushRef="#br0" timeOffset="1985.33">6397 4492 1692 0,'-8'0'296'0,"1"1"-254"15,-7 2 30-15,-1 8 9 16,-7 2-45-16,-1 9-6 15,0 4-30-15,4 2 7 16,3-4-22-16,10-4 15 16,6 0 0-16,2-6-1 15,4-6-3-15,0-2 3 16,4-6-54-16,-3-2-18 16,4-6 67-16,0-2-48 15,2-2 15-15,-6 2 33 16,-2 2 6-16,-1 8 0 0,1 0-30 15,1 8 27-15,8 0-6 16,-1 2 9-16,2 0-22 16,6-4 10-16,-3-6 10 15,3-6-4-15,0-8-3 16,1-10 9-16,-5-4 29 16,0-6-1-16,-4-6 37 15,-6-5 28-15,-3-1-36 16,-8-2 34-16,-3-2-20 15,-6-2-37-15,-1 0 43 16,1 6-53-16,2 10 6 16,1 8-8-16,6 14-16 15,2 6-12-15,2 5 0 0,0 7-61 16,4 10 46-16,4 12 15 16,3 11 5-16,-3 11 0 15,4 6 1-15,-6 0 6 16,5-2-6-1,-4 1 0-15,0-5 7 0,0-6-6 16,1-8-2-16,3-14 1 16,-4-4 0-16,0-10 6 15,-1 0-6-15,3-6 0 16,1-4 28-16,0 0-28 16,1 0 2-16,-1 0-4 0,-4 0-17 15,-1 2 18-15,-1 2-66 16,-4-2-91-16,-4-12-70 15</inkml:trace>
  <inkml:trace contextRef="#ctx0" brushRef="#br0" timeOffset="2220.34">6491 4247 1764 0,'14'0'216'0,"1"0"-152"0,12 0 73 0,2 2-58 0,0 2-77 0,0 0-4 0,2-2-11 0,44 6-257 16</inkml:trace>
  <inkml:trace contextRef="#ctx0" brushRef="#br0" timeOffset="2584.41">6890 4532 1508 0,'4'0'236'0,"5"-2"-155"15,3 0 15-15,1-6 52 16,3-1-32 0,-6-4-41-16,1 0 37 0,-3-1-56 15,-6 0-8-15,-2 0 9 16,-7 5-23-16,-4 0-26 15,-9 7-8-15,-5 9 0 16,-4-2-12-16,-4 9 12 16,6 7-12-16,5 1 11 15,11 2-11-15,9 2 12 16,6-2-17-16,11-2 17 16,8-2-28-16,6-4 28 0,-2-6-155 15,39-14-181-15</inkml:trace>
  <inkml:trace contextRef="#ctx0" brushRef="#br0" timeOffset="3615.84">5506 5550 1668 0,'0'2'336'0,"0"-2"-228"0,2 0-96 0,0 2-12 0,3 8 12 0,4 12-5 15,2 12 10-15,7 10-17 16,0 10 10-16,2-1 16 16,3-1-26-16,1-6-9 15,-2-8 9-15,0-8 0 0,-6-12-1 16,-3-10-6-16,-2-4 7 16,0-8 28-16,-1-6-1 15,-2-8 27-15,1-8 18 16,-5-6-27-16,2-2 8 15,-2-4-10-15,-2 4-42 16,2 6 71-16,-2 8-71 16,1 12 5-16,-1 4-6 15,3 14-59-15,4 14 35 16,4 22 23-16,3 22 1 16,1 20 30-16,-3 8-30 15,-3 1-1-15,-3-5-8 16,4-14 9-16,-12-18-2 15,-5-12-28-15,-10-17-55 16,-3-13 85-16,-6-14 13 16,-1-16 2-16,-2-12 24 0,-2-15-7 15,7-5 17-15,6-6-11 16,7 0-8-16,7-2 58 16,11 6-87-16,6 4 0 15,6 9 1-15,6 8-2 16,2 5-1-16,-6 7-83 15,7 6-209-15,50-12-73 16</inkml:trace>
  <inkml:trace contextRef="#ctx0" brushRef="#br0" timeOffset="4157.12">6115 5823 1711 0,'0'0'473'0,"2"0"-473"0,2 0-6 0,6 0 6 0,7 0 24 0,3 0 18 0,6-2-33 16,-1-2-2-16,2-2 35 15,-2-2-34-15,-7-2 14 16,-5 0 11-16,-2 0-32 16,-7 2 38-16,-5 0-39 15,-5 6 0-15,-4 0-7 16,-9 6-13-16,-4 6-1 16,-13 6 20-16,4 12 2 15,4 2-7-15,10 0 6 0,9 0 0 16,9-6-10-16,11 0 10 15,5-3-26-15,8-7 20 16,5-6 12-16,6-7-12 16,8-6-25-16,1-12-200 15,50-41-230-15</inkml:trace>
  <inkml:trace contextRef="#ctx0" brushRef="#br0" timeOffset="4472.56">6587 5668 1347 0,'-7'5'576'0,"1"1"-513"15,-6 4-24 1,-3 5 9-16,6 4 3 0,1-3-31 16,8 0 1-1,6 0-21-15,5 0-2 0,6-2 2 16,6 0 18-1,4 0-4-15,-1 4-14 0,6-2 0 16,-8 0 30-16,-4 2-30 16,-11-2 12-16,-6 0 66 15,-13-2-10-15,-5 2-2 16,-16 2-29-16,-9-6-36 16,-5 1 51-16,-2-8-52 15,4-1-28-15,4-1-98 0,-51-1-366 16</inkml:trace>
  <inkml:trace contextRef="#ctx0" brushRef="#br0" timeOffset="5618.06">5778 7329 1596 0,'2'6'261'0,"-2"2"-221"0,0 12-25 0,5 12-1 0,-1 4-8 0,8 0 19 0,-1 0-25 16,5-7 0-16,3-8 5 15,1-6 3-15,3-8-7 16,19-12 9 0,-20-9 38-16,2-7-32 15,-3-4-4-15,1-4 21 16,-9-3 12-16,-1 4 50 15,-4 4 19-15,-5 4-60 16,-3 8 76-16,0 6-85 16,-3 6-45-16,3 6-15 0,3 18-24 15,3 18 39 1,4 24-12-16,5 27 29 0,18 67-2 31,5 15-15-31,-29-128-6 0,-4 0-6 0,6 35-35 16,-9-20 34-16,-11-18 7 15,-2-18 12-15,-7-12 6 16,-7-12 3-16,-6-9-9 16,-2-15 24-16,-3-15-11 15,3-7-1-15,8-6-10 16,12-4-1-16,8-2 61 16,15-2-68-16,14 0-18 15,12 1 9-15,10 7-64 0,8 2-95 16,4 10-146-1,87-53-808-15</inkml:trace>
  <inkml:trace contextRef="#ctx0" brushRef="#br0" timeOffset="6001.06">6489 7471 1659 0,'4'0'268'0,"0"-1"-211"0,8 1 45 0,5-5 51 0,4-1-25 0,4-6 19 0,-2-2-104 0,4-8-7 16,-6 2 6-16,-3-2 2 15,-7 0-2-15,-9 4-42 16,-7 4 1-16,-5 2-7 15,-11 6 6 1,-1 6-29-16,-7 8 29 0,-5 10-3 16,1 10-4-16,0 10-2 15,6 2 9-15,12-2-24 16,7 1 24-16,10-12-23 16,8 0 17-16,3-8 12 15,12-5-1-15,4-3-5 16,11-11-29-16,5-7-1 15,3-7-220-15,-3-5-92 16,49-53-542-16</inkml:trace>
  <inkml:trace contextRef="#ctx0" brushRef="#br0" timeOffset="6339">6968 7231 1542 0,'-5'0'354'16,"1"4"-272"-16,-5 1 25 16,-7 4 19-16,1 5-38 15,2-4 28-15,-1 0-97 16,10 4-18-16,2-4-2 16,6 4 2-16,7 4 8 0,5-4-9 15,11 6 0 1,4-2 26-16,6 0-15 0,1-2-10 15,-2 0-2-15,-7 0 3 16,-11-3 1-16,-7 2-3 16,-7-3 0-16,-8 6 0 15,-7 0 7-15,-14-1 19 16,-4-2-2-16,-6-1-24 16,-7-3 41-16,1-1-41 15,-1-2-33-15,2-4-36 16,-53 6-305-16</inkml:trace>
  <inkml:trace contextRef="#ctx0" brushRef="#br0" timeOffset="7002.48">6054 8841 1361 0,'0'-2'844'0,"0"2"-724"0,0-2 4 0,5 4-124 0,3 8 11 0,6 10 16 0,9 12 33 16,-2 14-18-16,0 8-30 15,-5-4-2-15,-7-1 17 16,-5-11-27-16,-2-8 0 16,-2-12 4-16,0-6-3 15,-2-8 13-15,0-4-14 16,2-2 1-16,-2-10 39 15,-1-4-40-15,6-10-16 16,3-10 4-16,11 1-51 16,6 2-15-16,6 4-8 15,2 11 50-15,0 8 14 16,-4 8 22-16,2 11-10 16,-4 9 10-16,2 11 1 15,0 11 11-15,-8 5-12 0,-1-5 0 16,-5-2 0-16,-1-6 0 15,-3-8-32-15,3-4-152 16,15-8-134-16</inkml:trace>
  <inkml:trace contextRef="#ctx0" brushRef="#br0" timeOffset="7316.12">6736 9082 1561 0,'-4'11'265'0,"0"4"-155"15,4 7-88-15,6-1 25 16,5-8 73 0,7-1-50-16,5-8 46 0,0-4-20 15,8-8-2-15,-1-6 43 16,-4-4-46-16,-3-4 1 15,-12 1 25-15,-4-2-51 16,-7-1 28-16,-12-5-94 16,-5 9 20-16,-16 2-23 15,-8 8 3-15,-10 14-21 16,-7 8-36-16,7 14-212 16,-38 52-296-16</inkml:trace>
  <inkml:trace contextRef="#ctx0" brushRef="#br0" timeOffset="8201.06">5943 11177 1855 0,'0'0'291'0,"0"2"-215"0,7 4 4 0,2 6-19 0,4 8 11 0,3 8-55 0,-3 5-7 16,1-4 29-1,-6 1-39-15,-3-12-7 0,-3-4 6 16,-2-7 2-16,0-7 48 16,0 0-7-16,-2-7 55 15,-1-8 29-15,1-7-115 16,2-10-10-16,2-11 11 16,5 5-10-16,5-4-1 15,5 4-1-15,1 10 0 16,4 8-13-16,-2 10 13 15,3 8-23-15,-1 8 22 0,3 14-3 16,3 10-13-16,-1 10 16 16,-2 8 1-16,-5-2-12 15,-7-4 12-15,0-7-51 16,-4-12-50-16,0-6-82 16,-2-9-94-16,13-19-74 15</inkml:trace>
  <inkml:trace contextRef="#ctx0" brushRef="#br0" timeOffset="8505.92">6595 11147 1501 0,'-4'10'468'0,"2"2"-383"16,-2 6-11-16,6 4-20 15,4-4-6-15,12-4 58 16,3-6-38-16,10-6 23 16,2-8 22-16,5-4-64 15,-3-6 14-15,-3-4 26 16,-5-4-1-16,-11 0 59 16,-10 0-79-16,-6-2-56 15,-14 2 33-15,-13 0-45 16,-8 1-11-16,-16 12 5 15,-3 13-57-15,3 10-33 16,5 10-391-16,-37 40-853 0</inkml:trace>
  <inkml:trace contextRef="#ctx0" brushRef="#br0" timeOffset="9841.43">6345 12412 1753 0,'0'0'324'0,"6"0"-127"0,-2 4-107 0,5 6-15 0,2 12 9 0,3 9 22 16,-1 2-62-16,-1 6-43 16,-2-3 50-16,3-8-51 15,-5-8 0-15,-6-6-1 16,0-10 2-16,-4-6 61 16,0-8 14-16,-4-10-26 15,-2-14 8-15,1-12-47 0,3-6-2 16,4-2-9-1,6 1 12-15,7 3-29 0,8 10 17 16,6 12-39-16,0 10 38 16,4 16-19-16,-2 12-3 15,2 14 13-15,-2 14 8 16,-2 6-22 0,2 2 24-16,-8-2-63 0,2-4 15 15,-5-11-6-15,4-9 30 16,-4-12 24-16,-3-4 0 15,8-14 32-15,-3-5-32 16,5-7 0-16,1-2 10 16,-4 2 4-16,-1 3 4 15,-13 4 24-15,-6 12-32 16,-2 0 53-16,-2 6-63 0,2-2-36 16,0 7 35-16,5 2-7 15,-1 4 2-15,8 0 6 16,5-3 0-16,5-5-3 15,5-6 3-15,-2-5 0 16,-1-3 3-16,-8 0 3 16,-3-2 3-16,-8-4 37 15,-10 0-17-15,-8 0 65 16,-5-2-94-16,-13 2-6 16,-12 2 0-16,-8 8-1 15,-4 6-73-15,-5 2-178 16,-48 0-417-16</inkml:trace>
  <inkml:trace contextRef="#ctx0" brushRef="#br0" timeOffset="11518.37">7382 3731 1561 0,'0'-7'241'0,"2"-5"-194"0,3-5-29 0,4-1 45 0,-2 3 0 0,1 1-30 0,-1 1-20 16,-4 3 8-16,4 4 65 15,-3 0-20-15,-4 2-21 16,0 6 13-16,0-2-28 16,0 0-4-16,0 2-8 15,0-2-6-15,0 0 19 16,0 2-31-16,2 2 0 0,0 2 9 16,2 0 5-1,5 14-8-15,1 10 0 0,1 23 6 16,-1 23 49-1,11 74-47-15,-3 53-8 0,3 33 28 16,-4-71-25-16,-4 3-3 16,-2 18-6-16,-2 27 1 15,2 16 3-15,3-29-4 16,1 15 0-16,5 13 1 16,3-13 0-16,10-12 12 15,7 5-13-15,-3 10 0 16,-3-3-6-16,-1-34 6 15,0 5 0-15,-14-9 1 16,-4-5 0-16,-6 4 14 0,-15 5-15 16,-6 16 6-16,-7 11-8 15,5 5 2-15,3-35-1 16,9-16-5 0,2-5 12-16,19-19-8 0,-5-18 2 15,8-7 0-15,5 1 18 16,2 2-17-16,-11 7 27 15,7 3 23-15,-6 3-7 16,6 5 8-16,-5-6-52 16,-5-11 6-16,-8 3 29 15,-4 6-34-15,-11-1-1 16,2-11 18-16,4-62-17 16,0-8 12-16,-1 6-13 0,-5 39 0 15,3 1 25-15,-2 0-24 16,3-6 14-16,-3 4 6 15,1-3-6-15,-4-5 32 16,-1 2-47-16,1 8 0 16,-4 4 16-16,-1 7-16 15,3-1 0-15,-1 0-6 16,-1 0 14-16,8-1-2 16,-1-7-6-16,7-2 0 15,0-7 22-15,2-3-10 16,-4-4 20-16,0-2 2 15,-5-4-33-15,-2 1 44 16,-2-6-45-16,2-4 0 16,3-9 15-16,-2-4-15 15,6-2 0-15,2-6-1 0,2-2 7 16,-2-6 33-16,3-6-39 16,-3-5 0-16,0-10-2 15,3 0 2-15,-3-9-6 16,0-2-1-16,0-4-44 15,0-15 40-15,0-8-103 16,2-22-145-16,0-23-282 16,13-206-441-16</inkml:trace>
  <inkml:trace contextRef="#ctx0" brushRef="#br0" timeOffset="13150.51">5537 3645 1494 0,'-2'0'258'0,"2"0"-190"0,-4-2-16 0,2-2-4 0,0 0 51 0,-1-2-16 0,1 0-20 16,0-6 57-16,-1 2-59 15,3-6-5-15,-2 4 16 16,2-6-26-16,2 0 17 15,1-2-40-15,1-4-23 16,1 2 59-16,3-8-40 16,3-4-18-16,3-6-1 15,3-8 9-15,6-2-2 16,2-3-7-16,4-3-7 16,2 4 1-16,4 4 6 15,5-2-6-15,3-3-3 16,6 3 7-16,2-4-20 15,7 0 22-15,9 0-32 16,7 0 17-16,-1 0-33 0,4 5 20 16,2 5-13-16,-6 8-11 15,1 4 52-15,-3 0-28 16,0 6 5-16,-1 4 22 16,-1 2 1-16,2 6-12 15,5 0 5-15,2 8 7 16,2 6 1-16,5 4-1 15,2 8-9-15,4 2 2 16,-2 4 14-16,-2 0-11 16,-7 0 4-16,-11 2 0 15,-6 2 4-15,-15-2-4 16,-9 2-13-16,-16 0 7 0,0 5 1 16,-9 2 5-1,-1 10-6-15,-2 5 12 0,-2 4 24 16,0 8-30-16,-3 0 0 15,6 2 5-15,-1 1-4 16,2 0 1-16,5 2-2 16,-3 1 0-16,1-6 13 15,3 2-13-15,-7-6 0 16,5-3 8-16,-7-9-7 16,-1-8 12-16,-2-10-13 15,-5-8 0-15,1-10 36 16,-3-4 4-16,0 0 16 15,0-2 14-15,-3 0-28 0,3-4-16 16,-5-4-26 0,1-8-110-16,-9-5-125 15,-49-42-539-15</inkml:trace>
  <inkml:trace contextRef="#ctx0" brushRef="#br0" timeOffset="13530.95">7777 3188 1641 0,'0'8'234'0,"0"0"-195"0,2 10 6 0,0 6 23 0,7 4-31 0,0 0 1 0,4-2 10 0,2-2-20 0,4-3 47 16,-1-9-21-16,1-5-7 15,-3-4-10-15,2-6 5 16,-4-2 98-16,3-11-31 16,5-5-53-16,1-9 40 15,2-2-63-15,-4-10 1 16,0 0 8-16,-3-2-40 15,-5 6 29-15,-7 8-31 16,-1 14-43-16,-5 8-29 16,0 6-227-16,2 22-376 0</inkml:trace>
  <inkml:trace contextRef="#ctx0" brushRef="#br0" timeOffset="14889.44">8358 5440 1108 0,'0'0'784'0,"0"0"-688"0,-2 0-54 0,0 0 79 0,0 2-64 0,-5 2 3 15,-9 10-58-15,-2 8 4 16,-9 6 24-16,8 0-17 16,-1-4-12-16,9-2-1 15,3-7 11-15,4-10 6 16,2 0-16-16,2-5-1 16,0-3 54-16,0 1 10 0,2-6 40 15,1-6-88-15,1-6-16 16,5-6 25-16,2-6-25 15,7-2-16-15,-3 0 16 16,1 10 6-16,-5 6-6 16,-4 10 0-16,-7 8-9 15,2 6 7-15,-2 14-41 16,2 12 43-16,3 14 10 16,2 6 2-16,1 2-12 15,-1-9 0-15,2-4 0 16,0-6 16-16,0-9-16 0,0-6-16 15,-7-10-13-15,3-2-169 16,-5 0-117-16,-7-10-574 16</inkml:trace>
  <inkml:trace contextRef="#ctx0" brushRef="#br0" timeOffset="15127.74">8300 5791 747 0,'-2'0'928'0,"2"2"-820"16,-4-2-78-16,4 2 51 16,4-2-20-16,-2 0 55 15,3 0-47-15,1 2-27 0,6 0 36 16,10 0-5-16,2-2-14 16,10 0-35-16,1-2-23 15,6 0-2 1,1-2-2-16,1-2-234 0,43-18-545 15</inkml:trace>
  <inkml:trace contextRef="#ctx0" brushRef="#br0" timeOffset="16399.97">8506 7157 1403 0,'0'0'527'0,"0"0"-468"0,0 0-8 0,0 2 123 0,0-1-77 0,-3 2-50 0,-2 11-35 0,-1 8 10 16,-5 10 31 0,-3 8-53-16,-1-4 1 15,1-4 21-15,8-8-22 16,1-10-8-16,3-6 8 0,2-6 27 15,2-2 31-15,3-4 1 16,-1-8 4-16,8-6 21 16,1-8-84-16,5-8 0 15,-3 4 0-15,3 2 0 16,-9 10 19-16,-5 8-19 16,-2 6 0-16,-2 5-19 15,0 4 19-15,0 7-42 16,2 12 36-16,2 12 12 15,0 10 7-15,-2 6-13 16,2 2-48-16,5-4-154 0,-2-5-166 16,-2 37-173-1</inkml:trace>
  <inkml:trace contextRef="#ctx0" brushRef="#br0" timeOffset="16567.59">8469 7624 1158 0,'0'0'583'0,"0"0"-416"15,1 0-67-15,3 0 85 16,1-2-11-16,4 0-122 16,3-3-19-16,13 2-18 15,6-3 2-15,12 0-34 16,4-6-133-16,73-20-482 16</inkml:trace>
  <inkml:trace contextRef="#ctx0" brushRef="#br0" timeOffset="18206.14">8679 8823 887 0,'0'0'285'0,"0"0"-220"0,-4-2-53 0,4 0 78 0,0 2 24 0,0 2-71 16,-3-2-1-16,3 0-22 15,0-2 77-15,0 2-43 16,0-2-25-16,0 2 20 16,0 0-11-16,0 0-11 15,3-2-6-15,-3 2-6 16,0-2 31-16,4 0-35 15,-4-2-5-15,0 2 28 16,2 0-19-16,-2 0 14 0,0 0 14 16,0 2-16-16,0-2 45 15,0 2-58-15,-2 0-14 16,4-2 31-16,-4 2-13 16,2 0 3-16,2 0 0 15,-2 0-9-15,0 0 41 16,-2 0-34-16,2 0 14 15,-4 0 41-15,4 2-38 16,-3-2-12-16,1 2-24 16,-2 0 16-16,-7 4-2 15,2 8-14-15,-7 4-5 16,0 6 5-16,3 4 0 16,0 2 0-16,4 4 0 0,2-1 8 15,5-2-7 1,2 1-1-16,7-5-12 0,1-4 12 15,6-6 0-15,-1-3 1 16,-1-8-1-16,5 0 6 16,-4-4 16-16,1-4-14 15,1-6-8-15,1 2 28 16,-3-9-19-16,6 4 2 16,-7-7-11-16,2-3 1 15,1-2 20-15,-1-6-21 0,-5-5-9 16,-5-4 9-1,3 4 7-15,-12 2 13 16,-1 10-20-16,-3 4 6 0,-7 4 19 16,-4 6-25-16,-2 2-16 15,-5 10 10-15,1 2 4 16,-1 6-17-16,-2 8-239 16,-20 34-432-16</inkml:trace>
  <inkml:trace contextRef="#ctx0" brushRef="#br0" timeOffset="19269.99">8405 10826 1185 0,'0'0'495'0,"0"0"-369"0,0 0-33 0,0-2 86 0,0 2-55 0,2 0-23 0,-4 0 26 16,2 0-13-16,0-2-15 16,-5 2-21-16,3 0-66 15,0 4 35-15,-6 8-47 0,-9 12 0 16,2 10 2-1,1 9-2-15,8 1-1 0,15-4 0 16,2-2 1 0,9-8-7-16,9-8 7 0,4-10 0 15,10-14 9-15,3-12 1 16,6-10 10 0,-7-6-20-16,-3-4 0 0,-9 2 33 15,-10 0-26-15,-10 5 55 16,-9 0-4-16,-6 2-38 15,-9 7-20-15,-7 2-6 16,1 8-50-16,-8 10 26 16,0 8-199-16,-52 56-391 15</inkml:trace>
  <inkml:trace contextRef="#ctx0" brushRef="#br0" timeOffset="19902.66">8675 12208 1568 0,'-5'-2'318'0,"3"2"-213"0,-4-2 22 0,-2 6-31 0,-3 4-69 0,-5 6 6 0,-3 12 29 15,-6 10-5-15,3 4 43 16,2 4-74-16,6-2-25 15,12 1 30-15,4-11-30 16,10-6-1-16,8-6 0 16,0-8 10-16,9-8 25 15,2-6-23-15,-2-8-11 16,4-3 48-16,-3-2 17 16,-8-7 15-16,0-3 30 15,-8 1-51-15,-6 2 57 16,-8 3-106-16,-6 4 2 15,-8-1-25-15,-10 8 12 0,-5 0-30 16,-10 8-121 0,0 6-332-16,-51 2-347 0</inkml:trace>
  <inkml:trace contextRef="#ctx0" brushRef="#br0" timeOffset="22982.68">4168 3521 1319 0,'4'0'179'0,"2"0"-118"0,13 6 103 0,0-6-59 0,6 4-41 0,2-4 32 0,6-2-12 0,9-2 24 16,7-6-36-16,12 2-43 15,7-2 40-15,11 2-47 16,5 2-22-16,9 4 18 15,15 4-17-15,70 4 20 16,24 6-17-16,-9-6 10 16,-74 0 7-16,4-8-21 0,5 8 0 15,-2-10 1 1,-65 2 10-16,-3 2-5 16,-6-2-6-16,58 0 9 0,-10 0 1 15,-9 2-10-15,-3-4 0 16,-7 4 0-16,2-6 1 15,-4 2 0-15,-6 2-1 16,-2-2 0-16,-7 2 10 16,4-2-10-16,-8 2 0 15,2-4 2-15,-7 6-2 16,1-2 0-16,-2 2 0 16,4 0 0-16,-2-2 2 15,4 0-2-15,-2-2 0 16,1-2 0-16,5-4 1 15,-8 4 4-15,3-2-5 0,-3-2 0 16,-3 3 5-16,3 2-5 16,-1-4-11-16,-3 4 11 15,-1-3 1-15,-2 3 7 16,5-3-8-16,1 3 0 16,6-1 1-16,3-5-1 15,-1 5-6-15,1 2 6 16,-10 0 0-16,-8 0 4 15,-5 1-4-15,-10-1 0 16,-4 1 0-16,-3 2 0 16,2-3-4-16,3 1 2 0,9 1 4 15,9 1 2-15,7-2-4 16,-1-1 0-16,1 4 0 16,-5-1 0-16,-5 1-1 15,-2 1 0-15,-5-1 1 16,-6 4 0-16,-4-4 0 15,-8 0 0-15,4-4 5 16,-6 4-5-16,-1-1-9 16,4-2 7-16,-7 1 4 15,3-2 5-15,-9 2-7 16,-1 0 0-16,-4 1 2 16,-2 2-2-16,0-2 0 15,0 1-1-15,0 0 2 16,0 0 12-16,0 0-13 0,0 1 0 15,3-2 2 1,-1 1-2-16,2 0-13 0,1 0 12 16,-2 0 2-16,1 1-8 15,-4-1 7-15,4 0 0 16,0 2 0-16,1 0 0 16,-1 0 0-16,4 0-1 15,-2 0 2-15,3 1 0 16,-1-3-1-16,0 1-4 15,-4 3-2-15,0-1 6 16,1-2-5-16,-1 1 4 16,2 1 2-16,4-3 13 15,-1 1-14-15,-3 2-2 0,-2-3 2 16,1 1 0 0,-5 2-1-16,-2-3 1 15,2 1-4-15,-3-1-20 16,3 0 24-16,-2 6 0 0,2 2 12 15,-2 5 1-15,2 10-12 16,0 10-1-16,0 13 6 16,2 12 19-16,7 12-14 15,9 12 43-15,3 4 6 16,5 3-41-16,-1 1-1 16,-1-2 12-16,1 2-30 15,-3-1 72-15,3-1-55 16,-8-4-8-16,-1 2 13 0,1 3 1 15,-5 5-13-15,-5 6 1 16,-3 2 2-16,-2 1 11 16,-2 5-24-16,0-2 0 15,-4 1 3 1,-3-5-3-16,1-8 0 0,-2-6 0 16,4-10 2-16,2-7 5 15,2-5-7-15,0-4 0 16,2 4 24-16,0 0-11 15,3 3 5-15,0 3-18 16,-1 2 9-16,3 0 11 16,-3 6-20-16,0 2-2 15,3 9 2-15,-4 1 1 16,6 10 10-16,-1 0-11 0,5 1 0 16,1-7 27-16,1-10-26 15,1-5-1-15,-3-4 38 16,1 4-20-16,-5 5 7 15,5 2-25-15,-6 9 1 16,-1 3 21-16,-3 4-21 16,-2 58-1-16,-4 9 1 15,0 1 5-15,2-117 1 16,0 1-7-16,0-2 0 16,0 54-9-16,2-4 9 15,0-3 0-15,0-7 5 16,1-4-4-16,-3-2 7 15,0-1-8-15,-3 5 0 0,1 2 6 16,-2 4-6 0,-3-1 0-16,3-1-6 0,-2-2 13 15,0-3-2-15,6-1-5 16,6 2 0-16,-6 0 13 16,1 2-11-16,-1 5-2 15,-7-1 5-15,1-4-4 16,-1 0 27-16,1-7-28 15,0 5 0-15,2 2 7 16,2 1-6-16,2 1-1 16,2 0 9-16,3 2-8 15,0-2 45-15,-1-3-46 16,1 1 0-16,-3-4 19 16,-2 2-19-16,0 3 8 15,2-1-8-15,-2 2 18 0,4 0 14 16,4-3-32-1,0-1 0-15,-1-4 29 0,-1-2-10 16,1-5-1-16,-6-3 17 16,2-6-34-16,-3-6 56 15,3 0-57-15,-3-6 0 16,0-2 24-16,0 1-7 16,-3-3-16-16,0 8-1 15,2 6 14-15,-1 2 2 16,2 3-16-16,0-3 0 15,0-6-9-15,2-8 9 16,-1-8 0-16,2-10-1 16,2-8 2-16,-5-6 50 0,0-5-51 15,0-3 0-15,0-8 15 16,0 2-1-16,0-1-13 16,0 2-1-16,-2-3 7 15,2 2 1-15,0-2-8 16,-3 2 0-16,3-2 3 15,-3 4-3-15,2 2 0 16,-1 4 0-16,2 4 9 16,-3 4 10-16,1 2-19 15,2-2 0-15,-2-2 1 16,0-9-1-16,2-7-2 16,-2-6 2-16,-3-8-42 0,-4-13 40 15,-11-15-145 1,-11-22-58-16,-18-32-65 0,-178-267-653 15</inkml:trace>
  <inkml:trace contextRef="#ctx0" brushRef="#br0" timeOffset="25832.71">4168 3804 1046 0,'-10'-11'161'0,"1"2"2"0,-9-8-77 0,3 2-37 0,2 5-4 0,6-1-36 0,2 4 20 16,3-1-28-16,0 1 14 15,0 1 50-15,-2 2 7 16,-1 0-24-16,-2 0-29 16,-2-2-17-16,0 5 64 0,3-3-24 15,2-1-9 1,-2 3 0-16,4 0-24 0,2 2 6 15,0-2-9-15,-4 2 6 16,2 2 22-16,-3-2-34 16,-1 2 0-16,2-2 11 15,-2 2-9-15,4-2-2 16,2 0-8-16,2 0 8 16,2 2-4-16,-2-2 4 15,2-2-26-15,-2 2-1 16,2 0 27-16,-1 0-1 15,-1 0 0-15,0 0 1 16,-2 0-5-16,-2 2 13 16,-3 6-8-16,-3 5 6 15,-6 6 3-15,1 10 33 0,-7 9-41 16,2 8-1 0,0 16 58-16,2 12-49 0,-3 16 44 15,-6 75 17-15,10 21-41 16,7 15 14-16,8-69-19 15,-2 13-3-15,2 5 38 16,0 21-58-16,2-1 7 16,-2-14 5-16,12 15-7 15,1 11 30-15,1-3-25 16,-3-1-2-16,-3-6 24 16,6 5-33-16,6 16-6 15,-2 1 6-15,4-26 0 16,2-7 4-16,7 20-4 15,6-5 0-15,1-2 16 16,1-4-15-16,11-7 11 0,-8 9 15 16,-2 11-1-1,-9 9 34-15,-7-9-60 0,-7 8 1 16,2 5 33 0,-13 2-34-16,13-3 0 0,5-25-8 15,3 7 16-15,-2-12-4 16,10-13-4-16,3-6 0 15,-2-23 5-15,-1-9-5 16,-6-2 0-16,-2-2 7 16,-16-53 14-16,-2-3 35 15,16 114-56-15,-21-114 1 16,1 5 33-16,10 115-33 16,-6 22-1-16,0 11 0 0,-5-91 0 15,-4-65 12-15,0-8-12 16,0-3 0-16,0 39 3 15,-4-11 4-15,-2-2-6 16,-3-2 20-16,-1 6-9 16,4 7 57-16,-1 9-67 15,3 4 10-15,-1 2 10 16,-2 1-21-16,1-9-1 16,-5-4 0-16,1-4 1 15,2-13 14-15,1-8-15 16,5-14 0-16,2-5 29 15,0-4-8-15,2-2-8 0,-2 6-13 16,2-2 17 0,1-2-2-16,-1-2-15 0,0-6 0 15,2 1 2-15,-2-3-2 16,3 0 0-16,-3-2-1 16,1 2 2-16,1 4 6 15,-2 0-7-15,3 0 0 16,-1-2 2-16,0-2-2 15,-1-8 0-15,1-2 0 16,-1-4 6-16,-1 0 12 16,0-2-18-16,1 2-1 15,3 4 1-15,-2 0 0 16,3 2 1-16,-3-2-2 0,-1 4 2 16,-1-5 6-1,1-4-7-15,-3-3 0 0,2 0 0 16,0 0 0-16,0 0 0 15,2 5 0 1,3-1 0-16,-2-2 11 16,6 3-11-16,-3 4-3 0,2-5 3 15,3 3 0-15,0-2 0 16,3 3 0-16,9-4 0 16,10 2 9-16,17-6-9 15,15-7 0-15,16 2 6 16,17-7-5-16,68-1 0 15,17 4-1-15,25 3 0 16,-61 9 0-16,0 0 0 0,6 9-10 16,-5 0 10-1,-3 2 0-15,-4-6 0 0,-1-4-5 16,-5-8 5 0,-17 8 3-16,13-8-3 0,-77 4-3 15,0 0 3-15,-2-2 0 16,52 4 2-16,-6-2-2 15,-4 0 0-15,-11-4 0 16,-8-4 0-16,-2 2-10 16,-2-2 10-16,-1-2 1 15,-8 0 8-15,5-6-9 16,-7 2 0-16,-1-2-5 16,-3 2 5-16,-5-2-16 0,3 4 16 15,-1 2 0 1,3-4-8-16,2 6-4 0,-2-3 12 15,5 4-10 1,-5-8 10-16,2 0-27 0,5-7 21 16,-1-4 6-16,9-3-12 15,6 1 1-15,0 0 11 16,4 4-9-16,0-2 9 16,-12 6 0-16,-2 0-4 15,-13 2 11-15,-7 2 4 16,-11-2-11-16,-7 0 0 15,-2-2-8-15,-9-2 8 16,-3 6 0-16,-5 2 1 0,-7 4 0 16,-3 4 46-1,-2 0-47-15,0 2 12 0,-2 0 24 16,-1 0-35-16,3 0-1 16,0 0 0-16,0 0 11 15,0 0 7-15,3 0-18 16,-3 0 0-16,2 0 1 15,-2-2-1-15,2 2 0 16,-2 0-1-16,-2 0 7 16,4 0 8-16,-4 0-14 15,0 0 0-15,-1 0 12 16,-3 2-12-16,-2 0-2 0,-7-2 1 16,-3 0-88-1,-3-4-73-15,-56-40-555 0</inkml:trace>
  <inkml:trace contextRef="#ctx0" brushRef="#br0" timeOffset="28202.49">2784 5440 1689 0,'-2'-2'214'0,"0"0"-130"0,-2 0 17 0,2-2-10 0,2 4 40 0,0-4-67 0,0 4-5 16,2 0-8-1,-2 0-11-15,0 0 7 0,0-2-31 16,0 2-8-16,4 0 74 15,-4 0-52-15,0 2 9 16,2-2 9-16,0 0-16 16,11-2-4-16,12 0-28 15,18-4 0-15,27 0 38 16,26-2-37-16,96-8 30 16,59-16 17-16,32-11-18 15,-71 2 21-15,26-4-51 16,28-7 0-16,10 4 6 15,20 2-5-15,14 6-1 0,-14 12 5 16,0 4 2 0,1 2-5-16,-15 4-2 0,11-2 0 15,-6 3 9-15,-6-2-9 16,-20 5-6-16,-5 0 0 16,-13-3 12-1,-23 5-8-15,-6 6 2 0,-4-6 0 16,1 2 5-1,3-2-5-15,-9 4-1 0,4-12 0 16,1 2 1-16,-2-8-12 16,-11 2 12-16,-1 4 0 15,-11 10 11-15,-15 4-11 16,-23 2 0-16,-5 0-1 0,1-2 2 16,-3 2-9-1,11-10 8-15,1 0 0 0,11 2-1 16,4-8 1-16,14 0 0 15,4 2 0 1,0 2 6-16,-5 3 3 0,-15 7-9 16,-3 6-11-16,-10-1 1 15,-3-2 10-15,9 2-10 16,12-7 9-16,11 6 2 16,1-1 3-16,16-2-4 15,8-6 0-15,5 4 17 16,-11 0-17-16,-2 0-8 15,-5 4 7-15,-27-1 1 16,-16-2 9-16,-92 6-9 16,-11-2-2-16,-15 2 2 15,24-2 0-15,-27-2 1 0,-24 3-2 16,-10-3 13-16,-3-7-38 16,-8 1-11-16,-17-6-211 15,-90-30-609-15</inkml:trace>
  <inkml:trace contextRef="#ctx0" brushRef="#br0" timeOffset="29864">17075 3611 1575 0,'0'0'313'0,"0"0"-188"0,0-2 37 0,2 2 48 0,-2 2-75 0,0 0-71 0,0 0-53 16,2 6-11-16,2 4 0 15,3 12 6-15,7 15 3 16,-1 5-2-16,3 3 11 16,1-2-12-16,-3-3 8 15,-1-4-14-15,-7-6-18 16,4-8 7-16,-6-4-148 15,1-4-139-15,5 4-192 16</inkml:trace>
  <inkml:trace contextRef="#ctx0" brushRef="#br0" timeOffset="30234.75">17561 3491 1841 0,'-16'20'172'16,"-3"4"-148"-16,-18 22 38 15,-5 4-25-15,-1 0-7 16,5-7-15-16,3-10 14 0,8-6-8 16,7-9-21-1,4-6 0-15,10-8 25 0,4-4-16 16,2 0 54-16,2 0 38 15,2-4-7-15,5-4-11 16,5-2-83-16,1 2-8 16,12 0-4-16,4 8 3 15,0 9-8-15,4 4 17 16,6 7 0-16,-1 4-4 16,0-4 4-16,-3 0-26 15,-3-4 25-15,0-2-191 16,-8-4-102-16,42-6-238 15</inkml:trace>
  <inkml:trace contextRef="#ctx0" brushRef="#br0" timeOffset="30821.56">17819 3767 1736 0,'0'8'163'16,"-2"1"-125"-16,2 13 34 16,2 2-27-16,4 4-14 15,1-2-7-15,2-8-24 0,0 0 41 16,-5-6-41 0,1-6 0-16,-3-4 8 15,2 0 8-15,-8-4 76 0,8-4 55 16,-2-8-77-16,3-6-8 15,2-8-62-15,2-6-15 16,4 0 6-16,9 1-3 16,1 8-18-1,3 4 1-15,-1 8 1 0,-3 8 13 16,-2 10 6-16,-7 8-17 16,-1 8 26-16,1 3 0 15,1 4 0-15,-4-1 0 16,0-2 0-16,1-5 18 15,-5-4-18-15,-4-8-1 16,1-4 1-16,-3-4 6 0,2 0 21 16,0-8 49-1,8-4-44-15,0-4 29 0,4-8-61 16,6-4-10 0,0-2 9-16,0 2 1 0,2 6-9 15,-2 8 7-15,4 5 4 16,-3 11-29-16,1 6 19 15,-2 10-23-15,6 11 30 16,3 0-5-16,0 6 6 16,5-1-2-16,-2-4-10 15,2-4 6-15,-5-6-210 16,34-4-151-16</inkml:trace>
  <inkml:trace contextRef="#ctx0" brushRef="#br0" timeOffset="31857.56">18701 3778 1557 0,'5'0'306'0,"3"2"-237"0,7 0 14 0,10 0 82 0,0 2-66 0,8-4-15 15,0-6-17-15,3-1-7 16,-9-1 3-16,-2-2-30 16,-9-1-12-16,-8-1 53 0,-8-1-59 15,-4 1-15-15,-8 2-14 16,-5 2 13-16,-12 8-8 16,-4 4 0-16,-8 8 9 15,3 8-17-15,9 6 17 16,8 3-22-1,9 1 8-15,12-2 14 0,8-4-9 16,8-2 0-16,7-6 9 16,6-4 35-16,0-4-35 15,7-6 1-15,1-4 15 16,-1-4-5-16,-1-8 35 16,-6 0-38-16,0-6-7 15,0-4 55-15,-6-2-56 0,-1 0-5 16,-7 4 4-1,-6 4 2-15,-4 9-13 0,-5 8 0 16,0 1-54-16,5 4 44 16,-3 10-1-16,2 6 13 15,1 6 8-15,1 2 4 16,4-4 12-16,-2-4-14 16,1-4 0-16,-3-4-2 15,-1-8 10-15,-5-4-8 16,3 0 28-16,-3-4 26 15,6-6 38-15,3-4-92 16,7-6 7-16,-1-4-8 16,3 0 1-16,2-1-12 0,0 3 1 15,0 4-37 1,-4 8 41-16,0 2-20 16,-6 12-33-16,-3 9 59 0,-3 3-17 15,1 4 8-15,-5 2 10 16,3-3 0-16,-3-2 3 15,0-9-3-15,0-6 0 16,0 0 28-16,0-4 20 16,2 0 33-16,0-6 10 15,4-9-90-15,1-2 32 16,4-5-33-16,1 2-28 16,5 1 13-16,-1 3-15 15,-2 3-6-15,1 8 13 16,-4 3-30-16,-2 8 52 15,0 3-28-15,2 4 17 0,3 3 12 16,-1 3 0-16,5-1-1 16,-3-5-1-16,1-4 2 15,3 0 34-15,0-8-34 16,1-5 0-16,-3-5 24 16,2 0-9-16,-7-6-14 15,-4-1-1-15,3 0 18 16,-9 4 4-1,2 1-22-15,-2 2 0 0,-2 4 20 16,2 4-20-16,1 6-8 16,3 2-5-16,4 1 2 15,5 9-4-15,10 4 15 0,1 8-10 16,-1 3 10-16,-3-2 19 16,-8-2-13-16,-12-2-6 15,-21 2-28-15,-20 2 26 16,-28 2-325-16,-169 40-483 15</inkml:trace>
  <inkml:trace contextRef="#ctx0" brushRef="#br0" timeOffset="32686.43">17141 4456 612 0,'-2'0'228'0,"2"0"-159"0,-4 0-52 0,2 1-4 0,2-1 53 0,-2 0 71 0,-2 0 37 0,4 0 22 15,0 0-130-15,0 0 68 16,0 0-70-16,-3 0-56 0,3 0 25 16,0 0-33-16,0 0-10 15,0 0 9-15,0 0 1 16,0 0 31-16,3 0 35 15,-3 0-31-15,4 2 25 16,-8-4-21-16,4 2-18 16,0 0-21-16,0 0 16 15,0 0-34-15,-3 0-39 16,0-1-177-16,-8-14-669 16</inkml:trace>
  <inkml:trace contextRef="#ctx0" brushRef="#br0" timeOffset="33630.99">16576 3162 1379 0,'0'-10'301'0,"2"2"-187"0,0-12 60 0,0 8-25 0,-2 6 16 0,2 2-47 0,-2 6-73 0,-2 0-44 16,2 12-2-16,2 20 2 15,1 28 6-15,5 82 56 16,1 57 20-16,3 4-35 16,-8-51-11-1,0 17-36-15,17 15 83 0,-6 3-84 16,12 19 7-16,4 9 1 15,2 7 5-15,5 19 5 16,5-47 10-16,-8 3-27 16,5 11 72-16,1-17-72 15,-10 5 6-15,-12 3 7 0,-11 19-8 16,-16 13-5-16,0-20-1 16,-1 5 0-16,5 11 22 15,-4 2-22-15,16-15-2 16,-2-11-4-16,3-7 12 15,-3-12-6-15,-3-21 0 16,2-15 0-16,-5 13 45 16,-5-1-31-16,5 2 4 15,-3-1 9-15,8 9-5 16,-2 11 5-16,-1 12-27 16,-4-5 0-16,-6-19-7 0,6-11 7 15,-4-17-2 1,1-17 2-16,8-12 9 15,3 0-4-15,8 8-5 0,5 3 0 16,0-5 4-16,0-5-4 16,-11-61-1-16,-4 2 1 15,0 2 0-15,0 56 19 16,-1-3-19-16,-6-9 0 16,1-4 53-16,0 0-52 15,4-2 15-15,0 3 12 16,5-3-27-16,5-3 30 15,-6-2-31-15,1 0 0 16,-5-7 12-16,-2-2-12 16,-2-14 0-16,-3-11-1 15,-1-14 7-15,-4-14-2 16,9-9-4-16,1-10 0 0,1-2-22 16,2-2 22-16,4-2-32 15,-3-2 13-15,-2-4-35 16,7-4 15-16,5-10-66 15,6-17-104-15,18-29-95 16,106-226-337-16</inkml:trace>
  <inkml:trace contextRef="#ctx0" brushRef="#br0" timeOffset="34861">19953 3156 1725 0,'0'-2'167'0,"0"0"-62"0,0-6 69 0,2-2-30 0,0 2-54 0,0 4-8 0,2-2-53 0,-2 6 49 0,-2 0-78 15,0 6-20-15,0 4 13 16,4 18 7-16,0 28 13 15,9 33 17-15,3 97-12 16,1 53 107-16,2 27-101 16,-13-62-9-16,0 19 9 15,15 34-23-15,0 10 21 16,0 17-22-16,-1-7 0 16,7-26 5-16,-2 6-5 15,0-3 0-15,-10 11 0 16,-4 20 10-16,-6 4-19 15,-5-19 9-15,-10 15 0 0,2 9 16 16,-8-5-16-16,-10 8-15 16,3-6 14-16,-2-29 1 15,13-25 10-15,0-27-10 16,7-21 0 0,10-16 6-16,-3-5-6 0,-4-9-8 15,-3-3 8-15,12-3 1 16,0-9 15-16,8-2-16 15,-2-2 0-15,1 9 3 16,-9-1-3-16,-10-5-16 16,3-9 14-16,-4-8-8 15,8-15-5-15,0-59 15 16,5 2 0-16,-1-8 9 16,4 44-9-16,0-3 0 0,3-4 4 15,-1 2 14-15,-1 7 20 16,-5-2-38-16,-6-1 0 15,-4-5 24-15,-5-8-14 16,1-10 5-16,-4-11 6 16,3-18-13-16,5-11 41 15,2-13-49-15,2-8 1 16,2-5 23-16,2-1-24 16,5-6 7-16,0 0-7 15,5-9-45-15,-4-8 7 16,0-11-142-16,-13-13-294 0,-25-124-384 15</inkml:trace>
  <inkml:trace contextRef="#ctx0" brushRef="#br0" timeOffset="38136.75">12594 3874 1244 0,'2'0'339'0,"5"-2"-255"0,6-2 47 0,7 0-5 0,6-6-48 0,3 2-57 0,6 0-15 16,-2-5 24-16,-2 4-30 0,-5-1-21 15,-1 2-155-15,4-19-1182 16</inkml:trace>
  <inkml:trace contextRef="#ctx0" brushRef="#br0" timeOffset="38679.35">12288 3515 1752 0,'6'-4'168'0,"-2"-2"-102"16,9-4 1-16,11 0-28 15,8-2 8-15,7 6-23 16,7 2 9-16,0 8 21 15,3 8-12-15,-2 6 19 16,-7 12-61-16,-8 6 5 0,-13 6-5 16,-9 1 0-1,-8-3 9-15,-8-4-8 0,-4-4 0 16,-5-6 35-16,-4-4-36 16,3-4 12-16,3-4 5 15,2-8-16-15,7-4 18 16,4-2 1-16,4 0 11 15,-1-2 64-15,3 2-95 16,3 0 6-16,7-2 10 16,11-2-15-16,6-2 0 15,5 0-2-15,8-2-38 16,3-4-87-16,85-39-328 0</inkml:trace>
  <inkml:trace contextRef="#ctx0" brushRef="#br0" timeOffset="39067.97">13046 3501 822 0,'0'2'1003'0,"7"-2"-907"15,4 4-57-15,9-2 77 16,2 0-55-16,10-4 74 15,1 0-60-15,0-4-34 0,3-4 29 16,-5 0-38 0,-4-2-19-16,-11 4-11 0,-8 2 10 15,-5 4 36 1,-8 2-26-16,1 2-22 0,-10 0 26 16,-12 6-26-1,-8 10-8-15,-6 10 7 0,5 10 1 16,-1-2-6-16,7 0 6 15,13-9-17 1,7-4 16-16,14-9-5 0,4 0 6 16,6-6-9-16,12 1 24 15,11-13-26-15,2-2 11 16,9-5-123-16,-4-9-156 16,4-4-51-16,48-50-604 15</inkml:trace>
  <inkml:trace contextRef="#ctx0" brushRef="#br0" timeOffset="40055.3">13581 3150 1725 0,'0'0'246'16,"-3"2"-151"-16,3 8-61 16,-2 12 28-16,0 14 1 15,4 14-6-15,3 4 48 16,8 4-84-16,0-1-3 15,3-7 30-15,5-4-29 16,-2-8 10-16,0-10-29 16,-4-8 0-16,-5-8 9 15,2-6-9-15,-3-2 0 16,-1-4 10-16,4-8 7 16,1-4 5-16,1-8-22 15,-3-8 0-15,-3-8 15 0,2 2-15 16,-6 0 0-1,-1 10-3-15,-3 9 9 0,0 8-1 16,-3 7-5-16,3 10-62 16,-2 8 52-16,4 10 4 15,3 8 6-15,3 2-1 16,6-8 1-16,6-6 4 16,0-4-4-16,3-10 0 15,-2-1 14-15,4-9-13 16,-3-9 8-16,1-1 8 15,1-6-11-15,-4-6 24 0,-2-2-30 16,0-4 0-16,-8-2 2 16,-2 6 7-16,-6 2-9 15,-4 6 0-15,-6 8-3 16,2 1 2-16,-3 10-26 16,1 5 2-16,-4 8 10 15,8 4 0-15,1-2-6 16,6 4-8-16,5-4 20 15,8-6 0-15,-1-8 9 16,6-4 0-16,1-8 8 16,5-2-8-16,-5-6-6 15,0 2 6-15,-6-4 0 0,0 0 27 16,-5 2-27 0,-2-2 2-16,-3 4 13 0,1 6-11 15,-3 4-4-15,4 4-10 16,-2 5-22-16,5 12 23 15,5 5 2-15,6 4 7 16,-4 8-2-16,0-2 2 16,-7-2 0-16,-5-4-6 15,-6-8 14-15,-4-4 49 16,-3-2-38-16,-1-6-7 16,-4-2 29-16,3-2-31 15,5-2 4-15,2-4 4 16,0-6-18-16,4-8 22 0,4-8-22 15,7-12-27 1,3-6 21-16,4-4 2 0,2-2-1 16,-1 0 4-1,-1 4 2-15,-7 3 12 0,-6 7-13 16,-3 10 0-16,0 6 44 16,-4 8 2-16,-4 10 2 15,4 4-48-15,-2 8-39 16,2 12 30-16,0 12 2 15,2 10 4-15,10 2 3 16,1-3 0-16,1-9 0 16,1-4-6-16,-6-8-3 15,-2-4 8-15,-7-6-191 16,-3-6-165-16,-23-24-100 0</inkml:trace>
  <inkml:trace contextRef="#ctx0" brushRef="#br0" timeOffset="40169.61">14443 3323 1606 0,'3'-3'210'0,"3"2"-156"0,9-4-37 0,12 4 8 0,5 1-25 0,52 10-171 16</inkml:trace>
  <inkml:trace contextRef="#ctx0" brushRef="#br0" timeOffset="40707.06">14722 3561 1689 0,'7'-2'165'15,"-1"-2"-68"-15,5-2 92 16,1-4-61-16,-1 2-43 16,5-4-2-16,-3 0-40 15,-3-2 16-15,4 4-59 16,-7-2 0-16,-7 6 10 15,-2 4-10-15,-5 6-17 16,-11 12-17-16,-3 14 28 16,-8 14-17-16,6 0 23 15,7-2-36-15,11-10 2 16,12-8-14-16,7-6 31 0,7-10 5 16,8-6 12-16,-2-5 6 15,2-9-6-15,-2-5 0 16,-7-3 18-1,-4-6-9-15,0 2 18 0,-10-4-11 16,-2-2-15-16,-1 0 37 16,-6 2-38-16,1 2-2 15,0 8 1-15,2 8 1 16,0 4-6-16,4 10-45 16,5 4 32-16,5 4 5 15,1 6 14-15,1 4-15 16,-1-2 9-16,-1 0 6 15,1-6 23-15,4-2-23 16,-4-10 0-16,5 0 54 16,-5-4-34-16,-3-4 61 15,-1-2-26-15,-7 2 5 16,-4 0-1-16,-2 4-46 0,-9-2-13 16,-7 4-15-16,-13 8-160 15,-76 42-282-15</inkml:trace>
  <inkml:trace contextRef="#ctx0" brushRef="#br0" timeOffset="44803.4">901 5985 1449 0,'2'0'198'0,"-4"0"-143"0,2 0 1 0,-3 0 25 0,3 0-33 0,-2 0-2 0,2 0-2 0,0 0 53 15,0 0-50-15,0 0 31 16,2 0 24-16,-2 0-44 16,0 0 14-16,0 0 6 15,0 0-33-15,0 0 36 16,0 0-45-16,0 0 0 16,0 0 15-16,0 0-18 15,0 0 8-15,0 0-20 16,0 0-21-16,0 0 57 15,0 0-57-15,0 0-18 16,0 0 6-16,0 18 12 16,-2 11 0-16,2 13 0 0,5 8 0 15,2 4 4 1,4-8-4-16,7-2-7 16,-3-8 6-16,-1-2 2 15,3-5 4-15,-5-5-5 0,-1-5 0 16,-5-2-1-16,3-3 1 15,-4-8 0-15,-3-3 0 16,0-3 1-16,-2 0 10 16,0-1-11-16,0 1 0 15,2-2 18-15,-2 2-18 16,3-2 0-16,-1-2 5 16,2-2 1-16,0-2-3 15,3-1-3-15,2 0 0 16,-2-4 2-16,-1 3-2 15,4-4-1-15,-3 2 1 0,-1-3 0 16,3-3 9 0,-3-7-9-16,4-1 0 0,-2-4 0 15,1-4 0 1,1 2 0-16,-4 4-1 0,-4 2 2 16,0 6 21-16,-4 4-22 15,2 1 0-15,-2 1 12 16,-2 3-12-16,2-4-5 15,-4 1-1-15,2 7 12 16,2-1-4-16,2-3-2 16,-2 4 0-16,2-2 6 15,0 0-6-15,-3 0-5 16,1-3-4-16,2 2 18 16,0 2-1-16,0 0-8 0,0 2 0 15,-2 0 25-15,2 4-25 16,-2 0 1-1,2 0-7-15,0 4 7 0,-2-2-25 16,2 0 21-16,-2 2-37 16,4-2 31-16,-2 4-60 15,0 2-45-15,0 4-138 16,4 10-352-16</inkml:trace>
  <inkml:trace contextRef="#ctx0" brushRef="#br0" timeOffset="45290.02">1525 5895 1780 0,'0'0'303'15,"0"0"-224"-15,-7 0 47 0,5 2 3 0,-7 0-66 0,-2 6-43 0,-7 4 1 0,0 6-15 16,0 6 31-16,5 7-37 16,7-2 0-16,8 6 15 0,9-5-9 15,16-2-6-15,6 2 0 16,9-4 2-16,7 0 11 15,3-2-13-15,-4-2-6 16,-3-4 6-16,-7 0 0 16,-9-2-7-16,-12-6 6 15,-5 0 2-15,-10-4-3 16,-2-2 2-16,-6 2 0 16,-8 2 6-16,-3-1 6 15,-8 0-10-15,-4 1 5 16,-7-4 8-16,0-1 2 15,-2-3-17-15,5 0-15 0,6-3 15 16,8-1-72-16,9-4-151 16,20-38-231-16</inkml:trace>
  <inkml:trace contextRef="#ctx0" brushRef="#br0" timeOffset="45720.02">2202 5937 1836 0,'0'0'306'0,"0"2"-293"0,5-2 35 0,1 2-33 0,8 0 3 0,5-2 50 0,4-2-16 16,4-2-11-16,-3-2-41 16,0-6 6-16,-6 4 37 15,-5-2-42-15,-5 2 11 16,-6 2 40-16,-2 4-4 16,-4 2 2-16,-10 0-50 15,-6 8-8-15,-9 8-8 16,-9 10 16-16,-2 10 0 15,4 9 1-15,3-1-1 16,6-2 3-16,14-10-3 16,8-4 0-16,7-4 3 15,8-4-3-15,0-4 0 0,9-4 3 16,3-2-3-16,9-6 20 16,7-6-20-16,4-4-156 15,8-8-159-15,74-36-678 16</inkml:trace>
  <inkml:trace contextRef="#ctx0" brushRef="#br0" timeOffset="46174.16">2724 5943 1874 0,'-10'12'264'0,"1"3"-199"0,-4 17-25 15,0 5 38-15,2 6-39 16,0-1 6-16,9-6 21 16,4-4-54-16,-2-8-12 15,4-8 0 1,-2-6 12-16,-2-4-4 0,5-6 4 16,-5 0-12-16,0-6 108 15,0-8-56-15,0-6-34 16,-5-8-16-16,10-8 8 15,1-4-4-15,3-4-6 16,7 0 0-16,4 5-12 16,-2 3 12-16,2 11-3 0,-3 4-6 15,-1 11 14-15,-1 8-22 16,-3 6 8-16,1 6-12 16,1 10 12-16,-1 6 9 15,1 8-4-15,1 0 2 16,-2 1 4-16,1-2 4 15,1-2-6-15,-3-5-20 16,-1 0-13-16,-5-4-120 16,4-2-141-16,-13 8-82 15</inkml:trace>
  <inkml:trace contextRef="#ctx0" brushRef="#br0" timeOffset="46352.05">2741 6160 1879 0,'7'-2'303'0,"4"0"-175"0,6-4 2 0,10 0-38 0,2 0-34 0,2 2-45 0,1 0-13 15,-3 2-75-15,31-6-434 16</inkml:trace>
  <inkml:trace contextRef="#ctx0" brushRef="#br0" timeOffset="47637.37">1400 7716 1564 0,'0'0'242'0,"0"0"-94"0,0 0 2 0,0 0 15 0,-2 0-45 0,-2 0-46 16,2 2 14-16,-2 0-53 0,0 2-35 15,-7 8 44 1,-3 8-44-16,-7 8 0 16,0 6 0-16,0 2 9 0,7 0-1 15,7-4-8-15,10 0-5 16,7-3 5-16,17-5 0 16,7-2-8-16,11-10 7 15,7 0-47-15,2-2 47 16,0 4-34-16,-6-2 11 15,-3 6 8-15,-11 2 16 16,-7 4-9-16,-10 4 9 16,-5 0 0-16,-12 0 6 15,-8 2-4-15,-7-6 7 16,-10 1 54-16,-1-3-45 0,-8-7-8 16,-3-1 2-16,-1-3-3 15,-3-5 56 1,1-5-65-16,9-6 0 0,4-3-7 15,10-6-20 1,3-6-146-16,14-15-164 0,41-93-656 16</inkml:trace>
  <inkml:trace contextRef="#ctx0" brushRef="#br0" timeOffset="47909.47">1852 7774 1991 0,'0'0'317'0,"0"2"-239"16,3 6-63-16,1 12 30 0,5 10-8 0,-1 8 40 0,6 4-52 0,2 5-24 0,2-1 29 0,6 0-16 15,-6 0-14-15,2-6 0 16,-2 0-3-16,-9-10-21 16,-5-4-76-16,-6-4-197 15,-29 17-60-15</inkml:trace>
  <inkml:trace contextRef="#ctx0" brushRef="#br0" timeOffset="48072.31">1830 8123 1062 0,'5'-6'704'0,"3"0"-676"16,6-6-28-16,5-2-97 16,22-20-630-16</inkml:trace>
  <inkml:trace contextRef="#ctx0" brushRef="#br0" timeOffset="48554.27">1893 8021 1622 0,'2'0'363'0,"-2"-2"-189"0,6 0-105 0,5 0 8 0,7 0 35 0,9 0-79 16,6-2-22-16,3 0 1 16,6-2-11-16,1 2-2 0,-1-3-283 15,41-18-810-15</inkml:trace>
  <inkml:trace contextRef="#ctx0" brushRef="#br0" timeOffset="49692.16">2354 7990 591 0,'-2'-1'1547'0,"-3"2"-1377"16,1-1-154-16,-3 7 61 15,-4 9-7-15,-2 10-22 16,-1 8 6-16,-2 2-54 0,7 2 33 16,7-6-33-16,6-4 0 15,3-6 7-15,5-6-7 16,-4-8 0-16,2-5 12 16,3-6-12-16,2-3 57 15,3-8-36-15,3-4 3 16,-4-6 26-16,3-8-38 15,-7 4-12-15,-1 2 0 16,-6 8 1-16,-1 8-4 16,-1 6 3-16,-2 6-46 15,2 4 25-15,4 4 4 0,5 10 5 16,2 6 12 0,-1 0 0-16,0 2-3 15,1-10 3-15,-4-2-3 16,-3-8 3-16,-2-2 1 0,-2-6 0 15,-2 0 11-15,2-8-4 16,5-6 53-16,5-6-61 16,1-6 0-16,5-4 3 15,1 2-2-15,-2 4-1 16,-3 4 0-16,-3 8 1 16,1 8-25-16,-3 8 21 15,0 4-27-15,7 8 30 16,-3 6 0-16,8 4 1 0,-3-4-1 15,5-2 6 1,-2-8 0-16,0-4-6 16,-3-8 0-16,-2-8 9 0,-2-2-2 15,-1-4 2-15,3-6-9 16,-3-2-16-16,6 2 7 16,-3-4-69-16,-1 0-60 15,1 4 18-15,0 2-36 16,0 10 87-16,-5 2 21 15,-1 10 37-15,0 3 4 16,-1 4 7-16,3 1 0 16,1-2 0-16,-3 0 0 15,-3-4 0-15,-3-4 0 16,-4 0 9-16,-2-2 96 16,0-2 26-16,-2-2-32 0,-4-2-18 15,-1-2-39-15,-5 2-17 16,0 2-25-16,-4 4 12 15,-6 6-30-15,-1 8 18 16,1 2-27-16,2 6 26 16,6 0-15-16,8 2-16 15,8-4-13-15,4-6 5 16,4-6 20-16,1-6 20 16,2-6 0-16,7-6 11 15,1-8 14-15,0-8 14 16,2-6-25-16,-1-6 2 15,-7-2 73-15,2-3-47 0,-9 2 22 16,-1-4-13 0,-7-1-30-16,-5-6 17 0,-1 8-16 15,-3 2-13-15,-3 8 65 16,8 16-74-16,2 5-12 16,0 12-2-16,0 5-23 15,2 14-1-15,0 12 19 16,4 12 19-16,2 6-8 15,8 0 8-15,-1-2-10 16,3-4 10-16,4-7-32 16,-4-1-44-16,4-12-109 15,0-8-167-15,25-10-186 0</inkml:trace>
  <inkml:trace contextRef="#ctx0" brushRef="#br0" timeOffset="50125.78">3611 7614 1442 0,'-8'1'654'0,"-3"6"-576"0,-5 3-69 0,-1 14 50 0,-3 12-43 0,7 6 5 0,6 8 81 0,7 6-63 0,7-1-22 15,4 0 1-15,9 3-2 16,-2-3-20-16,8 3 4 16,1 2 0-1,4 8 3-15,2 5-3 0,-4 3 0 16,-2-4-6-16,-6-6 12 16,-13-10-15-16,-6-13-72 15,-4-18-176-15,-4-21 61 16,-7-15-161-16,3-20 47 15,-3-15 310-15,-7-10 273 16,0-6-87-16,-7-2-42 16,9-1-45-16,5 11 132 15,8 8-53-15,17 10-25 16,5 4-58-16,12 2-34 16,2 4 40-16,12 4-89 15,6 0 3-15,-2 4-27 16,2 4 12-16,0-2-327 15,53-14-939-15</inkml:trace>
  <inkml:trace contextRef="#ctx0" brushRef="#br0" timeOffset="52102.81">1384 11087 1417 0,'-2'-4'333'0,"0"0"-163"0,-3 0 17 0,5-2-29 0,0 4 38 0,3 2-115 16,-3 0-51-16,4 8-1 16,2 10-4-16,10 16 41 15,3 16-13-15,0 8-37 16,-1 7 50-16,4-4-66 15,-6-8-7-15,-4-7 6 16,-1-12 1-16,-3-12-6 16,-6-8 4-16,1-10 2 0,-6-8-9 15,-1-12 9 1,-5-8-73-16,-2-12 72 0,0-8-8 16,0-2 9-1,-5 0-1-15,3-5-34 0,1 1 34 16,2 2-45-16,3 8 7 15,5 8 38-15,4 12 1 16,2 8-21-16,7 14-2 16,5 14 22-16,11 14-5 15,9 14 6-15,10 8 0 16,5 6 16-16,3-4-16 16,-1-6 1-16,-4-7-2 15,-7-15 3-15,-8-12 11 16,-8-6-13-16,-7-10 0 15,-4-6 32-15,-3-6 29 0,-4-6 22 16,-3-7-20-16,-3-5-38 16,-2-4 62-16,-7-4-61 15,-4 0-26 1,-2-6 23-16,-5 4-23 0,0 6-9 16,0 10-27-16,3 12-68 15,4 8-10-15,-3 12-353 16,-3 24-461-16</inkml:trace>
  <inkml:trace contextRef="#ctx0" brushRef="#br0" timeOffset="52585.89">2365 11209 1456 0,'6'0'309'0,"2"-2"-207"0,4 0 51 0,0-2-8 0,8 0-46 0,-7 0 56 0,3-4-59 0,-2 2 25 16,1-2-41-16,2-4-37 0,-1-2 5 15,-1-2-48 1,1 0 2-16,-4 2 14 0,-3 0-14 16,-5 2-2-16,-6 0 12 15,-3 4-3-15,-6 4 13 16,-12 8-22-16,-8 12 0 16,-15 16 6-16,-6 14-6 15,-1 14-3-15,4 4-4 16,9 2 14-16,11-7-4 15,17-11-3-15,12-6 0 16,12-10 6-16,10-6-4 16,7-6 2-16,9-8 28 15,6-8-4-15,8-8 34 0,0-10-62 16,-2-4 0 0,2-4-26-16,-2-2-61 0,-5-2-420 15,33-48-1133 1</inkml:trace>
  <inkml:trace contextRef="#ctx0" brushRef="#br0" timeOffset="54536.85">1937 12839 156 0,'0'0'1519'0,"0"0"-1294"0,2 2-135 0,7 7-17 0,0 10 91 0,2 9-14 0,5 12-51 0,1 5-29 16,-3-1-46-16,-5-2 39 15,2-6-63-15,-9-6 0 16,1-10 4-16,-6-6 2 15,3-10 6-15,-2-2 33 16,-5-5-6-16,3-8 54 16,-3-1-91-16,3-10 10 0,4-2-13 15,6-4 1 1,10 0-10-16,4 8 10 0,7 0 0 16,0 6-9-16,2 4 9 15,0 0-3-15,-6 0 3 16,2 2 1-1,-7-6-1-15,-2 2 0 0,-5 0 7 16,-4-3 52-16,-3 4-35 16,-4-6-5-16,0 3 26 15,-4 2 0-15,2 2 8 16,-1 5-24-16,3 2-28 16,0 2 40-16,0 2-41 15,0 6-30-15,0 7 30 16,3 14 0-16,-1 12 0 15,0 8 0-15,4 0 1 0,1-2-37 16,7-2 36-16,-3 0-168 16,2-10-143-16,39 13-284 15</inkml:trace>
  <inkml:trace contextRef="#ctx0" brushRef="#br0" timeOffset="55856.56">2711 12922 1808 0,'0'0'250'0,"0"0"-148"0,-1 1 2 0,1-1 35 0,0 0-38 0,-5 3-16 0,-1 3-52 0,-7 8 65 0,-3 12-67 16,-9 10-16-16,8-2 9 16,1 2-18-16,7-6-6 15,7-8-5-15,4-4 5 16,3-6-9-16,1-1 9 16,6-8 0-16,-1-3 3 15,4-6 6-15,5-4 19 16,0-2-28-16,-1-8 0 15,0-4 14-15,4-4-14 16,-8-4-7-16,-1 2 7 0,-6 2 14 16,-1 6-5-16,-5 8-9 15,-4 6 0-15,0 4-3 16,-3 0 3-16,3 0-21 16,2 4 19-16,0 0 4 15,-2 0-8-15,4 4-5 16,-4 4 4-16,2 6-7 15,0 2 14-15,0 8-4 16,0-2 2-16,9 0 4 16,-1-2 7-16,4-2-9 15,-1-6 0-15,5 2 4 16,-5-6-4-16,-1-4 0 16,2-2 5-16,-3-6-4 0,0-2 42 15,0-2-43 1,0-10 0-16,-3-2 25 15,3-8-25-15,-5 0-10 0,-1-4 9 16,-3 6 2-16,-3 12 3 16,1 1-4-16,2 12-18 15,0 2 5-15,2 14-13 16,3 7 12-16,6 8 13 16,2 4 2-16,10 2 0 15,4-10-1-15,-3-2 0 16,5-8-1-16,-4-8 1 15,-3-6 0-15,-4-8 0 16,-1-6 1-16,-3-4 41 0,-1-6-28 16,1-2-14-16,-5-2 49 15,-3 4-49-15,0 4-4 16,0 6 2-16,-4 8 4 16,-2 4-22-16,6 8-1 15,3 2 21-15,0 0-10 16,7 4 10-16,-1 0 0 15,-1-8-2-15,-3-2 10 16,2-4 23-16,-2-4-31 16,0-6 1-16,-1 0 67 15,3-6-38-15,-5 2-18 16,0-2-12-16,-4 0 9 16,-2 3-12-16,-2 2 3 15,-2 1-48-15,0 3 32 16,2 2-40-16,-2 2-32 0,4 2-64 15,4-3-136-15,8-1 102 16,1 1 30-16,3 3-22 16,2-6 40-16,-2 6 61 15,-3-1 77-15,-3-2 67 16,-3 1-6-16,-5 2 113 16,-4 1-63-16,2 0 32 15,-2 0 38 1,-2 0-2-16,2 0-43 0,-2 0-35 15,0 1-61-15,0 2 46 0,-5 4-77 16,-5 8 3-16,-1 5 31 16,-1 2-13-16,6 0-13 15,4-6-17-15,4 0 16 16,6-2-10-16,3-4-6 16,5-2 0-16,8-2 11 15,4-8-2-15,5-6 1 16,3-6-10-16,0-4 15 15,1-6 35-15,-6-2-50 16,0-1 0-16,-5 5 32 16,-10 7-16-16,-8 7-2 15,-3 5-14-15,-3 3 6 16,0 3-11-16,0 5 5 16,0 3-7-16,4 3-1 15,0 3-41-15,8-8-149 16,1 0-333-16,47-45-580 15</inkml:trace>
  <inkml:trace contextRef="#ctx0" brushRef="#br0" timeOffset="58776.86">2730 6519 1010 0,'-8'2'232'0,"3"2"-182"0,-9 2-40 0,6-2 17 0,3-2-9 0,5 0 11 0,2-2 35 15,1 0 40-15,-1 0 32 16,0 0-65-16,0 0-23 16,2 4-6-16,8-2-29 0,1 8 59 15,14-4-46-15,15 0 22 16,18 0 12-16,27-10-9 16,80-8-14-16,49-10-7 15,41-6-19-15,-82 8 71 16,10-4-82-16,18 10 1 15,9 1 9-15,6-2-10 16,1 8 0-16,15 7-1 16,4-4 2-16,5-3 10 15,-9 4-11-15,2-2-18 16,0 1 18-16,-4-1 0 16,-1-4 0-16,-1-1 3 15,-13-3-2-15,-14 5 37 0,-30 0-38 16,-24 0 0-1,-11 0 1-15,-82 4-1 0,-2 0-3 16,-6 2 2-16,53-4 2 16,-12 2 8-16,-7 0-9 15,-12 0 0-15,-8 2 5 16,-13 1-5-16,-11 1 0 16,-10 0-2-16,-9 0 2 15,-7 0 11-15,2 0-11 16,-5 0-3-16,1 0 2 15,3 0 1-15,2 0 0 16,5-3 0-16,9 1 1 16,7-4 41-16,1 4-42 15,6 0 0-15,1 0 7 16,4 0-6-16,-2 4-1 0,1-2 0 16,2 2 0-16,0 2 8 15,5-2-8-15,-2 2-6 16,6-2-2-16,7-2 14 15,-5 3-7-15,0-2 1 16,1 1 0-16,3 0 0 16,3 0 0-16,13 2 0 15,7 0 2-15,7 2-1 16,4-2-2-16,-9-2-5 16,-10 0 6-16,-17 0 2 15,-16-2-2-15,-12 2-14 16,-16-2-4-16,-5 3-40 15,-7-2-79-15,-4 1-47 0,-8 4-88 16,-76 10-886 0</inkml:trace>
  <inkml:trace contextRef="#ctx0" brushRef="#br0" timeOffset="60060.24">3031 9114 1374 0,'0'-3'495'0,"7"3"-451"0,8-1-43 0,5 1 65 0,16-2 15 0,4 0-6 16,7-3-9-16,4 1-21 15,9-3 76-15,7 3-82 16,8-3 20-16,8 6 4 15,6-2-47-15,9 3-2 16,12 3-14-16,67-6 0 16,27-8 14-16,20-18-14 0,-56 7 0 15,1 1 4-15,5-4 2 16,9 3-5-16,-7-2-1 16,-9 4 13-16,-7 8 14 15,-2-4-27-15,0 2-3 16,3 2 3-16,-1-4 1 15,9 4 0-15,3-2-2 16,5 0 2-16,2-1 8 16,-3 4-9-16,-4-11 0 15,-24 8 0-15,-11 7 0 16,-12 2-1-16,-69 1-1 16,0 2 2-16,-3-1-1 0,54-1 1 15,-5 3-9-15,-1-6 9 16,1 4 7-16,-4-8-7 15,2 4 0-15,3 0 0 16,-5-3-24-16,-2 2 24 16,-5-2-33-16,-8 5 33 15,-8-2-11-15,-4 3-5 16,-6 0-7-16,-5 1 5 16,0-4-3-16,-8 3 21 15,2 0-30-15,-6 0 30 16,2-2-9-16,-2 2 9 15,4 0 0-15,3 2 1 16,6-2 0-16,5 2-1 16,3 0-1-16,-1 0 0 0,-9-2 2 15,-3 2-2 1,-5-2 1-16,-1 2 0 0,-6-2 5 16,-4 2-5-16,1 0-2 15,-6 0 2-15,-2-2 0 16,-8 0 2-16,-3 2-2 15,-6 2 0-15,-5-2 7 16,0 2-7-16,-2 0-9 16,-5 0 8-16,1 0-4 15,-3 0-33-15,-4 0-133 16,-9 6-133-16,-72 6-1375 16</inkml:trace>
  <inkml:trace contextRef="#ctx0" brushRef="#br0" timeOffset="61540.93">2780 10654 1358 0,'6'0'223'0,"7"0"-125"0,5 1-17 0,11 4-27 0,7 3 27 0,6 0 9 0,11-2 16 16,8 0-29-16,10-6-29 15,11 0 19-15,10-2 8 16,15-4-46-16,2 2-23 15,9 0 9-15,0-4 4 16,0 2-19-16,58-10 0 16,2-2 2-16,5-9-1 15,-56 12 10-15,-4 2-11 0,-1 9 9 16,5 0 3 0,2 3-12-16,0-4 0 0,5 1 1 15,-7-5 0-15,5 2-1 16,-3-7 0-16,-5 3 1 15,4-2 14-15,1 5-15 16,-69 4 0-16,-2 0 6 16,3 2-6-16,54-8 0 15,3 4 0-15,58-10 0 16,9 0 14-16,-2-4-14 16,-125 16 0-16,-3-2 3 15,-1 4-2-15,55-4 14 16,-7 2-13-16,-4 2 5 0,3 0 23 15,-5 2-30-15,-2-2 0 16,-1-2 1-16,3 2 0 16,-3-2 6-16,1 0-7 15,-1 0 1-15,-1 0 44 16,1 4-45-16,-3-2 0 16,-1-2 7-16,2 2 1 15,-2 0-1-15,5-4-7 16,4 2 0-16,-3 0 3 15,5-4-3-15,8 2-1 16,-2-2 0-16,6 4 2 16,-5-4 0-16,-2 2-1 15,-7 0 0-15,0-2 7 0,-7 1-7 16,0-2-8-16,-6-1 8 16,-5 4 0-16,-13-2 9 15,-5 1-9-15,-10 4 0 16,-13-1 3-16,-2 1-3 15,-16 2-1-15,0 1 1 16,-12-3 0-16,-5 6-1 16,-4-3-8-16,-7 1-94 15,-20 13-38-15,-148 47-411 16</inkml:trace>
  <inkml:trace contextRef="#ctx0" brushRef="#br0" timeOffset="62940.98">2832 12200 794 0,'-6'2'323'0,"2"2"-62"0,-5 0-138 0,5 2 21 0,0-4-71 0,4-2-29 0,8 2 25 0,-2 2 54 15,15 4-47 1,4 2 26-16,19 0-12 0,18-2 60 15,20 0-70-15,19-4-35 16,81 2 13-16,45-4-34 16,14-6-18-16,-70-2-6 15,5-4 6-15,3-2 14 16,-1-12-20-16,0 2 0 16,5 2 6-16,-1-4 3 15,-3-5-9-15,-1 5 0 16,-4 5 7-16,-9 1 1 15,-9 5-8-15,-11 4-8 16,-16 2 8-16,7-4 0 16,-81 2 1-16,-1 3-2 0,2 0 2 15,51-6 13-15,0 2-14 16,-3-4 0-16,3 4 1 16,-4 0-1-16,-3 4 0 15,0 2 0-15,-4-2 1 16,-3 2 4-16,2-4-5 15,0 2-3-15,-3-2 3 16,-1-2 0-16,1 0 1 16,-4 0-1-16,3 2 2 15,1 0 10-15,-7 0-12 16,-1 2 0-16,-1-2 7 16,-5-2 1-16,2 0 8 15,0 0-16-15,-4 0 8 0,2 0 38 16,0-1-46-1,1 4 0-15,-2 1 6 0,-4-4-6 16,-1 1 7-16,-5 1-7 16,-5-2 0-16,-4 1 14 15,-1-1-14-15,-3 2 0 16,-2-2 7-16,-1-1-5 16,0 3 32-16,5-2-34 15,-3 2 2-15,3-2 26 16,1-1-28-16,-1 0 0 15,2-1 0-15,-2 4 1 16,-6 2 14-16,-2-2-15 0,-1 4 0 16,-3 0 15-16,4 0-15 15,-4-4 0-15,3 4 8 16,1-2-7 0,-2 0 22-16,-2-2-23 0,-2 4 0 15,-6 0 9-15,-5 2-9 16,-2-2-6-16,-5 2 5 15,-4 0 2-15,-7 0 5 16,-3-2-6-16,-6 2 0 16,-6 2-9-16,0 0 9 15,-9-2-69-15,-9-2-142 16,-21-2-316-16,-148-40-516 16</inkml:trace>
  <inkml:trace contextRef="#ctx0" brushRef="#br0" timeOffset="65185.12">1494 9701 1753 0,'-2'0'300'0,"2"0"-106"0,0-2-41 0,0 4-57 0,2 12-96 0,-2 10 43 0,4 16-14 0,2 18-20 15,6 6 15 1,3 7-6-16,-2-3-18 0,3-6 0 16,-1-15 8-16,-5-15-2 15,-6-14-6-15,-1-13 0 16,-6-9 44-16,1-10 5 15,-6-12-34-15,-4-10-15 16,-5-14 1-16,1-4 20 16,-5-2-21-16,8 2 0 15,0-6-10-15,1-3 10 16,10 3-23-16,11 6 13 0,7 10-5 16,4 14-6-1,12 8 12-15,1 12-20 16,2 12 28-16,1 14-12 15,-7 8-13-15,-2 8 16 0,-10 6 10 16,-3-2-18-16,-14 0 18 16,-9 0-9-16,-9-2 1 15,-13-1-10-15,-9 0-60 16,-7-6-54-16,1-3-102 16,-62 20-21-16</inkml:trace>
  <inkml:trace contextRef="#ctx0" brushRef="#br0" timeOffset="65541.03">1747 9970 1584 0,'7'8'366'0,"5"-2"-300"0,9 8-33 0,4 4 60 0,2 4-59 0,-2 2-11 0,-8 2-7 0,-1 0-7 15,-7 0 19-15,-5-6-28 16,-6-2 0-16,0-7 50 16,-5-4-49-16,5-4 34 15,0-9 58-15,2-12 32 16,0-13-47-16,2-11-51 0,7-10-26 15,4-4 50-15,7 0-51 16,7 5-29-16,2 10 1 16,0 6-98-16,2 13-89 15,33 7-157-15</inkml:trace>
  <inkml:trace contextRef="#ctx0" brushRef="#br0" timeOffset="65804.8">2222 9919 2049 0,'3'0'284'15,"-1"7"-202"-15,2 7-71 16,5 8-10-16,4 8 59 15,-1 6-27-15,1-2-22 16,3 2-11-16,-6-6 7 16,-1-2-19-16,-4-6-57 15,-7-6-181-15,-20-7-79 16</inkml:trace>
  <inkml:trace contextRef="#ctx0" brushRef="#br0" timeOffset="65969.38">2198 9687 1773 0,'-2'-6'502'0,"2"4"-326"16,-2-6-71-16,2 8-41 16,2 0-64-16,0 4-7 15,7 6-44-15,1 10-98 16,38 49-227-16</inkml:trace>
  <inkml:trace contextRef="#ctx0" brushRef="#br0" timeOffset="67723.28">2618 9934 1456 0,'0'0'276'0,"0"-2"-219"0,0 0-2 0,0 2-14 0,0 0-17 0,0 0 3 0,0 0-11 15,0 0 1-15,0-4-2 16,0 4-5-16,0 0 62 0,0 0-37 16,0 0-4-1,-2 0 14-15,2 0 3 0,-2 0-10 16,0 4-8-16,0-4-29 15,-3 2 36-15,1 0-37 16,0 0 0-16,2 0 3 16,-2-2-3-16,4 0 0 15,4 0-2-15,-4 0 8 16,2 0 21-16,0 0-27 16,-2 0 7-16,0 0 22 15,0 0-7-15,0 0 1 16,0 0-23-16,-2 0 0 0,2 0-12 15,8 6 12-15,-3 6 0 16,3 4 3-16,4 6 3 16,-1 6 2-16,0 2-8 15,-2 0 0-15,0-4 1 16,-5-3-1-16,-2-8-1 16,-2-3 1-16,-2-6 0 15,0-2 24-15,0-4-24 16,0-6 0-16,-3-2 64 15,5-6-56-15,0-6-7 16,5-10-2-16,-1-4 1 16,3-2-12-16,4 4-36 15,0 6 13-15,7 6 14 16,-5 10 12-16,3 8-13 16,-1 8 8-16,-2 6 14 0,6 10-15 15,-5 10 14-15,1 2 1 16,3 4-5-16,-3-2 5 15,3 0-1-15,2-10-8 16,-4-4 9-16,-1-12 3 16,-6-6-3-16,0-4 0 15,-2-5 37-15,1-5-36 16,4-8 0-16,1-4-1 16,1-7 7-16,3 1-14 15,-3-4 7-15,-1 4-108 16,3 2 28-16,-5 2-20 15,-3 8 40-15,6 6-2 16,-3 4-38-16,2 6 35 0,7 2-17 16,-3 2 40-1,-2 4 36-15,1 2 6 0,-5 0 0 16,-1-2 7-16,0 2-7 16,-1-6 47-16,-7-2-2 15,0-2 0-15,-4 0 82 16,2 0-43-16,0-2 15 15,0-4-52-15,0-4-34 16,0 0 13-16,-5 0-26 16,-1 2 0-16,-2 2-10 15,-2 2 10-15,-3 6-18 16,-10 2 16-16,1 6 2 0,-5 8 2 16,0 6-2-16,5 2 0 15,2 8 15-15,7-2-8 16,6 2-1-16,7-2-6 15,7-5 8-15,4-4 4 16,9-2-12-16,2-7 0 16,5-4 6-16,6-8 0 15,6-6 12-15,-2-8 15 16,5-5-12-16,1-2 36 16,-5-9-56-16,4-1 5 15,-4 0 11-15,-5-2-17 16,-6 1 1-16,-9 12-2 15,-12 4 7-15,-4 10 13 0,-6 4-19 16,-7 8-7-16,-9 8 6 16,-7 12 1-16,-2 6-7 15,8-1 6 1,4-1 2-16,11-6-11 0,6-6 10 16,4-4-5-16,7-9 5 15,1-3 1-15,3-4 12 16,3-5 8-16,2-8-13 15,4-6 74-15,-3-8-44 16,3-5-25-16,-6-2 19 16,2-2-20-16,-4-2-6 15,-3-4-6-15,-2 0 1 16,-6-4-21-16,-5-2 1 16,0 4-8-16,-1 5 27 15,-3 9 0-15,0 12 12 0,-1 8 4 16,3 8-4-1,0 4-24-15,2 8-18 16,-2 12 30-16,2 11 2 0,2 13 17 16,2 4-10-16,10 2-9 15,3-2 2-15,6-2 5 16,-4-4-7-16,6-2-18 16,-9-6 12-16,-3-5-102 15,-4-9-166-15,-9-10-61 16,-20-16-508-16</inkml:trace>
  <inkml:trace contextRef="#ctx0" brushRef="#br0" timeOffset="67858.07">3628 10036 1428 0,'-2'-20'492'0,"4"6"-359"0,4-18 58 0,8 8-107 0,5 4-23 0,4 4-17 0,4 4-41 0,6 6-3 15,5 6-66-15,58 14-296 16</inkml:trace>
  <inkml:trace contextRef="#ctx0" brushRef="#br0" timeOffset="68037.35">3943 10178 1794 0,'0'-2'546'0,"0"2"-444"16,0-1 103-16,3-2-64 0,-3 2-22 15,3-6-38-15,-3 3-50 16,2-2-29-16,-2 1-2 16,0-6-165-16,-5 4-345 15,-35-20-1537-15</inkml:trace>
  <inkml:trace contextRef="#ctx0" brushRef="#br0" timeOffset="72978.14">21299 3242 1099 0,'0'-8'226'0,"0"4"-92"0,2-8 115 0,-2-2-116 0,0 2-19 0,2-2 33 0,3 0-6 0,-3 4-48 16,2 0 48-16,-2 0-51 15,-2 4 48-15,3 4-55 16,-6 2-31-16,3 2-22 16,-2 6-30-16,2 16-6 15,0 14-4-15,2 12 20 16,-2 7 8-16,5 2-18 16,-2-4-9-16,-1-7-33 0,0-8-181 15,-2-12-121 1,0-10-128-16,9-30-878 0</inkml:trace>
  <inkml:trace contextRef="#ctx0" brushRef="#br0" timeOffset="73227">21415 3158 1409 0,'-2'-2'457'15,"-3"2"-385"-15,-6 4-20 0,-12 12-2 16,-8 8-37-1,-7 6 50-15,3 6-48 0,2-10 33 16,14-5 0-16,6-10-12 16,11-4 6-16,11-1-9 15,7-1 12-15,17 8 81 16,14 3-64-16,15 0-11 0,12-3-21 16,1 4-23-16,2-3-7 15,-11-2-97-15,-3 0-372 16,43-10-371-16</inkml:trace>
  <inkml:trace contextRef="#ctx0" brushRef="#br0" timeOffset="73486.62">21771 3345 1865 0,'0'-3'245'15,"2"3"-28"-15,2-1 1 16,6-3-116-16,8-2-72 16,6-2-23-16,7-1-7 15,-2 0-175-15,-2 2-184 16,15 1-574-16</inkml:trace>
  <inkml:trace contextRef="#ctx0" brushRef="#br0" timeOffset="73655.05">21754 3485 1946 0,'2'0'244'16,"-2"-2"-14"-16,6 0-10 0,-1-2-119 15,4-2-67-15,2 2 8 16,4-2-42-16,3 2-30 16,7-4-60-16,53-20-468 15</inkml:trace>
  <inkml:trace contextRef="#ctx0" brushRef="#br0" timeOffset="76055.85">18273 5279 318 0,'3'-1'670'0,"-1"-3"-598"0,0-3-61 0,7 0-11 0,-5 3 0 0,0 0-99 0,1 1 72 15,0 2 27-15,-3-2 18 0,0 3 55 16,0-2 47-16,-2 2-13 16,0-1 44-16,0 1-92 15,2-3-4-15,-2-1 23 16,3 0-30-16,-1 2 45 16,-4 0-6-16,2 2-4 15,0-2 22-15,-3 2-8 16,3 0-25-16,0-1 2 15,-2-2 4-15,2 2-20 16,-2-3-29-16,2-1 2 16,0 3 37-16,0 2-56 15,0 0-2-15,0 0 19 0,0 0-13 16,0 0 4-16,-2-2-19 16,2 4-1-16,-4-2 38 15,1-2-37-15,1 2-1 16,-5 0 17-16,-2 0-17 15,-4 2 0-15,-7 9-10 16,-7 8 10-16,-6 9-5 16,-7 12 5-16,0 5 0 15,1 1-6-15,13-4 6 16,8-4-1-16,11-4 0 16,12-4 1-16,10-4 3 15,8-6 4-15,10-6-4 16,5-7 18-16,7-7-9 15,-1-5 11-15,-2-7-23 16,1 1 0-16,-3-10 35 0,-3-3-34 16,-3-2 16-16,-10-2 26 15,-3-6-2-15,-8 0 1 16,-4-6-42-16,-4 2 1 16,-3-6 31-16,-4 0-32 15,-5 3 0-15,0 3 8 16,-2 6 2-16,-2 10 25 15,0 8-35-15,-4 4 0 16,-6 6-3-16,-4 8 3 16,-12 12-18-16,-10 12 7 15,-6 16-1-15,-7 6-10 16,6 10-290-16,-53 73-402 16</inkml:trace>
  <inkml:trace contextRef="#ctx0" brushRef="#br0" timeOffset="77972.7">10229 6341 258 0,'0'-3'549'0,"-2"3"-333"0,0-4-49 0,0 6-98 0,-5-2-69 0,3 5-11 0,-5 0-2 0,0-1 11 15,4 0-2-15,3-4 4 16,2 0 78-16,0 0 19 16,2 0 61-16,-2 0-32 15,3 0-12-15,-3 0-45 16,2 0-47-16,-2 0-22 15,-2 0 25-15,2 0-25 16,0 0-3-16,-3 0 3 16,3 0 32-16,0 0 31 15,14 0-33-15,-5 0 6 16,6 0 67-16,12 0-43 16,9 0-22-16,13 0-23 0,11-2 18 15,11-1 10-15,18-1-22 16,15-5-7-16,83-7 55 15,39-4-47-15,55 2-8 16,-78 10 17-16,-7 6-19 16,9 4 15-16,-3 0-27 15,10 2 0-15,9-2 12 16,4-6-12-16,0 2-1 16,-4-8 0-16,-12 2 1 15,-7 0 8-15,-11-2-8 0,-9-2 0 16,-2 4-3-1,-4-2 3-15,-2 4 0 0,-18-2-1 16,-4 4 2-16,-8 0 12 16,-12 0-13-16,-5-2 0 15,-4 0 6-15,-1-2-6 16,-4 0 0-16,5 0 0 16,2-6 6-16,-1 2-3 15,3 0-3-15,2 6 0 16,-6 4 0-16,-67 2 0 15,2 2-6-15,0-2 6 16,55 0 0-16,-1 2 8 16,2-2-8-16,-4 0 0 15,2 0 0-15,-1-2 0 16,-1-2-1-16,-8 1 1 16,-3-2 0-16,-11 3-6 0,-8 2 6 15,-9 0 0-15,-12-2 3 16,-6 0-3-16,-3-2 6 15,-4 0-14-15,3 0 19 16,5-4-13-16,3 3 2 16,1 4-4-16,-2 1 4 15,-6 0 0-15,-19 4-6 16,-12-4 5-16,-9 2 1 16,-8-2 3-16,-2 0-3 15,-2 0-28-15,-1 2-32 16,-4 5-135-16,-41 22-140 15</inkml:trace>
  <inkml:trace contextRef="#ctx0" brushRef="#br0" timeOffset="79271.61">10361 8450 1447 0,'0'0'273'0,"3"0"-202"0,-1-2-14 0,4 2 10 0,3 2-46 0,5 2 23 0,8 2-7 0,4 0-4 16,11 6 42-16,9 0-36 15,14 0-13-15,9-4 40 16,20-4-45-16,21 0 22 15,81-4 55-15,54-2-56 16,38-6-2-16,-65 4-35 16,5-6-4-16,30-6 67 15,15 0-55-15,4-2-7 16,-2 8-4-16,2-6 7 16,-5-1-14-16,-6-1 5 15,7 0 0-15,-1 3-3 0,-4-7 9 16,-14 5-6-16,3-11 0 15,-5 2 1 1,-2-2-7-16,-2 2 6 16,-16-2 0-16,-13 4 12 0,-21 6-12 15,-22-2 0-15,-11 0 0 16,-11 2 0-16,-12 4 1 16,-10-6-1-16,-71 14 0 15,0 0 3-15,-2-2-2 16,54-5-1-16,-6 2 0 15,-2 0 7-15,-4 4 1 16,2-1-8-16,-5 4-2 16,-2 0 2-16,0 2 0 0,-10-1-9 15,-10 2 8-15,-10-6 1 16,-12 2 15-16,-11-1-15 16,-3-1 0-1,-4 0 42-15,5 0-31 0,7 2-10 16,1 0-1-16,3 0 11 15,-3 2-10-15,-1 3-1 16,-12-1-19-16,-15 1-8 16,-12-4-234-16,-50-24-329 15</inkml:trace>
  <inkml:trace contextRef="#ctx0" brushRef="#br0" timeOffset="79957.92">18378 7102 1932 0,'0'0'358'0,"0"0"-271"0,0 0 105 0,0-2-10 0,0 2-64 0,0 0-62 0,0 2-42 16,0 5-14-16,0 11-24 16,2 9 24-16,0 18 36 15,0 7-36-15,0 2 0 0,6 4 3 16,0-2-3 0,-1 2 0-16,-5-3-485 0,-24 33-709 15</inkml:trace>
  <inkml:trace contextRef="#ctx0" brushRef="#br0" timeOffset="81757.56">10542 10279 1195 0,'-7'-3'228'0,"7"2"-85"0,-5-3-7 0,3 2-53 0,2-2 35 16,0 0-58-16,0 1-4 16,0 3 4-16,2 0-9 0,-2 0 39 15,0 0-63 1,0 0 6-16,0 0-3 0,0 0-8 15,0 0-4-15,0 0-3 16,0 3-13-16,0-3 56 16,2 0-58-16,3 0 1 15,9 4 11-15,6-2 24 16,13 2-12-16,12 0-14 16,19-3 2-16,15 2 27 15,23-6-39-15,87-6-1 16,68-15 1-16,41-11 0 0,-80 13 10 15,2-4-10 1,13 2 0-16,14 2 2 16,11-2-2-16,-1 12-1 0,1-6 1 15,-2 0 0-15,-18-2 0 16,-1 6 0 0,-1-12 0-16,5 6 3 0,-3 0-3 15,-14 8 0-15,-16-4 0 16,-9 2 11-16,-24 4 10 15,-18 0-3-15,-6-1 3 16,-23 6 78-16,-9-5-59 16,-67 6 7-16,-3 1 16 15,0 2-35-15,53-3 19 16,-3-1-47-16,3 0 1 0,2 1 39 16,1 0-40-1,4 1 0-15,-2 0 0 0,3 0 1 16,3 2 10-1,-5-2-11-15,-6 6 0 16,-11-2 1-16,-6 3-1 0,-12 1-1 16,-4-5-10-16,0 1 22 15,5-2-7-15,-3-2-4 16,10-3 0-16,2-2 3 16,2 1-3-16,5-4-1 15,-1 1-7-15,0 5 16 16,0 0-5-16,-10 3-3 15,-2 0 0-15,-8 2 0 16,-7 0 0-16,-4-2-2 16,-4-1 2-16,-3-1 0 15,0-3 3-15,10 1-3 0,-1-2 0 16,2 2 2-16,-4 2-2 16,-11 0 0-16,-14 2 3 15,-15 0-2-15,-9 0 16 16,-7 2-17-16,-4 0-21 15,-7-4 4-15,-6 4-262 16,-88-6-386-16</inkml:trace>
  <inkml:trace contextRef="#ctx0" brushRef="#br0" timeOffset="82472.62">18226 9136 1508 0,'0'-3'356'0,"-2"3"-187"0,2 0-40 0,0 0 38 0,0 0-7 0,-2 0-89 0,2 0-56 0,0 0-15 16,0 0 1 0,0 3-13-16,-2-1 12 0,0 8 0 15,-7 4 12-15,-3 4 24 16,1 2-19-16,3 0-17 16,1 0 22-16,6-6-19 0,-1 2-3 15,2-6-3 1,2-2 3-16,3-2 6 0,2-2-5 15,0 2-1-15,-1 4 17 16,8-4 14 0,-5 2-23-16,1 0-2 0,4-4 16 15,1 0 17-15,4-4 5 16,5-2 5-16,0-4-34 16,5-4 56-16,2-4-62 15,-4-2-2 1,-2-2 40-16,-10-2-19 0,-1 4 4 15,-12-6 2-15,-6 0-23 16,-9-2 35-16,-3 0-46 16,-9 2 0-16,0 2 6 15,-6 4-4-15,-2 6-2 0,2 2-1 16,-7-1 1 0,-4 8-14-16,-10 2 14 0,-6 12-27 15,-13 2-76-15,-7 14-220 16,-149 49-506-16</inkml:trace>
  <inkml:trace contextRef="#ctx0" brushRef="#br0" timeOffset="84140.32">10555 11514 228 0,'0'2'1477'0,"2"-2"-1302"0,-2 0-140 0,5 2-8 0,1-4 15 0,10 2 72 16,4-2-45-16,4-2 0 15,6 0 25-15,3 2-52 16,5 0-12-16,4-2 6 15,8 4-22-15,4-2 62 16,18 2-34-16,13 0-7 16,22 0 28-16,80 2-12 15,52 4-24-15,35-12-20 16,-72-2 8-16,8-4 8 16,12 2-23-16,-6-4 0 0,2 4 4 15,-10 10-4 1,2-2-3-16,-1 2 2 0,1 6 2 15,1 0 4-15,-6-6-5 16,7-4 0-16,-3-4 4 16,-9-11-3-16,-11 6-1 15,-16 3 0-15,-20 4 0 16,-21-5 4-16,-12 4-4 16,-71 4-3-16,0-1 3 15,0 3 8-15,51-6-2 16,-4-3-6-16,5 5 19 15,5-4-4-15,6 0-15 16,3 4-4-16,-1 1 3 16,0 3 1-16,-5-2-1 15,-4 2 1-15,-7-6 0 0,-2 3 11 16,-3 1-11-16,3-1-5 16,-2-3 5-16,-3 1 0 15,2 2-1-15,1 3 1 16,4-4 0-16,-1 3 0 15,-2 0 0-15,1-2-5 16,0-1 5-16,-3-2 3 16,1 1-3-16,-3-2 0 15,3-2 0-15,-3 2 2 16,-2-4-2-16,-2 4-3 16,-7 0 3-16,-6 0 0 15,-9 4 1-15,-1 0-1 16,-2 2 0-16,7-4 4 0,0 0-4 15,7 2-4-15,-5 0 3 16,-1 0 2-16,-3 0-2 16,-14 2 0-16,-8-4 1 15,-10 4 9-15,-10-2-9 16,-10 0-3-16,-3 2 3 16,-6 2 12-16,-4-2-12 15,-2 2-2-15,-2 0 2 16,-2 0-19-16,2 0-14 15,-10 0-156-15,-11 4-265 16,-103-2-659-16</inkml:trace>
  <inkml:trace contextRef="#ctx0" brushRef="#br0" timeOffset="84474.3">18438 10611 1669 0,'0'0'704'0,"0"0"-463"0,0-1-124 0,2 1-37 0,-2 0 52 0,0 1-101 15,2 10-31-15,6 3 12 16,5 8 7-16,0 8 22 16,3 6-41-16,1 0-12 15,-3 4-5-15,-3 4-187 16,-29 62-564-16</inkml:trace>
  <inkml:trace contextRef="#ctx0" brushRef="#br0" timeOffset="86612.88">8236 13355 1197 0,'0'0'301'0,"2"0"-134"0,-2-2-64 0,2 0 41 0,5 2-97 0,2-2-10 16,2 0 34-16,4 0 13 15,3 0-9-15,5 0-21 16,6 0-11-16,7-6 53 16,8 4-63-16,14-4-6 15,17-4 42-15,14 2-22 16,10-4-2-16,12 0-45 16,65-8 7-16,13-4 37 15,9-6-37-15,-55 11 7 16,-2 1-1-16,3 2-13 0,-12-2 11 15,0 4-11-15,3 2 0 16,6-2 1-16,10-2 8 16,7-2-9-16,5 0 20 15,-4 2-13-15,5 2 31 16,-3 2-38-16,5 0 0 16,-2 6 18-16,0-2-12 15,5 2 7-15,-6-1 8 16,13 1-9-16,-9 1 33 0,-2 3-40 15,-16-7-4 1,1 10 58-16,8-5-58 16,9-5 10-16,0-3 23 0,-4 4-14 15,4 2 24 1,-11 7-44-16,-2-2 0 0,-14 6 3 16,1-2-3-16,-6 9 0 15,-1-3-2-15,-14-2 4 16,10-5 4-16,-5-1-6 15,-1-6 0-15,-66 3 15 16,5 1-15-16,116-10 0 16,-120 11-10-16,-2 0 20 15,53 1 7-15,-1 2-17 0,-8 1 0 16,-6 2 8 0,-1 0-8-16,-7-1 0 0,-2 1 0 15,1-8 7-15,1 0 4 16,-2-3-11-16,-1 1 0 15,1-2 3-15,-2 2-3 16,-6 1 0-16,-1 0-1 16,-3 1 2-16,2-2 8 15,-9 3-9-15,5-2 0 16,0-1 5-16,1-2-5 16,3 0-8-16,6 0 8 15,2-2 0-15,5 2-3 16,6 0 3-16,4-2 0 15,0 2 2-15,-2-2-2 16,0 2 0-16,-5 2 0 0,-2-4 1 16,-4 2-7-1,-3 0 6-15,-1-4 0 0,3 4-7 16,-2-4 7-16,5 0-14 16,0-2 14-16,3 6 0 15,-3-2-5-15,0-1 5 16,-5 6-6-16,-4 1 6 15,-9-2 0-15,-3 2-5 16,-3 2 4-16,5-2 2 16,-2 0 14-16,1 1-15 15,4-5-5-15,-2 2 5 16,7 2 1-16,-5-1-1 16,2 1-9-16,-3-2 9 15,1 3-3-15,0 2 3 0,-4 1-2 16,0-3 2-16,-7 3 1 15,3 0 0-15,-8-4-1 16,-2 3 1-16,5-5 3 16,-2-1-4-16,-2 6-3 15,3-2 3-15,-3 1 1 16,-5 2-1-16,-7-2 0 16,-11 2 0-16,-12-2 3 15,-11 2-3-15,-8-1-14 16,-4 1-62-16,-14 0-209 15,-122 1-429-15</inkml:trace>
  <inkml:trace contextRef="#ctx0" brushRef="#br0" timeOffset="87493.81">18756 12064 1564 0,'-6'-4'469'0,"1"-1"-266"0,-3-4-113 0,0 4-11 0,-2 3 10 0,-11 9-70 0,0 7 5 16,-11 8 32-16,1 4 7 15,9 2 0-15,3-4-62 16,13-6 19-16,8-2 1 15,10-8-11-15,7-2 53 16,10-4-4-16,6-4-23 16,13-6 19-16,-6-8-53 15,-3-2 22-15,-11-2 55 0,-6-4-28 16,-10 2-4-16,-12 0-8 16,-12 1-30-16,-19 5 0 15,-25 10-9-15,-26 12-53 16,-21 18-46-16,-155 52-582 15</inkml:trace>
  <inkml:trace contextRef="#ctx0" brushRef="#br0" timeOffset="91379.01">21174 4963 1645 0,'7'-6'166'0,"1"-6"-118"0,15-8 26 0,6-2-16 0,11 1-16 0,7-1-4 0,-1 4-23 0,2 3 48 15,-11 8-36-15,-8 3 9 16,-6 6 1-16,-12 11-29 16,-5 20 35-16,-4 20 16 15,-4 21-16-15,-7 16 37 16,-9 6-59-16,1 1-12 16,-4-7 10-16,0-12 1 15,5-10-5-15,3-16-15 16,5-8 0-16,4-9-2 0,4-5 2 15,4-6-25-15,2-4-137 16,25 16-180-16</inkml:trace>
  <inkml:trace contextRef="#ctx0" brushRef="#br0" timeOffset="91595.76">21486 5931 1883 0,'0'-8'600'0,"0"1"-478"16,0-10 25-16,4 3 58 15,1-4-119-15,1 2-49 16,4 6-14-16,-4 0-17 16,-4 4-6-1,1 2-33-15,-6 2-212 0,-17-14-488 16</inkml:trace>
  <inkml:trace contextRef="#ctx0" brushRef="#br0" timeOffset="93357.27">17114 4271 1330 0,'0'0'488'0,"3"-2"-429"0,4-2-20 0,10-4 40 0,17 2-47 0,15-4-17 0,16 0 13 0,8 0-11 15,7-2 34 1,0 0-33-16,5-3-9 0,4 6 51 16,-8-1-60-16,-12 6-1 15,-19 4-9-15,-21 5-83 16,-19 8-47-16,-24 3 32 16,-22 0-37-16,-17 4-79 15,-16-2-46-15,-6-2 245 16,0-4 25-16,2 0 139 15,9-4 19-15,6 0-65 16,6 2-5-16,12-4 4 16,11-2-55-16,18-2 25 15,14-2 1-15,12-6-39 16,18 0 10-16,10-6-34 16,12 0 1-16,13-2 57 0,0 2-57 15,1 0 4-15,2 4 2 16,-1 0-7-16,-10 2 10 15,-11 4-10-15,-18 2-22 16,-22 2 14-16,-18 4-29 16,-24 6 37-16,-16 4-1 15,-19 2 10-15,-5 2 5 16,-2-2-14-16,3-6 0 16,14 0 12-16,14-6-5 15,15-2 28-15,16-4 79 16,13-2-29-16,17-6-7 15,19-6-78-15,13 0 0 0,20-6-3 16,2 2 3-16,5 4-1 16,-3 0 1-16,-1 6 0 15,-12-2-9 1,-9 8 9-16,-18 0-30 16,-17 4-18-16,-20 8-36 0,-23 2 62 15,-15 8 13-15,-21 4-35 16,-6 4-80-16,-118 32-196 15</inkml:trace>
  <inkml:trace contextRef="#ctx0" brushRef="#br0" timeOffset="97758.73">17881 5791 1650 0,'0'0'200'0,"0"-2"-107"0,-2 2 57 0,2 0 21 0,0 0-89 0,0 2-44 16,2-2 35-16,0 0-73 16,0 0 8-16,3 2-8 15,3 4 13-15,8 0-2 16,9 4 16-16,13-2-5 15,15 0 71-15,14-2-52 0,11-6-28 16,2-2 26-16,1-2-38 16,2-2 1-1,-8-2-2-15,4-6 10 0,-2-2 28 16,-8-6-38-16,-7-8 1 16,-4-8 15-16,-4-10-10 15,-6-15 9-15,-1-11-15 16,-7-6 11-16,-9-12 32 15,-12 0-43-15,-11-1 0 16,-6 5 11-16,-8 16-11 16,-10 9 0-16,-8 13 0 15,-9 9 6-15,-17 5-3 16,-14 9-3-16,-25 13-17 0,-85 8 4 16,-53 36 13-16,4 55 0 15,165-44 0-15,11 6-12 16,9 7-20-16,-62 115-7 15,75 31-192-15,75-24-106 16,14-82-239-16</inkml:trace>
  <inkml:trace contextRef="#ctx0" brushRef="#br0" timeOffset="99018.93">21281 5083 1326 0,'-5'-2'156'0,"3"0"-135"0,-2 0 53 0,-3 0-74 0,-2 0-18 0,-4 4-56 0,-2 0-175 16,-32 6-750-16</inkml:trace>
  <inkml:trace contextRef="#ctx0" brushRef="#br0" timeOffset="99409.75">20858 5093 1438 0,'0'0'294'0,"-2"0"-165"16,-1 0-24-16,-2 8-51 15,-7 16 51-15,-13 18 5 16,-9 18-68-16,-5 11-12 15,-6-5-11-15,0-8 10 16,8-12-29-16,6-10 0 0,6-16 37 16,11-10-37-16,10-18 0 15,6-14-4-15,4-16-37 16,10-12 40-16,9-6 1 16,2 0 0-16,2 12 66 15,-5 13 9-15,-8 18 25 16,-5 13-58-16,7 15-34 15,4 24 11-15,12 13-19 16,3 14 0-16,5 10 12 16,3 1-12-16,2 9-15 15,-2-2-172-15,51 128-196 16</inkml:trace>
  <inkml:trace contextRef="#ctx0" brushRef="#br0" timeOffset="100422.69">8743 7834 1377 0,'-2'0'437'0,"2"0"-437"0,-2 2-15 0,2 2-16 0,2 5-8 0,3 2-120 0,4-1-90 0,27 10-99 16</inkml:trace>
  <inkml:trace contextRef="#ctx0" brushRef="#br0" timeOffset="100900.74">18590 7578 1953 0,'-3'0'211'15,"3"0"-211"-15,0 0-9 0,0 0 8 0,0 0-17 0,-2 0-165 0,2 5-63 0</inkml:trace>
  <inkml:trace contextRef="#ctx0" brushRef="#br0" timeOffset="101590.37">20771 7113 1760 0,'0'-3'365'0,"2"3"-346"0,0-4-10 0,3 2 98 0,-3 0-73 0,2 0 4 0,-4 2-38 16,0 0 0-16,0 0 38 15,0 2-20-15,-4 0-4 16,4 3 8-16,-5 3-16 16,3 7 117-16,0 3-69 15,-2 4 2-15,0 1-10 16,0-7 5-16,4 0-9 15,0-4-10-15,4-8-25 16,-2-2 44-16,0-4-43 16,6 2 8-16,11-8 46 15,21-6 7-15,22-14-21 16,25-16-48-16,17-19 16 16,4-9-40-16,3-10-4 0,-4-14-179 15,-3 2-366-15,108-123-850 16</inkml:trace>
  <inkml:trace contextRef="#ctx0" brushRef="#br0" timeOffset="103540.7">20668 8863 959 0,'0'-2'628'0,"-2"0"-430"0,2-2-93 0,2 2-12 0,-2 0 74 0,3 2-46 0,-3-2-29 16,0 2 23-16,2 0-32 16,-2 0 35-16,0 0-53 15,-2-2-13-15,2 2 19 16,-3 0-34-16,3 2-29 15,0 2-8-15,0 8 0 16,0 10-4-16,0 12 4 16,-2 8 0-16,-3 2 18 15,3-1-18-15,4-11 0 16,3-6-1-16,11-10 7 16,9-10 39-16,14-12-9 0,17-14-1 15,17-16 20-15,10-7-13 16,4-13-28-16,-1 0-14 15,-1-6 16 1,-2-6 1-16,0-4-17 16,-6 6-42-16,-6 3-87 0,-17 21-201 15,-5-2-491-15</inkml:trace>
  <inkml:trace contextRef="#ctx0" brushRef="#br0" timeOffset="104590.15">8325 11017 1400 0,'0'2'180'0,"-2"0"-110"0,2 0-52 0,0 1 24 0,0-3 56 0,0 3-29 0,2-3 24 16,-2 0-17-16,0 0-26 16,0 0 28-16,0 0-56 15,0 0-22-15,0 0 0 16,0 0-12-16,2 4-17 16,0 2 25-16,3 8-109 0,17 42-143 15</inkml:trace>
  <inkml:trace contextRef="#ctx0" brushRef="#br0" timeOffset="105070.61">17843 10658 1452 0,'-2'0'204'0,"4"-3"-187"0,-2 2 4 0,3 1 22 0,1-3-19 0,5 3-9 0,4-1 33 0,-2-1 26 16,4-4 13-16,-1 4-9 0,-7-1-44 15,-1 2-26-15,2 2-8 16,0 2-108-16,28 12-174 16</inkml:trace>
  <inkml:trace contextRef="#ctx0" brushRef="#br0" timeOffset="105650.99">21829 10732 1311 0,'-2'-6'105'0,"0"2"-105"0,0-10-119 0,-3 4 46 0,5-2 19 15,9-28-666-15</inkml:trace>
  <inkml:trace contextRef="#ctx0" brushRef="#br0" timeOffset="105952.95">21831 10528 864 0,'-4'-7'345'15,"0"3"-144"-15,-3-3-37 16,0 0 10-16,0 1-63 0,1 6 46 15,-3 4-74 1,-5 5-47-16,-7 10 73 0,-8 13-40 16,-8 12-22-16,-1 2-32 15,1 1 0-15,1-9 6 16,1-2-21 0,4-10-9-16,-8-8-2 0,3-8-11 15,5-10-5-15,12-8 26 16,5-8-22-16,16-4 13 15,14-4 7-15,9 6 3 16,15 6 55-16,6 12 40 16,12 16-1-16,7 12 10 15,4 12-92-15,4 10 45 16,-2 0-57-16,8 0-11 16,4-4-142-16,125 33-582 15</inkml:trace>
  <inkml:trace contextRef="#ctx0" brushRef="#br0" timeOffset="106988.76">21020 11939 1823 0,'0'0'327'0,"0"0"-145"0,0 0-88 0,3 0 8 0,-1 2-87 0,2 6-13 16,8 8 62-16,-4 6-34 15,3 6 5-15,3 0-31 16,-3-2 14-16,-2-8 24 15,-3-4-6-15,-1-10-3 16,0-1 60-16,-3-6-18 0,-2 2-24 16,2-2 14-16,4 2-53 15,11-6 73-15,8-3-68 16,25-13-7-16,19-16 34 16,30-15-28-1,80-50-16-15,58-16 0 0,48-19-24 16,-80 49 11-16,-2-12-265 15,-41-10-637 1</inkml:trace>
  <inkml:trace contextRef="#ctx0" brushRef="#br0" timeOffset="111910.48">3692 15530 1545 0,'0'-1'266'0,"3"-2"-85"0,0-1-65 0,1 2 49 0,7-2-87 0,6-4-6 0,10-2 19 0,12-8-34 16,5 0-6-1,12-4-45-15,-1 4 8 0,-2 0-13 16,-3 10-1 0,-7 8-15-16,-6 0 15 0,-11 8-10 15,-8 6 2-15,-5 4 7 16,-7 4 1-16,-6 10 21 16,-12 7-21-16,-1 2 0 15,-1 4 21-15,-5-1-21 16,2-2 0-16,-2 6-1 15,1-4 1-15,-7 4-4 16,6-2 4-16,-4-6-111 16,7-8-122-16,10-5-65 15,20-9-240-15</inkml:trace>
  <inkml:trace contextRef="#ctx0" brushRef="#br0" timeOffset="112226.39">4341 15703 1689 0,'-7'2'301'0,"5"2"-185"16,-4 6 1-16,1 2-63 16,5-6-33-16,5 6 7 15,5-4-16-15,7-4 15 16,8-4-16-16,8-4-4 0,-5-4 46 15,3-6-37 1,-2-8 14-16,-9 4 30 0,-4-4 3 16,-7 4 20-16,-9 0-56 15,-7 6-27-15,-7 2 25 16,-3 2-25-16,-12 6-40 16,0 8-56-16,-4 10-51 15,2 4-71-15,12-2-146 16,9 12-1124-16</inkml:trace>
  <inkml:trace contextRef="#ctx0" brushRef="#br0" timeOffset="112520.82">4798 15543 1869 0,'-5'4'307'0,"1"6"-212"0,-5-2-43 16,5 7-31-16,4 2 14 16,11-3-35-16,2-6 0 15,7-4 56-15,5-7-19 16,4-6 61-16,0-9-1 16,-1-10-20-16,-3-3 40 15,-9-5-50-15,-12 4-34 16,-6 6 45-16,-13 4-78 15,-6 8-14-15,-5 10-4 0,-6 8-37 16,-3 14-67 0,8 4-191-16,9 63-288 0</inkml:trace>
  <inkml:trace contextRef="#ctx0" brushRef="#br0" timeOffset="113781.15">12990 14770 1444 0,'-2'-4'330'0,"0"4"-77"0,2-9-43 0,2 0-45 0,2-3-16 0,12 2-52 0,2-4-62 15,11-4 50-15,7 2-72 16,2 0-12-16,2 6-2 15,0 4-26-15,-7 6-69 16,-6 8-190-16,-13 10-187 16,-52 62-437-16</inkml:trace>
  <inkml:trace contextRef="#ctx0" brushRef="#br0" timeOffset="113920.74">12888 15129 1367 0,'0'0'586'0,"0"-2"-280"0,2-2-150 15,3-6-34-15,7-2-59 16,9-6-36-16,6 0 4 16,6 2-31-16,11-4-42 15,12-2-189-15,112-40-320 16</inkml:trace>
  <inkml:trace contextRef="#ctx0" brushRef="#br0" timeOffset="114562.32">14125 14319 1584 0,'0'-2'312'0,"-3"2"-120"0,-1 2-74 0,0 18-88 0,-6 18-21 0,-5 26 42 0,-1 17-21 16,3 7-17-16,1-12-12 15,10-14-2-15,4-16-7 16,6-15-1-16,-4-19 9 15,0-10 0-15,1-16 30 16,3-13-24-16,2-13 9 16,5-10-15-16,-5-8 1 15,-4 0 33-15,-2-4-33 16,-4-2 7-16,0 2 53 16,0 5-8-16,3 9 37 15,1 14-45-15,2 14-15 0,2 8 45 16,-2 12-75-16,7 12-30 15,8 8 30-15,5 12 1 16,8 8 11-16,-3 6-12 16,0 7 0-16,-2-3-33 15,-2 0-60-15,-12-4-163 16,-6-6-53-16,-29 40-395 16</inkml:trace>
  <inkml:trace contextRef="#ctx0" brushRef="#br0" timeOffset="115628.03">14158 14684 1570 0,'0'-6'483'0,"0"0"-278"16,4-10-10-1,12 0-175-15,11-6 19 0,11 2-24 16,8-4-14-16,6 2 11 16,4 4-12-16,-1-4-90 15,1 4 16-15,-7 0-89 16,-5 0-5-16,-8 0 108 15,-11 0 60-15,-12 4 19 16,-11 1 17-16,-6 1 51 16,-6 2 41-16,-5 10-71 15,-12 0-36-15,-4 13-3 16,-4 9-11-16,-3 6 14 16,7 0-21-16,6 2 0 0,19-4 0 15,8-4 0 1,8-4-3-16,13-4-4 15,2-6 14-15,6-4 24 0,4-10-31 16,3-4 0-16,2-6 9 16,-1-4-9-16,-8-2-32 15,-2-2 11-15,-6 2 18 16,-4 1-13-16,-6 3 16 16,3 5-69-16,-8-6 18 15,3 10-54-15,5-4 7 16,-4 8 40-16,3 2 31 15,0 2 16-15,-3 1 11 16,-1 0 0-16,-5 1 6 0,4-1-6 16,-8 3 0-16,-2-6 42 15,-2 2 73-15,-6-4 2 16,4-3-90-16,-5 0-9 16,-1 2 50-16,-9 6-56 15,0 0-11-15,-6 8-2 16,3 8 11-16,-1 6 8 15,10 3-18-15,9-1-28 16,10-1 27-16,12-2 2 16,8-3-1-16,11-6 0 15,11-6 0-15,8-10 22 16,11-9-22-16,2 2 5 0,-3-9-5 16,-1-3 0-16,-9 0 0 15,-11-5 0-15,-10 2 20 16,-15-1 1-16,-8 1-21 15,-12 8 0-15,-9 4 13 16,-1 6 2-16,0 4-13 16,-1 4-2-16,-3 8-3 15,3 4-6-15,7 8 9 16,2 10-14 0,6-8 13-16,5-2 1 0,4-2-11 15,0-1 11-15,-2-13 0 16,1-3 23-16,1-2-23 15,-2-8 0-15,1-5 58 0,3-8-25 16,-1-6-4 0,-2-2-29-16,-1-4 16 15,-3 6 7-15,-4 6-23 0,-2 10-8 16,-2 4 2-16,2 6 0 16,3 6-36-16,4 6 24 15,9 2 18-15,0 6 2 16,6-2-2-16,-2-6 0 15,1-2 9-15,-10-6 0 16,-2-2-8-16,2-6 9 16,-4-2-9-16,1-10 69 15,0-4-40-15,1 0 3 16,-1 2 37-16,-6 4-23 16,0 4-17-16,-2 6-30 15,1 6-8-15,3 0-16 0,8 4 17 16,-1 6-37-1,5 10-71-15,-3 4-130 0,-13 74-236 16</inkml:trace>
  <inkml:trace contextRef="#ctx0" brushRef="#br0" timeOffset="115886.59">13977 15430 1781 0,'-17'2'466'0,"9"2"-294"0,-2-4-77 0,20-4-47 0,29-6 28 0,18-12-5 0,26-4-4 0,17-6-49 16,81-30-12-16,26-18 50 15,5 3-56-15,-65 37-14 16,-20 12-5-16,-73 22-121 15,-12 4-220-15,-13 2-158 16,33 40-241-16</inkml:trace>
  <inkml:trace contextRef="#ctx0" brushRef="#br0" timeOffset="116006.33">14488 15538 1732 0,'-33'5'655'15,"16"-4"-412"-15,-14 7-51 16,47-17-99-16,55-14-35 0,125-39-58 15,147-40-10-15,145-6-606 16</inkml:trace>
  <inkml:trace contextRef="#ctx0" brushRef="#br0" timeOffset="117599.56">16098 14383 1683 0,'19'-33'267'0,"4"2"-154"0,27-31-22 0,10 10-52 16,0 12 81-16,-10 20-55 0,-13 20-49 0,-15 28 20 0,-10 32 44 16,-12 84-10-16,-21 37-31 15,-6 18-27-15,23-59 42 16,-5 16-54-16,9 9-10 16,0 13 2-16,3-36 8 15,7-7-171-15,2-11-31 16,8-12-83-16,6-26-63 15</inkml:trace>
  <inkml:trace contextRef="#ctx0" brushRef="#br0" timeOffset="117727.4">16576 15905 1741 0,'8'-14'716'0,"-3"0"-398"16,6-8-105-16,-7 14-46 16,-4 0-85-16,-4 8-82 15,-5 2-6-15,-76 16-795 16</inkml:trace>
</inkml:ink>
</file>

<file path=ppt/ink/ink3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6T02:10:02.293"/>
    </inkml:context>
    <inkml:brush xml:id="br0">
      <inkml:brushProperty name="width" value="0.05292" units="cm"/>
      <inkml:brushProperty name="height" value="0.05292" units="cm"/>
      <inkml:brushProperty name="color" value="#FF0000"/>
    </inkml:brush>
  </inkml:definitions>
  <inkml:trace contextRef="#ctx0" brushRef="#br0">3283 7981 1101 0,'0'0'246'0,"0"-2"-198"0,-2 2-12 0,2 0 60 0,0-4-2 0,-3 4-38 0,3-3 17 0,0 2-20 0,0-2-1 0,0 2-16 0,0 1 8 0,0 0-2 0,0-2-2 0,-2 2-23 0,2 0-4 0,0-2-5 0,-2 2-7 15,2 0 8-15,0 0-3 16,0 2-5-16,0-2 0 16,0 0-1-16,2 0 1 15,-4 0-1-15,2 0 1 16,0 0-1-16,0 2 0 16,0-2-6-16,0 1 5 15,0-1-7-15,0 4 8 16,0-1 6-16,0 3-6 15,-2-4 0-15,2 0-1 16,0-2 0-16,0 0 1 16,0 0 0-16,0 0 0 15,0 0 0-15,0 1-47 16,-3-1-179-16,-19-5-802 0</inkml:trace>
  <inkml:trace contextRef="#ctx0" brushRef="#br0" timeOffset="746.42">3247 7860 868 0,'-2'-2'824'0,"2"2"-702"0,-2 0-65 0,2 0-5 0,0 2-19 0,0-2 12 0,0 0-4 0,-2 0-13 0,2 0-13 0,-3 4-4 16,3 0-4-16,0 6 17 16,-2 7 21-1,2 2-9-15,-3 6-7 0,6-1-8 16,-3 3-3-16,2 4-11 16,1 1 4-16,-1 0-4 15,-2-2-6-15,-2 0 6 16,-1-2-6-16,1-4-1 15,-1-1 1-15,1-8 0 16,0-1 0-16,0-3 0 16,2-4-1-16,0-3-53 15,0 0-158-15,-2-4-115 0,-17-24-572 16</inkml:trace>
  <inkml:trace contextRef="#ctx0" brushRef="#br0" timeOffset="1315.66">3169 7882 1517 0,'0'-4'267'16,"0"4"-178"0,-2-1-32-16,4 1 36 0,-2-3-6 15,0 3-12-15,2-2-18 16,-2 0-20-16,4 2-7 16,2-2-18-16,0 1 12 15,3-3-24-15,7-1-1 16,3 5-16-16,4 5 17 15,6 2-5-15,0 8 4 16,-2 3 1-16,2 0-1 16,-2 4-6-16,-6 0 6 0,0-2-5 15,-6 2 6 1,-4 0 0-16,0 0-5 0,-7 0 13 16,-4 2-5-16,-2 2 3 15,-8 0 1-15,-2 0-7 16,-5 2 0-16,-4-2 24 15,2 1-15-15,-4-5-9 16,3-7 9-16,2-2 0 16,2-1-2-16,3-6 2 15,-3-2 3-15,6-3-6 16,1 2-5-16,2-3 0 16,2 0 6-16,-1 4-1 15,4-8-5-15,-1 4-1 16,1-3-37-16,0-1-73 15,2-3-113-15,4-22-358 0</inkml:trace>
  <inkml:trace contextRef="#ctx0" brushRef="#br0" timeOffset="1866.3">3550 8157 957 0,'3'0'564'0,"1"0"-519"0,5 4-36 0,4-2 6 0,3 0 46 0,6 2 2 0,3-8-13 0,0 2 1 15,3-4-32-15,-4 0 10 16,3 0-13-16,-2-6 8 16,-7 4-13-16,4-2 1 15,-12 4 0-15,-2-2-11 16,-6 0 10-16,-4 0-11 15,-2 2-32-15,-6 0 5 16,-3 2 26-16,-3 2 0 0,-1 8-15 16,-6 0 16-16,-6 6 9 15,4 8-9 1,0 2 9-16,2 2 2 16,5 2 2-16,7 2-4 0,7-4 0 15,4 1 0-15,6-6 15 16,3-2-1-16,2-6 26 15,7 0-7-15,0-5 23 16,7-2-20-16,-2-4-21 0,6-3-11 16,3-2-13-1,-1-8-45-15,-2 2-118 16,44-34-178-16</inkml:trace>
  <inkml:trace contextRef="#ctx0" brushRef="#br0" timeOffset="2238.92">4091 7818 1697 0,'0'0'276'0,"0"0"-208"0,0 0-55 0,0-2-12 0,0 2 36 0,0 0 16 0,0 2-17 0,0 0-25 0,0 8-10 0,0 12 7 0,0 14 16 0,2 8-12 15,1 7-3 1,-3-5 0-16,1 0-7 0,2-8 11 15,0-2-12-15,4-6 0 16,-3-4-1-16,-2-2 0 16,0-6 0-16,-2-2-23 15,2-5-185-15,-6-2-242 16</inkml:trace>
  <inkml:trace contextRef="#ctx0" brushRef="#br0" timeOffset="2488.75">4051 7975 1501 0,'3'-3'501'0,"-1"3"-428"0,6-1-55 16,6 1-1-16,1 0 16 15,6 0 3-15,1 0-12 0,2 0-11 16,1 0-13-16,6 1-80 16,47-5-258-16</inkml:trace>
  <inkml:trace contextRef="#ctx0" brushRef="#br0" timeOffset="2884.55">4339 8220 1659 0,'4'-3'181'15,"6"1"-136"-15,5-2-27 0,3-2-7 16,1-2 7-1,-3-2 12-15,-5 0-9 0,-1 2-6 16,-2-4-14-16,-5 4 0 16,-3 4-1-16,-5-2 0 15,-4 6-1-15,0 0 1 16,-4 8-10 0,-10 2 10-16,-1 10 10 0,-5 4-3 15,2 2-6-15,12 0-2 16,8-4-6-16,9-4 7 15,9 0 11-15,7-7 5 0,4-4 26 16,9 2 9-16,4-9-10 16,0-6-23-1,1-1-18-15,1-4-26 16,1-6-160-16,49-37-390 0</inkml:trace>
  <inkml:trace contextRef="#ctx0" brushRef="#br0" timeOffset="3466.54">4735 8113 1332 0,'-4'4'220'0,"-2"4"-161"0,-6 4 1 0,1 4 27 0,-2 4-41 0,6 2-16 0,4 0 20 0,8 0-25 0,6-4-1 0,5-4 2 16,2-3 49-16,2-4-3 16,0-4-26-16,4-7-8 15,-1-6-4-15,4-8-1 0,-1-3-1 16,-2-9-25 0,1 0-5-16,-7-4-1 0,-5-2 17 15,-4-4-18 1,-5 0-1-16,-7 0 1 0,0 0 0 15,-4 4 0-15,1 1 2 16,-1 11 10-16,1 6 19 16,3 4-20-16,-2 8-2 15,5 4-9-15,-2 6-13 16,2 6-35-16,-2 12 48 16,2 14 0-16,2 10 10 15,5 5-8-15,2-1 4 16,4-2 0-16,5-2-6 0,-2-4-1 15,0-8 1-15,-6-6-17 16,-1-6-148 0,-6-5-168-16,-10-20-706 0</inkml:trace>
  <inkml:trace contextRef="#ctx0" brushRef="#br0" timeOffset="3618.6">4905 8005 1893 0,'13'-2'230'0,"0"0"-182"16,15-6-35-16,10 4-12 15,-5 1-1-15,2 0-74 16,59-22-217-16</inkml:trace>
  <inkml:trace contextRef="#ctx0" brushRef="#br0" timeOffset="4398.46">5878 7917 1647 0,'0'0'267'0,"2"0"-191"0,3 0-28 0,0 1-12 0,6-1 9 0,4 3 18 0,10-3-4 0,4 0-16 0,0-3-26 0,-3 2-4 15,3-2-12-15,-8-3 0 16,-4-2-1-16,-3 0-21 16,-5 1 1-16,-9-1-7 15,-5-1-36-15,-4 4 11 16,-8 0 19-16,-8 7 13 16,-11 6 20-16,-9 10 2 15,-3 9-1-15,-6 3 8 16,10 6 6-16,4 0 17 15,15 0-11-15,7-2 3 16,16-4-11-16,13-4 8 16,7-4-1-16,11-2-4 15,9-6 23-15,4-4 6 16,7 0-45-16,5-10-10 16,-5 0-170-16,4-10-60 0,70-28-528 15</inkml:trace>
  <inkml:trace contextRef="#ctx0" brushRef="#br0" timeOffset="5151.17">6358 8026 1566 0,'-5'3'362'0,"-3"1"-281"16,-4 4-45-16,-8 8-6 0,-4 8 33 16,-3 4 0-16,2 0-18 15,7-2-9-15,7-2-20 16,7-4-10-16,8-4-4 16,1-4 6-16,7-2-8 15,2-6 0-15,1-4 1 16,8-6 5-16,0-4-6 15,-1-3-27-15,-2-6-12 16,-2-5 21-16,-5 0 6 16,-1-2 12-16,-4 4-8 15,-6 6 1-15,-4 6 2 16,-2 8 4-16,0 2-38 16,4 6-4-16,-6 8 43 0,6 6 0 15,-3 8 1-15,9-2 0 16,1-2-1-1,6-8 0-15,1-2 0 0,-4-6 12 16,7-6 9 0,-7-2 0-16,1-2-1 0,3-4 11 15,1-4-14-15,-1-4-7 16,1-6-9-16,1 0-1 16,2-2-13-16,4 4-29 15,-5 0 19-15,2 6 4 16,-11 10-22-16,2 4 23 15,-6 10-1-15,3 4 19 0,1 0 3 16,0 4 6 0,-2-2 15-16,1-6-17 0,-3 0 23 15,0-6 15-15,0-4-4 16,2-2 8-16,-4-2-5 16,0 0-16-16,5-4 23 15,1-4-16-15,4-4-35 16,5-6-3-16,4 0-36 15,-2 2-27-15,1 8-8 16,3 4 17-16,-4 6 30 16,4 8 15-16,-5 6-27 15,2 0 12-15,0 4 11 16,-2 0 6-16,2-6 9 16,-2 0-102-16,2-8-171 15,22-6-530-15</inkml:trace>
  <inkml:trace contextRef="#ctx0" brushRef="#br0" timeOffset="5936.81">7197 8011 1715 0,'0'0'277'0,"-4"-3"-190"0,2 2 0 0,-2 1-12 0,-5-2-18 0,-3 4 12 0,-8-1-31 0,-2 8-10 15,-5 5 7-15,3 6-14 16,-1 2-8-16,10 2-7 15,1 0-4-15,10 0-2 16,4-4 0-16,6 0 0 16,8-2-9-16,3-1 9 15,10-6-2-15,2 0 2 16,7-8 0-16,-1-1-9 16,2-6-43-16,-4-4-8 15,0-2 16-15,-6-8 25 0,2-2 10 16,-7-2-11-16,0-4-7 15,-6 2 14 1,-3 0 11-16,-11 8 2 0,-2 2 0 16,-8 8-12-16,1 2 6 15,-2 6 5-15,-4 4-1 16,-5 8-10-16,2 6 11 16,0 4-5-16,6 0 5 15,7 0 0-15,8-2 0 16,3-6-1-16,4-2-8 15,1-6-4-15,-1-6 14 16,5-4 18-16,-2-3-3 16,8-8-13-16,-1-3 4 15,3-4-5-15,-6 0 5 0,6 0-6 16,-7 2-15-16,1 4 1 16,-2 6 5-16,0 8-10 15,-1 10 7-15,-4 6-5 16,5 8 17-16,-2 4 5 15,4 0-4-15,-1-5-1 16,-3-10 6-16,-1-3 21 16,-10-6-5-16,0-6 40 15,1-4 26-15,1-8-26 16,8-8-49-16,3-4-2 16,6-6-11-16,6-2-1 15,2 0-8-15,-2 2-31 16,5 4-28-16,-1 8-62 15,0 9-163-15,25 8-486 0</inkml:trace>
  <inkml:trace contextRef="#ctx0" brushRef="#br0" timeOffset="8735.48">3160 6978 875 0,'-2'0'462'0,"2"-4"-348"15,0 4 16-15,-2-2 22 0,2-2-47 0,0 0-38 0,2-4 14 0,-2 0-33 0,2-2-6 0,0 4 12 0,-2-2-22 16,3 4 1-16,-6 2 3 16,3 2-9-16,-2 0-17 0,0 0-9 15,2 2-1 1,-2 4-11-16,-5 12 11 0,0 10 1 16,0 10 9-1,-1 6-2-15,8-2-7 0,0-6 10 16,6 3-5-16,-1-6-5 15,-1-2 1-15,-2-3-2 16,0-10 0-16,1 0 0 16,-6-4-39-16,1-4-187 15,-19 2-338-15</inkml:trace>
  <inkml:trace contextRef="#ctx0" brushRef="#br0" timeOffset="9199.26">3202 6824 1519 0,'0'-2'316'0,"2"0"-226"0,4-7-60 0,4 1-13 0,1-2 11 0,7-4 20 0,14 0-15 0,7 1-9 0,9 3 3 0,2 2-12 15,4 5-6-15,-9 6 9 16,-9 6 3-16,-5 4 0 15,-12 6-19-15,-5 3 17 16,-7 5-19-16,-10 1 9 16,-7 2-9-16,-15 0 14 15,-8-4-5-15,-10-2-8 16,-6-2 16-16,-5-8-3 16,3-2-13-16,5-6-1 15,1-2 3-15,7-2-2 16,9-2-1-16,12 0 0 15,3 0-9-15,9 0-84 0,5 4-109 16,29 8-154 0</inkml:trace>
  <inkml:trace contextRef="#ctx0" brushRef="#br0" timeOffset="9689.93">3481 7040 1713 0,'2'-2'293'0,"-2"2"-211"0,2-4-26 0,3 2-34 0,4-4 10 0,2-4-2 0,9 4-3 0,0 0 6 0,5 10-14 0,1 4-18 15,-1 8-1-15,-1 6-9 16,-6 2 9-16,0-2 0 0,-9-2 0 15,-5-4-5 1,-1-6 4-16,-6-2-1 0,2-3 2 16,-5-4 6-16,0-2 27 15,-3-4 14-15,-1-9-26 16,-2-6-9-16,3-4-11 16,0-6-1-16,6 0-12 15,6 2-29-15,6 0-31 16,2 6-54-1,5 4-82-15,30-6-426 0</inkml:trace>
  <inkml:trace contextRef="#ctx0" brushRef="#br0" timeOffset="10119.94">3869 7122 1741 0,'6'5'191'0,"2"-5"-142"16,9 4-26-16,5-3-1 16,-1-2 14-16,0-3 33 15,0-3-25-15,-6 0-19 16,-1-2-8-16,1-3-4 15,-6 2-11-15,0 0-1 0,-5-2 7 16,-1 4-8 0,-6-4-15-16,-1 4-3 0,-2-2 0 15,-8 6-6-15,-7 4 6 16,0 4 13 0,-6 8 5-16,-4-2 6 0,4 6-6 15,0-2 0-15,12-2 0 16,3 2 12-16,8-1-6 15,6 1-6-15,7-5 23 16,2 4 11-16,8-5-10 16,7-1-7-16,5 1-16 15,4-8-1-15,6 0-77 16,1-4-137-16,60-19-390 16</inkml:trace>
  <inkml:trace contextRef="#ctx0" brushRef="#br0" timeOffset="10853.21">4397 7036 1650 0,'-3'0'275'0,"1"0"-212"0,-6 2-42 0,-6 4 16 0,-6 6 25 0,-4 0 10 0,-5 4-27 0,4 0-14 0,4 1-17 16,9-3-14-16,3 0 1 15,5-6 1-15,0-2-2 16,8-5 8-16,-2-1-8 15,6-1 0-15,5-4 28 16,6-4-11-16,5-5-11 16,3-8-6-16,-1-5 0 15,-1-3-12-15,-5-8 11 16,1-6-47-16,-11-4 27 16,-1-4-14-16,-7 6 20 15,-2 4 14-15,-2 7 1 16,0 9 0-16,2 8 6 15,-2 8 6-15,2 4-2 0,0 4-10 16,-3 4 0 0,3 8-18-16,-2 8 18 0,0 14 7 15,0 13 7-15,0 5-8 16,0 2 7-16,2 2-11 16,2-8 4-16,2-6 7 15,0-12-12-15,3-8 17 16,0-6-11-16,-2-6 0 15,1-3-6-15,-1-4 12 16,-3-2 17-16,4-6 7 16,3-5-19-16,9-4-12 15,-5-8-6-15,1 0-21 0,-3 4 15 16,-5 6-4 0,-3 8-2-16,-3 8-26 0,2 12 4 15,3 4 33-15,3 6 1 16,3 6 1-16,5-4-1 15,-5-4 0-15,3-8-9 16,1-1-34-16,-3-9-70 16,-4-7-67-16,15-27-431 15</inkml:trace>
  <inkml:trace contextRef="#ctx0" brushRef="#br0" timeOffset="11068.39">4604 6707 2124 0,'2'2'276'0,"-2"-2"-214"16,0 0-22-16,0 2-10 0,0 2-16 0,2-2-9 0,-2 1-5 0,3-2-1 0,1 7-105 15,5 20-257-15</inkml:trace>
  <inkml:trace contextRef="#ctx0" brushRef="#br0" timeOffset="11671.32">4840 7008 1717 0,'0'0'495'0,"0"0"-480"16,-5 0-15-16,1 0-1 15,-7 2 1-15,-4 2 28 16,3 4 2-16,-5 4 6 15,1 2-10-15,1 2-5 16,-1 2-3-16,5 2-8 16,6-2-3-16,5-6-6 0,5 5 12 15,4-7 8-15,6-1-21 16,3 0 1-16,7-8 8 16,-5-2 23-16,8-5-19 15,-1-6-1-15,0-8-4 16,0-2 1-16,-7-5-8 15,2-3 0-15,-6-4-1 16,-3-8-17-16,-8-6-11 16,4 0-5-16,-9 2 12 15,-9 1 21-15,6 12 1 0,-4 0-1 16,1 11 6 0,2 10-6-16,-1 6 0 15,2 2-1-15,3 4 0 0,0 0-21 16,-3 10-1-16,2 8 23 15,-3 10 5-15,-3 11-5 16,5 7 6-16,2 2-5 16,9-2-1-16,-1-2 5 15,6-4-5-15,-1-10 0 16,5-6 1-16,-5-7-1 16,-1-8-48-16,1-3-119 15,-1-2-103-15,-4-4-40 16,1-28-816-16</inkml:trace>
  <inkml:trace contextRef="#ctx0" brushRef="#br0" timeOffset="11831.01">4976 6797 1538 0,'11'0'312'0,"5"0"-234"0,11 0-30 0,10 0 23 0,1 3-43 0,1-1-19 0,5-1-9 16,-4-1-132-16,60-11-472 0</inkml:trace>
  <inkml:trace contextRef="#ctx0" brushRef="#br0" timeOffset="15783.34">2817 9029 924 0,'0'0'336'0,"0"0"-245"0,0 0-10 0,0 0-10 0,0-1 5 0,0 1 4 0,0 0 44 16,0-3-38-16,0-1-26 15,0 2-8-15,0 2-23 16,0 0-2-16,0-2-3 16,0 4-2-16,0-2 1 15,0 0-5-15,0 0-3 0,2 0 12 16,-2 0-9-16,3 0 3 16,-1-2-9-16,4 2-6 15,8-2 1-15,-1 2-1 16,5 0-5-16,2 0 5 15,0 2-6-15,5 2 6 16,6 0-4-16,0 0-2 16,11-1 1-16,10-2 0 15,-2-1 0-15,4 2-1 16,6-2 0-16,-6 3 2 16,0-2-2-16,-4-1 1 15,0 3 0-15,1-6 0 0,0 3-1 16,0 0 1-1,3 0 0-15,6 0-1 16,-6 0 0-16,10 0 0 0,-5-1-1 16,0-2 1-16,3 3-1 15,-6-2 1-15,4 2 0 16,-4 0 0-16,2 0-1 16,5 0 1-16,1 2 0 15,3 1 0-15,-3 1 1 16,1-3 0-16,-3 6 0 15,3-6 9-15,-2-1 4 16,1 2-8-16,-1 1 1 16,1-3-6-16,-1 1 11 15,4-1 0-15,-5 3-12 16,5-3 0-16,-5 1 0 16,2-1 0-16,-1 3 3 0,-1-3-3 15,-2 0 0-15,3 1 0 16,-7 2-9-16,-1-2 1 15,1-1 8-15,-3 5 2 16,1-5-2-16,2 0 1 16,-3 0-1-16,0-5 1 15,-1 5 0-15,-1 0 0 16,-2 0-1-16,-2 0 1 16,-1 0-1-16,4 5 0 15,-2-5 0-15,4 0 0 0,2 1 0 16,-3-1 1-1,0 0-1-15,2 0 0 0,5 0 9 16,-4 0-9-16,3 0-9 16,4 0 8-16,-3 0 1 15,4 0 0-15,-4-1 0 16,2-4 1-16,-2 5 0 16,0-1-1-16,2 1 0 15,-4-3 0-15,-1 2 0 16,9 1 0-16,-10-3 0 15,7-1-1-15,-3 3 1 16,-2-4 0-16,-5 4-10 16,2-6 9-16,-6 3 1 0,-5 3 0 15,3-4 6 1,-3 1-8-16,2 0 3 16,6-2-1-16,1 0 1 0,7 3 0 15,0 0-1-15,0-1 0 16,0 2 0-16,-3 2 1 15,-1-4-1-15,-2 0 0 16,1 3 0-16,0-3 0 16,1-3-1-16,2-1 1 15,-3 4 0-15,-2 0-6 16,1 0 6-16,-4 0 1 16,4 0 0-16,-4-2-1 15,2 2 1-15,-6 2-1 16,-6 0 0-16,-4 0 2 15,-13-2 19-15,0 2 27 0,-7-2-6 16,-1 2 6-16,-3 0-5 16,0 0-2-16,-6 2-14 15,1-2-8 1,1 2-4-16,-2-2 5 0,6 0-11 16,1 0 3-16,0 0-11 15,2 2 1-15,0-2-2 16,-1 0 7-16,-1 2-6 15,-2-4 7-15,7 4-7 16,-3-2 5-16,3 2-6 16,1 0 0-16,-3-2 0 15,-1 2-1-15,3-2 2 0,-7 2-2 16,-3 0-4 0,-2 0-21-16,-4 2-158 15,-10 2-131-15,-96 12-361 0</inkml:trace>
  <inkml:trace contextRef="#ctx0" brushRef="#br0" timeOffset="18697.06">5814 9060 1235 0,'0'0'251'0,"0"0"-121"0,0 0-67 0,0 0 45 0,-2 0-30 0,2 0 3 0,0-3-24 0,-3 3 6 16,3 0-31-16,0-1-11 15,-2 1-11-15,2-3-1 16,0 3-8-16,0 0 15 16,0 0 10-16,0 0 7 15,0 0-5-15,-2 0 5 16,2 0-10-16,0 0-22 16,0 0-1-16,0 3 0 15,0-3-1-15,0-3-5 16,0 3 6-16,0 0 1 0,0 0 7 15,-2 11-1-15,-5-6 2 16,4 8 0-16,-3 2-3 16,-3 3 20-16,3 5-7 15,-4 3 8-15,1 4-12 16,5-4-15-16,2 0 20 16,0 0-13-16,-2 2-7 15,1 0 6-15,-2 4-4 16,1 0 19-16,-1 2-9 15,-1 3-3-15,-1-3 6 16,1 0-14-16,1-4 15 0,3 0 4 16,-1-4-7-16,1 2 11 15,0-2-18-15,2-2 18 16,0 2-15-16,0 2-1 16,-2 2 1-16,2 5-8 15,-2 1 10-15,0 0-10 16,-1 0 0-16,3-2 1 15,0-2-1-15,5-4 0 16,-3-4-1-16,0 2 1 16,2 0 0-16,-4 2 0 15,3 1 0-15,-6 0 0 16,3 10-1-16,0-2 1 16,-4 10 7-16,0 7-8 0,-5 8 1 15,0 2 5 1,0-6-6-16,5-11-1 15,4-11-5-15,0-10 12 16,0-5-2-16,2 2-2 0,-2-3-1 16,0 4 5-16,0 0-6 15,-2 6 0-15,-1 8 1 16,1 8 0-16,-2 19 1 16,-3 8 53-16,2 12-28 15,3-3-13-15,2-10-9 16,5-12-4-16,0-11 0 15,3-11 0-15,1-4-1 16,-3-4 0-16,6-4 11 16,-5 2-10-16,-1 2 0 0,1 8 5 15,-3 4-6-15,1 6 1 16,-3 7 0-16,5 9 10 16,-3 4-4-16,3-2-6 15,-1-4 5-15,2-8-6 16,-2-8 0-1,0-3 0-15,1-6 1 0,-5-4 6 16,0-1 2-16,1 0-4 16,2 0-4-16,-3 6 7 15,2 2-7-15,-4 6 5 16,0 4-5-16,0-1 8 0,0-5-8 16,0-6-1-1,2-8 1-15,-2-6 0 16,2-2 5-16,1-2-6 15,1 2 0-15,-1 0 6 0,1 6-6 16,3 6 2-16,-5 11-1 16,0 2 0-16,-2 10 6 15,-2-5-6-15,-2-4 1 16,-4-4-1-16,7-10 1 16,1-2-1-16,1-2 0 15,2-2-1-15,4 3 0 16,-3 0 0-16,1 4 1 15,-1 5 0-15,0-2 7 16,-1 6-2-16,-3 0 0 16,0 2 1-16,-3 5 1 15,3-1-8-15,-2 0 1 16,2-6 0-16,0-2 8 16,0-4-9-16,0-2 0 15,0-4 1-15,2 0 9 0,-2-4-4 16,3 2-5-16,-2 3 5 15,-1 3-4-15,0-4-1 16,-1 0 13-16,1-6-13 16,-3-2 7-1,3-2 1-15,0-2-2 0,0 0-7 16,0 0 10-16,0 2-2 16,0 2 1-16,-2 2 0 15,0 2-3-15,0 7 6 16,-3-4-6-16,5-3-6 15,-2-1 6-15,2-1-5 0,-2-8 0 16,2 4 7 0,0-2-7-16,0 4 8 0,0 8-2 15,0 0 2-15,-2 2 3 16,0 6 0-16,-3-6-4 16,5 0 1-16,0-6 0 15,5-3-9-15,-3 3 11 16,2-6-5-16,-2 6-5 15,1 2 1-15,-1 0 13 16,0-2-3-16,-2-2-6 16,2-4-5-16,-2-2 8 15,0-6-3-15,0-2-4 16,0-4-1-16,2-2 0 16,-2 2 0-16,3-4 7 15,-2 2-7-15,3 2 14 0,-2-4-7 16,-2 0 1-16,0 1-3 15,0-4-6-15,0-1 2 16,0 0-1-16,2 0 0 16,-2 0 0-16,0 0-1 15,0 0 0-15,0 0 0 16,0 0 0-16,0 0 0 16,0 3 6-16,0-2-6 15,2 3 1-15,0 2 5 16,0-2-4-16,-2 4-1 0,5-4 0 15,-3 5 7 1,-2 1-7-16,2-2 5 0,0 6-6 16,-2-9 0-16,0 8 0 15,2-5 2-15,-2 2-2 16,0 0 1-16,3-2 0 16,-3 2 0-16,2 2 0 15,-2 6 0-15,3 0 1 16,-1 4 7-16,0-4-8 15,0 0 8-15,0-2-8 16,-2-6 5-16,0-6-5 16,3 0 0-16,-3-2 1 15,2-2-2-15,0 0 2 0,-2-2-2 16,0 2 2-16,0 0 4 16,0 0-5-16,0 0-1 15,0 0 0 1,-2 0 0-16,0 0-27 0,-1 0-26 15,3-4-38-15,-4-4-98 16,-29-90-447-16</inkml:trace>
  <inkml:trace contextRef="#ctx0" brushRef="#br0" timeOffset="27932.51">3726 9368 990 0,'0'0'218'0,"0"0"-154"0,0 0-35 0,3 0 38 0,-3-1 35 0,0-2 23 0,0 2-40 0,0-4-38 0,0 1-47 15,0 2-45-15,1 0-89 16,-1 2-40-16,3 0-15 16,-3 0 53-16,2 0 35 15,-2 2 28-15,3-2 40 16,-3 0-8-16,0 2 41 16,0-2 26-16,0 0-8 15,0 0 3-15,0 0 12 16,0 0 9-16,2 4-3 0,-2-4 48 15,-2 0 30-15,2 0 9 16,-3 0 42-16,1 0-15 16,-1 0-33-16,2 0-21 15,1 0-30-15,-3 0 6 16,3 0-13-16,-5 0-16 16,5 0 4-16,0 0 5 15,0 0-14-15,0 2-4 16,0-2-19-16,0 3-9 15,5 1-8-15,-2 7 18 16,-2 5 14-16,4 4-7 16,0 1-10-16,3 1 5 15,-1 0-13-15,7-2-4 16,-4 6-2-16,0 0-2 16,5-2 0-16,0 0-16 0,-3-8 0 15,-1-2-77-15,3-6-74 16,-6 0-55-16,15-4-127 15</inkml:trace>
  <inkml:trace contextRef="#ctx0" brushRef="#br0" timeOffset="28308.52">4089 9326 1634 0,'0'0'266'0,"-2"0"-182"0,2 0-35 0,0 0 22 0,0 0 4 0,-2 0-12 0,2 0-12 0,-2 2-32 0,0-2-10 0,-1 10 0 16,1 4 8-16,-5 16 31 15,-4 9-17-15,0 7-11 16,-3 2-11-16,3 2 0 16,-5-4-8-16,1-2 0 15,-3-2 6-15,5-4-7 16,-4-4 0-16,3-3-1 0,0-6 1 16,5-3-1-1,1-1-45-15,1-9-37 16,3-2-40-16,0 0-57 0,-4 2-15 15,-9 12-388-15</inkml:trace>
  <inkml:trace contextRef="#ctx0" brushRef="#br0" timeOffset="28843.64">4129 9757 1673 0,'2'3'180'0,"3"0"-132"16,4 3-24-16,4 3-15 15,1 0 7-15,-3-4 19 16,3-4 20-16,-4-2 32 16,3-4-18-16,6-3-13 15,-1-2-20-15,1-3-17 0,-1-1-10 16,2-5-8 0,0-3 5-16,1 0-5 15,-4-2 0-15,-5 6 1 0,-8 4-2 16,-4 2 0-16,-4 6-18 15,-4 2-9-15,-5 0 4 16,-7 6 17-16,-4 6 6 16,-10 6 0-16,0 4 0 15,1 6 0-15,2 6 1 16,12 0-1-16,5 3 1 16,5-6-1-16,15 4-17 15,3-8 5-15,7-6 9 16,7-3 3-16,0-6 1 15,9-4 13-15,4-4-14 16,6-4-49-16,4-3-143 0,70-25-398 16</inkml:trace>
  <inkml:trace contextRef="#ctx0" brushRef="#br0" timeOffset="29334.3">4722 9583 1514 0,'0'0'258'0,"-2"0"-147"0,2 0-59 0,-2 0-8 0,-3 0 2 0,3 2 19 0,2-2 13 0,-3 0-17 0,-1 0-10 0,-5 2-16 16,-2 2-17-16,-2 4-8 15,-5 2-4-15,0 2-6 16,5 0-11-16,-3 4 10 16,8-2-5-16,-2 2 6 15,6 2-1-15,2-4-5 16,6 2-5-16,5-4-5 15,2-4 4-15,7 1-6 16,0 0 18-16,4 0 0 16,-4-4 0-16,0-1 1 15,-5 2 5-15,-4-3-5 0,-2-3 0 16,-5 1 0 0,-2-1 1-16,-4 3 7 0,-3-2 7 15,-5 3 1 1,-7 9 5-16,-10-3-2 0,-7 6-11 15,-2-5-8-15,0-1-1 16,5-2-16-16,0 3-180 16,-34 9-389-16</inkml:trace>
  <inkml:trace contextRef="#ctx0" brushRef="#br0" timeOffset="32041.77">3748 11442 1213 0,'-2'0'301'0,"2"0"-170"0,-2 0-52 0,2 0 26 0,-2 0 2 0,2 0-4 0,0-2 7 0,0 2-19 15,0 0-13-15,0-3 18 16,0 3-9-16,-2 0-39 16,2 0-10-16,0 3-22 15,-2 3-16-15,-3 16 0 0,-2 20 19 16,-6 18-13-16,-1 16 7 15,1 3-13-15,-2-1 2 16,5-8 4-16,4-10-5 16,1-10-1-16,-1-8 0 15,-1-12-8-15,0-10-2 16,3-8 10-16,4-10 1 16,-2-2-1-16,-1-6-8 15,-1-9-38-15,-2-10-7 16,-2-5 19-16,4-12-19 15,0-6-26-15,8-2-16 16,1 0 8-16,6 2 11 16,2 3 47-16,5 8 4 15,-5 0 10-15,3 9 9 0,-3 6 4 16,-3 6 2 0,-4 10-2-16,-2 4-5 0,1 4-7 15,3 6 14-15,6 8 35 16,1 8 17-16,6 8-1 15,0 4-31-15,6 0-5 16,-2 1 3 0,2-7-12-16,0-2-5 0,-10-10 0 15,-1-4 12-15,-4-8-12 16,-4-4 6-16,-3-2 10 16,1-4 10-16,5-10-5 15,3-2-4-15,-3-9-6 16,3-4 0-16,-1-6-6 0,-5-5 11 15,4-4 8-15,-3-4-2 16,1 0 2-16,-2 2 5 16,-4 8 0-16,1 2-10 15,-3 7-11-15,0 6 0 16,-2 6-9-16,0 7-1 16,0 6-25-16,-2 4-98 15,0 3-77-15,-1 5-117 16,-1 26-213-16</inkml:trace>
  <inkml:trace contextRef="#ctx0" brushRef="#br0" timeOffset="32486.32">4278 11717 625 0,'-2'0'1179'0,"2"0"-1048"0,-4 1-98 0,2 3-32 0,-3 7 1 0,1 9 23 0,-3 2 1 0,0 4 7 0,3 0 0 15,4-2 22-15,2 0-8 0,4-4-14 0,2-2-3 16,3-6-9 0,2-2 4-16,-4-6-8 15,4-2 22-15,5-4 33 0,2-6-20 16,5-6-10-16,-1-8-3 16,3-4-16-16,-4-4 11 15,-6 2 25-15,-11-3-14 16,-3 5 4-16,-10 5-31 15,-6 5-18-15,-7 2-1 16,-9 7-49-16,-5 7-56 16,-12 4-100-16,-10 7-124 15,-82 8-680-15</inkml:trace>
  <inkml:trace contextRef="#ctx0" brushRef="#br0" timeOffset="34798.83">5724 6403 1325 0,'-2'-4'241'0,"2"4"-95"0,-2-4-85 0,2 1-7 0,-2 3 3 0,2 0-16 0,-2-1 23 0,2 1 31 0,-5-2-32 0,5-2-15 0,5 4-14 16,-5-3-7-16,0 3-10 15,0 0-2-15,0 0-6 16,0 0-8-16,0 0 10 0,-5 0-11 15,5 0-1-15,-2 4-7 16,2 1 8 0,0 0 2-16,-2 8 13 0,0-4-3 15,2 4-5-15,-3-1-5 16,3-1 10-16,0-2-2 16,0-1 1-16,0 0-2 15,0 0-2-15,0 0 2 16,-2 2-3-16,2-4 0 15,2 0-4-15,-2 2 4 16,0-2-5-16,0 0 14 16,0 2-1-16,3 0-13 0,-3 2 10 15,2 0-10 1,-2-2 1-16,0 0-1 16,0 0 11-16,0-2-11 0,0-2 0 15,0-2-1-15,2 0 1 16,-2-2 1-1,0 0 5-15,2 0-5 0,-2 0 8 16,5-2 2-16,-3 2-3 16,-2 0-3-16,0 0-4 15,0 0 8-15,2-2-9 16,-2 2 11-16,0 0-12 16,0 0 0-16,0 0-1 15,0-2-69-15,2 2-82 16,0 2-52-16,1 0-87 0,8-4-523 15</inkml:trace>
  <inkml:trace contextRef="#ctx0" brushRef="#br0" timeOffset="36372.64">5820 6399 983 0,'0'-3'233'0,"0"3"-113"0,-2-4-74 0,2 4-17 0,0 0 8 0,0-1 88 0,0 2-44 0,0-1-9 15,0 0-23-15,-2 4-16 16,0 3 32-16,-5 8-16 15,-4 6-17-15,2 5 1 16,-2 4 1-16,2 6-1 16,2 2 6-16,-2 8 3 15,3 8 3-15,2 2-15 16,1 8-13-16,-2-1-2 16,-1 1-15-16,1-2 6 0,1-8-6 15,-3-2 9-15,3-4-9 16,-1-3 6-1,-2 3 3-15,3-4-3 0,2 2-6 16,-5-2 0-16,1-4 6 16,-6 2-6-16,1-2 6 15,-2 0-6-15,0 3 0 16,0-3 1-16,3-4-1 16,4-2 1-16,-1-2 0 15,1-4 0-15,-2 2 1 16,2-2-2-16,-1 0 1 15,-1 2 0-15,-2 5 0 16,-1-2 0-16,3 3-1 0,-2-1 0 16,6-3 0-16,-3 2-1 15,5-2-5-15,2 2 6 16,0-2 0-16,0-2-1 16,0-2 1-16,-4 4 0 15,2-1 0-15,2-2 0 16,-5 10 0-16,5-3 1 15,-2 4 0-15,-3-2-1 16,3-6 1-16,-3 0-1 16,3-6 0-16,0 0-1 15,2-6 1-15,2 1 0 16,0-2 0-16,3 2-1 16,2-2 0-16,0 2 1 15,1-3 0-15,1 2 1 16,-2 0-1-16,0-2 1 0,-3 0 0 15,0-4-1 1,1 4 9-16,1 0-9 0,-1-4-1 16,2 0-7-16,2-4 7 15,-1 2-5-15,6-4 6 16,-7-2 8-16,-1 2-6 16,0-2-2-16,-2 2 6 15,0 0-6-15,-2 2-6 16,2 2 6-16,-1 0 6 15,3 2-5-15,-1-4 0 0,2-2 5 16,-3 5-6 0,0-8 0-16,1 1 0 0,-1 1 0 15,0-2 7-15,4 1-7 16,-4 1 0 0,-2 3-1-16,0-5 1 0,-2 2-2 15,3 3 1-15,-3-2 1 16,0-2 0-16,0 2 1 15,-3-4 1-15,3 0 4 16,0-1 3-16,0 4 6 16,-2 1 3-16,2-4-9 15,0 2 0-15,-2 4-3 16,2-5 3-16,-2 4-8 16,2-1-1-16,-2-2 8 0,2 0 14 15,-5-2-8-15,5 4 10 16,0-6 10-16,0 2-11 15,5-2-2 1,-5 0-8-16,0-2-7 16,0 0 3-16,0 0 0 0,2 0 6 15,-2 2 3-15,0-2-13 16,2 2-4-16,-2 0 6 16,2 2-7-16,0 2 0 15,-2-4 10-15,3 2-10 16,-1-2-1-16,-2-2 1 15,2 0 0-15,-2 0 8 16,0 0 2-16,2-2-10 16,-2 2-10-16,0-4-127 0,0-8-196 15,-15-56-1461-15</inkml:trace>
  <inkml:trace contextRef="#ctx0" brushRef="#br0" timeOffset="38667.42">2969 6567 1204 0,'0'-8'225'0,"0"4"-9"0,0-10-102 0,2 8-29 0,-2-2-28 0,0 2 33 0,0 2 29 16,0-2-34-16,0 4-19 15,0 0 0-15,0 0-4 16,0 4-50-16,0 2-12 15,2 12 0-15,2 16 28 16,-1 18 17-16,1 20-19 0,-4 15-16 16,0 3 0-16,0 0-9 15,-2-10-1-15,0-12 6 16,2-5-4-16,-3-13-1 16,-1-2 0-16,2-6 0 15,-2-2-1-15,-4-8 1 16,8-2-1-16,-2-6 1 15,0-4-1-15,2 0 10 16,-2-4-10-16,2 2-1 16,-2-2 1-16,-1-3 0 15,6-2-1-15,-3 4 1 16,0-6 0-16,2 1 1 16,0 0-1-16,0 1 1 15,0 1-1-15,3-2 2 0,-5 2-2 16,3 2 1-16,-3-1 4 15,0 2-5-15,2-5-1 16,-2 2 1-16,-2-6 0 16,4-2 1-16,-2 0-1 15,0-2 0-15,0 0 0 16,0 0 0-16,0 0 5 16,2 0-5-16,-2 1 0 15,2-2 8-15,5-3-7 16,3 0 10-16,6-5-1 15,3 4-9-15,0-3-1 16,4 3-6-16,-6 0 6 0,8 3 0 16,-1 0 0-1,3 0 0-15,9-2 0 0,6-3 0 16,5 0-1-16,7 0 0 16,6-1-5-16,0 1 6 15,0 0 9-15,-4 3-9 16,-3 4-1-16,-2 0 1 15,3 3-1-15,-8-3-6 16,2 1-1-16,-4-1 7 16,-4-1 0-16,3 1-1 15,-1-3 1-15,0 1-4 0,1 2 5 16,1-1 1 0,-4 1-1-16,0 1 1 15,-4 1-1-15,1 1 0 16,-3-2 0-16,-1 2 1 0,0-3-1 15,4 1 1-15,-4-1-1 16,3 0 1-16,6 0 0 16,5-1-1-16,-1 1 0 15,-1 1 0-15,-1 2-1 16,-1 1 0-16,-3-1 1 16,-4 1-1-16,-3 0 1 15,2 0 1-15,0-1 0 16,0-1-1-16,3-2 1 15,2 0 0-15,1 0 5 0,-2-2-5 16,-1 2-1 0,-5-3 1-16,-4 3-1 0,-6 0 0 15,-2 3 0-15,-4-3-7 16,0 0 7-16,-1 2 1 16,-3-2-1-16,3 0 1 15,-5 0 8-15,-2 0-9 16,-4-2 0-16,1 2 1 15,-6-3 0-15,0 3 8 16,0-1-8-16,0 1 13 16,0 0-8-16,0 0-5 15,2 0-1-15,-2 0 1 16,0-3-1-16,0 3 0 16,0 0-1-16,0 3-18 15,-8-3-71-15,-8 1-102 16,-87 2-307-16</inkml:trace>
  <inkml:trace contextRef="#ctx0" brushRef="#br0" timeOffset="40586.53">2815 6389 1137 0,'0'0'224'0,"2"0"-136"0,5-3 16 0,-1 3 38 0,8-1-50 0,-1-2-14 0,3-2-21 0,6 2-8 0,0 1 5 16,5 0 8-16,6 2-28 16,-1 0 2-16,1 0-21 15,7 0-3-15,3-2-6 16,3 4 9-16,10-2 2 0,2 2-16 15,6 3 8 1,3 0 3-16,9-1-6 16,2 2-5-16,2-2 0 0,-1 0-1 15,-6-1 0-15,0 1 1 16,3-4-1-16,2 3 0 16,-4 0 1-16,-3 2 0 15,-2 2-1-15,-7 3-5 16,-4-2 4-16,-6-1 2 15,-4 4-1-15,-3-4 1 16,0 4-1-16,-3-5 1 16,0 0 0-16,-4 0 0 15,2 2 0-15,1-4-1 16,-4 0 1-16,1 2-1 16,-5-4 0-16,3 2 0 0,-5-2 0 15,0-2 0-15,-3 2 1 16,0 0-1-16,-1-2 1 15,-5 0-1-15,1 2 0 16,-4-2 1-16,4-2-1 16,-3 2 1-16,0 0-1 15,0-2-1-15,3 0 1 16,-4 2 0-16,4 0-1 16,-7-2 1-16,-1 2 0 15,-2-4 0-15,-1 4 0 16,-2-2 1-16,4 2-1 15,-1-2 0-15,0 2 1 16,8 0-1-16,-7 0 0 0,1 0 0 16,1 0-2-16,-8 0 2 15,-1 0 0 1,-1 2 0-16,-1-2 0 0,4 0-1 16,2-2 1-16,3 2 1 15,5-2 0-15,-3 2-1 16,-3 0 0-16,-2-2 1 15,-6 2-1-15,-2-2 0 16,-1 2-2-16,-2 2 2 16,0-2-7-16,0 0 7 0,-2 0 8 15,-1 0-8-15,3 0-1 16,0 0 0 0,0 2-1-16,-2 2 2 15,-1 4 0-15,1 4 8 16,-7 6-8-16,1 6 1 15,1 2 1-15,-2 4-1 0,-4 4 1 16,4-2 5-16,-1 7 1 16,2-3-2-16,-1 0 0 15,-3 0-5-15,4 4 6 16,1-6-6-16,1 2 0 16,-2-2 5-16,4-2-4 15,0-6 4-15,-1-1-5 16,1-3 5-16,0-4-5 15,0 1 0-15,-2 2 0 0,4-6 0 16,-2-1 1 0,2 3 4-16,-1-2 1 15,1 0-6-15,0 3 14 0,-2-2-9 16,4 0-5-16,0 2 8 16,0-2-8-16,-2-2 6 15,0 0-5-15,2 2-1 16,-3-4 5-16,3 4-5 15,-3-2 7-15,3 4-8 16,-2-2 0-16,2 0 6 16,0-4 0-16,0 2-5 15,0-1 8-15,-2-2-7 16,-2 1 4-16,-1 1 6 0,1-3-11 16,0-2 10-16,-1 2-10 15,3-2 0-15,-3-2 1 16,3 2-2-16,0-4 2 15,2-3-2-15,0 2 1 16,2-3 11-16,-2 0-1 16,0 0 5-16,2 2 5 15,-2-4 24-15,0-1 0 16,0 3-16-16,0-1-10 16,0-2 7-16,5 3-8 15,-5-1 4-15,0-2-11 16,0 3-11-16,0-1-6 15,0 1 0-15,0 0 5 0,-5 0-65 16,5 0-120-16,-7-10-271 16</inkml:trace>
  <inkml:trace contextRef="#ctx0" brushRef="#br0" timeOffset="43020.31">6200 6742 18 0,'-3'-7'966'0,"3"6"-840"0,0-4-63 0,3 1-5 0,-1 3-1 0,0-3 26 0,0-1 7 0,-2-1 9 0,0 2 9 0,0 1-20 15,0 0 19-15,0-1-52 0,0 2 5 16,0 2 0-16,0 0 12 16,0-2-15-16,0 2-28 15,-2 2 2-15,2-2-10 16,-2 4-20-16,-3 4-1 15,-2 8 26-15,-2 10 17 16,-6 9-17-16,3 3-8 16,4 4-3-16,-6-4-3 15,5 2-11-15,1-6 1 16,3-4 4-16,1-6-5 0,-1-8 6 16,4-1-7-16,-3-6 0 15,0 1 0 1,2-4 0-16,0-2 1 0,2 0-1 15,-2 0 1-15,2-4 0 16,2 0 1-16,-2 0-1 16,0 0 0-16,0 0-1 15,0 0 2-15,2 0 5 16,0-4-7-16,-2 4 6 16,4-4-2-16,0-2-4 15,-3 1 0-15,4-8 7 16,-3 1-7-16,3-8 0 15,-3-8 0-15,2-8-6 0,0 0-3 16,1-2 1-16,2 4-10 16,4-2 6-16,-3 4 0 15,4 4 4 1,-1-5 7-16,2 7-4 0,1 0 5 16,-1 4 8-16,3 0-8 15,-5 8-2-15,-1-2-4 16,4 8 5-16,-5 0 1 15,0 2-1-15,0 2 0 16,0 2-4-16,3 0 4 16,-6 4 1-16,-2 2 0 15,3 6 1-15,-1 12 13 0,6 12 22 16,-3 4-12 0,-1 8-17-16,-1 5 7 15,0-1-1-15,0 2-7 0,-3-4 6 16,0-6-10-16,-1-4 5 15,-1-6-7-15,0-8 0 16,-2-4 6-16,2-4-6 16,-2-3 0-16,2-2-1 15,-4-3-12 1,0 1-55-16,-2-4-40 0,-3 2-52 16,-4-4-122-16,-27 0-389 15</inkml:trace>
  <inkml:trace contextRef="#ctx0" brushRef="#br0" timeOffset="43302">6204 6980 1314 0,'0'-6'320'0,"2"6"-193"0,-2-4-46 0,2 2-9 0,0 0-12 0,3 0 8 0,9 0-4 0,1 0-5 0,7 2-4 16,5 0-23-16,0 0-19 0,-2 2-13 15,5 0 0-15,-3 2-72 16,-3 0-150-16,41-10-396 15</inkml:trace>
  <inkml:trace contextRef="#ctx0" brushRef="#br0" timeOffset="43676.5">6707 6865 1647 0,'0'0'237'0,"-2"-1"-174"0,2 1-45 16,0 0 3-16,-2 0 34 16,-3 0 7-16,-1 1-22 15,-10 4-7-15,-4 7-3 16,-6 6 5-16,-3 6-1 15,0 10 8-15,0 0-24 16,6 0-4-16,5-6 7 16,11-4-21-16,9-6 15 15,8-4-4-15,9 0 23 16,8-3-11-16,11-6-4 0,9 0-2 16,5-5-17-16,1-5-69 15,32-7-319 1,-25-34-479-1</inkml:trace>
  <inkml:trace contextRef="#ctx0" brushRef="#br0" timeOffset="44053.65">7017 6631 1430 0,'0'0'211'0,"0"0"-145"0,0 0-34 16,0 0 73-16,0-2-17 15,-2 2-1-15,2-2 14 16,0 2-40-16,0 2-26 15,-3 4-34-15,-1 8 5 16,-2 10 15-16,-4 10-6 16,4 11 8-16,1 0-1 15,5 4-11-15,5-1-1 16,-1-4 1-16,3-2-5 16,0-8 0-16,-3-8-6 15,3-6-27-15,-5-6-96 16,-4-8-105-16,-16-6-852 15</inkml:trace>
  <inkml:trace contextRef="#ctx0" brushRef="#br0" timeOffset="44287.11">6939 6782 1608 0,'7'-3'275'0,"1"2"-215"15,8-2-45-15,6 2-14 0,7-3 1 16,2 1-2-16,5 1-33 16,5 1-132-16,56-3-192 15</inkml:trace>
  <inkml:trace contextRef="#ctx0" brushRef="#br0" timeOffset="45747.74">7245 6984 1505 0,'0'0'264'15,"4"-4"-177"-15,0-4-54 16,3 2 36-16,-3-2 54 16,-2 4-38-16,-2-2-26 15,0 6-29-15,0 0-17 16,0 6-13-16,0 2 0 15,-2 8 3-15,2 10 5 16,2 2 4-16,5-1-11 16,4-6 0-16,0-5 7 15,3-3-7-15,6-5 12 0,0-1-5 16,9-7-2-16,-2-2-6 16,2-6 1-16,-2 0-1 15,-6-2-1-15,2-4-6 16,-5-2-4-16,-1 2-10 15,-3-4 0-15,-5-2-1 16,-5 4 2-16,-2 8 11 16,-4 4-12-16,2 4-6 15,-4 6-4-15,2 6 20 16,0 2 11-16,-1 2 0 16,8 0-6-16,-1-4 6 15,5-2 0-15,2-5 0 0,0-4 14 16,0 1-13-1,3-4 5-15,-1 2 2 0,-1-4-8 16,-4-2-12 0,5 2-25-16,-3-4 7 0,-2 2-2 15,1-4-10-15,3 0-9 16,-6-2 20-16,1-2 5 16,-5 2 8-16,2 2 11 15,-2 2 7-15,-2 2-1 16,-2 0-26-16,0 2 27 15,0 2 4-15,2 0-3 16,0-2-1-16,-2 4 9 16,2-2 9-16,0 2-8 15,0 0-2-15,-2-2 2 16,2 2-1-16,0 0-8 0,-3 0 13 16,1 2 5-16,-4 4-7 15,-4 0 5-15,-1 8 17 16,1 6 4-16,2 2-4 15,0 0-10-15,8-4-16 16,6-8 13-16,4 1-8 16,0-6 10-16,5-1-1 15,6-2-10-15,-3-2-2 16,2-2-9-16,0 0 0 16,0-4 5-16,-5 0-5 15,-2-2 6-15,4 0-6 16,-9-4-2-16,2 2-6 15,3-4-15-15,-7 0-5 0,4-2 13 16,-4 4 7 0,-4-2-11-16,1 4 10 0,-6-2-15 15,1 8 22 1,0-2 1-16,-2 4-11 0,-6 4 6 16,-3 0 5-16,-1 6 0 15,-1 6 0-15,-5-2 19 16,7 6-7-1,1-2-3-15,1 0-1 0,5 0-7 16,2-2 14-16,6-2 6 16,0-4-7-16,4 1-14 15,3-4-9-15,3-3 9 16,1 0 12-16,5-2 0 0,-1-2-4 16,6-2-8-1,-1-4-14-15,-2-4-10 0,-4-4-7 16,-3-2-25-1,3-6 8-15,-8-6-4 0,1-2 4 16,-2-2 0-16,-2-4-3 16,-5-1 49-16,-2 7 2 15,-6 0 0-15,4 1 23 16,-3 6-22-16,3 9 11 16,2 0 30-16,2 8-20 15,-2 2-22-15,2 4 8 16,0 4-8-16,-2 4 0 15,-5 4 19-15,-2 10 19 16,-2 10 5-16,0 15 34 16,-3 5-34-16,5 8-4 0,3 0-10 15,4-4-8-15,4-8-9 16,2-9 6-16,7-14 0 16,3-9 10-16,-3-1 14 15,4-8 3-15,10-2-12 16,4-6-12-16,0 2-9 15,6-8-10-15,1-3-1 16,-3 4-1-16,3-4 0 16,-7 2-18-16,-3 4-66 15,-7-2-44-15,-3 8-133 0,-10-4-439 16</inkml:trace>
  <inkml:trace contextRef="#ctx0" brushRef="#br0" timeOffset="46966.77">3133 8169 1360 0,'0'-4'327'0,"2"2"-162"0,1 0-72 0,1-2-11 0,6 0-38 0,0 0 8 0,5-4 22 0,4 6-16 16,8 0 1-16,4 0 13 16,13 2-23-16,21 0 8 15,11 0-6-15,15-2-18 16,7 2-9-16,9-2-9 16,-2 2-13-16,4-2-1 15,-4 0-1-15,-3 2 0 16,-11 4 0-16,-15 0-5 15,-21 2-42-15,-14 4-71 16,-23 0-31-16,-18 2-34 0,-16 0 60 16,-23 4-48-1,-15 0-150-15,-15-2 8 0,-7 2 152 16,-4-3 136 0,-1-2 25-16,1-3 31 0,-2 5 44 15,-3-5 75-15,5-2-48 16,0 6-22-1,6-6 23-15,16-1 11 0,14 2-15 16,19-5 8-16,16-2-50 16,16-2 33-16,15-5-18 15,16 3 9-15,18-3-15 16,15 0 0-16,16-1-23 16,6 5-1-16,5-1-13 15,5 0-8-15,-5 0-9 16,0-1 3-16,-6 4 4 0,-5 1-18 15,-10 1-1-15,-8 5-5 16,-6-2-17-16,-3 0-91 16,-7-1-118-16,74 3-329 15</inkml:trace>
  <inkml:trace contextRef="#ctx0" brushRef="#br0" timeOffset="48034.23">6252 8274 1225 0,'-2'-3'249'0,"-2"3"-191"0,-5 0-34 0,-6 4-7 0,-3-1 37 0,-2-2 7 0,-2-1 67 0,4 0-37 0,5 0-28 0,5 0-18 0,8 0-10 16,8 0-14-16,9-1 12 0,12 1 39 15,19 0-27-15,18-3-26 16,16 6-8-16,11-2-5 16,13 3-5-16,-4 2 4 15,4-2-3-15,-5-1-2 16,-7 1-1-16,-7-3 1 16,-8 1 0-16,-11 1 1 15,-15-3-1-15,-13 1 1 16,-18 3-1-16,-14-4-14 15,-20 0-37-15,-15-4 27 0,-17 4-31 16,-21 0-47 0,-15-1 25-16,-12-4 61 0,-5 1 16 15,-13 0 0-15,-65-6 0 16,-10 2 2 0,133 4 1-16,10 0 24 0,-38 0 39 15,28-2-14-15,30 5-14 16,16 1-22-16,23 1-15 15,23 2 47-15,32 4-3 16,82 1-27-16,50 0-8 16,12 1-10-16,-98-12-7 15,-66 2-2-15,-8-4-5 16,-6 4 8-16,36-6 5 16,-21 2-5-16,-17-2 5 15,-16 0 1-15,-20 0-21 16,-18 0-7-16,-17-6 27 15,-17 4 1-15,-14-2-1 0,-17 3 1 16,-13-2 5-16,-4 0-4 16,-3 0 10-16,-1-2-4 15,10 0-1-15,13 0 33 16,23 0-10-16,19 2-13 16,14 6 4-16,21 2-20 15,15 4-45-15,23 4-57 16,130 20-127-16</inkml:trace>
  <inkml:trace contextRef="#ctx0" brushRef="#br0" timeOffset="50283.44">5996 6372 1223 0,'0'0'194'0,"-2"0"-101"0,2 0-20 0,0 0 5 0,0 0 24 0,-2 0-16 0,2 0-31 0,0 2-29 0,-2 2 4 16,0 4 25-1,0 2 5-15,-1 4-4 0,-2 3 10 16,4 5-23-1,-2 6-2-15,-1 2-5 0,-3 8 9 16,5 8-18-16,-2 4-15 16,4 2 7-16,0 0-8 15,2-4 7-15,0-1-5 16,2-9-1-16,1 0 2 16,-3-4-7-16,3 2 7 15,-4-4-7-15,4-2 2 16,-2-4-3-16,1-4-5 0,-4-1 0 15,2 2 4-15,-4 1-5 16,0 7-1-16,-5-4 1 16,3 4 0-16,-3-1 1 15,0-2 0-15,3-8 8 16,2-2-9-16,-1-4 0 16,3-4 0-16,0 2 1 15,0-4 1-15,0 0 4 16,3 2-5-16,-3-4-1 15,0-2 0-15,0 4 1 16,2-4-1-16,-2-2-8 16,2 0 7-16,2-2 0 15,1 2 1-15,-3-2 0 16,3 2 0-16,-4 0 11 16,4-2-3-16,0 2-8 0,-1 0-10 15,5-2 8 1,11-2 2-16,3 0 3 0,10 0 3 15,7 0-6-15,5 0-3 16,-1 2 3-16,0 0 2 16,1 2-2-16,2 2 0 15,0-2-1-15,3 2 1 16,2-4-1-16,4 0-8 16,6 0 0-16,-2-2 9 15,7 0-7-15,-2 0 6 16,-3 0 1-16,-2 2 0 15,-2 0-6-15,0-2 6 16,-4 4 0-16,-6-2 0 16,0 2 0-16,-8-2-5 15,-3 0 5-15,-3 0 1 0,-1 0 0 16,-3-2 0-16,2 0 0 16,3 0 5-16,-4 0-6 15,2 0 1-15,-6 0-1 16,4 2 0-16,-6 0-8 15,1 0 8-15,-2 2 1 16,-3 0-1-16,-2-2 1 16,2 0 0-16,3 0 6 15,1-2-6-15,6 0-1 16,0 2 1-16,3 0-1 16,-5 0-1-16,4 0 1 15,0 0 0-15,-1 0-1 0,-6-2 0 16,6 2 1-16,-3-4 0 15,2 4 0-15,2 0-1 16,3-2 0-16,-1 2 1 16,-1-2-1-16,-8 2 1 15,3 0 0-15,-8 0 1 16,0 0 1-16,-5 0-1 16,-3 0 0-16,-1 0 5 15,-5-2-6-15,-3 2 2 16,-2 0-2-16,0-2 1 15,3 2-1-15,-3-2 8 16,5 2-8-16,0-2-1 0,1 0 1 16,1 2 0-16,3 0 0 15,-2-2 0-15,-1 2-1 16,-5 2-5-16,2-2 4 16,-6 0-23-16,-2 0-98 15,-8 0-120-15,-57-24-436 16</inkml:trace>
  <inkml:trace contextRef="#ctx0" brushRef="#br0" timeOffset="52584.31">6101 6413 915 0,'-1'-3'221'16,"-3"2"-49"-16,-2-1-77 0,4-5 46 0,2 6-26 0,0 1 34 0,-2-3-64 0,2 3-17 0,2 0-10 15,0 0-4-15,0 0 11 16,7 3-17-16,3-3-9 15,6 1 1-15,8 2-10 16,11 1-12-16,6-2 12 16,11-1-18-16,8 2 5 15,7-2-16-15,8-1 19 16,2 3-8-16,4-2-12 16,-4 3-1-16,0-1 1 15,-4 3 0-15,-1-2 0 16,-1-4 0-16,-2 1-1 15,-5 2 1-15,1-3 0 0,-7 2-6 16,-5 0 6-16,5 0 0 16,-2 2 0-16,2-3-5 15,3 6 4-15,1-5 0 16,-2 0-11-16,3 0 10 16,-7 0-13-16,-4 0-4 15,-3-1 7-15,-4 2 0 16,-10 3 6-16,4-6-2 15,-5 2-4-15,-1-2-3 16,-2 0 9-16,-4 2 0 16,-2-2-1-16,0 0 6 15,-5 2-1-15,-2-2-11 16,-4 0 7-16,1 0 5 0,-3 0 1 16,-1 0 0-16,1 0 0 15,-1 2 0-15,1-2 0 16,3 0 0-16,2 0 0 15,-4 2 1-15,5-2-1 16,-3 0 1-16,4 2-1 16,-6-2 0-16,-1 0 0 15,-1 2 0-15,-4 0 0 16,0 0 0-16,-3-2 1 16,4 2-1-16,-6-2 0 15,-2 4 0-15,1-4-10 16,-3 2 10-16,0-2-1 15,-3 2-9-15,6-2 9 16,-3 4 1-16,2 0 2 0,2 0 5 16,-2 4 5-16,3-4 3 15,-1 2-7-15,-1 0-7 16,0 2 6-16,0-2-7 16,-3 6 6-16,-3 4-4 15,-1 2 10-15,2 2-12 16,-2 4 2-16,-3-2-1 15,3 4 5-15,-1-2 4 16,-1 4-9-16,-4-2 0 16,4 3 7-16,-1-1-3 15,-1 2-4-15,0-2 0 16,-2 2 5-16,1-2-5 0,-1 0 1 16,6-4-1-16,0-4 15 15,2-4-7 1,2-6 3-16,-3 0-6 0,3-2 5 15,-2-2-10-15,0 2 5 16,-2-2 6-16,-2 0-4 16,2 4-8-16,2-2 6 15,0-2-4-15,2-2 5 16,0 2-6-16,-2-4 5 16,0 3 0-16,2-1 0 15,-3 0-5-15,1 1 0 16,2 4 8-16,-2-4-7 15,0 4 5-15,2 0-6 0,-2 0 0 16,-1-1 6-16,3 0-6 16,0-2 14-1,0-2 3-15,3 0 6 0,-3-2-10 16,0 2-4-16,0-3-9 16,-3-1 7-16,3 4-7 15,0-1 7-15,-4-1 1 16,4 2-2-16,-1-2-1 15,-1 4-5-15,2-6 5 16,0 1-5-16,0-1 5 16,0 0 0-16,0 3-4 15,0-3-1-15,0 2 8 0,0 0-8 16,0 2 5 0,0 0-6-16,0-1 0 0,0 2 1 15,0-3 0-15,0 0 0 16,0 0-1-1,0 0 1-15,2-2 0 0,-2 0 1 16,0 0 7-16,0 0-8 16,0 0 5-16,0 2-5 15,-2-2 1-15,2 0-2 16,0 0 1-16,0 0-1 16,2 0 0-16,-2 2 1 15,0-2-1-15,0 2 0 16,-2 2 0-16,2-2 0 15,0 4 0-15,-4-4 0 16,4 2 1-16,-2-2-1 16,2 0 1-16,0 2 0 15,-2-4 0-15,2 0 5 0,0 0-5 16,0 0-1-16,0 2 0 16,0-2 0-16,-3 2 0 15,3 2-1-15,-4-2 1 16,2 2-6-16,-6 2 6 15,4 0 1-15,-2 2 1 16,1-4-1-16,-1-2 7 16,4-2-7-16,0 0 5 15,2 0-5-15,2 0 7 16,-2 0-1-16,0 0-1 16,0 0-5-16,0 0 0 15,0 0 1-15,0 0-2 16,0 0 1-16,0 0-1 0,0 0 0 15,0 0-9-15,0 0-28 16,-14 2-130-16,3 2-128 16,-31-8-362-16</inkml:trace>
  <inkml:trace contextRef="#ctx0" brushRef="#br0" timeOffset="62399.74">19535 6346 1321 0,'-3'0'228'16,"3"-1"-159"-16,0 1-22 0,-3-3 22 0,3 2-5 0,0-2 5 0,0 1-28 0,3-4-1 16,-3 4 22-16,3 1-1 15,-3-2 7-15,0 3-26 16,0 0-9-16,0 0-3 15,0 3-18-15,-3 4-12 16,3 5 21-16,7 38 33 16,-1-14-45-16,3-1-3 15,5 3-4 1,-1-6-2-16,-1-6 2 0,-2-4-2 16,-3-8 0-16,-3-4 0 15,-2-6-10-15,2-2-13 16,-4-2 23-16,0-2 0 15,0 0 12-15,0-2-12 16,-4-6 0-16,2-4-34 16,0-8 20-16,-2-2-19 15,2-2-6-15,-3-4-21 16,-1-4 2-16,-1-3-8 16,6-3 30-16,2-2 13 15,-1 0-40-15,7 0 44 16,-1 4 19-16,-1 6 1 0,3 4 16 15,2 6-8-15,3 2-2 16,2 2-6-16,-1 6-1 16,-1-1 2-16,5 8-2 15,-4 1 1-15,7 6-1 16,-8 4 0-16,-3 9 8 16,-4 10 7-16,-1 5 19 15,-1 8-8-15,-4-2-19 16,0-4 8-16,-4-2-14 15,2-10 16-15,-1-8-7 16,-1 0 4-16,-2-6-14 16,0-2 21-16,0 0-3 15,-3-1-6-15,-7-2-3 16,1 1 7-16,-7-2-16 0,2 0-67 16,-2 0-62-16,7 4-133 15,-12-2-407-15</inkml:trace>
  <inkml:trace contextRef="#ctx0" brushRef="#br0" timeOffset="62836.17">19902 6296 1559 0,'0'0'269'0,"2"0"-202"0,3 2-47 0,3 0-4 0,8 4 31 0,4 2 10 0,-2 0 10 0,5 4-28 0,-6 3-18 0,-1 0 14 16,-7 6-20-16,-3-3-14 15,-4 0-1-15,0 0 0 16,-4-8-7-16,0-2 7 0,0-4 4 16,0-2 4-16,0-2-1 15,-1 0 5 1,3 0-1-16,-2-2 1 16,2 0 18-16,-4-8-11 0,4-3-19 15,2-2-3-15,5-3-16 16,3 0-11-16,11 0-29 15,1 0-61-15,10-1-90 16,54-19-513-16</inkml:trace>
  <inkml:trace contextRef="#ctx0" brushRef="#br0" timeOffset="63516.96">20383 6368 1536 0,'0'0'233'0,"0"0"-190"15,-2 0-23-15,2 0-19 16,2 0 51-16,-2 0-5 15,0 0 17-15,0 0 8 16,2 0-30-16,0 0-18 16,1 0-6-16,-3 0 2 0,2 0-7 15,1 0 35 1,-1-1-18-16,9 1-19 16,-3-3-10-16,4 2 10 0,-1-3-5 15,2-5-5-15,1 4 0 16,-6-2 5-16,-1 3-6 15,2-3 0-15,-4 0 2 16,-5 3-1-16,2-2 14 16,-4-2-9-16,0 2-6 15,-1 2-1-15,-2 3-9 16,3-2 9-16,0 1-4 16,0 2 5-16,2 0 1 15,-3 0-1-15,1 0 0 0,-2 0 0 16,-2 0-9-1,-1 0 8-15,-3 2-5 0,-2-2 6 16,0 4-1 0,1-2 1-16,0 0 0 0,-3 2-1 15,1 2-1 1,-3 4 1-16,1-2-1 0,3 2 2 16,2 1-1-16,-1-2 1 15,4 5-1-15,2-4-5 16,7 4-2-16,6-3-4 15,0 0 12-15,5 0 2 16,-1-1 5-16,1-4-6 16,1-2 13-16,-1-2-5 15,1 0-8-15,-1-2-1 0,0 0-20 16,3-2-77-16,1-2-89 16,3-3-114-16,30-19-1165 15</inkml:trace>
  <inkml:trace contextRef="#ctx0" brushRef="#br0" timeOffset="64228.35">20798 6341 1293 0,'-2'0'380'0,"0"0"-229"15,-4-3-82-15,4 3 14 0,-2 0-11 0,2 0 36 0,-3 0-41 0,-5 3-37 0,-4 1-23 0,-7 1-6 16,2 8-1-16,-4-2 1 16,10 4 4-1,2-4-5-15,2 2 0 0,9-8-6 16,4-1 5-16,1-1-19 15,2-3 20-15,-1-3 11 16,3-1 4-16,12-4 3 16,-2-6-10-16,6-5-7 15,-1-8 0-15,-3-1-1 0,-4-2 0 16,-1-6 0-16,-7 2 0 16,-7-2-13-1,0 2 11-15,-4 2-11 0,-2 0 5 16,1 1 8-16,1 6 9 15,4 4-7-15,-2 7-2 16,3 9 1-16,-6 2-1 16,3 6-27-16,-4 8-23 15,0 7 33-15,-2 15 17 16,4 5 2-16,2 8-2 16,2 0 0-16,8 0-5 15,-3-2 4-15,3-4 0 16,6-5 2-16,2-10 1 15,-2-4 7-15,0-13 1 16,-1-2 7-16,-2-8-5 16,5-6 0-16,-1-5 0 0,2-1-11 15,-3-6-1-15,-6 2 0 16,-3 2-10-16,-1 0 2 16,-6 8 2-16,4 6-9 15,-4 2-22-15,4 6 2 16,0 6 8-16,3 2 22 15,1 4 5-15,1 0 0 16,5-6-29-16,-1 1-20 16,-1-7-53-16,-2-6-45 15,17-23-518-15</inkml:trace>
  <inkml:trace contextRef="#ctx0" brushRef="#br0" timeOffset="64435.9">21054 6086 1783 0,'0'0'291'0,"0"0"-220"0,0 0-35 0,0 0 9 0,0 2 21 0,0-2 7 0,0 2-50 0,2 0-16 0,0 3-7 0,2 2-3 16,3 1-100-16,7 6-136 15,30 8-391-15</inkml:trace>
  <inkml:trace contextRef="#ctx0" brushRef="#br0" timeOffset="64918.92">21363 6198 325 0,'-6'2'1392'0,"2"4"-1238"0,-10 4-112 16,-1 4-6-16,1 2 29 15,5 2 22-15,3-4-41 16,6 2-1-16,2-6-10 16,4 2-16-16,3-1-5 15,5-4 11-15,11-3 8 16,4-1-15-16,4-8-7 0,5-4-2 15,-1-2-8-15,-3-7 10 16,-1 0-11 0,-8-4-6-16,-1-4 4 0,-9-4-32 15,1-2 8-15,-7-4 1 16,-2-1 8-16,-5 1 16 16,0 7 1-16,1 3 0 15,-3 5 0-15,0 7-1 16,0 9 1-16,-3 0 0 15,1 3 6-15,0 4-6 16,-1 0-21-16,1 9 15 16,-6 7 6-16,-1 7 11 0,-1 10-2 15,6 1 0-15,2 2-2 16,2 0-5-16,2 2 7 16,0-2-8-16,3-6-1 15,2-8-57-15,-1-8-93 16,-1-8-134-16,-7-14-507 15</inkml:trace>
  <inkml:trace contextRef="#ctx0" brushRef="#br0" timeOffset="65109.98">21598 6096 1720 0,'6'0'180'0,"3"0"-135"0,7 0 18 0,3 1-4 0,2-1-1 0,1 3-38 0,5-1-20 0,4 0-66 0,76 0-215 0</inkml:trace>
  <inkml:trace contextRef="#ctx0" brushRef="#br0" timeOffset="65551.53">22462 6097 1211 0,'-2'-1'219'16,"2"1"-122"-16,-5 0 56 16,0-4-3-16,1 0-69 15,0 0-10-15,-7-1 22 16,1 4-14-16,-3 1-19 16,-9 0-27-16,-3 6-6 15,-6 6-10-15,-7 4 10 16,1 6 0-16,1 4-2 15,7 6 8-15,5 0-15 0,8 0-6 16,7 3-3-16,9-4 14 16,2-1-7-16,10-4-16 15,1-5 0-15,7-6 12 16,5-2 1-16,10-4 8 16,9-4-21-16,10-5-72 15,6-5-112-15,-4-4-98 16,-3-4-42-16,65-33-968 15</inkml:trace>
  <inkml:trace contextRef="#ctx0" brushRef="#br0" timeOffset="67151.78">22797 6242 1566 0,'-5'0'197'16,"0"0"-148"-16,-4-2-4 0,-4 4 14 15,-1 2 5-15,-4 4-14 16,-5 4 4-16,-2 0 7 16,0 6-17-16,3 2 1 15,4 2-24-15,0-1-9 16,12-3-5-16,1-3-2 16,7 0-5-16,3-8-7 15,3 1-7-15,2-3 14 16,1 0 26-16,5-2-10 15,5-3-10-15,2-8-6 16,4-2-40-16,0-4-6 0,-3-3 13 16,-2-2-14-16,-4-6-52 15,0 5 21 1,-7 4 71-16,-11 6-4 0,-2 6 1 16,-2 4-2-16,-6 4 1 15,-1 6 11-15,3 6 6 16,-4 3-6-16,10 0-8 15,4-2 1-15,10 1-17 16,1-4 24-16,7-6 16 16,-3-4-1-16,4-3-4 15,1-2-2-15,0-3 18 16,-2-3-5-16,1-4-4 0,-6-2-6 16,-1-3 0-16,-1 0-6 15,-2 0-6 1,-2-2 0-16,0 2-7 0,1 6-7 15,-2 2 7-15,0 4-8 16,-1 4-5-16,2 6 13 16,2 2-4-16,-4 6 10 15,1 3 1-15,-1 5 20 16,0-3-1-16,0-1-11 16,-5-4 23-16,0-1 17 15,0-5-1-15,-4-7-14 16,2 2 4-16,0-3 23 15,-2 0 6-15,4-4 15 0,0-3-18 16,3-7-46-16,4-1-17 16,2-10-2-16,6-1-50 15,6-6-28-15,6 2-20 16,2 4 14-16,-2 4 20 16,0 8 29-16,-11 8 22 15,-3 8 6-15,-8 10 1 16,0 4 1-16,-2 8 7 15,-1 0-2-15,5-2 2 16,-2 1 0-16,4-5 0 16,2-9 1-16,5 4-1 15,-1-8 7-15,4-3 2 0,-1 1-7 16,3-3-1 0,-2-3 5-16,4-3-6 0,-6-2-21 15,2-3-14-15,-3-2-4 16,-3 1-30-16,1 0 14 15,-3 0-31-15,1 6 25 16,1 3 32-16,-4 0 11 16,-4 1 9-16,-2 2 9 15,-5 0 20-15,0 0 1 16,0 0 24-16,0 0 34 16,0-4-4-16,0 2-36 15,-3-2 20-15,3 0 31 16,-4 2-38-16,-1 2-19 15,1 0 3-15,-5 0-22 16,-6 4-14-16,-6 2 12 16,-3 6 2-16,1 2-14 15,6 2 15-15,5 3 0 0,8-6-3 16,4 3 3-16,4-1 1 16,1-4-14-16,4 0 11 15,4-4 8-15,3 1-10 16,7-3 17-16,0-1-20 15,13-4-7-15,5-6 7 16,1-1 4-16,1-4-11 16,-1-4-1-16,-7 0-1 15,-2-2-13-15,-10 2 1 16,-4 0 5-16,-11 5 7 16,-10 6 0-16,-4 2-48 15,-7 2 29-15,-2 2 10 16,-3 4 10-16,-7 6 0 15,1 3 1-15,9 4-1 0,1 4-9 16,9-1 8-16,7 0-14 16,6-7 0-16,3 3-7 15,2-1 21-15,5-5 1 16,-3-2 11-16,8-4 1 16,-1-4-12-16,3-4 7 15,0-2 2-15,1-4-9 16,-2-4 1-16,1-5 0 15,0 2 2-15,-6-6-3 16,1 2-2-16,-1 1-10 0,-2 5 0 16,-5 1-1-1,-2 10-4-15,-1 4 4 16,3 9 4-16,-4 0 7 0,-1 7 1 16,-1 0-1-16,2-3 1 15,-2-1 1-15,1-4 1 16,-1-2-1-16,-1-4 1 15,-1-6 12-15,5-7 37 16,4-4-19-16,10-10-10 16,4-4-7-16,2-5-13 15,2-3 7-15,0 3-4 16,-2-2-4-16,0 2-79 16,0 6-154-16,20-20-586 15</inkml:trace>
  <inkml:trace contextRef="#ctx0" brushRef="#br0" timeOffset="67971.33">22279 7106 1414 0,'5'0'175'0,"1"0"-128"0,10 0-28 0,6-2 10 0,-2 0-2 0,5-1-9 0,0-4-11 0,-4 3 4 0,4 0-5 16,-9 2-6-16,-3-2 1 15,-7 0 6-15,-6 2 32 16,-6 2 21-16,-3 0-39 15,-7 0 11-15,-11 2-16 16,-8 4 10-16,-5 4-2 16,-5 9-9-16,3 4 15 15,4 5-11-15,9 9-5 16,7-3-2-16,11 4-11 16,7-4 26-16,8-2-25 15,5-4 32-15,7-4-4 16,1-4-15-16,8-8-3 15,2-2 0-15,8-8-12 0,7-2-21 16,3-8-81-16,-3-2-36 16,3-6-93-1,51-38-311-15</inkml:trace>
  <inkml:trace contextRef="#ctx0" brushRef="#br0" timeOffset="68299.81">22685 7203 1538 0,'-2'-3'183'0,"-5"6"-85"16,-7 1-47-16,-5 6 0 15,-4 2 22-15,-4 6 7 0,7 2-28 16,3 0-22-16,5-2 11 16,10 2-26-16,4-6 3 15,8-2 9-15,9-2 18 16,4-4-12-16,10-2-9 15,5-4-6-15,0-2-11 16,0-4 1-16,-9-4 1 16,-2 0 0-1,-6-4-2-15,-7-2-1 0,-7-4-6 16,-7 0 0-16,-7-2-40 16,-4 6 32-16,-9 2-28 15,0 2-9-15,-3 7-27 0,2 4-52 16,-2 1-83-1,7 10-392-15</inkml:trace>
  <inkml:trace contextRef="#ctx0" brushRef="#br0" timeOffset="68716.7">22992 7189 1598 0,'0'0'261'0,"0"0"-200"0,2 4-25 15,3 0-12 1,1 3 42-16,2 6 36 16,0-1-6-16,1 4-28 0,2 2-19 15,-4-4-10-15,2 2-12 16,-1-2 3-16,2-2-6 15,-1-2-9-15,-3-2-6 16,-2-4-8-16,6-2 17 16,-6-2-5-16,7 0 7 15,2-6-2-15,1-4-11 16,3-4-1-16,2-8 2 16,1-2-8-16,-3-4 0 15,1-2-7-15,-1 2 0 16,-7 4-5-16,-1 6-35 15,-5 7-29-15,-2 3-10 16,-2 2-49-16,0 5-36 16,6 1-6-16,7 4-320 0</inkml:trace>
  <inkml:trace contextRef="#ctx0" brushRef="#br0" timeOffset="68955.39">23437 7135 940 0,'0'0'721'16,"0"1"-628"-16,0-1-26 15,0 0-8-15,0 4 20 16,0 6 38-16,0 3-31 0,3 6-5 16,0 2-32-1,1 1-16-15,3-4-18 0,-3-3-15 16,0 2-3-16,0-5-18 15,1-6-85-15,0 0-109 16,4-8-103-16</inkml:trace>
  <inkml:trace contextRef="#ctx0" brushRef="#br0" timeOffset="69166.09">23505 7002 1010 0,'-6'-4'856'0,"6"4"-784"0,-1 0-30 0,1 0-20 16,1 4-20 0,2 2-2-16,2 4 0 0,4 6-33 15,5 2-113-15,57 12-342 16</inkml:trace>
  <inkml:trace contextRef="#ctx0" brushRef="#br0" timeOffset="69666.92">23848 7140 1517 0,'-4'5'224'0,"-2"-5"-167"0,-6 5-33 16,-5 2 52-16,0 7-4 16,-8 1 2-16,3 6 4 15,3 3-39-15,7-2-17 16,5-2-10-16,9-2 11 16,3-4-17-16,2-2 19 15,2-4-10-15,2-4 15 16,9-4-3-16,-1-4 11 15,6-4-16-15,0-6-13 16,0-6 17-16,-3 2-13 16,-5-7 13-16,-3-6-20 15,-1-1 7-15,-6-6-10 0,-5-2 11 16,-4-5-2 0,-3-1-11-16,1 2 24 0,0 4-4 15,-1 8 6-15,5 8-12 16,-2 6-4-16,2 8 1 15,0 2-5 1,0 8-7-16,-2 0-5 0,2 0-7 16,0 10-14-16,-5 8 7 15,-2 14 19-15,-1 16 0 16,-1 10 0-16,-1 6 0 16,8 2 3-16,2-8-3 15,5 3-35-15,4-7-86 0,-4-4-89 16,-10 48-238-16</inkml:trace>
  <inkml:trace contextRef="#ctx0" brushRef="#br0" timeOffset="73273">22377 7986 1568 0,'0'0'210'0,"2"0"-141"0,-2 0-14 0,3-1-14 0,-1 1-1 0,-2-2 68 0,-2 0-3 0,2 2-12 0,-3 2-1 0,1-4-23 0,0 4-8 16,0-2-38-16,-2 2-23 16,2 6-13-16,-2 10 13 15,2 6 8-15,2 8 5 16,2 4-5-16,4-2-7 16,0 0 6-16,1-6-6 15,-1-7 4-15,2-8-4 16,-4-3 0-16,-4-6-1 0,0 0-1 15,0-4 0 1,-2 0 1-16,0 0 1 16,-4-2 5-16,4 0 0 0,0-3 8 15,-2-12-14-15,-3-7-36 16,-1-6 21-16,-2-10-14 16,6-2-32-16,-1-2-1 15,5 2 23-15,7 0-7 16,1 2-2-16,4 5 33 15,-1 3 14-15,9 6-1 16,1 0-11-16,2 6 12 16,0 2-5-16,4 4 0 15,-2 6-1-15,-6 2 6 16,-3 6 0-16,-1 4-10 16,-5 4 10-16,-6 2-7 0,0 8-4 15,-1 4-18 1,-8 2 30-16,1 3 0 15,-6 1 14-15,2-6 2 0,-5-4-7 16,1-4 3-16,-1-2 6 16,-5-5-17-16,1 6 11 15,-6-4 2-15,-2 4-14 16,-2-3-14-16,4 0-125 16,0-2-58-16,-6 5-412 15</inkml:trace>
  <inkml:trace contextRef="#ctx0" brushRef="#br0" timeOffset="73708.39">22629 8003 1760 0,'2'0'195'0,"-2"4"-159"0,4 4-16 0,1 6 4 0,0 6 24 0,6 0 21 0,-3 4 6 0,2 4-33 0,3 0-14 16,0-4 1-1,1-2-13-15,-6-8-7 0,-1-3-1 16,0-6 5-16,-4-5-5 15,-1 2 14-15,0-4 23 16,0 0 32-16,4-10-4 16,5-4-47-16,3-8-17 15,-1-6-2-15,-1 2 8 16,-3-2-15-16,-1 4-6 16,2 2 0-16,-6 4-21 15,0 10-9-15,-4 2-13 16,3 3-28-16,-3 5 25 15,0 0-8-15,2 0 4 0,2 0-5 16,2 0-85 0,26-1-164-16</inkml:trace>
  <inkml:trace contextRef="#ctx0" brushRef="#br0" timeOffset="74103.66">23162 7778 1645 0,'0'2'195'0,"0"-2"-149"0,-3 2-34 0,1 0 3 0,-5 6 36 0,1 0 8 0,-3 8 28 0,-3 8-21 0,-3 6-6 0,1 8-20 16,6 1-4-16,1 0-21 16,7-4-15-16,3 1 0 15,1-8 5-15,2-6-4 16,2-2 6-16,0-8-6 15,1-2-2-15,-3-4-34 0,2-2-66 16,-2-2-47-16,1-2-46 16,6-20-418-16</inkml:trace>
  <inkml:trace contextRef="#ctx0" brushRef="#br0" timeOffset="74273.63">23082 7842 975 0,'12'-6'887'16,"5"4"-767"-16,20-8-66 16,3 8-10-16,5 4 23 15,-1 1-20-15,-4 0-25 16,-1 3-21-16,-4 0-1 16,-4 2-191-16,25 9-421 15</inkml:trace>
  <inkml:trace contextRef="#ctx0" brushRef="#br0" timeOffset="75540.03">22569 8696 1524 0,'2'-1'204'0,"-2"-1"-102"0,0 2-21 0,0 0 0 0,0 0 20 16,0 2-16-16,-2-1-31 0,2 3-33 0,-2 7-7 0,4 7 25 15,0 6 9-15,0-1-21 16,2 6-15-16,2-3-3 16,-2-4-3-16,-2-4-6 15,0-4-1-15,-2-8 0 16,0-2 1-16,-2-4 15 15,0-2-14-15,2 0 3 0,-2-4-4 16,0-8-44-16,2-8 2 16,-4-8 23-16,4-8 1 15,4-8 1-15,2-4-41 16,1-3-8-16,3 7 40 16,2 10 25-16,-1 6-16 15,3 12 9-15,1 2 7 16,-2 8-12-16,1 0-1 15,1 8 13-15,-1 4-8 16,-1 4 9-16,3 2 0 16,-5 4 0-16,-3-2 0 15,0 2 1-15,-2-4 7 0,-4 0 13 16,-2-4 0 0,-2 0 18-16,-2-2-17 15,0 0-5-15,1-2 2 0,0-2-2 16,1 0 1-1,0 0-9-15,0 2-3 0,-3 0-5 16,3-2 5-16,-4 6-5 16,-1-4-1-16,0 2 0 15,0 2 0-15,5-2 0 16,-2-2 0-16,4 0 1 16,0-2 8-16,0 0-3 15,0-2-5-15,-2 2 1 16,2 0 7-16,0-2-3 0,0 2 2 15,-2 0-8-15,2 0 0 16,0 0 7-16,0 0-7 16,0 0 0-16,0 0 1 15,0-2 1-15,0 2-1 16,-2 0 5-16,-3-2-6 16,2-2-12-16,-1 0-28 15,-3 0-47-15,-1 0-95 16,-8-14-163-16</inkml:trace>
  <inkml:trace contextRef="#ctx0" brushRef="#br0" timeOffset="75920.13">22585 8650 913 0,'-2'4'0'0,"6"5"-22"0</inkml:trace>
  <inkml:trace contextRef="#ctx0" brushRef="#br0" timeOffset="76479.67">23778 7746 1521 0,'0'0'207'16,"-2"0"-128"-16,0 0-2 16,0 0-16-16,0 0 50 15,-1 0-30-15,3 0-42 16,-4 6-24-16,-7 12 11 0,-13 12 20 16,-8 19 22-1,1 12 7-15,-4 8-44 0,6 3-19 16,0 2 2-16,6-2-13 15,1-4-1 1,7-9 1-16,1-13-3 0,1-15-7 16,2-2-87-16,-3-9-108 15,-24 8-172-15</inkml:trace>
  <inkml:trace contextRef="#ctx0" brushRef="#br0" timeOffset="77087.82">23897 8026 1750 0,'0'3'174'0,"0"3"-144"0,-3 8-17 0,1 10 13 0,-2 6 10 0,2 4 25 0,0 2-10 16,-1-2-6-16,6-2-21 0,-1-8-12 16,-2-8-3-16,2-3 3 0,-2-8-4 15,0-2-2-15,0-3 9 16,0-3-3-1,0-1 40-15,0-7-19 0,2-6-33 16,-2-6-4-16,2-10-23 16,-2-3-11-16,0-8 10 15,0-4-11-15,2-2-3 16,3 2 7-16,2 1 16 16,6 7 7-16,-2 11 11 15,5 4-23-15,3 10 10 16,0 6 7-16,3 3 5 15,-4 8 2-15,-3 4-15 16,6 4 15-16,-8 6 1 0,5 6 8 16,-7 5 14-1,-3 0-10-15,-3 5 13 0,-7-3-2 16,-3-7 3 0,-1-2-12-16,-3-8-6 0,-5 0 1 15,-1-4 16-15,-10 0-26 16,1 0 15-16,-7-2-15 15,-1 0-4-15,6-2-169 16,6-2-122-16,2-2-391 16</inkml:trace>
  <inkml:trace contextRef="#ctx0" brushRef="#br0" timeOffset="77854.78">24151 8083 1573 0,'0'0'176'0,"2"2"-134"0,1 4-21 0,-1 4 22 0,0 2 29 0,0 2 5 0,2-2-25 0,3 0-7 0,-1-2 11 15,4 0-13-15,-1-4-14 0,2-2-11 16,2-2-2 0,3-6-15-16,6 0 11 15,-4-8-11-15,4 0 8 0,-4-6-8 16,-3-2-1-16,1-2 0 16,-7 6-1-16,-7 0 0 15,1 8-6-15,-8 2-14 16,0 6-30-16,1 6 12 15,-2 2 33-15,-1 8 6 16,4 2 11-16,3 2-11 16,5-4 0-16,2-6 7 15,-1 0 8-15,-1-6-7 16,3-2 16-16,2-4-15 16,7-4 6-16,1-6-14 15,5-6 5-15,-4 2-5 16,4-4-1-16,-10 0 1 15,-1-4 0-15,-6-2 8 16,-4-2-9-16,2-5-11 0,-8 1 11 16,2 2 13-16,2 0-6 15,2 6-7 1,5 2 1-16,-4 8 3 0,1 6-3 16,-4 6-1-16,-3 4-13 15,2 6-23-15,-5 12 24 16,-2 11 9-16,4 6 3 15,1 4 0-15,3-1 1 16,3 0 8-16,-1-6-2 16,2-2-6-16,2-8-1 15,1-8 2-15,-2-4 4 0,0-6-5 16,-1-4 11-16,2-2-2 16,2-4 8-1,3-2-6-15,-3-6-4 16,-3 0-7-16,-5-6-1 15,-3 2-14-15,-5-4-6 0,-6 4 20 16,1 0 0-16,-5 6-27 16,-2 4-53-16,0 4-59 15,-1 8-130-15,-12 1-322 16</inkml:trace>
  <inkml:trace contextRef="#ctx0" brushRef="#br0" timeOffset="78338.95">24692 7899 1613 0,'0'0'218'0,"0"1"-163"0,2 6-40 0,0 0 42 0,1 10 65 0,-2 2-19 0,2 12-19 0,0-4-36 0,-1 4 5 0,0-1-25 0,3-2-8 0,-3-4-2 0,4-6-5 0,1-2-11 0,-3-8 10 16,1 0-11-16,0-6-1 15,-3 0 0-15,4-4-25 16,1-2-8-16,7-6-15 15,-4-4 13-15,3-4-2 16,4-4-1-16,-5 0 5 16,2 2 24-16,-3 6 8 15,-4 4 1-15,-4 4 6 16,-3 6 1-16,2 2-7 16,-4 2-13-16,4 8 13 15,-2 2 7-15,4 6-5 16,1 2 10-16,1-2-6 15,5 0-6-15,3-6 0 16,-3 2-81-16,0-10-120 16,2-2-45-16,8-18-438 15</inkml:trace>
  <inkml:trace contextRef="#ctx0" brushRef="#br0" timeOffset="78524.63">24926 7932 1237 0,'0'-1'564'16,"0"1"-485"-16,0 0-43 16,3 0-12-16,-3 1-13 15,2-1-11-15,2 4-8 0,0 3 7 16,5 4-31 0,5 2-240-16,46 6-1077 15</inkml:trace>
  <inkml:trace contextRef="#ctx0" brushRef="#br0" timeOffset="78738.31">25066 8061 1596 0,'-11'4'205'0,"1"4"-137"0,-13 2-31 15,3 4 14-15,7-2 27 16,5 2 39-16,8-2-15 15,4-2-49-15,4 0-16 0,1-2 31 16,9 0-37-16,-1 0-1 16,8-2-30-16,0-4-25 15,6-2-173 1,36-14-167-16</inkml:trace>
  <inkml:trace contextRef="#ctx0" brushRef="#br0" timeOffset="79548.13">22571 8722 646 0,'16'-1'553'0,"-1"-3"-483"0,18-5-43 0,3 5 29 0,0-1 26 0,0-1 101 0,-9-1-58 0,-10 3-4 0,-7 4-65 16,-15 0-41-16,-7 4-6 15,-12 6 15-15,-12 5 21 16,-6 5-18-16,-3-2-6 16,10-2 13-16,12-10 2 15,15-4-10-15,8 0-16 0,4-4 7 16,4 2-17-16,6 0 9 16,11 0-9-16,6-2-78 15,11-2-111-15,64-28-472 16</inkml:trace>
  <inkml:trace contextRef="#ctx0" brushRef="#br0" timeOffset="81218.89">21524 7359 1209 0,'0'0'143'0,"0"0"-109"16,-2 0-28-16,-1 0 2 0,3 2 50 0,3-2 83 0,-1 2-6 0,4-2-31 0,2 2-25 0,2-2-5 15,1 2 31-15,5 0-9 0,5 0-26 16,0 2-26 0,8-2-20-16,5 0-12 15,-1-2-3-15,6 0-8 0,-2 0 9 16,-1-2-4 0,-7 0 0-16,-7 0-6 0,-7 0 0 15,-6 0 1-15,-6 2 6 16,-1 0-6-16,-4 0-1 15,-2 0-5-15,1 0 3 16,-2-2-3-16,1 2 5 16,-2 0 0-16,1-4-8 15,-2-4-39-15,-4 0-1 16,-2-2-3-16,-3-4 23 16,1 4 5-16,-1-2 9 0,5 4 14 15,1-2 12-15,6 4-3 16,2 4 9-1,2 0-1-15,5 2-16 0,2 2-1 16,1-2-13-16,10 2 11 16,0 0 2-16,7 6 1 15,-3 0 7-15,3 2-8 16,-4 2 2-16,0-2 17 16,-6 2 17-16,-6-6-21 15,-2-2-1-15,-11-2-5 16,-2 0 6-16,0-2-14 15,-1 0 5-15,-6 6-6 0,-11 0-22 16,-5 2-124-16,-2 8-73 16,-57 30-369-16</inkml:trace>
  <inkml:trace contextRef="#ctx0" brushRef="#br0" timeOffset="81907.07">21411 8145 1430 0,'0'-4'192'0,"-3"8"-144"0,3-4-42 0,3 0-5 0,-1 0 76 0,2 0 34 0,5 2-9 0,2-2-54 0,5 2-8 0,8 0 2 0,5 2-7 16,0-2-14-16,3 0-9 0,-1 0-2 15,0 2-4-15,4 2-5 16,-1-4 0-16,-1 0 1 15,-4-2-1-15,-6 2-1 16,-8-2 1-16,-8-2-1 16,0 2 9-16,-10-2 3 15,-4-2-12-15,-4-2-4 16,1 0 4-16,-7-2 15 16,-1-2-3-16,5 4-11 15,-2 2 4-15,1 2-4 0,8 0 14 16,2 2-6-1,4 0-9-15,0 0 0 16,2 0 6-16,0 0-12 0,2 0-13 16,3 4-20-16,4 0 39 15,2 4 0-15,6 6 11 16,2 0-11-16,0-4-16 16,-3 2-91-16,-5-4-79 15,-9 0-124-15,-37-4-940 16</inkml:trace>
  <inkml:trace contextRef="#ctx0" brushRef="#br0" timeOffset="83319.78">18775 6386 1288 0,'0'0'325'0,"0"0"-212"0,-3 0-43 0,6 0 13 0,-1 0-16 0,2-1-7 0,0 1 15 0,4 0-28 15,0 1-29-15,3 2 4 16,5 0-14-16,8 1-7 16,1 7 5-16,8-4-6 15,2 1-1-15,8 1-24 16,2-4-67-16,0-2-55 15,-1-6-111-15,43-11-253 16</inkml:trace>
  <inkml:trace contextRef="#ctx0" brushRef="#br0" timeOffset="83485.56">19131 6338 271 0,'-9'-4'1140'0,"2"0"-956"15,-3 1-118-15,2 0-1 16,6 3 28-16,2 3-29 15,4-2-25-15,4 7 6 16,2 1-6-16,4 6-22 16,4 10-17-16,-9 0-95 15,-27 22-530-15</inkml:trace>
  <inkml:trace contextRef="#ctx0" brushRef="#br0" timeOffset="95687.17">3495 10812 1174 0,'0'0'321'0,"0"0"-175"0,0-4-58 0,2 4-8 0,-2 0 7 0,0-2-14 0,0 2-17 0,0-2 5 15,0 2-22-15,0 0-13 16,0 0 8-16,0 2-10 16,-2-2-18-16,2 0 0 15,-3 0-6-15,1 0 1 16,0 0 8-16,-1 0 10 16,3 2 14-16,0-2-15 15,0-2-10-15,3 2-8 16,-1-2-2-16,5 2-11 15,6-2 13-15,7-2 9 0,9 2-2 16,7-2-6-16,13-4-1 16,5 4 1-16,3 0-1 15,13-2 0-15,1 0 0 16,6-4 1-16,4 0-1 16,1-2 1-16,0-2-1 15,1 0 0-15,-2 2 0 16,-4-2 0-1,-4 0 0-15,1 4 0 0,2-2 0 16,6 6 0-16,5 2 0 16,0 1 6-16,3 3-6 15,-6 3 0-15,-2-3 0 0,1-3 1 16,-3 2 0-16,-2-3-1 16,0-2 0-16,-6 2 0 15,1-2 0 1,-2-1-1-16,-7-1 0 0,6 2 1 15,-1 1 1-15,-5-2-1 16,5 0 1-16,-3 0-1 16,-3 3 0-16,1-2 0 15,-2 5 0-15,0-6-1 16,3 3 2-16,-3 0 2 16,3-2-2-16,-5-2-1 15,4 0 1-15,-5 2-1 16,1 0 0-16,-2-2 0 15,-3 4 0-15,5 0 0 0,-2 2 1 16,6 0-1-16,2 2 0 16,3-2 0-16,-3 4-1 15,1-2 0-15,-2 2-8 16,-1-2 9-16,-1 0-1 16,-1-2 0-16,-2 2 1 15,2-2 0-15,3 2-1 16,5 0 0-16,3 0 1 15,2 0-2-15,4 0-11 16,-4 0-5-16,1 0-2 16,-5 0 4-16,0 0 15 15,6 0 1-15,-1 0 0 0,1 2-2 16,0-2 1 0,-2 2-7-16,-2-2-8 0,-4 0-13 15,-11 0 2 1,-4 0-10-16,-5-2 19 0,4 2 16 15,-2 0 1-15,3 2 0 16,2-2-7-16,6 2 8 16,-4 0-1-16,5-2 0 15,-6 0-5-15,-1 2-9 16,2-2 9-16,-5 0 5 16,1 2-8-16,0-2 9 15,3 2-1-15,-3-2 2 16,4 2 6-16,0 0-7 15,2 2 0-15,2-4 0 0,1 2 0 16,1 0 0-16,1-2 1 16,1 2-1-1,1 1 0-15,-2-2 0 0,4 3 0 16,-4-2 1-16,2 2-1 16,-5 3 0-16,-4-4 1 15,-7 1-1-15,-6-2 0 16,-5 0 0-16,-4 1 0 15,-6-3-1-15,1 0 2 16,-6 0-1-16,-4-3 1 16,-2 3 5-16,-7 0 6 15,-1 0 18-15,-6-2-5 16,-2 2-12-16,-3 0-13 16,5 0 0-16,-10 0-1 15,5 0 2-15,0 0-1 16,0 0 0-16,-3 0-60 0,-9 0-183 15</inkml:trace>
  <inkml:trace contextRef="#ctx0" brushRef="#br0" timeOffset="106673.15">6572 9414 1074 0,'0'0'357'0,"0"-1"-219"0,0 1-46 0,0 0 1 0,0 0-39 0,0-3-9 0,0 1-15 0,0 2-6 0,0-2-8 0,0 2-1 16,0 0-7 0,-3 0-8-16,3 0 18 0,0 0 3 15,0 0-8-15,0 0-1 16,0 0 0-16,0 0-4 16,0 0 5-16,3 0-4 15,-3 2-9-15,2 0-12 16,0 6 12-16,4 5 0 15,5 0 1-15,3 4 0 16,1-3 11-16,-1 0-3 16,3-6-9-16,-3 0 0 15,1-2-3-15,4-6 3 16,-4 0 9-16,3-3-9 16,0 0 1-16,-1-5 1 15,2 4-2-15,-4 0 1 0,1-2 0 16,-7 2-1-16,-1-4 2 15,0 2-2-15,-4-1-1 16,2-5-20-16,1 5 13 16,-5-6 8-16,0 5 1 15,0 0 0-15,1-2 0 16,-1 6 20-16,1 0-6 16,-3 2-14-16,0-2 8 15,0 3 7-15,0-6 2 16,0 3 6-16,2 2-13 15,-2-2-4-15,0 3 4 16,0 1 2-16,0 0 2 0,-2 1-4 16,-1-1-7-16,1 4 2 15,-5 6-4-15,3 2 22 16,-5 15 1-16,-1 2-2 16,2 11-10-16,-1 5-1 15,-3 1 5-15,6-2-1 16,-3 2-4-16,3-8 3 15,-1 0-14-15,2-7 16 16,-4-8 4-16,5-3 1 0,-2-4-10 16,1-6-12-1,3-1 13-15,-1-4-12 0,1-2 15 16,2-2-15-16,0-1 5 16,0 0-6-16,2-1-7 15,-2 1-85-15,-2 0-41 16,2 0-52-1,-19 5-91-15</inkml:trace>
  <inkml:trace contextRef="#ctx0" brushRef="#br0" timeOffset="107334.28">7073 9723 1125 0,'0'0'651'0,"0"0"-505"0,0-2-109 0,2 4 5 0,-2-2-10 0,2 0-11 0,2 2 28 0,6-2 2 0,1 2 18 0,6-2-24 0,-1 0-13 0,4 0-4 15,0-4-7 1,2-2-6-16,5-6-3 0,0 2-3 15,4-4-1 1,-2-2-7-16,-2 6 5 0,-7-4-6 16,-4 4-1-16,-6 0 0 15,-3 0-1-15,-6 2 2 16,-1 4 15-16,-1 4-15 16,-6 0-22-16,1 0 2 15,0 0 14-15,-8 2 0 16,-4 4-1-16,-4 4 7 15,-3 8 6-15,-2 2-5 0,6 2-1 16,0 0 6 0,7 0 0-16,8 0-3 0,2 0-2 15,6-6 25 1,0-1-14-16,0-5 18 0,2-2-9 16,4-4-9-16,0-1 9 15,4 0-6-15,8-2 3 16,0-2-18-16,7-5 0 15,1-1-16-15,-1-1-93 16,4 1-116-16,37-22-230 16</inkml:trace>
  <inkml:trace contextRef="#ctx0" brushRef="#br0" timeOffset="108352.6">7833 9555 1641 0,'-6'-2'276'0,"12"0"-199"0,-12-5-10 0,12 4-17 0,-6-1 29 0,0 0-20 0,2-3 25 0,-2 6 18 0,-2-3 7 0,-6 2-11 16,4 4-73-16,0-2-17 15,-1 0 7-15,-1 5-6 16,-8 0 0-16,-1 3-8 16,-3 6 7-16,3-2-8 15,8 4-9-15,1 2 3 16,9-2-9-16,4 4 6 0,4-4 9 15,2 2 0 1,1-6-6-16,1 4-16 0,1-6 2 16,-1 2-13-16,-1-6 24 15,-5-2 8-15,-5-2 0 16,-4 0 1-16,-2-2-11 16,-2 0-5-16,-3 2-4 15,-7 5 20-15,-3-2 10 16,-6 4 1-16,-3-2 0 15,-2-1-10-15,9-4 11 16,-1 1-12-16,7-3-51 16,1 1-94-16,4-1-112 0,12-6-305 15</inkml:trace>
  <inkml:trace contextRef="#ctx0" brushRef="#br0" timeOffset="109615.69">10696 9260 1160 0,'-2'-2'281'0,"2"2"-172"0,-3 0-46 0,3 0-12 0,0 0 12 0,0 0 21 0,0 0 2 0,0 0-28 0,0 0-16 0,0 0 17 15,0 0-2-15,0 0 9 16,0 0 1-16,0 0-8 16,0 0 2-16,0 0-5 0,13-4 37 15,3 2-57 1,6-2-21-16,11-2-15 15,8-2 6-15,6 2-4 0,4 0 5 16,2 0-5-16,-2-4-2 16,-1 4-13-16,-8 0-19 15,-9 0-124-15,-8 4-141 16,-3-2-214-16</inkml:trace>
  <inkml:trace contextRef="#ctx0" brushRef="#br0" timeOffset="109901.84">10997 9226 805 0,'0'0'947'0,"0"2"-829"0,1 4-80 16,2 6 53-16,-1 6 44 15,3 2 9-15,-3 10 15 16,-2-2-37-16,2 4-58 15,-2 2-5-15,2 1-17 16,-2-6-14-16,2 2-13 16,3-5-9-16,-3-2-5 15,0-8 0-15,-1 2-1 16,5-4-11-16,-3-4-79 0,-1 0-145 16,0-2-124-16,0-4-418 15</inkml:trace>
  <inkml:trace contextRef="#ctx0" brushRef="#br0" timeOffset="110539.77">11195 9551 1591 0,'0'0'265'0,"2"-2"-178"0,4-3-31 0,2 0-29 15,9 1 46-15,0-2 4 0,6 3-1 0,-1 2-26 0,7 5-20 0,0 6-14 0,-2 8-1 0,2 8-7 0,-3 4-7 0,-5 6 4 16,-5-2-5 0,-3-2 0-16,-9-4-1 0,-4-8-7 15,-2-9-5-15,-2-6 13 16,-1-3 28-16,1-2 4 15,0-3-11-15,-2-1 21 16,-2-7-26-16,-1-7-2 0,5-6-8 16,2-4-6-16,8-4-14 15,5 2 14-15,9 0-17 16,3 4 4 0,6 6-82-16,-4 6-35 0,5 4-61 15,36-8-173-15</inkml:trace>
  <inkml:trace contextRef="#ctx0" brushRef="#br0" timeOffset="111360.4">11747 9515 1862 0,'0'0'345'0,"0"0"-237"16,-2 0-86-16,4 2 10 15,-2-2 23-15,0 4 14 16,-2 4-18-16,0 6-1 16,2 10 16-16,0 6-35 15,0-2-17-15,2 0-6 16,5-6-8-16,-3-2 0 15,0-6-2-15,5-4 2 16,-2-2 1-16,0-4 9 16,1-2-8-16,4-2 11 15,5 0-13-15,2-4-7 0,2-4-20 16,-2-4 15 0,3-8-10-16,-5 2-13 0,4-4-13 15,-6 0 15-15,1 2 17 16,-3 4-2-16,-1 4-12 15,-6 0 10-15,-2 6 20 16,-1 2 1-16,-3 2-1 16,0 2-1-16,-3 2-5 15,3-2-10-15,-2 6-28 16,2 6 43-16,2 2 1 16,5 6 1-16,5 2-1 15,-2-2 1-15,9-6 20 16,0-2-12-16,1-6-8 15,3-2 8-15,1-6 0 16,3-2 3-16,5-4-11 16,-4-6 10-16,1 2-10 0,-2-4 1 15,-7-2 4-15,-3-2 4 16,-7 2 10-16,-6 2-10 16,-4 1-9-16,-4 6 21 15,-6 0-16-15,2 4-6 16,1 1 0-16,-1 2 0 15,-4 4 0-15,-5 7 0 16,-2 4 0-16,-3 5 8 16,7 4 3-16,3 0-10 0,8 0 11 15,7-4-12 1,1-2-6-16,3 0 6 16,1-8 20-16,5 0 0 0,5-2 1 15,5-6-2-15,4 0 4 16,2-6-22-1,0-2 10-15,-1 2-4 0,-1-4 4 16,-3 2-10-16,-1 0-1 16,-8-2-23-16,3 2-182 15,-5-2-113-15,26-28-263 16</inkml:trace>
  <inkml:trace contextRef="#ctx0" brushRef="#br0" timeOffset="112022.48">12824 9296 1563 0,'0'-2'264'0,"0"0"-155"0,0 2-2 0,0-2-13 0,0 2 26 0,-3 2 21 0,1 0-42 0,2 6-58 15,0 10-4-15,0 8 11 0,5 10-22 16,3 3-26-16,3 1 6 15,1-7-6-15,-1-1 17 16,-3-9-11-16,0-7-6 16,-6-6 0-16,0-4-1 15,-2-4-5-15,-2-2-13 16,0 0-4-16,-4-2 10 16,4-6 11-16,-6-10-8 15,1-6-62-15,-5-10 58 16,1-5 5-16,-1-6 2 15,0-4-44-15,3 1 18 16,3 0 0-16,8 4-3 0,6 4-15 16,6 6 24-16,8 10 9 15,7 9-6 1,0 8 3-16,2 7 6 0,0 6 15 16,-8 6-1-16,-1 4 2 15,-6 8-1-15,-5 2 0 16,0 6 30-16,-9-2 10 15,-4 0 16-15,-4-4 10 16,-6-4-2-16,3-4-13 16,-6 0-19-16,-5-6-32 15,-3 0 18-15,-4-4-5 16,0-1-13-16,8-2-1 16,1-3-135-16,1-2-145 0,0-11-328 15</inkml:trace>
  <inkml:trace contextRef="#ctx0" brushRef="#br0" timeOffset="112411.01">13189 9439 1893 0,'-3'7'189'0,"3"5"-147"0,-2 9-40 0,4-1 5 0,3 0-5 0,4-4 16 0,4-2 18 0,5-4 9 0,7-4-17 0,2-4-10 0,6-4-4 15,-2-2-5-15,-4-6 1 16,-1-2 16-16,-4-2 1 15,-3-4 6-15,-9-3 9 16,-3-2 16-16,-9-4-20 16,-5-1-14-16,-8 2-5 15,-7 4-1-15,-5 4-17 16,-9 10-1-16,-1 4-1 16,1 4 0-16,5 4-16 15,11 4-145-15,4 2-184 16,11 10-465-16</inkml:trace>
  <inkml:trace contextRef="#ctx0" brushRef="#br0" timeOffset="112889.4">13946 9266 1589 0,'-2'0'469'16,"-2"0"-429"-16,-5 0-26 0,-9 2-14 16,-5 2 12-16,-6 0 61 15,-4 4 19-15,2 2-14 16,7-2-15-16,4 4-36 15,9 0-27-15,3 4 0 16,8-4-4-16,5 2-40 16,4 3 44-16,8-6 0 15,0 6 0-15,2-5-16 16,-1 3 0-16,-2 3 16 16,-1-1 1-16,-4 1 0 15,-3 2 5-15,-6-2-2 0,0-5 2 16,-4 4-12-1,-3-3 6-15,-2-6 0 16,-2-2 31-16,-4 2-4 0,-1-2 2 16,-3 2-19-16,-3-4 2 15,1-2-6-15,5-2-5 16,3-2-1-16,1-4-48 16,10-2-129-16,33-38-198 15</inkml:trace>
  <inkml:trace contextRef="#ctx0" brushRef="#br0" timeOffset="113117.15">14064 9394 1776 0,'0'0'281'0,"2"2"-217"0,-2 8-52 0,3-2 33 0,-1 4-12 0,2 6 26 0,4-4-14 0,-2 3-23 0,5-3-4 16,-3 0-18-16,2-6-92 15,-6-4-145-15,-12-8-451 16</inkml:trace>
  <inkml:trace contextRef="#ctx0" brushRef="#br0" timeOffset="113329.73">14085 9106 2212 0,'0'0'321'15,"0"0"-270"-15,2 2-51 16,0 0-14-16,0 2-38 15,0 4-107-15,7-2-150 16,11-6-540-16</inkml:trace>
  <inkml:trace contextRef="#ctx0" brushRef="#br0" timeOffset="113648.26">14380 8943 2028 0,'0'4'452'0,"3"4"-451"15,-3 6-1-15,2 9 1 0,-2 6 10 16,-2 6 41-1,-1 1-29-15,1 5 7 0,4 6 1 16,1-1-20 0,1-2-2-16,6-2-9 0,-4-4 0 15,0-3-1-15,-1-10-5 16,0-4-74-16,-1-8-103 16,-4 0-105-16,-2-5-72 15,-14-8-746-15</inkml:trace>
  <inkml:trace contextRef="#ctx0" brushRef="#br0" timeOffset="113854.8">14301 9244 1760 0,'13'-4'255'15,"1"-2"-198"-15,9-2 38 0,6 0 13 16,5-4 31-16,2 2-29 15,2 0-52-15,0 4-40 16,-7 0-18-16,0 1-63 16,-4 4-138-16,-7-5-96 15,20 4-371-15</inkml:trace>
  <inkml:trace contextRef="#ctx0" brushRef="#br0" timeOffset="114049.8">14748 9226 1662 0,'0'14'336'15,"-2"-2"-225"-15,2 12-10 0,0 4-49 16,4-2 4-16,1-4 5 16,0 0 8-16,1-4-33 15,3-2-24-15,-5-6-12 16,-2-2-92-16,2 1-174 15,-14-18-395-15</inkml:trace>
  <inkml:trace contextRef="#ctx0" brushRef="#br0" timeOffset="114301.24">14827 8939 2270 0,'0'0'277'0,"2"2"-224"16,-2 0-53-16,2 0 0 16,0 6 0-16,0-2-8 15,0 4-125-15,3 6-157 16,4 18-319-16</inkml:trace>
  <inkml:trace contextRef="#ctx0" brushRef="#br0" timeOffset="114699.82">14970 9272 2200 0,'1'4'300'0,"4"2"-267"15,1 12-23-15,7 4 5 0,-1 4-10 16,1-2-4 0,3 0 10-16,-1-3 0 0,6-2-5 15,-6-6 6 1,1 1 4-16,-1-9-1 0,-1-5-4 15,1-5 11-15,5-12 28 16,0-4 20-16,5-10-20 16,-5 0 2-16,0-8-16 15,-2-3-15-15,0 2-19 16,-3-2-2-16,1 2 0 16,-1 10-17-16,-3 8-25 15,-4 11-9-15,-3 4-82 16,-3 7-145-16,0 3-83 15,2 8 44-15,-1 3 1 16,-14 42-209-16</inkml:trace>
  <inkml:trace contextRef="#ctx0" brushRef="#br0" timeOffset="114975.76">15388 9260 241 0,'2'4'982'0,"2"-2"-637"0,8 0-145 16,3 2-43-16,6-4-28 15,0-2-39-15,4 0-4 16,4-6-22-16,-2 0-2 15,-5 0 10-15,3-6-23 16,-10 4 1-16,-4-4 13 16,-2 6 25-16,-9-2-20 15,-4 4-31-15,-5 2-1 16,0 2-6-16,-7 4-21 16,-8 6-9-16,-1 8 23 0,-4 6 1 15,9 2-12-15,13 2-12 16,10 0 0-1,11 2 1-15,10 2 14 0,20 0 4 16,23 0-17-16,16-2-2 16,8-3-165-16,-2-10-191 15,65-20-620-15</inkml:trace>
  <inkml:trace contextRef="#ctx0" brushRef="#br0" timeOffset="117938.12">3726 11442 1193 0,'-5'0'324'0,"5"0"-157"0,0 0-73 0,0 0-38 0,-2 0 10 0,0 0 18 0,2-2 0 16,-2 2-29-16,2-3 11 16,0 2-24-16,0 1 15 15,-2-2-6-15,2 0 12 16,-2 2-10-16,2-2-7 15,-3 2-5-15,1 0-23 16,2 0 3-16,-2 0-20 16,-3 0 1-16,4 0-1 0,-5 0-1 15,4 2-6 1,-2 0 5-16,-3 0 1 0,-1 6 8 16,-4 4-7-16,-1 2 10 15,-3 8 10-15,3 4-12 16,0 8 1-16,-1 2 14 15,3 6-23 1,0 4 1-16,0-4 11 0,-1-2-1 16,4-1-11-16,-1-1 6 15,2-8-7-15,3-2 0 16,-6-4 0-16,6-4 9 16,0-2-9-16,2-2 6 15,0 0-6-15,2-2-7 0,0-2 7 16,0 0-1-1,0-4-3-15,2-4 3 0,-2-2 1 16,0-4 0-16,0 2 13 16,2 0-13-16,-2 0 0 15,0 0-12-15,2 0-1 16,0 0 5-16,-2 2 8 16,2 0 0-16,-2 3 0 15,2-2-5-15,1 1-47 16,1-2-68-16,-1-2-63 15,1 2-80-15,9-13-272 16</inkml:trace>
  <inkml:trace contextRef="#ctx0" brushRef="#br0" timeOffset="119187.77">3779 11486 1426 0,'-2'-2'305'0,"2"2"-176"0,0-2-74 0,2 2 7 0,-2 0 10 0,0 0-5 0,3 2-32 0,1 4 1 0,-1 6 42 16,4 4-3-16,-1 6-11 15,-2 4 5-15,5 6-10 16,3-2-32-16,-4 0-6 16,5-2-6-16,6 3-5 15,-7-12 1-15,7 3-10 0,-11-5 7 16,4-7-3-16,-8 2-5 16,3-6 0-16,-3-2 1 15,1 1 0-15,-1-2 0 16,-3 1-1-1,2 0 1-15,2 0 4 0,0 4-5 16,-1-4 0-16,-2-2 0 16,3 2 1-16,-3-2-1 15,0-2 0-15,0 2 0 16,0-2 7-16,-2 0-5 16,0 0 10-16,0 2-12 15,0-2-9-15,0 0 8 16,0 2-7-16,5 4 8 0,-5-2 9 15,5 0-9 1,-3 0 0-16,0 0 1 16,-2-2-7-16,0 0 6 0,0-2 0 15,0 0 8-15,-2 4-8 16,2 0-15-16,-2 2 0 16,0 2 1-16,-1 4 14 15,-2-2 3-15,3-2 3 16,2-4 2-16,0 0-7 15,0-4-1-15,0 0 10 16,0 0 5-16,2-2 2 16,-2 2 2-16,5-4-1 15,-2-4-3-15,1-2-15 0,0-4-4 16,1-4 4 0,1-4 15-16,2-4-15 0,0-6-14 15,3-2-14-15,1-6-31 16,-2-3-19-1,5 5-28-15,0-4 44 0,-3 4 16 16,5 8 25-16,-9 6 12 16,1 4 9-16,-2 6 0 15,0 0 1-15,-3 4 0 16,5-4 1-16,-5 4 5 16,-2-3-6-16,3 4 0 15,-2 0 7-15,-1 4 7 16,-2 1 1-16,0 2 2 15,0 2 0-15,-2 0 2 0,2-3-1 16,0 2 13-16,2-2-11 16,-2-2 18-16,2 0-23 15,0 1-2-15,-2 3 19 16,2-2-8-16,-2-1-13 16,0 3 6-16,2-4-12 15,-2 4 8-15,0-2-5 16,3 2-9-16,-3-2 1 15,2 2 0-15,0-2 1 16,0 2-1-16,2-5 0 16,2-1-1-16,-4 3 1 15,-2 0 0-15,0 4 0 16,2 0-1-16,-2 0 0 0,-2 0-6 16,2 0 5-16,0 0-10 15,0 0-8-15,-2 2-116 16,-2 4-57-16,-2 7-96 15,-13 13-591-15</inkml:trace>
  <inkml:trace contextRef="#ctx0" brushRef="#br0" timeOffset="120134.6">4442 11616 863 0,'-3'-2'558'0,"3"0"-381"0,-2-2-61 0,-1 4-38 0,3-2-29 0,0 0-10 0,0 0 27 0,-2 0-3 0,0 2 15 0,2 0-42 0,-2 0-21 0,0 0-7 16,-3 2-7-16,-1 2 7 16,-4 2-7-1,-5 6 20-15,-3 0 12 0,-7 6 9 16,1 4-12-16,0 2-6 15,3 2-9-15,6 2-3 16,6-2-4-16,6-1-3 16,6-1-5-1,4-4 0-15,2-4 15 0,2-6-13 16,0-2 19-16,7-6-15 16,4 0 4-16,7-4-10 15,-2 0 0-15,4-4-1 16,-2 2 0-16,-4 2-5 0,-1-4 6 15,-4-4-2 1,-2 2-5-16,-5 0-5 0,-4-4 10 16,-2 2 2-16,2-4 0 15,-7 2 0-15,-2-3 6 16,-2 4-6-16,-2-3 0 16,-6 3 9-16,1 1 28 15,-1 2-1-15,-7-3-19 16,5 3 8-16,-2-1-1 15,-6 1-7-15,0 4-6 16,-3 2-11-16,2 4-1 16,-4 2-6-16,2 4-1 0,1 2 7 15,2 3-14-15,2-1-81 16,5 6-113-16,-3 26-104 16</inkml:trace>
  <inkml:trace contextRef="#ctx0" brushRef="#br0" timeOffset="123321.98">3563 12498 1414 0,'0'0'319'0,"3"0"-193"0,-3-1-57 0,2 1-7 0,2 0 14 0,3-3-44 0,2 2-11 0,6-3-5 0,6 0 41 0,5-2 5 16,1-2-4-16,4 1-8 16,5 1 14-16,2-2-22 15,5 4-13-15,3-2-11 16,3 1-6-16,0 0 10 16,9-4-11-16,0 2-5 15,8 3 4-15,1 0-2 16,9-2 2-16,0 4-10 15,7 4 1-15,4 1 0 16,4 4 14-16,7-1 4 16,8 0-17-16,0 4 7 0,0-3-9 15,-3 0 1-15,-3 1 1 16,-4 0-1-16,0-4 5 16,-3 1-5-16,5-1-1 15,-2 1 0-15,3 0 0 16,-4-1 0-16,-1 0 0 15,-7-3-2-15,-10 3 8 16,-6 2-12-16,-1-6 12 16,1 3-6-16,-2-3 0 15,2 0 1-15,3 0-1 16,-3 0 1-16,0 1-1 16,3-1 0-16,-3 0-1 15,8 0-1-15,0 0 1 16,2 0-1-16,-1 0-4 0,0-1-3 15,1 1 0-15,-1-3-10 16,6 2-11-16,4 1 21 16,1-5-18-16,0 5 6 15,1 0-17-15,-3 5 16 16,-6-4-7-16,-6 2 13 16,-4-2-7-16,-1 2 14 15,-5-3-13-15,4 1 13 16,-1-1 1-16,1 0 7 15,0 0-5-15,-1 0 0 16,-4 0 6-16,1 0 0 16,-3 0-1-16,1 0 0 15,-3 3-8-15,3-2 0 0,-3 4-6 16,3-4-1-16,-5 3-2 16,-2-4 4-16,0 0-2 15,-2-4 14-15,-1 3 2 16,4 1-1-16,-2-2 1 15,7 2 5-15,0 2-5 16,2-2 0-16,1 5-1 16,2-2 0-16,0 1 1 15,-7 0 0-15,-6-2 1 16,-2 0-1-16,-14-2 0 16,-9-2 0-16,-2-2 1 0,-7 2 0 15,0-5 16-15,3 2 16 16,-3 0 3-16,3 1-9 15,-4 0 4 1,4 0 17-16,-2-2 6 16,4 2-4-16,2 3-8 0,-3 1 28 15,3 0-41 1,-7 0-22-16,-6 1-5 16,-3-1 8-16,1 0-4 0,-1-1-5 15,3-2 1-15,-1 3 5 16,-3-1-7-16,-4 1 0 15,-5 1-25-15,-6-1-200 16,-55 4-447-16</inkml:trace>
  <inkml:trace contextRef="#ctx0" brushRef="#br0" timeOffset="126369.51">6640 11378 884 0,'0'-2'609'0,"0"-1"-384"0,-2 2-84 0,2 1-30 0,0-3-14 0,0 3-17 0,0-1-1 0,0 1 28 0,0-3-26 0,0 3 1 16,0 0-22-1,0 0-21-15,0 0 0 0,0 0-12 16,0 0-13-16,-2 4-14 16,0 6 1-16,-2 11 16 15,-4 13 13-15,2 10-18 16,1 4-6-16,1 2-6 15,2-4 0-15,-2-4 0 16,1-3 0-16,3-12 0 16,-3-4 0-16,-1-9-11 15,2-8-4-15,0-3 6 16,-3 0-3-16,3-2 6 16,0-1-1-16,0 3 7 15,-2-1 0-15,-1-2-12 0,2 4 4 16,3-8-1-16,-2 4 9 15,-2 0 6-15,2-5-5 16,-1 4-1-16,1-5-14 16,0 0-3-16,0-4-14 15,2-3 22-15,-2 2-3 16,4-4-26-16,-2-5-2 16,2 0 13-16,0-5 18 15,0-2-5-15,1 1-1 16,-1-4 8-16,4 4-5 15,-3 2 11-15,2 8-10 16,-1 2 2-16,0 4 8 16,1 2 1-16,-1 0-1 0,2 0 1 15,4 0 1 1,-6 0 9-16,3 2-10 0,-1-5 0 16,2 6 0-1,-4 1 0-15,2 0 1 0,1 2 1 16,-3 2 14-16,-2 0-5 15,4-4-11-15,-2 4 13 16,0-3 17-16,5 3 6 16,-1-1-19-16,2 1 10 15,-3-2-20-15,-1 4-6 16,1-1 13-16,2 8-13 16,4 3 4-16,0 6-4 15,1 6 0-15,3 4 10 16,-3 6-2-16,-1-6-2 0,3 0-6 15,-3-2 1-15,-1-6 4 16,3-2-6 0,-3-8 1-16,-4-2 8 0,-1 0-8 15,-1-6 4-15,-1 0-4 16,-3 0 0-16,-2-2-1 16,0 0 1-16,3 0-1 15,-3 0-1-15,0 0 1 16,0 0 0-16,0 0 1 15,0 0-1-15,2 0 0 16,-4 0 1-16,2-2 0 0,0 2 0 16,0 0 8-1,0 0-8-15,0 2 0 16,0-4-1-16,0 4-8 16,-3-2-7-16,3 2 9 0,0 0 6 15,0 2-1-15,3 4 0 16,-3-2 1-16,0 1-1 15,2-2 1-15,-2 8 1 16,0-2-1-16,0 7 0 16,0 3 6-16,-2 2-6 15,-1 0 0-15,1-5-1 16,2-6 1-16,0-4 0 16,0-6 1-16,0-2 0 15,-5 0 7-15,10 0 1 16,-5 0-8-16,0 0 11 0,0 0-11 15,2 0 11 1,-2-2-4-16,3-4 5 0,1-2-12 16,1-6 5-16,1-2 2 15,1-6-8-15,-1-4 8 16,6-5-8-16,-6-2 1 16,1-8-1-16,2 3-1 15,0-4 1-15,2 2 0 16,-5 8 1-16,2 4 0 15,-4 6 8-15,2 4-2 16,-1-1 7-16,2 4-8 16,2-6 1-16,-1 2-1 0,6-2-5 15,1 2-1-15,-4 2 1 16,1 3-1 0,-3 4 1-16,-5 4 5 15,2 4-6-15,-6 2 0 16,0-1 1-16,0 1 0 0,0 0 0 15,0 0-1-15,0 1 6 16,0-1-6-16,0 0-1 16,0 0-1-16,0 0-31 15,-4 4-109-15,4 5-235 16,-15 4-384-16</inkml:trace>
  <inkml:trace contextRef="#ctx0" brushRef="#br0" timeOffset="127101.72">7422 11484 1330 0,'-2'-2'325'0,"0"2"-196"16,2 0-36-16,-2 0-49 0,-1 0-16 0,3 0 31 0,-2 0 5 0,0 0-14 0,-4 4-7 0,-6 2 7 0,-1 10 34 0,-5 8-11 15,3 2 8-15,3 6-45 16,8 0-24-16,4 0-11 0,4-4 20 16,3 1-9-1,4-10-11-15,5-2 9 0,-1-7-9 16,1-2 1-16,4-4 10 16,-2-4-11-16,0 0 0 15,2-8 0-15,0 1-1 16,-1 0 2-16,-2-10 4 15,2 4-6-15,-5-8 0 16,-3 1 0-16,-2-3-12 16,-7 2 12-16,-4 1 7 15,-1 6-7-15,-3 0 9 0,-1 4 12 16,1 0-1 0,-3 2-4-16,-3-2 5 0,-3 4-6 15,1 0-7 1,1 2 3-16,-7 2-11 15,5 4-2-15,-8 2-7 0,1 4-1 16,2 4 9-16,0-2-77 16,2 4-144-16,7-4-84 15,-20 8-603-15</inkml:trace>
  <inkml:trace contextRef="#ctx0" brushRef="#br0" timeOffset="130188.25">11261 11296 1367 0,'-4'-3'343'0,"4"3"-229"0,-2-1-40 0,4-2-26 0,2 3-6 0,-4-2 48 0,5 2-29 0,-1 0-20 0,6 0-10 16,0 0 31-16,9 0-13 15,4 0 11-15,13-4-1 16,9 2-4-16,7-1-17 16,8-2-23-16,-1 1-6 15,6 0-9-15,-7 4-8 16,-9 2-95-16,-14 0-113 15,-10 2-132-15,-23 2-454 16</inkml:trace>
  <inkml:trace contextRef="#ctx0" brushRef="#br0" timeOffset="130433.2">11536 11321 1605 0,'-3'0'297'0,"3"0"-162"0,0 0-33 16,0 4-12-16,0 7 12 16,-2 3 61-16,-4 12-34 15,-2 6-39-15,0 0-27 16,1 2-18-16,1 0-21 16,-2-4-12-16,4-2-12 15,-2-2 0-15,-3-2-19 16,5-5-126-16,-4-1-166 15,-7 7-279-15</inkml:trace>
  <inkml:trace contextRef="#ctx0" brushRef="#br0" timeOffset="131208.21">11741 11506 1237 0,'0'-2'335'0,"2"2"-193"0,2-2-38 0,3-2-37 0,-1 2 32 0,6 0 0 0,-3 0-13 0,1 2-1 0,2 2-16 0,5 2-7 0,-3 2-1 0,2 2-17 0,0 2-29 0,-3 4 7 16,-2 4-4-16,0 2-17 0,-2-2 9 15,-7 4-9 1,-2 0-2-16,-4-2-18 15,-3-4 13-15,3-6-18 0,-3-6 24 16,2-1 15-16,3-3 9 16,2-3-6-16,-2-1 13 15,2-6-17-15,0-9-14 16,6-8-13-16,8-7 13 16,1 0 14-16,10-2-2 15,0 4-12-15,1 6 1 16,1 4-1-16,2 6 0 15,-5 8-6-15,-4 2-69 16,-1 6-123-16,-6 6-99 16,16 12-202-16</inkml:trace>
  <inkml:trace contextRef="#ctx0" brushRef="#br0" timeOffset="132117.57">12271 11482 1335 0,'0'-2'592'0,"-2"2"-433"0,2-2-83 0,0 2-20 0,0 0-5 0,0 0-17 0,0 4-10 0,-2 4 17 0,-1 4 43 0,0 6-21 0,0 2-23 15,3-2-17-15,3 2-8 16,3-6-3-16,-2-2-11 16,2-4 0-16,-1 0 0 15,2-4 0-15,6 0 15 16,4-4-5-16,4-2-11 15,6-4-6-15,0-4-44 16,4 0 5-16,-2-4-27 16,-6-4 44-16,4 0-7 15,0-6 4-15,-6 0 13 16,-8 2 12-16,-2 4 6 0,-9 4 6 16,-2 3-5-16,-2 6 14 15,0-4 33-15,-6 5-34 16,7 3 1-16,-2-1 3 15,1 2 0-15,0 0-18 16,2 0-21-16,0 3-12 16,-2 8 33-16,0 5 14 15,0 6 31-15,-1 4-26 16,3 0 1-16,5-2-11 16,-1-2 0-16,4-6-8 15,4-6 11-15,-1-2 1 16,0-4-1-16,7-2 8 15,3-6-2-15,2-4 6 16,6-2-11-16,3-6-2 16,-1-2-4-16,0-4-5 0,-6-2 5 15,-1 0-5-15,-3-2-1 16,-6 2 0-16,-7 2 0 16,-2 4-2-16,-4 4 1 15,-4 7 0-15,-4 3-15 16,4 4-3-16,-4 0 12 15,-3 0 4-15,-5 4-8 16,-3 5 4-16,-8 5 6 16,1 6-2-16,2 4 2 15,2 2-1-15,7 2-5 16,5 0-8-16,8-4-5 16,5-2 19-16,6-2 12 15,6-4-11-15,0-4 16 0,5 0-11 16,0-6-6-16,5-1 16 15,0-5-8-15,2-3 1 16,0-1-8-16,-3 0 0 16,1 0-1-16,0-4-45 15,-5 0-139-15,2-4-68 16,34-22-223-16</inkml:trace>
  <inkml:trace contextRef="#ctx0" brushRef="#br0" timeOffset="133093.87">13730 11255 1533 0,'0'-2'313'0,"2"0"-124"0,0-2-55 0,0 4-35 0,1 2-69 0,2 2-18 0,1 10 34 0,3 8 50 0,-3 10 6 0,4 12-51 16,-1 1-28-16,1 1-16 15,4-6-6-15,-5-4 0 16,0-8-1-16,-5-10 1 16,-4-8-1-16,0-6-12 15,0-2-9-15,-2-2-30 0,-3-2 24 16,1-2 6-16,-2-6-6 16,-3-10-33-16,-3-6 11 15,2-8 20-15,-2-4 13 16,3-6 15-16,1-3-38 15,5 3 21 1,3 2 16-16,5 10 2 0,1 6-11 16,0 4 11-16,4 8 17 15,-1 2-16-15,-3 4 5 16,3 2 1-16,1 6-6 16,-2 2 5-16,3 6 2 15,7 2 2-15,-5 4 1 16,1 6 16-16,3 6 3 15,2 4-5-15,1 4 16 16,-1 2-7-16,6 0-8 0,-5-1-4 16,7-5-5-16,-7-6-11 15,2-6 0-15,-3-6 0 16,-2-4-5-16,-3-4 7 16,-1-2-7-16,0-4 10 15,1 0-4-15,-4-4-5 16,4-4 17-16,1-4-18 15,-1-4 5-15,-1-6 5 16,0-4-4-16,1-7-6 16,-5 1 0-16,2 0 1 0,-8 7 5 15,-3 2 10-15,-3 11-1 16,-2-2 26 0,1 4-30-16,0 6-1 0,1 0 8 15,1 2 2-15,0 2-21 16,2-2-1-16,0 4-7 15,0 0-40-15,0 4-118 16,-2 2-119-16,0 4 43 16,0 26-440-16</inkml:trace>
  <inkml:trace contextRef="#ctx0" brushRef="#br0" timeOffset="133552.34">14450 11378 1757 0,'2'0'273'0,"5"-2"-185"0,8 2-53 0,5-4-1 0,9 0 29 0,-2 0-15 0,2-6-28 0,2-1-4 0,-6-3 7 0,-3 3-8 16,-8-4-5-16,-8 4 7 16,-4-3 26-16,-4 1-2 15,-4 1-2-15,-6 4-12 16,-5 2-20-16,-4 0-7 0,-6 8 0 16,0 8-1-16,-4 2 0 15,0 9 0-15,7 4-5 16,0 4 5-16,8 0-11 15,5 2 5-15,9-5 7 16,4 0 13-16,6-4-6 16,1-4 16-16,5-4-1 15,6-2 16-15,0-4-5 16,9 0-17-16,0-6-10 16,6-2-6-16,2-2 0 15,-5-6-87-15,5 2-117 16,-8-4-83-16,37-34-346 15</inkml:trace>
  <inkml:trace contextRef="#ctx0" brushRef="#br0" timeOffset="134138.04">15116 11300 1300 0,'-7'-4'587'0,"5"4"-461"0,-2-4-71 0,-6 1-55 0,-3 3 0 0,-11 3 0 0,-3 1 24 0,-4 1 14 0,-1 8-14 16,3-2-5-1,8 6-19-15,0-8-1 0,13 4-7 16,3-8 8-16,5-1-1 16,3-1-4-16,1-3 5 15,0 0 14-15,7-3-7 16,3 3 3-16,1-1-10 16,3-2 0-16,-7 3 0 15,-2 4 2-15,-2 9-1 16,-5 9 23-16,-4 14 21 0,-6 14 9 15,-4 16-7 1,-1 12-32-16,1 10-3 0,8 3 0 16,8-7-5-1,0-10-2-15,4-18-4 0,-8-22-2 16,-12-12 2 0,-1-9 20-16,-9-9 15 0,-3-4-8 15,-4-11 4-15,2-4-2 16,1-12 6-16,10-11 13 15,7-6 2-15,12-10-28 16,14-6-23-16,7-2-13 16,17-6-10-16,14 3-8 15,9 7-67-15,4 8-77 16,1 10-61-16,2 8-19 0,-4 2-238 16,74-26-127-16</inkml:trace>
  <inkml:trace contextRef="#ctx0" brushRef="#br0" timeOffset="134971.57">15581 11245 497 0,'-6'-6'863'0,"4"0"-623"0,-3-2-60 0,-3 0-138 0,-4 0-3 0,-3 2 7 0,-3 0 16 0,0 4-16 0,-8 2-14 15,-1 4-13-15,-2 6-7 0,-3 6 12 16,-1 6 26-1,4 2 19-15,4 2-15 16,5 0-9-16,9-3-23 0,7-1-9 16,6-7-12-16,5-4 13 15,6-4 2-15,0 2 1 16,8-7-1-16,6-2-7 16,1-8-9-16,1-2-24 15,0-5 9-15,-2 0 3 16,-7-6-3-16,-3 1-10 15,-5 4 11-15,-8 9-2 16,-1 0 16-16,-3 7-36 16,-3 4 2-16,3 2 26 15,-2 6 7-15,4 2-17 16,3 3 11-16,1-8 7 16,6 0 14-16,3-8-13 15,1-2 13-15,8-8-13 16,3 0-2-16,6-9 0 0,8-3-9 15,1-7 9-15,0-2-7 16,-1-6 8 0,-6 0 18-16,-6-6-17 0,-6-6 0 15,-4 0 4-15,-7-6-4 16,-6 1 4-16,-4 6 62 16,-4 6-31-16,-2 9 33 15,0 8-1-15,-3 6-20 16,6 4-11-16,-3 6-20 15,0 4-17-15,1 4-11 16,-5 10 3-16,-8 8 8 16,-4 12 29-16,-2 12-8 0,1 6-6 15,11 9 3-15,3 2-5 16,5 0-5-16,2-3-7 16,4-14 9-16,3-8-10 15,-1-10 7-15,5-8-6 16,-1-6-1-16,-2-6 9 15,4-2-3-15,1-2 8 16,-2-4-4-16,0-2-2 16,-4-4-8-16,-3 2-8 15,-4 4 8-15,0 2 0 16,0 4-1-16,0 0-17 16,5 6 4-16,1 4 14 0,4 3-1 15,3-2-3 1,-3 1 3-16,6-5-10 0,1-5-17 15,2-4-16-15,3 0-59 16,3-7-37-16,-5-3-122 16,15-30-270-16</inkml:trace>
  <inkml:trace contextRef="#ctx0" brushRef="#br0" timeOffset="135200.37">15901 10878 1738 0,'8'-2'306'0,"5"2"-191"0,10-2-22 0,6 2-12 0,2 0-16 0,-2 0-28 0,4 0-37 0,-2 2-10 0,1 0-167 0,26-2-450 16</inkml:trace>
  <inkml:trace contextRef="#ctx0" brushRef="#br0" timeOffset="135487.44">16052 11145 1855 0,'0'-4'366'16,"2"4"-207"-16,-2 0-39 15,3-2-62-15,-1 2-4 16,2 0 29-16,0 0-19 15,3 0-19-15,2 0-24 0,0 2-13 16,0 2-7 0,-3 0-1-16,2 0-6 0,-4 0-87 15,-2 4-209 1,7 8-254-16</inkml:trace>
  <inkml:trace contextRef="#ctx0" brushRef="#br0" timeOffset="136343.94">16270 11083 1951 0,'0'0'378'0,"3"2"-262"0,-1 4-89 0,2 10 6 0,5 8-5 0,7 4 1 0,-3 2-1 0,5 2-13 0,-1-2 6 0,1-2-6 0,3-6 0 16,-8-4-9-16,-2-8-5 15,0-2 8-15,-8-6 0 16,1-2 15-16,0-3 6 16,5-5-3-16,0-2-17 0,6-8-2 15,4-4-7 1,-2-5 6-16,8-3 1 0,2-8-7 15,-1 0 8-15,1-4-8 16,-5 6 7 0,-2 10 4-16,-9 8-11 0,-4 7-1 15,2 10-13-15,-7 1-22 16,5 4-1-16,2 4 21 16,4 6 14-16,6 4-1 15,-2 0-8-15,3-2 8 16,-3-2 1-16,0-6 0 15,0-4 1-15,-3-4 8 16,3-2-2-16,-3-4-5 16,-1-2 8-16,-1-4-8 0,-2 0 13 15,-5-2 1-15,-7 4 0 16,-3 0-2 0,-6 4 14-16,2 4 0 0,-2 4-9 15,0 4-6-15,-1 10-10 16,8 6-1-16,8 6 26 15,19 10-7-15,13 0-20 16,11 4-2-16,11-2-116 16,9-8-208-16,86 3-393 15</inkml:trace>
  <inkml:trace contextRef="#ctx0" brushRef="#br0" timeOffset="139746.94">2986 14359 1589 0,'2'0'240'0,"0"0"-122"0,6-4-35 0,5 4 5 0,1 0-17 0,3-4-10 0,5 0-17 0,5 0-10 0,5 0 7 0,3 2 8 16,5-3-8-16,5 2 13 0,1 1-6 16,6 0-14-16,6 2-13 15,0 0 0-15,6 0-6 16,5 0-9 0,14 0 12-16,5 0 5 0,15 2 14 15,4 0-21-15,7 6-15 16,60-4 6-16,-112-2-7 15,56 2 1-15,2 4 12 16,-2-2-6-16,-2 1-7 16,-4-2 0-16,-3-1 2 15,-4-2-1-15,-3 5 7 16,-4-6-8-16,-2 3 0 16,-5 0 1-16,-6 2-1 0,-2 1 0 15,-8-1 1-15,6-5 4 16,-2 2-4-16,6-2-1 15,5-1 7-15,3 3-6 16,1-2 0-16,-1-1-1 16,1-1-7-16,-1-2 7 15,5-1 1-15,0-2-1 16,1-2 1-16,1 2-1 16,-5-2 0-16,-5 0-6 15,-5 2 5-15,-6 2-7 16,2 0-2-16,4 0-8 15,0-2-3-15,5-2-11 0,-1 2-2 16,0 2 5 0,-6-4 17-16,-7 4-3 0,-2 2 14 15,-8 0 1-15,3 2 0 16,-6 0 1-16,3-2 0 16,-1 2-1-16,5 0-1 15,1 0-11-15,2 0 4 16,7-2 8-16,0 4 0 15,3-2 0-15,-1 0 0 16,-2 0 0-16,1-2 0 16,-6 2 0-16,-3-2 0 15,-3-2-11-15,-3-2-5 16,1 0 5-16,5 4-1 16,6-6 12-16,0 0 0 15,-3 2 2-15,-1 2-2 0,-5 0 12 16,-9-2-11-16,1 4 35 15,-5 0-10-15,-6-4-8 16,-3 2-8-16,0 2-9 16,-2 0 0-16,-3 2-1 15,-3 0 0-15,0 0 0 16,-3 0 0-16,-3 0 1 16,-2 0-1-16,-4 0 1 15,-5 0 5-15,-6 0 0 16,-8 0 4-16,-1 0 5 15,-2 0 15-15,-5 0-13 16,2 0 5-16,-2 0-10 16,0 0-11-16,2 2-1 0,-2-2 0 15,0 0-17 1,-2 2-139-16,-58 2-458 0</inkml:trace>
  <inkml:trace contextRef="#ctx0" brushRef="#br0" timeOffset="149835.1">3755 13144 1342 0,'0'0'299'0,"0"-4"-161"0,0 4-59 0,0 0-17 0,0 0 11 0,2 0-14 0,-2 0 4 0,0-2 0 16,0 2-17-1,0 0-11-15,0 0 4 16,0 0-15-16,0 0-2 16,-2 0-7-16,2 0 14 0,0 0 7 15,0 0-14-15,0 6-17 16,0 0-5-1,2 4 0-15,2 4 0 0,6 5 1 16,1-8 5-16,3 6-1 16,5-8-5-16,-3 1-7 15,6-3 7-15,-2-3 10 16,-4-4-8-16,6 0-2 16,-6-3 9-16,0-1-9 15,-1 0-7-15,-6-4-29 16,-1 2-30-16,2-2 15 0,-6 1 6 15,-2-4 17 1,-2 4-7-16,0-8 28 0,-2 5-5 16,0-2 12-16,0 4 19 15,2 4 4-15,0-2 8 16,0 2-16-16,0 0-1 16,2 0-5-16,-2 2 3 15,-2 0-5-15,2 2 11 16,0 0 3-16,-2 2 0 15,2 0-6-15,-8 4-14 16,2 12 36-16,-5 8 25 16,-4 9-34-16,-1 7 14 0,0-2-22 15,3 1-7-15,-2-2-5 16,3 1-8-16,1-2 0 16,-5-2 1-16,5-6-1 15,-1-4 6-15,2 0-6 16,-1-8-7-16,0-4-22 15,6-4-73-15,0 1-103 16,3-6-127-16,0-14-527 16</inkml:trace>
  <inkml:trace contextRef="#ctx0" brushRef="#br0" timeOffset="150410.81">4174 13519 1708 0,'0'0'240'16,"0"0"-132"-16,2 0-71 0,0 0-37 0,3 0 1 0,3 0-1 0,2-2 21 0,1-2 26 0,3-2-7 0,1-4 50 0,-5 2-37 15,2-2-20-15,-3-4-12 0,2 0-11 16,-4 0-10-16,-5-2 0 15,-2 4-45-15,-4-2 31 16,-1 2 2-16,-6 0 6 16,4 6 6-16,-1 0 0 15,-2 2-1-15,2 2-20 16,-5 2 12-16,-6 8 9 16,-3 0 2-16,-1 8-1 15,0 6 5-15,0 4-5 16,3 2 11-16,7 2 3 0,2-2 20 15,5 2-19-15,6-6 4 16,0-4 5-16,8-2 2 16,1-3 2-16,-1-8 13 15,8 0-8 1,-1-1-11-16,6-5-4 0,4-2-17 16,4-8-2-16,0-1-108 15,2-3-150-15,42-32-222 16</inkml:trace>
  <inkml:trace contextRef="#ctx0" brushRef="#br0" timeOffset="150901.1">4555 13316 994 0,'-2'-1'898'0,"2"1"-699"0,0-3-118 0,0 3-58 0,0 0-5 0,-3 0 0 0,-1 0 9 0,0 3-12 0,-6-2 1 0,-7 4 17 0,-4 1 6 0,-3 6 12 16,2 0-7-16,2 2-14 0,7-4-11 15,5 2-19-15,8-2 0 16,6 4-9-16,2 0 9 16,10 2-1-16,6 2 1 15,5-2 0-15,0 4 0 16,0-2 11-16,3 0-10 16,-10 0 5-16,-4-6 9 15,-5 0 3-15,-8-3 12 16,-5-5 5-16,-3-1 13 15,-1-1 18-15,0 4 6 16,-8 1-2-16,-5 0-23 16,-4 4-20-16,-3-6-15 15,1 1-5-15,4-3-7 16,5-2-2-16,7-1-55 16,3 3-121-16,0-3-139 0,8 0-505 15</inkml:trace>
  <inkml:trace contextRef="#ctx0" brushRef="#br0" timeOffset="154201.79">6543 13153 1265 0,'0'0'308'0,"-3"0"-196"0,6-3-34 0,-3 3-9 0,0 0-7 0,0 0-13 0,0 0-1 0,2 0 15 0,-2 0 8 0,0 0-8 16,-2 0-3-16,2 0 18 15,0 0-11-15,0 0 1 16,0 0-8-16,0 0-17 15,0 0-23-15,0 0-7 16,0 0-12-16,0 0 11 16,0 0-12-16,0 0 0 15,0 0-9-15,-3 21 8 16,3 2 1-16,5 41 10 16,-1-29-10-1,0-3 1-15,5-2 0 16,-2 0-1-16,-2-6 2 15,-1-2-2-15,-2-6 1 0,0 0 0 16,-2-6 0 0,0-2 0-16,0-6-1 0,0 0 0 15,-2 0 1-15,2-2 7 16,0 0-8-16,0 0-2 16,-2 2 2-16,2 0 0 15,-2 0 0-15,2 0 0 16,0-2 0-16,0 0 0 15,-2 2 2-15,2-2-2 16,-2 2 0-16,2 2-1 16,-3-2 0-16,3 0 0 15,-2 2-5-15,2-2 6 16,0-2-1-16,0 4 0 0,-3-2 0 16,3 0 1-16,0 2 0 15,-2 0 1-15,2-2-1 16,-4 0 0-16,4 0-1 15,0 0 1-15,0 0 0 16,0 0 0-16,-2 0 0 16,2-2 1-16,0 3-1 15,0 0 0-15,-3 1 0 16,3-2 0-16,0 2 1 16,0 2 0-16,-2-2 0 15,2-4-1-15,0 4 0 16,0-4 1-16,0 0-1 15,0 2 0-15,0-2 2 16,0-2 4-16,0 2 0 16,0 0-5-16,0-4 11 0,0 8-11 15,0-4-1-15,0 0 0 16,0 0-6 0,0 0 5-16,0 0 0 0,0 0 1 15,0 0-1-15,0 0 1 16,0 0 0-16,0 0 0 15,0 0 6-15,0 0-5 16,0 0 7-16,0 0-2 16,0 0 4-16,-4-9-9 15,4 2-1-15,-2 1-6 16,0-4-3-16,-1 2-12 16,1 0 11-16,0-2-13 0,2-2-4 15,-3-2-4-15,0-2 8 16,2-2-11-1,-2 0 13-15,3-4 1 16,-2 2 4-16,2 2 5 0,0 2 1 16,0 0-8-16,-2 2 3 15,2-1 15-15,0 0-17 16,2-3 17-16,0-4 9 16,2 1-9-16,-4 2 17 15,3-2-4-15,0 7-2 16,-3 0 1-16,2 0-11 0,-2 2 1 15,0 0-1-15,0 2 5 16,0-4-6-16,0 6 0 16,-2-2 1-16,2 6 21 15,0 2-10-15,2 0 6 16,-2 2-17-16,0 0-1 16,2 0 6-16,1-2 2 15,-1 2-4-15,0-2-2 16,-2 2 4-16,2 0-6 15,2 0 1-15,1-2-1 16,6 2-9-16,2 2 9 16,3 4 36-16,8 2-6 15,5 8 3-15,2 2-23 16,5 7-2-16,0 0-8 16,-2 8 1-16,-1 4 4 0,-6 4-4 15,0-5 4-15,-8 0-4 16,-3-6 5-16,-5-4-4 15,0-4-1-15,-6-4 0 16,4-8 0-16,-3-2 8 16,-1 0-8-16,-1-6 3 15,0 0-3-15,-1-2 9 16,-1 0-3 0,3-4 10-16,1-4 20 0,5-2-17 15,1-6 4-15,1 0-11 16,1-6 5-16,-8 2-16 15,1-2 8-15,-3-2-2 16,-2 0-8-16,0 1 1 16,1 1 2-16,-3 0-2 15,2 0 1-15,-2 2-2 0,3 2 1 16,-3 0-1-16,0 2 14 16,-3 4-14-16,3 2 1 15,-2 2 1-15,-1 4 7 16,1-4-9-16,2 2 0 15,0 0 0-15,-2 0 0 16,2-2 7-16,-2 2-5 16,2 2-2-16,2 0-1 15,-2 2-8-15,-2 0 9 16,2 2-1-16,0 0 1 16,0-4-2-16,0 4-10 15,0-2-30-15,0 0 0 16,0 0-4-16,0 2-22 0,0 0-13 15,0 0-21-15,2 0-57 16,-2 0-55-16,0-2-151 16</inkml:trace>
  <inkml:trace contextRef="#ctx0" brushRef="#br0" timeOffset="154844.57">7376 13138 1566 0,'0'0'326'0,"-2"0"-184"0,0-2-7 0,-1 2-61 0,-3 2-14 0,-4 0-26 0,-3 8 16 0,-11 8 20 0,-3 8-1 0,-2 6-16 15,4 3-10-15,8 1 10 16,5-4-20-16,6 0-20 16,3-6 5-16,6-2-18 15,1-2 0-15,8-10 0 16,1 2 0-16,9-6 1 15,5-6-2-15,4-4 14 16,5-6-13-16,1-6 17 16,-1-6-1-16,-3-2-4 15,-4-4 12-15,-2-4-12 0,-7-2 21 16,-7 0-13 0,-8 2 2-16,-12 3-11 0,-6 8 26 15,-7 5-13-15,-9 3 2 16,-7 7-16-16,-1 4-9 15,1 4-1-15,5 3 0 16,4 0-17-16,9 4-79 16,-2 3-217-16,-6 19-351 15</inkml:trace>
  <inkml:trace contextRef="#ctx0" brushRef="#br0" timeOffset="172636.59">11611 12966 1575 0,'-2'-2'237'0,"0"2"-128"0,2 0-28 0,-3-2-15 0,3 4-12 0,0-2-3 0,0 0-6 0,0-2-7 0,0 2-8 0,0 0 10 15,0 0-23-15,3 0-8 16,-3 2 2-16,-3 6-10 16,1 10 16-16,-6 8 44 15,3 12-11-15,0 0-13 16,1 4-11-16,-1-2 4 15,3-6-12-15,4-2-11 16,1-7-1-16,1-7-5 0,-2 0 0 16,1-7 0-1,-3-2-1-15,2-3 0 16,0 1-74-16,-2 2-143 0,-7 17-319 16</inkml:trace>
  <inkml:trace contextRef="#ctx0" brushRef="#br0" timeOffset="172968.44">11600 12984 1578 0,'0'0'468'0,"-4"0"-320"0,4-2-38 16,0 2-62-16,0 0-32 15,0 0 25-15,0 0-14 16,4 0 3-16,-4 0-14 16,4 0-14-16,7-2 8 15,7-4 1-15,16 2 49 16,1-2-9-16,6 0-36 15,-5 2-15-15,-3 0-13 16,-6 0-101-16,-3 4-135 16,-8 0-100-16,-21 10-715 15</inkml:trace>
  <inkml:trace contextRef="#ctx0" brushRef="#br0" timeOffset="173242.64">11498 13251 492 0,'2'0'896'0,"-2"0"-674"16,4-3-57-16,-1 3-59 15,5 0-7-15,-4 0-7 16,6 0 40-16,-3-1-27 0,1 1-12 15,6-3-23 1,-1 2-31-16,5-2-9 16,6-3-28-16,1 2-1 0,4 0-1 15,2 3-100-15,-2-2-157 16,31-8-396 0</inkml:trace>
  <inkml:trace contextRef="#ctx0" brushRef="#br0" timeOffset="174894.58">12244 13156 1631 0,'-2'-2'255'0,"0"2"-111"0,0-1-17 0,2-2-71 0,0 3-28 0,-3 0 14 0,3 0-12 0,0 0-6 16,-5 0 2-16,1 0-4 15,0 3 13-15,-3-2-1 16,-2 1-1-16,-5 4-13 15,-1 6-19-15,-3 3 6 16,-4 7-7-16,4 3 0 16,0 5-1-16,9-2-9 15,5-3 8-15,4-7-8 16,4-4-14-16,1 0 16 16,1-6-17-16,2-2 11 15,0-2 7-15,1-8 7 16,2 2 1-16,5-4 7 0,-3-4-2 15,1-4 7-15,-1-2 4 16,-2 0-16-16,0-6 6 16,-2 1-7-16,3 2 0 15,-6 0 11-15,-2 10-5 16,-4 0-5-16,0 4 6 16,-2 2-6-16,2 3 10 15,0 3-11-15,0-3-12 16,0 1-4-16,0-1 7 0,0 4-11 15,0 2 8-15,0 6 12 16,0 5 1-16,2 1-1 16,5-4 0-16,-4-3 2 15,8 0 3-15,-3-4-5 16,1-3 0 0,1-1 0-16,3-3-1 0,7-3 1 15,-1-1 12-15,4-5 3 16,-3 0-10-16,-2-2-4 15,-7 0 10-15,0-3-2 16,-2 4 0-16,3-4-7 16,-8 2-2-16,-2 1 12 15,2 0-11-15,-4 0 6 0,2-4 3 16,-2-1-10 0,3-2 6-16,-1-4-6 0,-2 4 1 15,4-6-1-15,-2-2 0 16,0-2-8-16,4 0 8 15,-4 0 0-15,-2 3-6 16,4 0 0-16,-2-1 4 16,-2 1-2-16,3 3-7 15,-3 4 11-15,-3 8-9 16,3 6 9-16,-2-2 0 16,2 6-1-16,-4 0-8 15,4 0 9-15,0 0-7 16,0 0 7-16,0 0 1 15,0 0-1-15,0 0 0 16,0 0-1-16,0 2-15 0,-2 9-11 16,-6 7 27-1,2 11 6-15,-3 14 10 0,5-1-16 16,6 4 6-16,2-2-6 16,5-2-6-16,3-2 6 15,1-6 11-15,1 3-10 16,-4-5 4-16,5-4-5 15,-3-5-2-15,-1-5 1 16,0-5 0-16,-2-4-4 16,0-2 4-16,-2-5 1 15,-1 0-6-15,4-4 6 16,3-2 8-16,3-5 2 16,-1-2 11-16,5-7-6 0,-5 0-14 15,6-7 8 1,-5-3-8-16,1 2 0 0,1 2 0 15,-5 2-1 1,3 4 1-16,-7 0-1 0,-3 6 3 16,-4 4-3-16,-4 6 0 15,0-2-7-15,0 2 4 16,0 0-5-16,-2-2 1 16,-1 4-11-16,-4 0 17 15,2 4-14-15,3-2 1 16,4 2 2-16,0-2-19 15,0 2-11-15,4 2 18 16,0 4 12-16,8 2-2 0,-1 4 14 16,2 0 1-16,5-2-1 15,-3 4 0 1,1-2 1-16,3 1-1 0,-6 1 0 16,-1 1 1-16,5-1-1 15,-11-4 8-15,-2 0 5 16,-1-1 13-16,-6-1-11 15,1-2 1-15,-6 2 19 16,-1-2-1-16,-7 2 7 16,3-4-19-16,-7-2-2 15,1-4-7-15,4 2-4 16,-1-4-9-16,5-4-8 16,3 0-105-16,3-4-139 15,10-40-378-15</inkml:trace>
  <inkml:trace contextRef="#ctx0" brushRef="#br0" timeOffset="175454.07">13175 13257 1634 0,'0'0'266'0,"0"0"-172"0,2 0-40 0,3 0-48 0,-1 1-4 0,1-1 31 0,0 0 24 0,3-1 28 0,3-2-7 0,1-3-16 16,1-2-8-16,3-3 13 15,-5 0-17-15,-5 0-13 16,-2 2-4-16,2-3-27 16,-4 2-5-16,-2-2 10 15,-2 4-10-15,-4 5 0 16,2-2-1-16,-5 3-18 16,-4 2 9-16,-5 2 3 0,0 6-4 15,-4 4-4-15,2 4 14 16,0 4 9-16,5 2 3 15,4 0 5-15,-1 2-17 16,12-2 2-16,4-1-1 16,10-2 12-16,-1-2-5 15,10-1 10-15,-1-6 27 16,5-4-2-16,0-4 20 16,1-4-22-16,-1-6-16 15,2-2-25-15,0-4 0 16,-2 4-51-16,-5-2-123 15,-4-1-171-15,6-19-479 16</inkml:trace>
  <inkml:trace contextRef="#ctx0" brushRef="#br0" timeOffset="176769.51">14546 12851 1472 0,'0'3'322'0,"0"4"-214"16,0 8-6-16,0 9-31 0,2 4-40 0,2 6-16 0,7-4-3 0,1-2-10 0,-1-6 14 0,-3-2-4 16,-1-4 3-16,0-6-4 15,-5-4-2-15,-2-2-8 16,0-2 13-16,0-2-13 15,-2 0 19-15,2 0 4 16,-2 0 12-16,-3-2 39 16,-4-4 12-16,-2-2-48 0,-5-2-21 15,-1-10-5 1,1-4-13-16,1-8 0 0,6 0 0 16,0-2-8-16,4-7 8 15,5 1-24-15,3 3-18 16,3 1 24-16,0 5 3 15,6 7-2-15,-3 4-11 16,-2 6 28-16,6 4-6 16,2 4-14-16,-1-2 4 15,1 6 16-15,4 2-9 16,-1 2 7-16,-1 8-7 16,-2 4-19-16,1 8 26 0,-4 4 1 15,-3 4 1-15,-5 0 6 16,-2-6 16-16,-2-2-21 15,-2-1 9-15,-2-7 66 16,-6 4-32-16,-3-2-28 16,-2-2-7-16,-8 0-7 15,1 0 4-15,-3-2-6 16,3-4-60-16,0 0-74 16,6-4-185-16,-13-10-1295 15</inkml:trace>
  <inkml:trace contextRef="#ctx0" brushRef="#br0" timeOffset="177288.29">14970 12970 1963 0,'0'0'260'0,"-4"0"-124"0,4 0-22 0,0-2-87 0,0 2-6 0,0 0 15 0,0 2 12 0,0-2-16 0,-2 4-14 0,-2 6-18 0,-3 4 18 16,-1 6-7-16,-2 2-2 16,6 0-2-16,4-2-6 15,2-4 7-15,5-2-8 16,0-2 0-16,-1-6-1 16,1-2 1-16,3-6 0 15,-2 0 10-15,5-4 2 16,1-6 5-16,1 0-11 15,1-6 1-15,-5-2-6 16,-5-2 5-16,-1-2 2 0,-7 4-2 16,-3 6-6-16,-3 2-2 15,-5 6-4-15,-1 6-13 16,-7 4 7-16,-3 8-18 16,2 0-104-16,0 6-115 15,-12 22-306-15</inkml:trace>
  <inkml:trace contextRef="#ctx0" brushRef="#br0" timeOffset="177914.06">15519 12919 1363 0,'-2'-1'459'0,"2"-1"-362"0,-2 0 44 0,2 2-49 0,-2 0-47 0,2-2-8 0,-5 2-4 0,-1 2-12 0,-6 0 0 0,-1 1-6 16,-5 4 21 0,-7 4-24-16,4 2 29 0,-2 3-2 15,3 0-30-15,4-2 3 16,8 4-11-16,3-2-2 15,5-2-12-15,5 0-6 16,6-6-5-16,4 4-53 16,7-4-2-16,7-2 16 15,2 2-33-15,-2-4 36 16,3-4 9-16,-8 2 28 16,-3 0 22-16,-10 0-5 15,-3 4 0-15,-3 2 6 16,-5 0 8-16,-3 6 1 0,-7 0 21 15,1 2 32-15,-7 1-19 16,-1-2-2-16,-4-1 26 16,1-2-28-16,-3 1-12 15,0-3-1-15,2-2-2 16,-1-2-23-16,6-2-1 16,3-3-11-16,2 2-118 15,4-6-151-15,22-22-763 16</inkml:trace>
  <inkml:trace contextRef="#ctx0" brushRef="#br0" timeOffset="178222.17">15814 12980 1708 0,'0'0'514'0,"0"0"-409"0,0 2-10 0,2-2-86 0,-2 4-9 0,0 4 0 0,-2 6 15 0,-1 4 15 0,3-2-9 16,0 4-9-16,3-2-6 0,-1 0-5 15,0-6-1-15,-2 2-27 16,-4-4-160 0,-23 4-309-16</inkml:trace>
  <inkml:trace contextRef="#ctx0" brushRef="#br0" timeOffset="178466.33">15726 12781 1872 0,'0'0'494'0,"0"0"-326"0,0-2-14 16,0 2-92-16,0 0-49 15,0 2-13-15,3-2-10 16,-3 0-59-16,2 2-208 16,-7 8-362-16</inkml:trace>
  <inkml:trace contextRef="#ctx0" brushRef="#br0" timeOffset="179306.63">16188 12581 1648 0,'-2'-2'380'0,"-1"2"-199"16,-1-2-16-1,2 0-46-15,2 2-77 16,2 0 7-16,-2 0 7 0,0 0-20 16,2 0-14-16,-2 0-7 15,2 4-15-15,-2 4 0 16,0 8 0-16,0 10 22 16,0 8 11-16,0 6-15 15,3 6-3-15,1 2-3 16,2 1-10-16,1 2-2 15,0-2 6-15,2-1-5 16,-5-8-1-16,1-8 1 16,-3-8 4-16,2-4-5 15,1-4-1-15,-3-8 1 0,1-2 1 16,-1 0-1-16,0-4 0 16,0-2-8-1,0 2 7-15,5-2-6 0,-5-2-13 16,7 0 20-16,4-4 9 15,10 0 17-15,0 0-26 16,-2-4-5-16,-3 0-6 16,-1-4-4-16,0 2 2 15,-3-4-2-15,3-4-15 0,-6 2-24 16,-2-6 10 0,-2 2-7-16,-5-2 8 0,-2 6 13 15,-2 4 21 1,-3 6 8-16,0 4 1 15,3 2 6-15,0-1-6 0,-3 6 6 16,1 1-6-16,0 3 1 16,-3 7-1-16,3 7 1 15,4 1-1-15,4 2 7 16,1 0-6-16,1-2 0 16,1-6 0-16,-1 0-1 15,2-10-1-15,-4-2-139 16,-2-2-182-16,-4-18-532 15</inkml:trace>
  <inkml:trace contextRef="#ctx0" brushRef="#br0" timeOffset="179540.15">16210 12751 1722 0,'9'-2'300'0,"2"-2"-188"0,11 0 23 0,12-4-73 0,5 4-47 0,4 0-15 0,-1-2-104 0,-2 0-168 15,39-20-594-15</inkml:trace>
  <inkml:trace contextRef="#ctx0" brushRef="#br0" timeOffset="179833.74">16495 12811 1930 0,'0'0'272'0,"0"0"-88"16,0 0-50-16,0-4-73 0,2 4-1 15,-2 0 11-15,0 0-23 16,3 0-41-16,-3 0-7 15,0 0-24 1,0 0-94-16,0 0-86 0,2 0-104 16,2-16-681-16</inkml:trace>
  <inkml:trace contextRef="#ctx0" brushRef="#br0" timeOffset="180552.69">16732 12847 817 0,'0'0'1264'0,"0"0"-1113"0,0 0-62 0,2 3-77 0,0 2-12 16,0 8 0-16,2 6 13 0,1 3 19 0,-1 3-14 0,1-3-9 15,-3-4-2 1,1-4 10-16,1-6 23 0,-4 0-5 16,2-6-2-16,-2-2-6 15,2 0 9-15,-2 0 6 16,5-2 10-16,-3 0-7 15,2-6-16-15,5-2-16 16,3-2-1-16,0-4-3 16,2-6-8-16,-1 0-1 15,6-3-1-15,-2 6-12 16,1 1-11-16,-2 7-9 16,1 1-8-16,2 6-10 15,-4 2-1-15,5 0 34 16,0 0 9-16,2 2-5 15,-1 0 13-15,0-1-7 0,-3 1 8 16,3-3 0-16,-8-1 0 16,1-2 1-16,-4 2 1 15,3-4-2 1,-5 4-1-16,-4-6 1 0,-4 2 15 16,-2 0 4-16,-2 0-13 15,-6 4 11-15,-5 0-11 16,-3 4 7-16,-7 6 1 15,-2 10-1-15,-4 6 10 16,5 6 2-16,6 4-15 16,4 3-10-16,16-5 0 15,16 2 1-15,15-6 19 16,14-2-8-16,10-4-6 16,14-10 30-16,0-6-36 0,5-6 0 15,-12-8-132-15,0 0-213 16,36-28-583-16</inkml:trace>
  <inkml:trace contextRef="#ctx0" brushRef="#br0" timeOffset="185222.84">3626 14951 1078 0,'-2'0'273'0,"2"0"-117"16,0 0-8-16,0-2-79 0,0 2-39 0,0 0-24 0,2 0-6 0,-2 0-2 0,2 0 2 0,-2 0 8 0,0 0 34 15,0 0 4-15,-2 0 16 16,2 0-20-16,-2 0-3 15,4 0-5-15,-4 0 10 16,2 0-11-16,2 0 6 16,-2 0-26-16,0 0 1 15,0 0-14-15,0 0-17 16,0 0 16-16,0 10 1 16,-2 2 53-16,2 8-19 15,-3 6 8-15,1 0-6 0,2 6-1 16,0-2-13-1,2-2 10-15,3 2-8 0,-3-7-12 16,0-4 1-16,2 2-5 16,-1-7-7-16,2 0 0 15,-3 2 6-15,0-2-7 16,0 4 0-16,0 0 1 16,-2-6-1-16,3 4 1 15,-3-2-1-15,0-8 1 16,0 4-1-16,0-4 0 15,0-4 1-15,0 2-1 16,0-4 0-16,0 0 0 0,0 0 1 16,-3 0-2-16,3 0 1 15,0 0-1-15,0 0 1 16,0 0 0-16,0 0 0 16,3 0-1-16,-3 0 0 15,0 0 1-15,-3 0 0 16,3 0-1-16,0 0 1 15,0 0 0-15,0 0 0 16,0 0 0-16,3-20-29 16,-8 6-16-16,1-4 12 15,-3-8-33-15,2-2 6 16,1-2-6-16,0 2-10 16,-1-4 49-16,1 1 6 0,0 1 4 15,0 6 17-15,4 2 0 16,-3 8 18-1,3-2 6-15,3 8-15 16,-3-2 3-16,4 4-11 0,-4 0 0 16,2-4 1-16,2 4 7 15,-2-2-3-15,0 0-5 16,1 2 28-16,-1 2 2 16,0-2-7-16,-2 0-3 15,0 4 12-15,0 0-13 16,0 2-11-16,2 0-2 15,-2 0 7-15,2-2-5 16,0 2 1-16,6-8 2 16,-4 6-12-16,0-4 0 15,3 6-12-15,-1 6 5 0,6 4 7 16,5 8 34-16,4 4-11 16,6 4-16-16,2 2 7 15,0-2-13-15,0 0 6 16,2-3-7-16,-6-5-1 15,1-7 1-15,-6 6 1 16,0-12 1-16,-7 8 4 16,-4-8-5-16,0 3-1 15,-4 1-1-15,1-1 0 16,-4 2-10-16,3-2 11 16,-3 2 6-16,0-2-5 15,0-2 8-15,-2 2-9 16,2-4 0-16,2-4 5 0,-4 4-4 15,2-2 9-15,-2-2-9 16,0 0 1-16,0 0 8 16,0-2 8-16,0 2 8 15,0 0-1-15,0-4 13 16,2 4 34-16,-2-8 9 16,4-2-20-16,0-12-26 15,3-4-20-15,-1-10-9 16,2-1-6-16,0-3 0 15,-1 0 6-15,4 0-5 16,-2 4-1-16,-2 4 0 16,1 2 1-16,-1 2-1 15,0 4-5-15,0 4 5 0,-3 8 0 16,-4 6 1-16,2-2-1 16,-2 4-1-1,2 4 1-15,-2 0-2 0,0 0-25 16,-2 0-15-16,4 0-10 15,-2 0-28-15,3 0-49 16,-3 0-31-16,4-5-125 16,6 4-498-16</inkml:trace>
  <inkml:trace contextRef="#ctx0" brushRef="#br0" timeOffset="185977.18">4542 14981 971 0,'-5'0'706'0,"0"-2"-573"0,-4 2-19 0,3 0-37 0,0 0-49 0,1 0-16 0,0 2-11 0,5-2 0 0,-2 0 28 15,2 0 16-15,0 0 16 16,-2 0-4-16,-1 0-1 16,-1 0-5-16,-4 4-20 15,1-4 7-15,0 4-10 16,-2 0 4-16,3 0 10 16,-5 2-23-16,3 0-5 15,0 6 2-15,-3 2-5 16,-7 12 5-16,5 2-5 0,-3 6 4 15,5 2-14 1,4-8-1-16,4-2 0 16,6-3-6-16,0-7 5 0,-1 0 0 15,6-8-7-15,-1-4 7 16,5 0-5-16,5-8 1 16,5 4 5-16,5-8 1 15,-2-2 21-15,1-4-21 16,-4-2 4-16,1-4 7 15,-6-2-12-15,1-3 8 16,-6 1 2-16,-1-4-9 16,-5 4 0-16,1 2-1 15,-5 4-1-15,-4 2-7 0,-2 4 16 16,-1 2-4 0,-3 6 13-16,-2-6-8 0,-1 6-3 15,-5 0-6-15,3 4-8 16,-3 2 7-16,-3 4-5 15,-2 6 6 1,-3 0-9-16,4 2-11 0,0 0-115 16,5-2-103-16,1 2-109 15,5 8-1174-15</inkml:trace>
  <inkml:trace contextRef="#ctx0" brushRef="#br0" timeOffset="187500.59">6593 14899 1549 0,'0'0'243'0,"-2"0"-116"0,2 0-4 0,0 0-48 0,0 0 0 0,0 0-27 0,0 0-10 0,0 0-10 0,0 0 19 0,2 0-22 15,-4 0 5-15,2 0-16 16,16 12 23-16,-5 0 8 0,5 4 9 15,6 4-28-15,2 2-16 16,5-4-9-16,5 0 11 16,-1-2-12-16,-2-6-11 15,2-10-51 1,2 0-95-16,-4-4-104 16,36-22-238-16</inkml:trace>
  <inkml:trace contextRef="#ctx0" brushRef="#br0" timeOffset="187787.3">7012 14839 1636 0,'0'2'287'0,"-2"-2"-148"15,2 0-32-15,-2 6-65 16,0 8-8-16,-4 8 34 15,-4 12-25-15,-5 8 37 16,-1 6-38-16,1 2-17 16,-4 0-17-16,4-2-7 15,-1-3 6-15,5-1-7 16,-2-8-1-16,2 0 0 16,0-10-56-16,1 0-63 15,6-4-79-15,0-2-130 16,-9 6-597-16</inkml:trace>
  <inkml:trace contextRef="#ctx0" brushRef="#br0" timeOffset="188307.39">7115 15312 714 0,'0'0'1148'16,"0"0"-998"-16,4-4-23 16,1 4-68-16,2-2-35 0,8 0-2 15,3-4 10-15,2-4 38 16,2-6-11-16,-2-2-8 15,3-2-14-15,-6-1 20 16,1 2-33-16,-5-2-13 16,-3 3-11-16,-4 4 0 15,-3 0-1-15,-3 0-5 16,-5 6-18-16,1 4 6 16,-3-4 16-16,-2 6 1 15,-4 2-5-15,-3 6 6 16,-8 4 0-16,-1 10 1 15,-4 7 5-15,5 5-6 0,-1 8-9 16,9-8 9 0,3 2 0-16,9-2 0 0,2-12-1 15,4-2-5-15,0-10 6 16,2 0 0-16,7-2 19 16,3-4-19-16,8-2 19 15,2-4-19-15,10-8-90 16,6-6-130-16,0-2-89 15,47-42-505-15</inkml:trace>
  <inkml:trace contextRef="#ctx0" brushRef="#br0" timeOffset="188735.8">7556 15037 1676 0,'-2'0'336'0,"-3"-2"-177"0,-4 6-94 0,-1 0-52 0,-7 8-5 0,5 2 1 0,-5 4 13 15,5 0 25-15,3-4-10 0,0-4-7 16,9-2-16-16,7 5-13 15,1-4 6-15,5 5-7 16,10-1 8-16,-1 1-8 0,5-1-15 16,-4 1-5-16,1 3 4 15,-2-7 1-15,-9 2 15 16,-5-2 5-16,-6-6-3 16,-4 0 26-16,-6 2 34 15,-3 2 34-15,-9 2-23 16,-5 6-31-16,-6-2-19 15,3-8-7-15,1 2-4 16,5-4-10-16,9 0-2 16,5-2-22-16,4-2-152 15,18-6-335-15</inkml:trace>
  <inkml:trace contextRef="#ctx0" brushRef="#br0" timeOffset="190761.61">11903 14748 1379 0,'-2'0'228'0,"2"0"-111"0,-2 4-36 15,2-4-54-15,-2 0-17 0,4 0 1 0,-2 0 26 0,0 0 2 16,0 0 2-16,0 0-11 16,0 0-9-16,2 0 0 15,-2 0-11-15,0 0 13 0,0 0 28 16,-2 0 1-16,2 0-11 15,0 0-5 1,0 0 4-16,0 0 5 0,0 0 5 16,0 0-17-16,0 0-9 15,0 0-2-15,0 0-20 16,-2 23 44-16,-5 3 4 16,7 10-25-16,1 6-10 0,7 2 17 15,1 2-19 1,-1 2-2-16,4 0-10 15,1-4 0-15,-4-2-1 16,-2-7 0-16,-3-3 0 16,1-6 0-16,-3-8-1 15,-2-4-33-15,2-10-43 16,-2 0-34-16,0-4-120 0,-2 0-75 16,-21-21-763-16</inkml:trace>
  <inkml:trace contextRef="#ctx0" brushRef="#br0" timeOffset="191085.91">11863 14784 1776 0,'-3'0'338'0,"6"0"-163"0,-3 0-44 0,3-1-86 16,-1 1 3-16,2-3-23 0,7 2-19 0,9-2 18 0,5-1 12 0,8-2-6 0,5-3-22 0,-3 4-8 0,-1 1-8 15,-7 0-76 1,-3 4-211-16,14-4-209 16</inkml:trace>
  <inkml:trace contextRef="#ctx0" brushRef="#br0" timeOffset="191301.15">11899 15035 1183 0,'0'0'842'0,"2"-2"-628"16,0-2-88-16,9 0-66 16,3 0-24-16,10-2-10 15,0 0-17-15,5 0-9 16,3-2-23-16,1 4-127 0,56-14-225 15</inkml:trace>
  <inkml:trace contextRef="#ctx0" brushRef="#br0" timeOffset="192607.76">12506 14895 1344 0,'-2'-2'318'0,"-2"0"-153"16,0 2-78-1,-3-2-18-15,-5 2 7 0,-1 0-11 16,-2 4-2-16,-7 4-17 16,-1 4-25-16,-4 2 0 15,6 4 9-15,3 4-3 16,2 2-12-16,5 0 5 16,6 0-14-16,8 2-5 15,1-8-1-15,8-4-4 16,-2-4 4-16,3-4 0 15,3 0 3-15,-3-10 12 0,4-2-4 16,0-2 1-16,1-6-3 16,-5 2-8-16,3-8 0 15,-7 0-1-15,-3-2 1 16,2-2-1-16,-6 2-8 16,-2 0 8-16,0 8 8 15,-2 6-8-15,2 8-15 16,-4-4 0-16,2 8-8 15,0 0 8-15,0 10 14 16,-2 12-6-16,4 0-10 16,4 2 16-16,6-2 2 15,3-6 3-15,-1-4-3 0,5-6-1 16,-2-2-4-16,1-4-4 16,-4-8 8-1,7-6 12-15,-1 2 0 0,-1-10-12 16,2 2-5-16,-6-4 5 15,1-2 0-15,-8 0-15 16,-2-6 13-16,-2 2-20 16,-4 0-1-16,-2-4 22 15,0 6-5-15,-6-2 5 16,-3-1 2-16,4 1 5 16,-2-2 2-16,2 2-8 15,-2 0 0-15,3-2 1 0,2 10 2 16,4 0 10-16,0 8-11 15,0 2-1 1,2 8 2-16,0 0 6 0,0 0-5 16,0 0-4-16,0 0-3 15,0 0 2-15,-2 4-4 16,2 6 5-16,0 16 13 16,2 6 17-16,2 16-7 15,4 6-23-15,7 1 1 16,2-5 1-16,3-4 5 15,5-2-6-15,-4-8 0 16,-2-2-1-16,-3-10 0 16,1-6-1-16,-5-4 1 15,-3-6 0-15,-1 2 5 16,4-8-4-16,-3 0-2 16,-3 0 6-16,3-4-5 0,7-2 6 15,-3-10 6-15,1-4-6 16,3 2-5-16,-3-6-1 15,-3 0 0-15,-1 0 0 16,2-2 9-16,-10 2 3 16,-2 4-12-16,0 4 18 15,-4 0 0-15,2 6-7 16,0-4-1-16,-6 6-10 16,6 2-7-16,-2 4-10 15,2 0 5-15,0 0 2 16,-1 2-11-16,1 6 15 15,2 6 0-15,2 6-2 16,5-2 7-16,1 4-10 16,9 0 11-16,-4 2 2 0,7-2 5 15,-7-4 0-15,1 2-6 16,-1-6 6-16,-6 2 12 16,-5-4 2-16,0-4 9 15,-2-2-3-15,-2-2-15 16,-3 4 9-16,-6-2 8 15,-2 2-11-15,-3 2-6 16,-3-6-5-16,5 0-7 16,1-4-38-16,-1-4-82 0,8-6-139 15,14-44-609 1</inkml:trace>
  <inkml:trace contextRef="#ctx0" brushRef="#br0" timeOffset="192989.67">13372 15051 1839 0,'0'-2'297'0,"6"-4"-112"0,3 0-70 0,7-4-71 0,6-6-8 0,0 0 12 0,1 0-12 0,-6 4-8 0,-5 0 34 0,-6 6-13 16,-6 6-1-16,-4 0-1 15,2 0-34-15,-7 0 2 16,2 6-15-16,-11 6-4 16,-6 6 2-16,3 4 2 15,4 2-7-15,5-2 6 16,12 0-8-16,8-6 7 15,0 4 2-15,7-4-6 16,6-2 5-16,1-8 1 16,3-2-18-16,11-5-58 15,3-8-109-15,8-3-173 16,106-44-1042-16</inkml:trace>
  <inkml:trace contextRef="#ctx0" brushRef="#br0" timeOffset="194048.21">14929 14660 1445 0,'-2'-2'758'0,"2"2"-587"0,-3 4-4 0,1 12-97 0,2 14 4 0,2 14-29 0,1 2-11 0,3 3 1 16,1-5 7 0,4-4-14-16,-4-8-10 15,-1-6-7-15,0-12-5 0,-5-4-5 16,2-6 0-16,-3 0 0 16,0-4 15-16,-3 0-4 15,2-4-1-15,-7-2 5 16,-1-6-16-16,-7-2-9 15,1-12-19-15,-3-6-13 16,1-4-2-16,1-8-5 16,7-5-8-16,0 3-4 15,9 2 23-15,3 8-7 16,3 2 38-16,-2 12 0 16,3 8 6-16,-4 6 15 0,3 8-15 15,3 6-3 1,6 4 3-16,6 6 24 15,8 10 3-15,6 4-13 16,-2 4-8-16,7-2 6 0,-1-4-2 16,-6-2-1-16,-2-8 6 15,-6-5 3-15,-1-3 2 16,-6-6-5-16,0-4 3 16,2-4 0-16,0-2 0 15,1-2 3-15,-4-5-5 16,-3-1-1-16,-6 1 3 15,-1-6 5-15,-7-3 8 16,-5 0-20-16,-1-2 8 16,-6 0 4-16,-3 2-17 15,3 4 1-15,-1 2-6 0,3 0-1 16,-2 4 2-16,5 2-2 16,1 4-10-16,2 2-39 15,1 0-77-15,-2 4-138 16,-12 18-289-16</inkml:trace>
  <inkml:trace contextRef="#ctx0" brushRef="#br0" timeOffset="194468.42">15524 14779 1797 0,'0'0'459'0,"1"0"-353"0,7-3 31 0,7-1-97 0,3-2-22 0,7-3-16 0,-3 0 5 0,-4-5-6 0,-5 2 0 0,-4 2 17 16,-4 2-17-1,-5-2 8-15,-7 2-7 0,0 0 5 16,-6 2 5-16,-8-2 6 16,2 12-9-16,-8 2-9 15,0 6 0-15,-4 10 8 16,4 0 2-16,7 6-10 0,5 4 0 16,10-2-2-16,8 1 2 15,9-9-1-15,2-2 1 16,6-2 6-16,7-6 6 15,2-2-10-15,2-6-2 16,4-6-48-16,1-6-171 16,0-4-147-16,53-42-854 15</inkml:trace>
  <inkml:trace contextRef="#ctx0" brushRef="#br0" timeOffset="194986.97">16011 14702 1815 0,'-4'0'351'16,"2"0"-195"-16,-7 2-47 16,0 6-85-16,-2 6-4 15,-4 3-13-15,-3 6 11 16,5 0 14-16,-3-1-17 15,7-4-3-15,5 0-5 16,4-10-7-16,2 2-2 16,2-6 2-16,3-4-6 15,1 0 5-15,4-4-2 0,5 4 3 16,4-10 9 0,-6 6 0-16,1 4-9 0,-8 1-11 15,2 16 11 1,-4 7 12-16,3 18 12 0,4 14-12 15,-3 18-3-15,-2 11 0 16,2 9 29-16,5 6-26 16,-4-4-12-16,-6-20 12 15,-6-17-7-15,-12-23 4 16,-12-18-8-16,-4-9 19 16,-2-6-8-16,0-7 3 15,2-18 1-15,10-13-11 16,7-11 1-16,12-22-5 0,12-6-1 15,9-12-10 1,14 2-22-16,4-2-29 0,10 11-143 16,7 9 31-1,-3 16-100-15,1 4-57 0,57-34-158 16</inkml:trace>
  <inkml:trace contextRef="#ctx0" brushRef="#br0" timeOffset="195786.22">16460 14702 1204 0,'-7'0'504'0,"0"0"-366"0,-6 2-56 0,-10 6-47 0,4 2 19 0,-10 4 19 0,0 7-2 0,2 2 5 0,2 4-5 0,6-1-50 15,9 2-15-15,6-10-6 16,6 0 11-16,5-4-11 15,1-6 0-15,2-4 0 16,1-4 0-16,9-6 16 16,-3-2-16-16,6-6-3 15,-1-2-42-15,-2-2 27 16,-4-2 11-16,-4 4 7 16,-6 6-1-16,-2 6 1 15,-8 4-19-15,4 1-8 16,-3 6 3-16,3 3 23 15,0 8 1-15,3 0 0 16,4-6 0-16,1 0-2 16,5-4-4-16,7-6-6 15,1-2 12-15,4-6 20 0,-4-4-10 16,0-4-8-16,-3-4 11 16,1-8-7-16,-3 2 18 15,-1-7 11-15,1-5-4 16,-7 0-17-16,-5-2 8 15,-4 2 1-15,-4-4 1 16,-2 2-11-16,-1 4 4 16,-5 2-7-16,6 6 1 15,-1 4 5-15,1 5-16 16,1 10-4-16,3 0-16 16,-1 7 19-16,3 0-29 0,-6 8 1 15,-1 6 26 1,-1 11 3-16,-6 13 21 0,-1 10 20 15,3 4-25-15,6 8 7 16,3-4-14-16,6 0-9 16,1-7-5-16,2-9 5 15,4-12 0-15,1-8 0 16,0-6 1-16,-2-8 7 16,0-2-8-16,4-6 8 15,1-4 7-15,-1-4-2 16,5-4-13-16,-5-3-4 15,-4 2 4-15,-4 7 0 16,-3 4 0-16,-2 2-1 16,4 8-21-16,3-1 1 15,7 12 20-15,3-3-4 16,5 0 4-16,5 0-33 16,-2-6-18-16,1-4-50 0,-2-4-83 15,-3-8-115-15,-5-24-650 16</inkml:trace>
  <inkml:trace contextRef="#ctx0" brushRef="#br0" timeOffset="195980.69">16687 14534 1430 0,'14'-4'539'0,"1"0"-430"0,20-4 20 0,6 2-37 0,3-2-68 0,0-1-24 0,-5 2-177 0,32-15-404 16</inkml:trace>
  <inkml:trace contextRef="#ctx0" brushRef="#br0" timeOffset="196218.26">16888 14618 2175 0,'-3'0'347'0,"6"0"-115"16,-3 0-82-16,0 0-106 15,0 0-31-15,0 0-13 16,0 0-19-16,4 0-127 16,-2 6-214-16,2-8-450 15</inkml:trace>
  <inkml:trace contextRef="#ctx0" brushRef="#br0" timeOffset="196884.72">17052 14779 2070 0,'-2'0'293'15,"4"0"-104"-15,-2-3-71 16,2 6-104-16,5-2-14 0,-3 8 0 16,4 0 21-1,0 9 23-15,3 3-10 0,1 3-2 16,-2-2-11 0,0-6-11-16,1-2-9 0,0-10 11 15,-2-4 6-15,9-8 13 16,4-14-10-16,2 0-15 15,1-13-6-15,-3 6 0 16,-2-2-1-16,-4-3-4 16,0 6-12-16,-6 0-20 15,-1 8-49-15,-5 10-50 16,0 2 46-16,-2 16 4 16,0 0 61-16,2 10 25 15,5 4 9-15,-1 0-8 0,8-2 20 16,2-6 10-1,4 2 5-15,1-7 14 0,-3-5 20 16,2-3-11-16,0-1-17 16,1-4-12-16,-2-4-9 15,4-3-14-15,-4-2 8 16,-4-3-15-16,-8 6 1 16,-4 0 12-16,-10 2-2 15,-4 4-5-15,-8 2-6 16,-4 4 9-16,-4 10 7 15,2 6 1-15,0 4-8 16,15 5 3-16,8 1 1 16,15 4 5-16,22-2 21 15,21-6-16-15,21-4-23 16,17-10-12-16,8-10-206 0,143-36-569 16</inkml:trace>
  <inkml:trace contextRef="#ctx0" brushRef="#br0" timeOffset="-167294.47">3906 15775 1419 0,'-2'0'312'0,"2"0"-196"0,-4 0-86 0,6 0-29 0,-2 0 8 0,2-4-8 0,0 4 9 0,-2 0-2 0,0 0 10 0,0 0-12 0,0 0-6 0,3 0-1 0,-3 0-107 0,3 0-243 16,12 4-867-16</inkml:trace>
  <inkml:trace contextRef="#ctx0" brushRef="#br0" timeOffset="-166754.06">3815 15661 1339 0,'0'-2'268'16,"0"2"-115"-16,-2 0-55 15,0 0-37-15,4 0-5 16,-4 0-7-16,4 0-26 16,0 0-5-16,-2-4 21 15,2 4-15-15,2 0-9 0,4-4-9 16,3 0-5-16,9-5 3 15,4 4-4-15,10-8-7 16,-1 4 6-16,1-5-29 16,-1 0-60-16,-4 1-48 15,-2 4-47-15,-8 5-19 16,8-1-145-16</inkml:trace>
  <inkml:trace contextRef="#ctx0" brushRef="#br0" timeOffset="-166554.85">3943 15641 1129 0,'-3'4'247'0,"1"-4"-20"15,-5 0-104-15,7 0-54 0,2-4-62 16,7 0 7-16,3 4-8 16,3-8 3-16,9 2-8 15,5-6 5-15,0-2-6 16,5 0-2-16,-1-3-110 15,-8 8-202-15,15 4-389 16</inkml:trace>
  <inkml:trace contextRef="#ctx0" brushRef="#br0" timeOffset="-166423.72">4029 15705 1143 0,'-2'0'369'0,"2"0"-131"15,-2-2-152-15,10 0-71 16,8-4-14-16,11-4-1 15,15-6-41-15,101-42-178 16</inkml:trace>
  <inkml:trace contextRef="#ctx0" brushRef="#br0" timeOffset="-164714.39">7106 15709 1167 0,'0'0'269'0,"0"0"-110"0,-2 0-60 0,0 0-32 0,2-4-25 0,-2 4-19 0,2-2-2 0,0 2 9 0,0 0 4 0,-3 0-10 0,3 0-9 0,0 0-1 16,0-2-8-16,0 4-5 0,0-2 5 15,3 0-1-15,-1-2-5 16,0 0-27-16,9 2 27 16,0-4 15-16,9-4-15 15,7 0 0-15,0 2-1 16,-1-4-19-16,3 6-28 16,-2-4-16-16,-7 2-80 0,-2 2-131 15,9 4-238-15</inkml:trace>
  <inkml:trace contextRef="#ctx0" brushRef="#br0" timeOffset="-164489.65">7117 15835 847 0,'0'0'630'16,"0"0"-461"-16,0 0-76 15,0 0-58-15,2-2-4 16,3-2-2-16,4 0-2 0,4 0 18 16,7-2-12-16,5-2-6 15,6-2-27-15,7-6-6 16,74-30-225-16</inkml:trace>
  <inkml:trace contextRef="#ctx0" brushRef="#br0" timeOffset="-160577.83">19194 14337 588 0,'0'0'1048'0,"-5"0"-884"0,0-5-85 0,1 2-25 0,2 1-33 0,-3 0 9 0,5 2-6 0,0-2 8 0,0 2-5 0,0 0 6 0,-2 0 1 0,2-2 1 16,0 2-13-16,-2 2 16 16,2-2-8-16,-2 0-5 15,-2 0-17-15,-4 0 5 16,0 2 4-16,-1 0-16 16,-5 8 10-16,-1-4-4 15,-6 12 13-15,-3 4 2 16,-7 10-1-16,-3 8 11 0,-6 13 13 15,5 9 13 1,2 0-28-16,6 6-10 16,11-2-8-16,11-2-11 0,10 1 0 15,11-1-1-15,8-10-2 16,5-6 1-16,7-4-10 16,6-13 1-16,3-8-35 15,-3-10-39-15,2-8-108 16,45-19-277-16</inkml:trace>
  <inkml:trace contextRef="#ctx0" brushRef="#br0" timeOffset="-159342.52">19325 14558 975 0,'-2'-2'852'0,"0"0"-652"15,-3 0-65-15,2-6-56 0,-1 6-31 0,4 2-22 0,0-2-8 0,0 2-11 0,3 0 4 0,-3-2-10 0,1 2-1 0,-1 0 11 0,0 0-5 16,0 0 4-1,3 0-10-15,-3 0 0 16,0 0-1-16,-3 0-5 0,6 4-7 16,-3 8 1-1,2 8 12-15,3 16 1 16,1 6 0-16,3 2 0 0,7 0-1 16,-1-8-2-16,-1-5-5 15,1-5 7-15,-6-8-6 16,-4 0 6-16,-3-12 1 15,0-2-1-15,-2 0-1 16,0 0 1-16,-4-8 0 16,-1-2 0-16,-4-2-22 15,-4-10 5-15,2-8 10 16,-5-5 7-16,1-5 0 0,3-2 0 16,2-2 1-1,2 0 0-15,4 4-1 16,2 2 1-16,0 4 6 0,4 6-5 15,0 2 5-15,1 10-6 16,-2 6-1-16,2 2-1 16,-3 0-5-16,2 4-6 15,3 4 12-15,1 0-1 16,1 4-10-16,7 3 11 16,1 10-1-16,1 3 1 15,3 2 0-15,0 2 0 16,3 4 6-16,-3-6-5 0,8 2 0 15,-4-4-1 1,4-2 0-16,0 0 1 0,-6-4-1 16,2-8 1-1,-5-2-1-15,-5 1-4 16,-1-9 4-16,-4 0 1 0,-3 0 7 16,-3-9 2-16,2 1-1 15,-2-10 17-15,-2-6 13 16,0-2 7-16,-2-8 2 15,0-2-13-15,0 2 14 16,0 0-19-16,-3 6-4 16,3 6-7-16,0 4-18 15,-1 2 0-15,2 7-1 16,1 0-3-16,-3 5-17 16,3 2-26-16,0 2-88 0,0 2-56 15,0 6-149 1,-3 28-473-16</inkml:trace>
  <inkml:trace contextRef="#ctx0" brushRef="#br0" timeOffset="-158894.65">19984 14578 1690 0,'-9'-2'207'0,"5"2"-133"0,-2 0-55 0,0 0-10 0,4 4-8 0,-2 4-1 0,-3 6 9 0,3 2-9 0,-2 6-7 0,3 0 7 0,10 0 9 15,-1-4 16-15,5-2-20 16,1-4-4-16,5-2 16 16,-1-7-16-16,-1-2 1 15,6-9 7-15,-6 2 19 16,3-6-4-16,-7-4 6 16,1 4 17-16,-6-6-10 15,-6 2 22-15,-2 0-8 16,-4 4-21-16,-4-2-12 0,-1 6-6 15,-7 2-12-15,1 6-9 16,-6 2-2-16,1 6-62 16,0 8-121-16,-14 18-149 15</inkml:trace>
  <inkml:trace contextRef="#ctx0" brushRef="#br0" timeOffset="-158375.25">20512 14327 1473 0,'0'0'219'0,"5"-2"-133"0,4 0-44 0,10-4 6 0,6 0 7 0,8-2 17 15,4 2-37-15,0-2-11 0,3 0-17 0,0 2-5 0,-1-2-2 0,-10 0-16 0,-1 6-108 0,-6 2-115 16,-1 2-632-16</inkml:trace>
  <inkml:trace contextRef="#ctx0" brushRef="#br0" timeOffset="-158177.12">20800 14315 1414 0,'0'2'247'0,"0"2"-127"15,0 12-73-15,2 2 29 16,0 13 25-16,3 1-5 16,1 4-9-16,1-2-42 15,4 0-9-15,-2 2-23 16,1-6-12-16,-2 0 3 15,3-6-4-15,-2-2-94 0,-2-4-149 16,-7-8-652-16</inkml:trace>
  <inkml:trace contextRef="#ctx0" brushRef="#br0" timeOffset="-157723.31">21037 14520 1741 0,'0'0'260'0,"4"0"-119"16,-4 0-53-16,4-2-59 15,0 2-22 1,5 2-5-16,2 4 8 0,7 2-2 16,-2 0 11-16,1 8 2 15,2 0-3-15,-4 2-1 16,-1 4-11-16,-8-4 9 16,-1 2-9-16,-5 0 0 15,-5-8 1-15,-1 2-5 0,-6-4-1 16,3-10 16-16,3-4-4 15,-4-6-5-15,-1-10-2 16,5-8 9 0,4-4 13-16,4-6-13 0,9 0-15 15,5 4-2-15,3 2-23 16,12 8 1-16,6 3-53 16,5 9-61-16,2 1-136 15,57 2-834-15</inkml:trace>
  <inkml:trace contextRef="#ctx0" brushRef="#br0" timeOffset="-157257.68">21548 14600 1685 0,'0'-2'215'0,"3"2"-125"0,-1 2-45 0,6-2-32 0,6 0 5 0,2-2 6 0,-1-4-7 0,3-2 11 0,-2-2 10 16,-3-4 14-16,-4 0-2 15,-2 4 10-15,-5 2-15 16,-2-2-17-16,0 4-13 15,-4 0-4-15,1 2-11 16,-3-3 0-16,1 6-6 16,-4 1-2-16,-6 8 2 0,-3 2 5 15,-2 6-5-15,-2 2 6 16,4 10 1 0,2-2 5-16,9 0-5 0,5 0-1 15,6-4 0-15,6 0 1 16,3-6 8-16,3-2 4 15,1 0-11-15,3-6 10 16,1-4-12-16,3-4-9 16,2-4-107-16,1-4-175 15,45-36-657-15</inkml:trace>
  <inkml:trace contextRef="#ctx0" brushRef="#br0" timeOffset="-156605.22">22047 14542 1724 0,'-2'0'285'15,"0"0"-135"-15,-2 0-75 16,1 2-47-16,-1 6-14 15,-5-2-4-15,0 6 8 16,-6 4-3-16,1 8-6 0,3-2 5 16,2-2-5-1,6 0 10-15,3-6 8 0,6-4 2 16,2-4-2 0,-1 0 16-16,-1-6-8 0,4 0-22 15,1-6-2-15,5-2-4 16,-1-4-6-16,5 2 5 15,-7-2-6-15,1 2-1 16,-1 0 1-16,-4 4 5 16,2 0-5-16,-2 2-12 15,5-4-19-15,1 2-5 16,0 0 1-16,8-4-8 16,-3-2 22-16,2-4-11 15,-4-4 16-15,2 0-1 16,-7-11 17-16,-5 2 13 0,-2-5-13 15,-6-8 8 1,-6-3-8-16,-2 1 9 0,-3 8 16 16,-5 4 17-16,1 8 6 15,1 10-1-15,-1 2-16 16,3 6 1-16,2 6-23 16,1 2-8-16,-4 6 0 15,10 12-1-15,1 8 0 16,6 8 1-16,10 8 9 15,3-4-8-15,6 2 7 16,2 1 1-16,1-6-9 16,1 2-1-16,-1-11 0 0,-3-2 0 15,-5-8-34-15,-3-4-109 16,-3-6-92 0,-1-8-89-16,-7-18-431 0</inkml:trace>
  <inkml:trace contextRef="#ctx0" brushRef="#br0" timeOffset="-156459.72">22199 14476 1526 0,'0'-4'521'0,"4"0"-318"0,8-6-118 0,12-3-44 0,10 4-32 0,6-8-9 0,6 6-14 0,6-7-194 0,79-40-788 0</inkml:trace>
  <inkml:trace contextRef="#ctx0" brushRef="#br0" timeOffset="-155099.04">22685 14546 1708 0,'-2'6'283'0,"2"-4"-110"0,-3 6-88 15,6 8-46-15,5-2-18 16,3 4-10-16,1-2-10 16,-1-6-1-16,0-4 1 15,-6 2-1-15,-3-8 2 16,-2 0 23-16,-2-10-7 16,2-2-16-16,-2-6-2 15,2-6-1-15,4-2-6 16,2 0-14-16,5 8 12 15,7-3-12-15,1 14-8 0,-2 5 20 16,5 10 0-16,-2 6 9 16,0 8 2-16,-2 2-2 15,2 2 1-15,-8-2 1 16,-2-2-2 0,-5-8 0-16,-5-4 0 0,0-6 12 15,-5-2 18-15,1-4 9 16,-5 0-15-16,-2-8-12 15,2 0 5-15,0-12-4 16,5 0-11-16,4 0-2 16,2 2-3-16,9 2-24 0,2 2 1 15,5 10 13-15,7 2 2 16,-2 8 10-16,3 6 0 16,2 4-12-16,1 2 4 15,6 4-2-15,-3-2 10 16,2-2 0-16,-6-6 0 15,-1-6-2-15,-4-8 3 16,-7 0 6-16,-3-4-6 16,0-6 2-16,-4-4-1 15,-2-4 7-15,-5 4 2 16,-4-2-10-16,-2 4-7 16,-5 6 6-16,-3 2 1 15,-1 8-1-15,-3 8-7 16,-3 6 7-16,3 8-7 15,5 2 7-15,3 6-17 0,16 0-38 16,3-6-17-16,5-2-22 16,5-8 40-16,0-2 34 15,3-4 15-15,-2-6 6 16,1-4 12-16,-3-6 12 16,3-4 9-16,-6-6 0 15,3-2 7-15,0-8 4 16,2 4-20-16,-4 0-3 15,-3 6-15-15,-5 6-6 16,-3 8-1-16,-3 4-11 16,-2 6-7-16,5 4 19 15,-2 2 15-15,6 4-14 16,-5 2 22-16,1-6 2 16,-3 0-5-16,0-4 1 0,-4-4 22 15,2-4 20 1,-2 0 20-16,3 0-23 0,0-6-6 15,1-4-26-15,7-4-19 16,-3-4-9-16,4 0-10 16,-1 8-38-16,1-2-26 15,-4 8 7-15,-3 6 35 16,1 6 14-16,0 2 8 16,2 4 9-16,3 0 1 15,1 0 0-15,7-2 1 16,6-6-1-16,2-6 0 15,-4-6 0-15,6-10 6 16,-2-6 0-16,-4-4-5 0,1-4 14 16,-6 0-13-1,-2-2 10-15,-5-9 4 0,-7 5-14 16,-11-4 13-16,-6 0-15 16,-5 2 8-16,-2 2-8 15,3 8 0-15,0 10 11 16,0 8-11-16,5 8-7 15,4 4 6-15,-1 8-3 16,1 10 3-16,2 8 0 16,6 8 1-16,8 0 0 15,7 2 0-15,3 0 6 16,9-6-6-16,-3-4-7 0,0-2-78 16,-3-5-187-16,8 3-382 15</inkml:trace>
  <inkml:trace contextRef="#ctx0" brushRef="#br0" timeOffset="-154958.12">23803 14359 912 0,'0'-4'1265'0,"0"0"-936"0,10-4-145 0,11 2-122 0,22-6-47 0,12 4-8 0,19-4-7 15,-1 0-79-15,117-30-470 16</inkml:trace>
  <inkml:trace contextRef="#ctx0" brushRef="#br0" timeOffset="-154574.6">24153 14021 1669 0,'0'0'482'0,"0"8"-380"0,9 6 52 0,8 12-43 16,8 16-39-16,13 8 3 16,7 8 8-16,1 4-11 15,-1 4-17-15,-9 5-26 16,-14-1-29-16,-20-4-63 16,-22-6-17-16,-20-10-92 15,-27-2-197-15,-180 65-447 16</inkml:trace>
  <inkml:trace contextRef="#ctx0" brushRef="#br0" timeOffset="-150952.65">19703 15244 192 0,'0'-4'0'15,"3"-4"-53"-15</inkml:trace>
  <inkml:trace contextRef="#ctx0" brushRef="#br0" timeOffset="-150574.72">19710 15226 328 0,'0'0'234'0,"1"0"-123"0,-1-4-40 16,3 4-55-16,-3 0-16 16,0 0 0-16,0 0-19 15,0 0 19-15,0 0 22 16,0 0 23-16,0 0 15 0,0 0 27 16,-3 0 63-16,3 4 8 15,-1-8-74-15,2 4 27 16,-1 0-59-16,0 0 65 15,0 0-37-15,0 0-26 16,0 0 9-16,0 0-6 16,0 0-9-16,0 0-14 15,0 0 10-15,0 0 13 16,0 0 10-16,0 0-1 16,0 0-6-16,0 0 0 15,0 0 9-15,0 0-21 16,0 0 2-16,0 0-17 0,0 0 0 15,0 0-20 1,17-9 7-16,-3 8 11 0,14-2-2 16,8-2-8-16,15-4-12 15,7 0-8-15,11-4-1 16,5-1 0-16,1 0 0 16,-4 2-10-1,-8 4-71-15,-7 6-138 0,-21 2-119 16,2 9-477-16</inkml:trace>
  <inkml:trace contextRef="#ctx0" brushRef="#br0" timeOffset="-150322.62">19686 15424 1638 0,'0'0'225'0,"0"-2"-59"0,9 2-95 0,10 0-35 0,18-8 28 0,13-2 10 0,22-4-41 0,18-6-15 0,76-20-18 16,44-10-88-16,12-3-379 0</inkml:trace>
  <inkml:trace contextRef="#ctx0" brushRef="#br0" timeOffset="-144100.41">18282 12709 1150 0,'-2'-2'516'0,"2"2"-382"0,-2 0-1 0,0 0 1 0,-1-2-43 15,1 2-8-15,2-2-4 0,0 2-4 0,2 0-16 0,-2-2-4 0,0 2-13 0,0 0-19 0,0 0-5 0,0 0 9 16,3 0 1-16,-3 0-5 16,2-2-13-16,9 2-10 15,2 0 14-15,17-2-1 16,5 0-1-16,13-6-4 15,6 2-7-15,4-4-1 16,9-2-6-16,0 0 6 16,1-2-9-16,0 2-13 15,-13 0-43-15,-12 6-44 0,-14 4 4 16,-18 0-5-16,-9 2 19 16,-9 0 65-16,-6-2 10 15,-3-2-16-15,-8 2-5 16,2-2 25-16,0 0 11 15,7 0 1-15,5 0 1 16,3-2 14-16,3 2-6 16,0 0 9-16,1 0 24 15,3 0-14-15,-3-2-11 16,3 0 13-16,-2 2 19 16,2 0 4-16,-2 1 10 0,0 2-11 15,2 1 10-15,0 0-19 16,0 0-13-16,0 0-16 15,2 0-4-15,-2 0-10 16,0-3 0-16,2 3 0 16,0 0-7-16,4 3-8 15,0-3 15-15,5 4 1 16,5 0 0-16,3 2 0 16,0-2 7-16,-6 4-7 15,1-4-1-15,-6 2 0 16,-3-2-9-16,-3 6 8 15,-4 2 1-15,-3 8 9 16,-3 6-8-16,-8 2 12 16,0 0 4-16,-4-4-17 0,-3 0 12 15,0-6-11-15,2 1-1 16,-3-4-9-16,5-1-34 16,6-2-137-16,-5 6-189 15</inkml:trace>
  <inkml:trace contextRef="#ctx0" brushRef="#br0" timeOffset="-142627.72">19402 12464 1132 0,'0'0'260'0,"0"0"-98"0,-2 0-32 0,2 0-16 0,0 0-4 0,-2-2-31 0,2 2 32 0,0 0-25 0,0 0-17 16,0-1 7-16,0-2 5 15,2 3-12-15,-2-1-4 16,2 1-23-16,3 0-34 15,9-7-7-15,10 3 12 16,14-2-12-16,5-2-1 16,8 0 0-16,-4 2-1 15,-3 2-74-15,-4 0-138 16,-9 4-101-16,8 4-185 0</inkml:trace>
  <inkml:trace contextRef="#ctx0" brushRef="#br0" timeOffset="-142388.58">19585 12475 1521 0,'0'0'291'0,"0"4"-173"16,0-4-38-16,3 4-32 16,4 6 72-16,4 9-21 15,-1 10-2-15,4 5-40 16,-1 2-21-16,-1 2-1 0,-3 0-16 15,-3-2-18 1,1-2-1-16,-4 0-18 0,3-4-122 16,-12-4-142-16,-10 10-390 15</inkml:trace>
  <inkml:trace contextRef="#ctx0" brushRef="#br0" timeOffset="-141913.33">19834 12705 1526 0,'0'0'256'0,"0"0"-127"16,3 0-30-16,-3 0-15 15,5 0-25-15,-1-2-26 16,7 2-9-16,5 0-3 16,-1 0 10-16,6 4-10 15,-4 6-6-15,3 4 9 16,-3 6-6-16,-5 2-4 15,1 2-4-15,-5 0-9 16,-6-6 5-16,-4-6-5 16,0-2 0-16,-1-6 7 15,-2-1 11-15,1-7-5 0,-5-6-2 16,3-7-11-16,-4-6-1 16,8-10 13-16,0 1-1 15,2 0-12-15,6 0-7 16,6 4-13-16,8 4-64 15,6 4-57-15,10 4-115 16,80-4-245-16</inkml:trace>
  <inkml:trace contextRef="#ctx0" brushRef="#br0" timeOffset="-141487.33">20247 12737 1613 0,'3'0'218'16,"3"-2"-164"-16,7-4-18 0,7 2-23 0,3-4 4 0,2-2 13 0,-4 2 4 0,2-4 17 0,-5 2 5 15,-3-2-23-15,-8 4 4 16,-2 2 14-16,-5 0-22 16,-5-2 1-16,-2 2 3 15,-2 2-27-15,-6 0 2 0,-1 2-8 16,-6 4 0-16,-1 4 0 16,2 2 9-16,-2 6-4 15,3 6 2-15,2 2 2 16,7 6 6-16,0 2-14 15,7-2 18-15,6-2-19 16,2-2 6-16,0-6-6 16,8-4 0-16,-1-6 0 15,2-1 2-15,9-5-2 16,3-2-29-16,8-5-148 16,72-27-141-16</inkml:trace>
  <inkml:trace contextRef="#ctx0" brushRef="#br0" timeOffset="-140775.43">20831 12627 145 0,'-2'-2'1439'0,"-5"2"-1250"15,2-2-126-15,-3 2-57 16,1 2 4-16,-6 4 11 16,-3 2 17-16,-4 6-2 0,-7 4-2 15,-4 4 11 1,7 4 3-16,-1 0-25 16,11-2-7-16,6-2 1 0,8-8-16 15,2 0-1-15,4-8 0 16,4-2 0-16,1-4 16 15,7-1-5-15,-1-6 2 16,6-7-13-16,-4-2-7 16,2-2-8-16,-3-2 15 15,-7 2 1-15,-3 8-1 16,-2 4 0-16,-4 4 0 16,0 2-9-16,0 4-24 0,2 2 21 15,5 2 11-15,3 2 1 16,1-2 0-16,2-4 2 15,-1-2-2-15,6-4 0 16,-3-6-7-16,6-8-6 16,-4-4 13-16,2-6 1 15,-7 0 6-15,-4-2-6 16,-1 0 0 0,-5-4 23-16,-1-4-6 0,-6 2-12 15,-3-3 9-15,-3 3-13 16,-1 0 8-16,-2 6 7 15,3 4-1-15,-6 6-4 16,10 8-11-16,0 4 12 16,1 0-13-16,2 6 0 15,0 6-1-15,-3 4-5 0,0 8 6 16,-1 10 6-16,4 7 1 16,4 6-5-16,12 5 4 15,3 5-6-15,5-1 2 16,3-6-2-16,0-4-3 15,-6-10 2-15,2-10 1 16,-8-8-9-16,-4-2-58 16,0-8-107-16,-7-20-295 15</inkml:trace>
  <inkml:trace contextRef="#ctx0" brushRef="#br0" timeOffset="-140589.22">21010 12485 1620 0,'8'-6'252'0,"5"-1"-180"0,14-3-21 16,9 2-18-16,-1-2-10 0,4 5-23 0,-4 1-62 0,47-17-447 0</inkml:trace>
  <inkml:trace contextRef="#ctx0" brushRef="#br0" timeOffset="-138800.97">21480 12649 1540 0,'0'0'304'0,"0"2"-208"15,2 4-48-15,0 8 33 16,4 2-6-16,1 6-24 0,5-2-25 15,-6 0-16-15,1-6 5 16,-3-4-9-16,-2-4-6 16,-2-4 1-16,0-2 21 15,0-2 58 1,-2-2 2-16,0-4-28 0,-3-6-43 16,1-8-11-16,0-4 0 15,4-2-23-15,2 2-5 16,4 0-13-16,5 8 11 15,7 4-4-15,-2 8-7 16,4 6 23-16,0 6 17 16,-5 8-14-16,4 4 15 15,-6 4 3-15,-4 2-3 16,0-2 2-16,-1-6 13 16,-3 0-5-16,-3-8 1 0,-2-4 14 15,0 0 5-15,0-4-15 16,0-4 21-16,2 0-7 15,1-6-29-15,-1-6-18 16,3-6-8-16,3-4-17 16,6 0-13-16,1 2-14 15,4 6-17-15,0 8 7 16,-1 8 47-16,-2 6 3 16,2 6 21-16,-3 8 3 15,5 0 5-15,3 2-16 16,1-8-2-16,1 0 2 0,-1-6 5 15,3-6 5-15,-7-2-11 16,2-4 18 0,-6-6-1-16,-2 2 0 15,-4-6-5-15,-3-2 6 0,-3 2 8 16,-4-2 2-16,-4-1 1 16,-3 8 5-16,-7-3 7 15,1 6-1-15,-3 1-22 16,-3 11 0-16,-1 7 1 15,1 5-1-15,9 6 0 16,1 4-1-16,7-2 1 16,4 2 0-16,2-4 9 15,7 0-9-15,3-8 0 16,-3 0-9-16,3-6 9 16,-4-6 33-16,3-2-32 0,-1-4 62 15,1-2-11 1,3-4-7-16,-3-2-15 0,3-6-9 15,1 0-9-15,2 0 4 16,-2-2-16-16,-1 2-7 16,-5 8 7-16,3 2-1 15,-8 6-10-15,-1 6-10 16,-1 4 10-16,2 2 11 16,2 4 0-16,-4-2 9 15,0-2-7-15,3-2 8 16,-5-4-8-16,0-2 11 15,0 0 22-15,-2-4-8 0,2 2 10 16,4-4-13 0,0-2 0-16,5-4-18 15,5 0-6-15,-3 2-3 16,0 0-19-16,1 2 2 16,-3 6-10-16,1 2-19 0,-2 4 10 15,5 4 9-15,1-2 0 16,5 4-6-16,-2-4-5 15,6-2 11-15,0-4 20 16,-1-4 1-16,-4-4-8 16,2-4-25-16,-1-6 6 15,0-4 30-15,-5-4 6 16,0 1 5-16,-9-2-4 16,-5 0 20-16,-6-1 7 15,-4 1-10-15,-2-6 24 16,-1-1-19-16,-1 4 1 15,3 0-8-15,1 6 14 16,3 6-12-16,2 8-10 16,1 4 23-16,2 2-31 0,0 6-6 15,0 2-7-15,-2 12 13 16,2 8 19-16,-2 6 2 16,6 6-3-16,4 5-9 15,2-2-8-15,1 4-1 16,-1-1 0-16,-2-4-33 15,-5-8-64-15,-1-8-71 16,-13-2-422-16</inkml:trace>
  <inkml:trace contextRef="#ctx0" brushRef="#br0" timeOffset="-138626.29">22493 12424 948 0,'7'-3'863'0,"1"-2"-716"0,17-3-58 0,6 0-32 0,5 4 1 0,9 0-21 0,3 0-37 0,0 2-48 0,58-10-186 16</inkml:trace>
  <inkml:trace contextRef="#ctx0" brushRef="#br0" timeOffset="-135290.58">19487 12028 1186 0,'0'0'207'0,"0"0"-99"0,0 0-48 0,0 0-30 0,0-3 9 0,0 3 5 0,0 0 16 0,0 0-3 0,0 0 6 0,-2-4-15 0,2 4 1 15,0 0 22-15,-2 4-25 0,0-4-2 16,0 3-4 0,0-2-22-16,-8 5 12 0,3 5-6 15,-5 4 0-15,-2 3 5 16,-6 8-1-16,0 9 31 15,-5 9-20-15,-4 14-11 16,2 8 34-16,1 14-23 16,4 11-26-16,4 7 4 15,9 4-16-15,7 0 0 16,6-5 1-16,9-9-2 16,7-12 4-16,5-12-3 15,2-10-2-15,4-6 2 16,5-9-2-16,3-10-3 15,4-4 4-15,4-11-1 0,2-6-75 16,1-8-146-16,96-20-158 16</inkml:trace>
  <inkml:trace contextRef="#ctx0" brushRef="#br0" timeOffset="-131937.58">22868 12773 1276 0,'0'0'204'0,"0"0"-92"0,2-2-61 0,-2 2-3 0,2-2 5 0,-2 2 2 0,2 0-19 0,-2-2-9 0,2 2 32 16,-2 0-8-16,5 0 12 0,-3-2 6 15,-2 2-18 1,7 0-8-16,0 0-13 16,8-2-7-16,1 2-5 0,3-4-5 15,4 0-7-15,6 0-4 16,2-2-1-16,2-4-1 16,5 4 1-16,-2 0-1 15,-4 2-20-15,-11 2-133 16,-3 2-76-16,-13 2-145 15,-41 14-301-15</inkml:trace>
  <inkml:trace contextRef="#ctx0" brushRef="#br0" timeOffset="-131760.22">22957 12814 1108 0,'2'0'520'15,"2"0"-435"-15,7-3-50 0,9-1-4 16,3 2 32-16,6-2-28 15,2 0-10-15,0 0-25 16,7-2-63-16,53-30-584 16</inkml:trace>
  <inkml:trace contextRef="#ctx0" brushRef="#br0" timeOffset="-131091.62">23454 12519 1612 0,'0'-3'199'0,"4"2"-122"0,4-6-53 0,6 2-8 0,1-5-5 0,-1 3-4 0,-1 1-6 0,3-2 7 16,-7 2-8-16,0 1 0 15,-5-6 0-15,-2 7 0 16,-2 1-10-16,-2 0-13 0,-4 2-4 16,-3 1 27-16,-9 1 1 15,-4 5 1-15,-9 6-1 16,-3 5 25-16,-2 6-10 15,7 8 13-15,-1 1 26 16,7 4 14 0,9-4 5-16,10-2-16 0,8-6-34 15,15-2-7-15,5-6-4 16,10-6-7-16,5-4 12 16,3-6-18-16,4-6-14 15,-2-2-150-15,56-30-110 16</inkml:trace>
  <inkml:trace contextRef="#ctx0" brushRef="#br0" timeOffset="-129536.97">23656 12312 1626 0,'0'2'219'15,"0"6"-140"-15,5 8 31 0,-1 8 16 16,1 10-53-16,1 5-1 16,1-3-36-16,2 4-9 15,-2-8 2-15,1 2-7 16,-1-8-10-1,-3-6 12-15,1-6-3 0,-5-4-9 16,0-6-1-16,0-2-2 16,0-2-3-16,-2 0 6 15,4 0-5-15,-2-2 20 16,-2-4-6-16,2-6 5 16,0-8-26-16,0-8-1 15,5-4-10-15,-1-2-2 16,2 1-2-16,1 5-2 0,7 6-10 15,-4 4 14 1,3 8-7-16,4 2 10 0,-1 8-1 16,-1 8 11-16,7 6 0 15,0 7 1-15,3 2-1 16,-1 5 0-16,-3-1 6 16,-2 3-5-16,-1-6 0 15,-3-6-1-15,1-2 0 16,-5-4 8-16,-1-6-7 15,-4-4 0-15,3-4 8 16,-3-2 6-16,8-4-3 16,4-4-6-16,6-6 8 15,1-2-8-15,-2-4-6 0,0-1 1 16,-4 2-1-16,-1-2-5 16,-7 7 5-16,-5 4-29 15,-2 4 13-15,-6 5-29 16,-6 0 16-16,-3 3 7 15,-12 4 11-15,-4 6-1 16,3 7 12-16,-5 4-8 16,7 3 7-16,2 2-10 15,11-2 11-15,4-1-12 16,5-3 6-16,5 0-8 16,2-4 2-16,-1-6 11 15,3-2 0-15,2-4-8 16,-2 0 9-16,2-4 0 15,1-2 14-15,3-4-7 16,1-4-6-16,4-2-1 0,-5-2 0 16,-2-4-13-16,3 2-29 15,-3 1-42-15,-1 3-11 16,-1 7 19-16,-5 4 17 16,3 3 23-16,0 6 12 15,2 2 23-15,3 9-5 16,-3-2 6-16,-5-2 6 15,-1-1-5-15,-1-4 11 16,-4-6 3-16,0-1 17 16,-1-1 13-16,1 0 10 15,-3-1 25-15,1-3-25 0,-1-2-37 16,-1-6-18-16,4-5-8 16,2 2-13-16,3-6-39 15,1 1-9-15,4 2 5 16,-4 9 11-16,1 5 7 15,-3 4 7-15,0 4-9 16,2 7 37-16,-2 5 11 16,2 4 20-16,3 1-1 15,1-7 1-15,-2 2-8 16,1-6 0-16,2 0 13 16,-2-6-5-16,-2-3 13 15,-1-4 9-15,4-3 3 16,1-4 10-16,-1-3-7 15,0-5-27-15,-1 0-9 0,-1-4-11 16,2 4-1-16,-6 0-1 16,0 4-1-16,-1 8 1 15,-3 4-20-15,-3 2 1 16,1 4-16-16,0 4 30 16,2 9 6-16,-3 1 12 15,6 4-2-15,1-7 8 16,1 2-10-16,3-3-8 15,-1-6 14-15,7-4-4 16,-6-1 25-16,2-4 1 16,1-1-5-16,0-4 11 15,-5-7-12-15,4 3-11 16,-2-5-18-16,-3-2 13 16,-1 3-9-16,-4 6-5 15,0 0-7-15,-2 8-22 0,0 7 13 16,-3 0 4-1,1 8-2-15,0-1 13 0,0 0 0 16,10-5 0-16,-4 1 0 16,4-6 1-16,-1-1 11 15,3-1-10-15,-2-4 13 16,0-2-7-16,1-3-5 16,-3-3 7-16,0 1-8 15,-2-5 7-15,-2 4-8 16,-4-5-15-16,-2 8-6 0,-3-4-21 15,-9 8-43 1,-1 0-74-16,-4 3-78 16,-40 4-670-16</inkml:trace>
  <inkml:trace contextRef="#ctx0" brushRef="#br0" timeOffset="-129119.95">24659 12136 1004 0,'0'0'877'0,"2"-3"-701"0,2 2-61 0,8 1-44 0,10 5 10 0,7 13 7 0,4 13-4 0,6 13-12 0,-2 8-10 0,1 10-2 15,0 4-6-15,-9 3-17 16,-7-4-14-16,-9 2-13 16,-13-7-8-16,-15-6-2 0,-18-4-7 15,-25-2-75 1,-25-2-269-16,-211 35-1000 0</inkml:trace>
  <inkml:trace contextRef="#ctx0" brushRef="#br0" timeOffset="-119019.92">18057 6258 1433 0,'-2'0'264'0,"2"0"-195"0,-5 0-52 0,3 0 4 0,2 2 19 0,0-2 20 0,0 0-21 0,0-2-16 0,0 2-7 0,0 0-2 0,0 2-11 15,0-2-3-15,0 8 0 16,-2 4 6-16,2 8 6 16,-3 7 2-16,3 5-8 15,0-2-6-15,5-5 0 16,-1 2 8-16,4-5 1 16,-2-4-9-16,0-6 17 15,2 0-5-15,-2-6-11 0,-3-2 27 16,1-4-2-16,-2 2 4 15,0-4-3-15,-2 2-3 16,0 0-5-16,2-2-17 16,-2 2 11-16,2-2 11 15,3-4 17-15,9-6-11 16,1-4 15-16,7-12-11 16,7-11 8-16,9-12-21 15,7-14-4-15,4-5 2 16,2-2 2-16,3-2-21 15,-4 6-1-15,0 7 0 0,-8 17-8 16,-9 12-10-16,-12 12-80 16,-4 16-137-16,-3 34-125 15</inkml:trace>
  <inkml:trace contextRef="#ctx0" brushRef="#br0" timeOffset="-117076.46">18473 6410 1284 0,'0'-1'225'0,"-2"2"-162"0,0-2-28 0,2 1 56 15,-2 0-13-15,2-2-31 0,0-2-7 0,0 1 7 0,0 2-1 0,0 1-1 0,0 0-6 0,0 0-4 0,0 0-11 16,-2 1-11-16,2-1-2 15,-2 3-11-15,2 1-7 16,0 2 1-16,-2 6 6 16,2 6 5-16,2 4-5 0,2 0 2 15,2 2-1 1,0-2 0-16,0 0-1 16,1-4-67-16,-5-2-44 15,0-2-60-15,-8 8-321 0</inkml:trace>
  <inkml:trace contextRef="#ctx0" brushRef="#br0" timeOffset="-116501.39">18434 6304 1090 0,'-5'6'167'16,"-1"0"-76"-16,-8 6 55 15,1 5-40-15,1 1-14 16,1 4-19-16,-2 0-23 15,2 2-5-15,2 4-23 16,3 0 11-16,4 0-6 16,2 6-16-16,4-4-10 15,4 0-1-15,4-4 2 16,10-2-2-16,0-6 1 0,1-2-1 16,-2-7 0-1,4-6 1-15,-4-3 4 0,-1-2 7 16,-1-4-6-16,2-6 6 15,-4 0 0-15,3-6-5 16,-7-4 7-16,1-2 52 16,-7-2-18-16,-5-6-12 15,-2-4-21-15,-2 0-2 16,-5-2-4-16,-3 0-3 16,-4 7-5-16,-5 5 7 15,4 7-8-15,-5 6 0 16,5-1 2-16,-1 6-1 15,-2 2-1-15,4 2-6 16,4 4 5-16,-9 4 1 16,4 1-1-16,-5 2 0 0,0 5-9 15,-6 5-64-15,-1 6-124 16,-58 41-495-16</inkml:trace>
  <inkml:trace contextRef="#ctx0" brushRef="#br0" timeOffset="-115315.5">18260 7323 1452 0,'-3'-2'305'0,"3"0"-187"0,-2 0-68 0,2 0-4 0,0 2 7 0,0-2 16 0,2 0-15 15,-2 2-14-15,3-4-13 0,-3 4-6 0,2 0 0 0,-2-2-3 0,4-2-9 0,6 0-8 16,3-2 1-16,3 2-1 15,1-2 1-15,3 2-2 16,-2 4 0-16,0 2-11 16,-2 2-6-16,-5 10-4 15,-5 4 12-15,-2 2-6 16,-8 6 2 0,-5 2 13-16,-7 2 1 0,-5-2-1 15,-2-1-6-15,1-6 6 16,4-6-8-16,7-5 8 15,0-5 0-15,7-5 6 16,4 3 0-16,0-3 2 16,2 0-8-16,0-3 0 15,2 3 0-15,8-4 0 16,1 0 7-16,3 0 5 0,10-2-3 16,3-4-9-1,-2 1 0-15,2-2-10 0,0-3-51 16,-4 4-100-1,23-30-139-15</inkml:trace>
  <inkml:trace contextRef="#ctx0" brushRef="#br0" timeOffset="-114788.79">18300 7099 1099 0,'-11'1'464'0,"-5"1"-340"0,-8 2-61 0,-1 3 11 0,0 0-23 0,1 1 10 0,2 0 2 0,-3 6-12 0,-4 0 11 0,7 8-10 16,-5 5-16-16,5 5-15 15,6 4-7-15,5 6-4 16,9 2-10-16,7 6 1 16,10 0-1-16,12-2 2 15,8-3-2-15,6-8 0 16,1-4-11-16,3-7-17 0,-1-4 11 16,-4-8-25-16,-1-6 6 15,-15-8 20 1,6-4 16-16,-7-8 4 0,-3 0 16 15,1-8 7-15,-2-4-3 16,-3-2 12-16,-5-8 0 16,0-2 3-16,-9-4-3 15,-6-3-18-15,-9 1-18 16,-3-4 6-16,-9 0 10 16,-3 2-15-16,-1 4 0 15,-2 8 16-15,8 5-16 16,-2 9-1-16,6 4-11 15,-8 9-10-15,5 6-30 16,-10 12-87-16,-1 6-66 0,-54 46-527 16</inkml:trace>
  <inkml:trace contextRef="#ctx0" brushRef="#br0" timeOffset="-114150.27">19202 7391 1577 0,'0'0'0'0,"7"8"-174"0</inkml:trace>
  <inkml:trace contextRef="#ctx0" brushRef="#br0" timeOffset="-111373.7">24278 7301 1076 0,'0'0'671'0,"-2"0"-632"15,2 0-39-15,4 4-291 16</inkml:trace>
  <inkml:trace contextRef="#ctx0" brushRef="#br0" timeOffset="-108696.43">23106 7586 1815 0,'-5'-3'138'0,"4"3"-138"0,-5 0-155 0,0 3-23 0,-21-1-274 0</inkml:trace>
  <inkml:trace contextRef="#ctx0" brushRef="#br0" timeOffset="-108531.2">23039 7588 1661 0,'-3'0'250'0,"3"0"-250"16,0 2-100-16,3 1-235 16,-1 10-272-16</inkml:trace>
  <inkml:trace contextRef="#ctx0" brushRef="#br0" timeOffset="-72094.86">12394 15665 882 0,'-3'0'765'0,"1"-2"-572"0,0 0-110 0,2 2-68 0,0-2 18 0,0 4 49 0,0-2 17 0,0-2-4 0,0 2 7 0,0 0-15 15,0 0-3-15,2-4-11 16,-2 4-13-1,0 0-16-15,2 0-19 0,3 0-10 16,8-4-7-16,7 0 7 16,11-5-5-16,11 4-1 15,3-13-8-15,2 5-1 16,-5-1-15-16,-8 5-71 16,-7 0-106-16,-10 9-133 15,-11 18-167-15</inkml:trace>
  <inkml:trace contextRef="#ctx0" brushRef="#br0" timeOffset="-71851.33">12440 15745 1664 0,'0'-2'511'0,"2"2"-353"0,10-2-89 16,5-4-39-16,12 2 55 15,6-4-19-15,4-2-37 16,-1 2-29-16,4 2-14 15,53-20-286-15</inkml:trace>
  <inkml:trace contextRef="#ctx0" brushRef="#br0" timeOffset="-69551.86">19140 15605 1550 0,'-2'0'215'0,"0"-3"-163"0,-6 3-40 0,6 0-6 0,0 0 0 0,0 0-5 0,0-1 24 0,-1-2 16 0,3 2-10 15,0 1-8-15,3 0-7 16,-6-4 2-16,3 4-3 16,3 0 6-16,-6 0-13 15,3 4-8-15,0-4 0 16,-2 0 1-16,2 0 0 16,-2 0 7-16,0 1 1 0,0-1-9 15,-2 3-1-15,-4-2 1 16,-3 4 0-16,1 3 1 15,-7 2 9-15,0 2 10 16,-3 10-2-16,-7 2 30 16,0 12-5-16,-4 12 13 15,0 0 10 1,0 10-18-16,4 5-20 0,5-4-1 16,10 2-18-16,10-7-8 15,16-12-1-15,8-2 0 16,5-6-1-16,8-8-22 15,6 2-144-15,65 22-298 0</inkml:trace>
  <inkml:trace contextRef="#ctx0" brushRef="#br0" timeOffset="-62821.56">19394 15839 372 0,'0'0'775'0,"0"-2"-640"0,-2-2-63 0,4 0-49 0,0 4 29 0,-2-4 40 0,0 4-10 0,0-4-2 15,2 2-25-15,-2 0-11 16,2 0-26-16,0 2 0 16,1-8 19-16,2 4 1 15,-3 0-8-15,2 2-17 16,-4-2 22-16,3-4-5 15,-6 6 13-15,3 0 2 16,-4 0-18-16,-1 0-21 0,-4 0 0 16,-4 2 0-16,-1 0 9 15,-3 0-6-15,-6 6 9 16,-1 6-4-16,-5 2 5 16,0 0 13-16,2 4-7 15,3-2-16-15,8 2-1 16,3-4-8-16,7-4 0 15,6 2 0-15,4-6-9 16,9 6 8-16,9-3-19 16,12 0 10-16,3 0-16 15,3 0-29-15,-1 0 16 16,-8 5 10-16,0-6 22 16,-6-4 6-16,-8 2 1 15,-3-2 2-15,-5 0-2 0,-7 0-9 16,-4 2 9-16,-3 2 3 15,-3 2 9-15,-6 4 15 16,-7 2-26-16,-8 2-1 16,-2-4 15-16,-4 0-3 15,4 2-1-15,-5-6-1 16,1 0 17-16,1-2-4 16,12-4-13-16,2-4-10 15,6 4-1-15,8-4 0 16,-1 4-133-16,7-2-155 0</inkml:trace>
  <inkml:trace contextRef="#ctx0" brushRef="#br0" timeOffset="-62167.79">19577 16074 579 0,'-3'-4'1141'0,"3"4"-946"0,0 0-111 0,0 4-79 0,3 6-5 0,-3 0 0 0,2 16 34 0,0 4 38 0,2 6-21 16,-1 0 6-16,6 0-21 15,2 4-12-15,-3-5-12 16,0-3-11-16,-2-4 0 16,-1-2-2-16,-5-8-7 15,0-6-20-15,-3-2-19 16,1-2 4-16,-4-8-34 15,-6-4-8-15,-7-12-23 16,-2-4 24-16,-3-10 22 16,1-11 37-16,1-9-2 0,8 2-11 15,4 0 28-15,8 2 1 16,6 10 1 0,7-4-31-16,5 8-126 0,8 6 87 15,-2 8 65-15,3 4 13 16,-3 10 51-16,-3 4-22 15,-4 10 7-15,2-2 49 16,-3 6-49-16,0 4 15 16,1 8 6-16,-4-4 8 15,-3 2 22-15,-5-2 4 16,-6 0-16-16,-1-4 24 0,-3-2 3 16,-1-2-27-1,-8 0-3-15,5-6-33 16,-5 6-9-16,-1-10-18 0,2 2-12 15,-2 2-11-15,1 0-127 16,-1-6-188-16</inkml:trace>
  <inkml:trace contextRef="#ctx0" brushRef="#br0" timeOffset="-61705.9">19871 15994 1487 0,'2'0'242'0,"0"0"-115"0,3-4-91 0,6 4-28 0,5-4-2 0,1 4 9 0,1 0-2 0,-3 4 4 0,3 1 22 16,1 12 3-16,-4 5 36 16,1-2-32-16,-5 6-29 15,-7 0-4-15,-4 0 2 0,-7-4-7 16,-1-2-8-1,-6-4 0-15,3-6 0 0,-3-10 0 16,1 0 9 0,5-8-8-16,2-8 8 0,4-6-9 15,8-4 1-15,4-10-5 16,13 2 4-16,8 2-2 16,2 1-32-16,7 8-82 15,-2 6-100-15,42-7-776 16</inkml:trace>
  <inkml:trace contextRef="#ctx0" brushRef="#br0" timeOffset="-61222.07">20229 16106 1533 0,'0'0'279'0,"0"0"-141"15,2 0-62-15,3-4-22 16,0 4 5-16,4-4-2 15,4-2-6-15,7-2 21 16,2 0-26-16,2-2-13 0,-3 0-16 16,1 2-7-16,-9-4-1 15,1 2-8-15,-3-4 5 16,-5 6-6-16,1-6 1 16,-7 0-1-16,-2 10 1 15,-1-5 17-15,-1 5-11 16,-5 4-6-16,-4 4-2 15,-3 1 0-15,-2 3-5 16,3 6 4-16,3-6 1 16,8 2 1-16,4-2-1 15,4 2 0-15,4 0 1 16,5-2 0-16,5 2 0 16,-1-2 0-16,10-4-123 0,-2 0-186 15,55-12-453-15</inkml:trace>
  <inkml:trace contextRef="#ctx0" brushRef="#br0" timeOffset="-59852.41">20946 15913 861 0,'-4'0'598'0,"0"0"-473"0,-5 2-71 0,-2 2-36 0,-5 4 34 0,-2 2 37 0,-8 7 14 0,-1 1-13 0,-4 8 27 0,0 2-21 0,8 0-40 0,6-4-23 16,10 0-18-16,7-10-3 16,7 2-11-16,4-6 7 15,6-2 1-15,6-8 7 16,8-8 7-16,2-2-12 0,6-10-11 16,-2 0 0-1,-1-2-7-15,-5-4-11 16,-2 4 0-16,-12 8-8 0,-1 1 13 15,-7 12 1-15,-5 1-8 16,-1 0-11-16,1 10 25 16,1-2 6-16,4 2-1 15,-3-2-12-15,5-2 12 16,1 2-9-16,7-8-2 16,0-4 12-16,5-2-1 15,5-6-2-15,0-2-16 16,2-4 11-16,-4 0-29 15,-5 4-46-15,-6-4 10 16,-5 1 16-16,-3 3-50 16,2 0 49-16,-6 6 31 0,1 0 27 15,-5 6 6-15,0 2 0 16,2 2-6-16,0 2 12 16,2 0 12-16,4 0 3 15,-4-4 5-15,0 4 29 16,-2-4 2-16,-2 0 26 15,0 0 19-15,-2 0-38 16,-2-4-31-16,-8 4-36 16,1 0-3-16,-9 0-12 15,-9 0 12-15,-6 9 0 16,-1 4 6-16,3 10-6 16,-1 0-1-16,5 8 0 0,9 1 0 15,5-2 0 1,11-4-9-16,6-6 4 15,2-6 0-15,9-2 3 0,3-8 3 16,1-8 16-16,6-8 5 16,4-2-21-16,0-8-4 15,2-2-18-15,-5-12 22 16,0 0 1-16,-6-3 1 16,-3-1-2-16,-5-2 14 15,-1-2-13-15,-7 4 6 16,-2-4 8-16,-2 12 6 0,-3-2-20 15,1 7-1 1,0 9 2-16,-2 9-2 0,4 3 24 16,-2 8-23-1,-5 10-1-15,1 7-4 0,0 16 4 16,8 5 1-16,10 6 0 16,9 2-1-16,8 0 8 15,6-8-7-15,6 1 0 16,-1-14-1-16,-3-9 12 15,-1-4-6-15,-8-1-4 16,-3-13 7-16,-6 0-3 16,1-4-5-16,-5-5 8 15,-6 4 1-15,-2 1 10 16,-7-6-11-16,-3 7-9 16,0 2 10-16,3 1-10 0,-2 1-21 15,4 6-6-15,0 3 25 16,2-2-20-16,7 6 16 15,2 0-15 1,7-6 4-16,-2-2 11 0,6-2 5 16,-2-4 0-1,2-8 1-15,-1 2 12 0,-2-8-12 16,2-4 0-16,1 1-12 16,-9-1 11-16,-4 0-36 15,-7 4-22-15,1 1-58 16,-3 4 24-16,2 5 35 15,2 4-23-15,5 4 39 16,4 2 41-16,1 2 1 0,8 5 9 16,-2-9 5-1,0 1-5-15,3 0 13 0,-2-1-8 16,0-4 2-16,1-4-16 16,-1-1-61-16,16-13-313 15</inkml:trace>
  <inkml:trace contextRef="#ctx0" brushRef="#br0" timeOffset="-59656.7">21789 15663 1955 0,'2'0'462'0,"-2"0"-296"0,5 0-107 0,3 2-48 15,6 2-10-15,3 0-2 0,6 2 1 0,2 0-105 0,2 4-177 0,41 8-477 0</inkml:trace>
  <inkml:trace contextRef="#ctx0" brushRef="#br0" timeOffset="-59323.77">22421 15869 1748 0,'0'10'309'0,"-2"6"-91"16,4 8-130-16,4 11-59 16,5 1-17-16,-3-8-12 0,-2 6 0 15,2-6 0-15,-4 2 0 16,-1-4 6-16,-6 2-6 15,1-6 1-15,-2-4-1 16,-4 0 0-16,2-10 10 16,0-4 2-16,-3-2-3 15,-1-4 15-15,2-6-6 16,-1-14-10-16,-3-8-8 0,6-10-5 16,4-6-4-1,2-6-51-15,2 2-67 0,10 5-89 16,30-31-232-16</inkml:trace>
  <inkml:trace contextRef="#ctx0" brushRef="#br0" timeOffset="-58187.28">23101 15807 1575 0,'-15'0'256'0,"-3"8"-137"0,-14 2-80 0,-1 6-27 0,0 8-11 0,4 6 10 0,9-2-4 0,9 4 2 16,6-1-7-16,7-9 5 0,10-4-7 15,1-4 2 1,7-2 6-16,2-12-7 0,3-12 30 16,-3-2-31-1,5-14-20-15,-7-2-10 0,-2-7-13 16,-4-3 1-16,-6-4 22 16,-1-6 11-16,-11 2-13 15,1-6-20-15,-4 6 36 16,0 3 6-16,-1 9 45 15,-3 10 0-15,-1 12 0 16,4 8-12-16,-1 12-28 16,2 8-4-16,-2 12 18 15,0 13 11-15,7 3 43 16,6 2-19-16,7 0-16 0,5 2-16 16,7 2-2-16,-2-4-13 15,8-8-7 1,-2-5 12-16,0-12-6 0,-2-6 8 15,-8-12 23-15,-5 2 4 16,1-3-16-16,-3-4 4 16,-4 0-10-16,-2-5-13 15,-2 0 24-15,-2 4 3 16,0 0 15-16,0 5-10 16,0 0-38-16,0 0 0 15,0 0-11-15,3 5-7 16,1 0 17-16,0 4-113 15,5 4-141-15,0 1-372 0</inkml:trace>
  <inkml:trace contextRef="#ctx0" brushRef="#br0" timeOffset="-57978.87">23231 15727 2063 0,'-2'0'482'0,"2"0"-337"0,0 0-73 0,0 0-72 0,2 4-3 0,0 0-6 0,2 6-4 0,3 2-109 0,4 8-163 0,27 28-301 0</inkml:trace>
  <inkml:trace contextRef="#ctx0" brushRef="#br0" timeOffset="-57643.21">23514 15859 1909 0,'-2'0'324'0,"-3"2"-166"16,-4 6-92-16,-4 2-50 0,-1 6-10 15,3-2 11-15,5 0-16 16,8-1 14-16,2-4-2 16,7 5 1-16,5-1-1 15,9 1-1 1,-4-6 14-16,4 2-14 16,-7-6-11-16,-5 0-1 15,-9 0 2-15,-4 2 8 0,-2-6 2 16,-2 8 0-16,-3-2-3 15,-9 2-7-15,1 0-2 16,-7-2 6-16,0 2-6 16,2-8-9-16,5 0-118 15,1 0-173-15,-2-22-780 16</inkml:trace>
  <inkml:trace contextRef="#ctx0" brushRef="#br0" timeOffset="-54642.86">19820 16637 1582 0,'-3'0'375'15,"1"0"-174"-15,0-4-74 0,2 4-49 0,0 0-36 0,0 0 2 0,2 0-5 0,0 0 4 0,1-4-8 0,3 4-19 16,8-4 14-16,10-2-9 0,16-2-9 15,9-6-1 1,2 0-11-16,3-2-8 0,-8 6-116 16,-8 6-182-16,14 4-211 15</inkml:trace>
  <inkml:trace contextRef="#ctx0" brushRef="#br0" timeOffset="-54491.7">19864 16723 1661 0,'0'-1'481'0,"7"1"-326"16,8-9-111-16,19 1-44 0,15 2-128 15,15 2-169 1,97-28-702-16</inkml:trace>
  <inkml:trace contextRef="#ctx0" brushRef="#br0" timeOffset="-51554.86">19253 16968 1703 0,'0'-4'279'0,"-2"4"-101"0,2 0-112 0,0 0-54 0,0 0-12 0,2 4-16 0,-2 4 16 0,3 10 15 0,-1 10 53 15,3 12 20-15,-3 9-35 16,0-4 1-16,0 4-9 15,2-9-29-15,1-4-10 16,-3-10-6-16,3-8 2 16,-1-4-2-16,-1-10 1 15,-3-4-1-15,0 0 10 16,-3-4-10-16,1 0-16 16,-7-6-79-16,-2-8 2 15,-7-8 9-15,3-6 39 0,1 2 27 16,3-2 17-1,4 0-11-15,5 10 10 0,4 4 1 16,5 1 0-16,4 7-16 16,0 1-8-16,7 0-26 15,2 9-15-15,0 4 18 16,4 6 18-16,-1 8 24 16,4 4 4-16,-5 5 2 15,5 1 2-15,0 2-1 16,-6-4 4-16,4-4-4 15,-7-4 6-15,0-12-6 16,-13-2 13-16,4-8 5 16,-5 0 37-16,2-2 19 0,1-12-45 15,-2 0-6 1,2-4-9-16,-3-4-6 16,-4 4-9-16,-4 0 15 0,0 3-7 15,-4 6-8 1,-1-1 0-16,3 5-39 0,-5 1-120 15,6 7-109-15,-10 6-1211 16</inkml:trace>
  <inkml:trace contextRef="#ctx0" brushRef="#br0" timeOffset="-51153.07">19739 17209 1402 0,'-2'4'542'0,"0"2"-414"0,-3 6-56 0,3 10-36 0,4 6-36 0,5-6 6 0,5 0-5 0,3-8-1 15,3-10 17-15,1 0-2 16,6-8 6-16,-5-4 1 16,5-2-5-16,-8-8-7 15,4 0-1-15,-10-4 15 0,-5 0 6 16,-4 0 6-16,-4 0-6 16,-7 0 9-16,-4 4-4 15,-7 4-23-15,0 0-12 16,-2 10 0-16,2-1-9 15,-1 5-6-15,6 0-51 16,7 9-101-16,-6 13-199 16</inkml:trace>
  <inkml:trace contextRef="#ctx0" brushRef="#br0" timeOffset="-49954.15">20300 16936 1463 0,'0'0'286'0,"0"0"-83"0,0-4-64 0,3 0-56 0,-1 4-41 16,-2 0-5-16,3 0-10 0,-1-4 17 0,0 4-1 0,0 0-8 15,5-4-7-15,-3 4 5 16,6-2-18-16,0-2 2 0,9 0 2 16,0-4-5-1,6 6-5-15,2-2-5 16,4 0-2-16,2 0-2 0,0-6 0 16,-1 6-9-16,-6 0-49 15,-5 4-112-15,-6 4-131 16,1 10-249-16</inkml:trace>
  <inkml:trace contextRef="#ctx0" brushRef="#br0" timeOffset="-49686.9">20506 16942 1367 0,'0'0'373'0,"0"0"-175"16,0 0-75-16,0 0-82 15,2 8-25-15,0 0 25 16,2 6 56-16,1 4-8 16,2 0-47-16,-5 4-12 15,7 4-17-15,-2-2-13 16,0 7-85-16,-5 5-173 0,-11 40-437 15</inkml:trace>
  <inkml:trace contextRef="#ctx0" brushRef="#br0" timeOffset="-46575.09">20773 16990 1489 0,'0'-4'369'0,"-2"4"-106"0,2-6-64 0,0 6-95 0,0-4-41 16,2 0-26-16,0 4 2 0,3-8 0 0,-3 4-4 15,4-2 10-15,0 2-23 16,-2 4-1 0,5 8-20-16,1 2 14 0,6 12 18 15,-1 8 3-15,-1 6-12 16,-1 5-9-16,-5-1-14 15,-7-8 0-15,2-6 5 16,-3-12-6-16,-3-4 0 16,3-6 6-16,-1-8 9 15,1-2 13-15,-3-6-19 0,1-10-9 16,4-6-24-16,2-17-12 16,10 1-14-16,8-2-19 15,1 10-61-15,13 6-121 16,1 8-55-16,41-10-471 15</inkml:trace>
  <inkml:trace contextRef="#ctx0" brushRef="#br0" timeOffset="-46186.32">21112 17137 1869 0,'2'-4'343'16,"0"4"-158"-16,9 0-124 16,3-4-38-16,5-1-16 0,6-4-5 15,-5 0 8-15,5-4 1 16,-8 0-4-16,2-1-6 16,-9-4 5-16,-1 4-6 15,-4-4-10-15,-5 6-8 16,-2-2-5-16,-3 6 10 15,-8 6-1-15,-6 2 14 16,-4 10 1-16,-6 4 8 16,2 8 9-16,2 4-1 15,7 1-9-15,7-8-8 16,11 3 0-16,7-4 1 16,5 0-1-16,5-1-9 15,10-7-3-15,10-6-80 16,6-4-47-16,1-4-86 0,4-6-66 15,62-30-448-15</inkml:trace>
  <inkml:trace contextRef="#ctx0" brushRef="#br0" timeOffset="-45672.82">21564 17016 1088 0,'-7'0'578'16,"1"6"-355"-16,-13 2-94 15,2 2-22-15,-3 12-40 16,2-5-16-16,7 1-27 15,2-4-9-15,5-5-14 16,6 0 10-16,-2-1-5 0,4-8 6 16,3 1-11-16,0 4 19 15,6-5-4-15,2-5-2 16,8 0-14-16,1-8-37 16,-3-1-49-1,2 1-41-15,-4 4 43 0,-6 4-3 16,-2 0 28-16,-8 5 26 15,-3 5 21-15,2-5 12 16,-2 1 26-16,2 3-24 16,2-4-2-16,1-4 7 15,2-2 29-15,2-6-15 16,4-10-19-16,-2 2 11 16,-2-6-11-16,0-4-2 15,0-6 18-15,-2-4 0 0,-5 0 30 16,-2 4 12-1,-2 0-2-15,-3 9 4 0,3 9-4 16,-5 5 46-16,5 4-19 16,-1 9-22-1,3 0-30-15,0 4-32 0,-4 10-1 16,4 8 2-16,-2 13 13 16,6 1 0-16,5 0-14 15,7 4 7-15,1 4-8 16,6-4 0-16,-5-4-56 15,-3-8-86-15,-8-2-41 16,-2-3-71-16,-25 4-47 0</inkml:trace>
  <inkml:trace contextRef="#ctx0" brushRef="#br0" timeOffset="-45539.63">21740 16918 1402 0,'9'-8'316'0,"6"-2"-161"0,17-8-121 0,7 2-34 0,13-2-202 0,79-28-1277 0</inkml:trace>
  <inkml:trace contextRef="#ctx0" brushRef="#br0" timeOffset="-44155.02">22020 16958 1722 0,'0'0'370'0,"0"0"-85"16,-2 0-123-16,2 0-112 0,0 0-50 16,2 10 1-1,1 4 25-15,0 8-2 16,-1-4-14-16,2 4 2 16,0-4-4-16,-1-1-8 15,1-8 2-15,-2 0-1 0,-2-4-1 16,2-5 1-16,-2 0-1 15,0 0-11-15,0 0 2 16,0-4-27-16,6-6 0 16,2 1-64-16,3-12 17 15,2 7 11-15,3 0-12 16,-1 6 6-16,1 8 59 16,2 8 10-16,-2 2 7 15,-7 6 2-15,8 2 12 16,-6 1-11-16,-1-6 6 0,-4-4-5 15,1-4 17 1,-5-1 5-16,0-4 12 0,-2 0 24 16,2-4-4-1,0-1-20-15,6-8-35 0,0-1-1 16,5-8-28 0,6 0-53-16,-3 0-38 15,10 4 13-15,-6 4 41 0,5 10 31 16,-6 4 25-16,1 4 7 15,-4 10 2-15,0-2 0 16,-4 2 0-16,3-6 1 0,-3 2 0 16,0-2 0-1,-5-8 9-15,-3 0 4 16,-2 0 10-16,0-12 13 0,0 6-8 16,-2-10-10-1,-2 6-8-15,-2-4 17 0,-2 6-28 16,-4 0 9-16,-1 6-9 15,7 2 0-15,0 2-12 16,1 6-2-16,6 0 14 16,5 2 7-16,6 4-7 15,3 2 1-15,8-2 13 16,0-4-13-16,2-2-2 16,-1-8 2-16,-4 0 10 0,3-4-2 15,-5 0-3 1,4-6-6-16,-4-2-14 0,-1 2-22 15,-9-8-3 1,-3 0 16-16,-5 4 14 0,-4-2 9 16,-3 10 27-16,-5-2-1 15,-4 12-20-15,1 0 4 16,-1 6 17-16,1 4-9 16,6 2 2-16,5 2-20 15,4 0 0-15,9 0 0 16,3-8 0-16,1 2-6 15,6-6 12-15,-4-6-12 16,5 0-9-16,-1-6-18 16,6-6-4-16,-4 2-8 15,9-12-18-15,-3 4 6 16,-2-8 4-16,-5 4-52 16,-6-2 66-16,-5 2 14 0,-9 4 10 15,-2 10 14 1,-2-2 1-16,-4 6 27 0,1 0-6 15,0 8-4-15,1 6-5 16,-1-2 12-16,3 2 18 16,4 4-12-16,3 2 10 15,4-2-14-15,4 0-2 16,0 2-9-16,5-10 3 16,2 2 6-16,-2-8 13 15,0 0-17-15,-1-8-1 16,4-2 8-16,-1-8-16 15,2-4 9-15,-2-4-19 16,-3-6 9-16,-3-2 3 0,-7 6 4 16,-7-4 2-1,-4 6 19-15,-3 4-20 0,-7 8 4 16,8 1 46-16,-1 8 13 16,5 5-45-16,0 5-27 15,0 8-8-15,2 5 0 16,0 5-1-16,6 4-4 15,5 3 3-15,3-8 1 16,1 2-114-16,-1 2-83 16,-3-4-101-16,-9 4-457 15</inkml:trace>
  <inkml:trace contextRef="#ctx0" brushRef="#br0" timeOffset="-44021.68">23227 16740 1806 0,'15'-13'490'0,"1"4"-310"0,21-14-101 0,10 1-73 0,4 0-6 0,1 4-117 0,-8 4-195 0,-17 0-626 0</inkml:trace>
  <inkml:trace contextRef="#ctx0" brushRef="#br0" timeOffset="-39805.18">9258 15111 1374 0,'0'-2'330'0,"0"2"-170"0,0-2-70 15,0 0-1-15,0 2-5 0,0 0-6 0,0 0-30 0,0 0 18 0,0 0 1 0,3 0-28 0,-3 0 6 0,0 0-31 0,2 0 7 16,0 0-3-16,0 4 12 15,4 2 18 1,0 8-3-16,2 4 0 0,1 4-12 16,0 9 4-16,0-5-13 15,0-2-6-15,-3 2 0 16,4-4-16-16,-4 0 7 16,1 0 9-16,2-8-3 15,-5-2-9-15,-2-2 0 16,1-4-5-16,-1-2 0 15,-2-4 5-15,3 0-6 16,-3 0 8-16,0-2-8 16,2 0 1-16,0 0 7 0,6-10 8 15,15-10 13 1,12-10-10-16,15-22-10 16,10-13-3-16,13-5-6 0,10-12-6 15,13 4-7-15,4 0-26 16,2 12-32-16,-6 11-56 15,71-33-437-15</inkml:trace>
  <inkml:trace contextRef="#ctx0" brushRef="#br0" timeOffset="-23796.29">11707 15981 1508 0,'-3'-8'381'0,"3"7"-96"0,-4-3-112 0,2-1-104 0,2 5-21 0,0 0-23 0,0-4 2 0,2 4 3 0,-2-1 11 0,0 1-4 16,0 0-4-1,0 0-9-15,0 0-1 0,0 1-23 16,2 8-10-16,0 17 10 16,6 16 48-16,-2 24-15 15,3 4-15 1,0 8-18-16,-2 1 0 0,-3 3-37 15,-4-2-150-15,-6-4-155 16,-31 75-218-16</inkml:trace>
  <inkml:trace contextRef="#ctx0" brushRef="#br0" timeOffset="-23372.03">11550 16637 1235 0,'-2'-4'657'0,"2"4"-452"0,2 0-133 16,-2 0-51 0,3 0-10-16,4 4-2 0,2 0 43 15,6 6 68-15,8 2-45 16,-1 2-22-16,5 0-29 16,-4-1 12-16,0 1-12 15,-2-5-6-15,-3 0-6 16,-1-9 7-16,1-5 13 15,0 0 2-15,6-8-16 16,-1-5-7-16,4-4-11 16,-5 0-23-16,-4 0-64 15,-5 4-163-15,-11-26-340 16</inkml:trace>
  <inkml:trace contextRef="#ctx0" brushRef="#br0" timeOffset="-22626.63">11796 17387 777 0,'0'-4'674'0,"0"4"-511"0,0-4-127 0,2 0-36 0,0-2-17 0,-2-2 17 0,0-2 0 0,-2-6 32 15,0-2 40 1,-5-6 18-16,3 2-3 0,-2 8 18 16,1 2 24-1,3 2 27-15,-1 6-48 16,-1 4-46-16,4 4-19 16,-3 6-25-16,1 12-1 0,-2 6 50 15,2 10 11-15,4 2-39 16,4-4-10-16,6 0-7 15,-1 0-14 1,-2-4-7-16,0-1-1 0,0 1 0 16,-7-6 0-16,-2-4-64 15,-2 6-136-15,-5-6-274 16,-7 18-464-16</inkml:trace>
  <inkml:trace contextRef="#ctx0" brushRef="#br0" timeOffset="-22169.62">11997 17562 1750 0,'2'0'294'15,"0"0"-188"-15,7-4-76 16,5 0-13-16,-1 2-5 16,5-10 13-16,2 2 7 15,-3-3 7-15,2-5-12 0,-4 5-17 16,-4-6 4-16,3 1-14 16,-8 0 1-16,-4 2 7 15,-2 10-8-15,-2-2 7 16,-2 4-7-16,-3-2 0 15,0 6-11-15,-2 2 11 16,-2 6 12-16,-7 6 3 16,5 4 12-16,0 8 3 15,-1 1 9-15,8 0-8 16,6 0-1-16,2-5-3 16,2 0-3-16,7-8 3 15,-1 0-12-15,-2-2 0 0,3-8-4 16,1 2-11-1,1-2-2-15,5-4-83 0,6-4-169 16,48-24-246 0</inkml:trace>
  <inkml:trace contextRef="#ctx0" brushRef="#br0" timeOffset="-21788.3">12371 17369 1099 0,'-4'4'773'0,"-5"2"-572"0,-3 6-97 0,1 2-43 0,3 4-19 0,3 0-6 0,5-10-25 0,5 6-1 0,1-5-2 0,7 0 2 0,3 0 8 16,-1-4 2-16,4 4-1 15,0 0-4-15,1 0-9 16,1-1 0-16,-8 2-5 16,-1-2 0-16,-4-2 11 15,-6-2-4-15,-2 0 2 16,-2 4 7-16,-6 2-2 16,-4-2-3-16,-5 10-11 15,-8-4-1-15,2-4 0 16,2-2-1-16,2 0-54 15,3-8-49-15,6 0-109 0,10-26-138 16</inkml:trace>
  <inkml:trace contextRef="#ctx0" brushRef="#br0" timeOffset="-21203.49">12830 17486 1886 0,'2'0'383'0,"-2"0"-215"16,4-5-113-16,5-3-41 16,3 2-7-16,1 2-1 15,-1-10-4-15,-6 6-1 16,1-6 9-16,-3 2-9 15,-4-2 5-15,-2 0-5 16,-3 2 13-16,-1 2-1 16,-4 6 4-16,-3 0-10 15,-3 8-7-15,1 0 0 16,-5 10-8-16,7 0 7 16,2 8-14-16,4-6 15 15,14 2-1-15,6-4-30 16,5 0-22-16,8-5 2 0,3-5-12 15,-2-4-1-15,0-4 2 16,-5-9 19 0,1 3-10-16,-4-4 43 15,0 2-11-15,-4-2 21 0,5 6 0 16,-5-6-21-16,1 10 20 16,3 4-8-1,-7 8 0-15,-3 2 9 0,5 8 37 16,-7-2-4-16,-1 2 17 15,-4 1 5-15,0-10-20 16,-2 4-10-16,0-13-5 16,0 0 26-16,0 0 37 15,0-13 8-15,2-1-49 16,3-8-30-16,7-10-12 16,-2-4-18-16,4 0-45 15,-1 2-66-15,3-6-153 0,20-36-570 16</inkml:trace>
  <inkml:trace contextRef="#ctx0" brushRef="#br0" timeOffset="-20319.13">12284 17977 870 0,'-2'-4'885'0,"2"4"-667"0,0 0-56 0,2 0-83 0,2 0-34 0,10-4-13 0,6 4 20 0,10-6-13 0,7-6-27 0,5 6-11 16,2-6-1-16,-1 4-45 15,-9 2-200-15,-10 28-339 16</inkml:trace>
  <inkml:trace contextRef="#ctx0" brushRef="#br0" timeOffset="-20207.02">12186 18249 1876 0,'0'0'567'16,"2"0"-348"-16,2-4-131 0,3 0-88 16,9-6-4-16,13 6-58 15,13 0-311-15,92-14-1195 16</inkml:trace>
</inkml:ink>
</file>

<file path=ppt/ink/ink3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6T02:17:17.850"/>
    </inkml:context>
    <inkml:brush xml:id="br0">
      <inkml:brushProperty name="width" value="0.05292" units="cm"/>
      <inkml:brushProperty name="height" value="0.05292" units="cm"/>
      <inkml:brushProperty name="color" value="#FF0000"/>
    </inkml:brush>
  </inkml:definitions>
  <inkml:trace contextRef="#ctx0" brushRef="#br0">1754 4323 1458 0,'0'0'229'0,"0"0"-121"0,0-2-25 0,0 2-29 0,0-2-6 0,0 2 22 0,0 0-2 0,0-2-5 0,0 2-14 16,0-2 19-16,0 2-13 15,0-2 1-15,0 2 5 16,2 0-2-16,-2 0-16 16,-2 0-5-16,2 0-7 15,0 0-4-15,0 0 12 0,0 0-7 16,0 0-10-16,0 0-11 16,2 0-11-16,-2 0-2 15,0 0-7 1,0 4-3-16,-2 6 7 0,0 8 5 15,-3 6 1-15,1 5 0 16,0-2-1-16,-3 5 8 16,2 0-7-16,1-1-1 15,-1 3-1-15,3-6 0 16,0-4 0-16,-2-2 0 16,2-4 1-16,0-6-8 15,-3 0-71-15,5-2-94 16,-3-2-64-16,6-2-130 0,8-24-864 15</inkml:trace>
  <inkml:trace contextRef="#ctx0" brushRef="#br0" timeOffset="549.74">2006 4441 1480 0,'-2'-2'290'0,"2"2"-191"0,0 0-36 0,-3 0 13 0,3 0 4 0,-2 2-11 0,2-2 19 0,-2 0-7 0,2 0-19 0,0 0-44 16,-2 2 1-16,0 4 1 15,-5 2-20-15,3 5 12 16,2 2-11-16,2 3 5 16,2 0-6-16,2 3 8 15,5-2-8-15,2-2 0 16,0-5 0-16,4-2 6 15,-3-4 0-15,-1-6 16 16,0 0-10-16,5-8 3 0,-1-4-15 16,7-6 12-16,-3 0-10 15,-4-7 14-15,-1 3 23 16,-10 0-12-16,-4-2-1 16,-4 1-19-16,-4 2 5 15,0 3 21-15,-3 8-22 16,-3 2-11-16,-5 6-6 15,-2 4-3-15,-6 6 3 16,0 2-13-16,-1 4-88 16,6 7-119-16,6-6-137 15,9 14-1286-15</inkml:trace>
  <inkml:trace contextRef="#ctx0" brushRef="#br0" timeOffset="2717.84">2616 4313 1542 0,'-2'-6'364'0,"2"6"-157"0,-2-4-97 0,2 2-16 0,0 2-23 0,2 0 11 0,-2 0-10 0,0-2 2 0,2 2-25 0,-2 0-13 15,2 0-30 1,-2 2-6-16,8 0 0 0,0 8-6 16,5 6-7-16,8 8 12 15,-3 6 1-15,-1 3 2 16,-1 0-2-16,-7 2 2 16,-5-8-2-16,-4-4 1 15,0-5-1-15,-2-10-3 16,0-2 3-16,0-4 1 15,0 2 5-15,0-4 4 16,-1-4 8-16,-2-3 2 16,2-8-20-16,6-6-10 15,5-8-13-15,9-1-2 16,12-1 8-16,14 3-44 16,9 2-68-16,15 0-81 0,114-16-161 15</inkml:trace>
  <inkml:trace contextRef="#ctx0" brushRef="#br0" timeOffset="3150.07">3048 4467 1290 0,'0'0'451'0,"2"3"-409"0,4 1-27 16,-2 2 38 0,5-2 19-16,4 1-35 0,5-2 16 15,-3-2 17 1,8-2-17-16,-5-3-22 0,1 0-8 16,0-6-17-16,-7 3-5 15,2-1-1-15,-3-3 0 16,-6 2 6-16,-5 1-5 15,-3 0-1-15,-3 2 0 16,-3 0-8-16,-7 2 7 16,-1 4-2-16,-10 6-3 15,2 4 12-15,1 8-2 16,2 2 5-16,8 3-3 0,8-4-1 16,6-1-5-16,6 0-1 15,5-1 1 1,7-7 2-16,5-1-2 0,8-4 0 15,4-5-47-15,7-5-170 16,70-16-314-16</inkml:trace>
  <inkml:trace contextRef="#ctx0" brushRef="#br0" timeOffset="3591.13">3572 4407 618 0,'-2'-2'947'0,"2"-2"-769"0,-4 2-130 0,1-2 17 0,1 2 2 0,0-2-11 0,-4 2 50 0,1 0-34 0,-2 0-16 0,-4 4-10 0,-2 0-14 0,-9 9-16 15,-5 4 13 1,0 7-14-16,0 4-6 15,10 1-8-15,3-4 5 0,12 1-6 16,8-2 1-16,-2-1-1 16,6-7 2-16,-1-2-2 15,2-4 11 1,2-4-5-16,5 0 0 0,4-4-6 16,1-6-28-16,6 0-137 15,44-20-176-15</inkml:trace>
  <inkml:trace contextRef="#ctx0" brushRef="#br0" timeOffset="4004.46">3800 4449 1596 0,'-4'4'240'0,"-3"-1"-179"16,-3 4-43-16,0 7-1 16,-2 1 10-16,3 3-5 15,7 0-10-15,2-4-3 16,7 0-3-16,-2-4 2 0,12-2 17 15,-3-2 19-15,3-6 4 16,6-2 12-16,-6-4-6 16,6-5 12-16,-8 2-3 15,-1-1-20-15,-6-2-23 16,-5-2-13-16,-6 1-7 16,-1 2 0-16,-7 0-37 15,-5 1-74-15,-3 5-81 16,-8 2-17-16,9 1-145 15,-7-3-943-15</inkml:trace>
  <inkml:trace contextRef="#ctx0" brushRef="#br0" timeOffset="4299.46">3927 4387 1486 0,'2'0'291'0,"2"0"-197"16,6 2-38-16,7 4 17 15,6 6-13-15,0 4-34 16,6 4 19-16,0 3-6 16,-2 0-18-16,-2-1-9 15,-7-3 0-15,-9-7 6 16,-3-2-17-16,-6-8-1 16,0-2 39-16,-4 0 24 15,4 0 21-15,-2-4-23 0,0-4-8 16,2-4-43-1,2-8-10-15,9-5-22 0,3 1-48 16,9-2-92-16,6 2-50 16,10 4-85-16,70-16-858 15</inkml:trace>
  <inkml:trace contextRef="#ctx0" brushRef="#br0" timeOffset="4920.68">4523 4417 1447 0,'-6'4'471'16,"-3"0"-405"-16,-5 8-30 0,2 0 9 15,5 0-1 1,2-2-17-16,3 3-2 16,2-8 14-16,5-1 14 0,-3-1-5 15,7-3 10-15,4-3-11 16,1-1 14-16,7-5-10 15,0-12-19-15,3-1-5 16,-1-10-15-16,-1-4-11 16,-2-8 8-16,-2-4-9 15,-7-2 0-15,-5 0 1 16,-4 10 14-16,-4 12-3 16,0 10-1-16,2 9-11 15,-2 8 0-15,0 2-12 16,0 5-29-16,-5 15 19 15,-5 7 21-15,6 14-11 0,4 6-11 16,8 0-16-16,8 0-15 16,1-4 15-16,3-4 9 15,5-12 5-15,1-7-8 16,-4-11 6-16,5-6 0 16,-7-7 0-16,6-3-11 15,-8-6-41-15,-3 0-7 16,-2-8 37-16,-6 1-5 15,-3-2 34-15,-2 5 12 16,0 2 7-16,0 6 1 16,2 4-1-16,5 4-36 15,1 4 37-15,6 4 13 0,1 8 41 16,1 2-13 0,0 0-4-16,-5 0 31 0,-6-1-10 15,-5-6 14-15,-3 1-24 16,-6-2-9-16,-4-3-7 15,-5 3-22-15,-9-2-10 16,-1-2-73-16,-9-1-149 16,-34-16-410-16</inkml:trace>
  <inkml:trace contextRef="#ctx0" brushRef="#br0" timeOffset="5588.13">5546 4303 1659 0,'0'-2'451'0,"2"-2"-355"0,3-2-37 0,6 2-13 0,4-4-13 0,8 2 9 0,6 6-13 0,0 2-7 0,0 10-5 0,2 6-10 0,-6 6-1 0,-3 10-4 16,-9 1-1-16,-4-2-1 0,-6-5 2 16,-8-6 7-16,-2-7-8 15,1-5 16-15,-4-6-3 16,-1-4 10-16,3-4 25 15,-1-6-13-15,0-6-6 16,6-7-9-16,6-4 2 16,6-5-23-16,6-1-12 15,12-1-43-15,4 4-86 16,7 4-71-16,72-10-255 16</inkml:trace>
  <inkml:trace contextRef="#ctx0" brushRef="#br0" timeOffset="5885.07">6048 4381 1624 0,'-4'10'210'0,"1"-2"-143"16,-4 10-38-16,9 0 7 15,3-5 6-15,4 0 21 16,6-4-12-16,4-2-3 16,5-3 4-16,0-5-14 15,6-5-26-15,-4-2-3 0,-6-5 27 16,1-3-15-16,-11-2-20 16,-5-3-1-16,-5-4-28 15,-7 1-14-15,-8 0 14 16,-3 4-31-16,-2 8-104 15,-41 2-92-15</inkml:trace>
  <inkml:trace contextRef="#ctx0" brushRef="#br0" timeOffset="6634.48">6420 4353 1629 0,'0'8'173'15,"2"0"-128"-15,2 10-6 16,1 2 0-16,1-2-3 16,2 2 4-16,-4-4 13 15,3-3 19-15,-1-3-12 16,0-6-21-16,4-3 16 15,-3-1 11-15,-1-4-12 16,5-1-25-16,7-8-5 16,0-1-20-16,0-4-4 0,2-1-7 15,-3 1 1-15,-1 7-5 16,-5 5-11-16,1 2-14 16,-1 10 12-16,2 4-2 15,-2 4 14-15,2 0 11 16,3 0 1-16,-3-6 12 15,1-2-6-15,3-2-6 16,-3-4 6-16,1-8 13 16,2-2-7-16,-5-4-4 15,-1 0 12-15,1-6-19 16,-3 0 5-16,-5-2-6 16,-2 2 0-16,0 0-9 15,-2 6-18-15,0 4-16 16,-2 6 8-16,2 2 26 0,0 2-13 15,0 4-41-15,4 4 7 16,4 0 43-16,3 0 2 16,0 4 1-16,0-8-1 15,4 0 10-15,1-6-29 16,2 0-21-16,0-4 17 16,-3-4 14-16,1-2 12 15,2-2 7-15,-5 0 2 16,-2-2-5-16,1 2 10 15,-6 2 9-15,1 0 6 16,-5 6 15-16,0 3 58 16,-2 2-23-16,0 2-26 15,-2-1 0-15,2 9-38 16,0 3 53-16,2 10-27 0,-2 2-6 16,2-2-10-1,-2 2 5-15,-2-8-2 16,-2-2 4-16,-5-2-8 0,-9 0-16 15,-9-2-54-15,-79 0-289 16</inkml:trace>
  <inkml:trace contextRef="#ctx0" brushRef="#br0" timeOffset="9963.91">1698 5077 1837 0,'-2'0'299'0,"2"0"-169"0,0 0-23 0,0 0-32 0,0 0-8 0,0 0-7 0,0 2-22 0,0 8-38 0,-7 12 2 16,3 14 20-16,0 12-2 16,-1 9 7-16,1-3-8 15,6-6-5 1,0-10-5-16,1-12-8 0,1-6 0 16,0-10 11-16,3-2-6 15,-3-8 0-15,4-2 9 16,2-4 5-16,6-6 2 15,10-6-16-15,5-4-6 16,-4 0-9-16,-2 6 0 16,-7 4 2-16,-5 10-8 15,-6 2-8-15,2 2 5 16,0 2 11-16,4 0 7 16,-1 2 1-16,1-4-1 15,0-2 6-15,3-4 18 0,6-8 0 16,3-6-8-16,4-12 2 15,-5-2 12-15,0-9 12 16,-8 1-13-16,-1 2-10 16,-6-4-12-16,-4 0-7 15,-2 8-48-15,-6 8-53 16,1 10-49-16,-3 16-148 16,-2 10-285-16,-13 60-280 15</inkml:trace>
  <inkml:trace contextRef="#ctx0" brushRef="#br0" timeOffset="10298.84">2169 5368 1323 0,'4'2'458'0,"1"0"-366"0,6 0 7 0,7 0 3 0,2 0-15 0,4-2-3 0,0-6 3 0,3 0-33 0,0-2-5 0,-6-6-13 15,-9 4-7-15,1-2-2 16,-9 1 1-16,-4 2 25 16,-8 3-22-16,-7-1-22 15,-3 2-9-15,-4 9-6 16,-3 6 6-16,-1 6-7 16,1 6 6-16,10 0 0 0,3-2 0 15,10 2-12-15,8-2 13 16,6-2 8-16,5-2 0 15,2-6 2-15,3-2-8 16,3-6-2-16,6 2-65 16,1-12-195-16,51-24-526 15</inkml:trace>
  <inkml:trace contextRef="#ctx0" brushRef="#br0" timeOffset="11237.82">3027 5185 1461 0,'2'-1'245'0,"-2"1"-149"0,0-3-35 0,0 3 25 0,0-2 22 0,0 2-3 0,2 0 3 0,-2 0 9 0,-2 0-42 15,0 0-29-15,2 5-46 16,-2 9 0-16,-1 12 0 16,-2 10 16-16,3 10 1 15,2-2-17-15,4-2 6 16,4-10-1-16,0-8-5 16,1-6 0-16,3-10 9 15,-1-2 2-15,-1-6-5 16,11-6-6-16,1-4-9 15,2-6-6-15,-1 0-11 0,-1-4-7 16,-7 0-34 0,-1 6-14-16,-5 4 22 0,-5 6 8 15,-2 6-22-15,3 6 17 16,0 6 26 0,4 4 30-16,6-2 9 0,1 2-1 15,6-2 1-15,0-6-8 16,5-6 11-16,-3-4 1 15,1-2-4-15,-2-6 2 16,-4-4 5-16,-3 0 11 16,-1-6 18-16,-6-4 33 15,-4-2-13-15,-5-6-14 16,-5-5-35-16,-2-2-16 0,-5-2-54 16,-2 7-67-16,3 8-41 15,0 16-105-15,-7 10-797 16</inkml:trace>
  <inkml:trace contextRef="#ctx0" brushRef="#br0" timeOffset="12134.52">3706 5293 1505 0,'0'0'276'0,"-2"3"-204"0,-3-1-50 0,-2 7-7 0,-1 6 23 0,-8 3 20 0,3 2-16 0,4-4 18 0,0 4-21 0,4-2-9 0,7-6-12 16,8 2 5-16,1-6-7 15,1 0-8-15,5-4-1 16,1-4 7-16,1-4-14 15,6-8-15-15,0 0-32 16,-7-6-23 0,-3 0-10-16,-2 0 22 0,-5 8 37 15,-8 2 13-15,0 6-28 16,-6 4 12-16,0 6 14 16,-5 8 9-16,1 2 0 0,4 2 1 15,6 0-17-15,6-4 10 16,4-6 2-16,1-4 5 15,1-2 35-15,-2-4 8 16,1-6 4-16,5-2-22 16,5-6-20-16,0 0-5 15,0-4-1-15,3 0-23 16,0 4-42-16,5 0-29 16,2 8 29-16,-4 4 14 15,-2 8 40-15,-7 2-14 16,-3 8 26-16,-6-2 12 15,-2 0 12-15,-2-2-1 16,-3-6 13-16,0 0 7 0,-2-6 13 16,0 2 35-1,2-2-22-15,2-2 12 0,5-2-30 16,5-4-39-16,1-6-12 16,10 2-8-16,-1-4-16 15,-1 6-17-15,-1 2 4 16,-4 6 16-16,-5 4 6 15,3 2 1-15,-5 6 13 16,3-4 0-16,5 0-13 16,-1 2 14-16,7-8 5 15,-3-2-4-15,2-4 9 16,-3-2-9-16,-2-6 25 16,-5-2-7-16,-3-4 43 0,-2-4 1 15,-2-5-6-15,-7-3 4 16,-2-1-17-1,-6-6 8-15,-3 5 1 0,7 6-17 16,-2 4 6-16,6 12 10 16,0 8-29-16,0 2-23 15,0 4-21-15,0 6-22 16,-3 12 29-16,1 12 6 16,2 9 7-16,2 4 1 15,5 4-14-15,-1-3-56 16,-1-4-53-16,-5-6-140 15,-9-4-43-15,-24 4-1027 0</inkml:trace>
  <inkml:trace contextRef="#ctx0" brushRef="#br0" timeOffset="12297.29">4372 5270 1869 0,'6'-13'485'0,"6"4"-368"0,11-10-63 0,10 7-26 0,9 2 2 0,10 6-22 0,8 0-7 0,13 0-1 0,5 0-172 0,127-2-558 16</inkml:trace>
  <inkml:trace contextRef="#ctx0" brushRef="#br0" timeOffset="13187.27">5292 4816 1858 0,'0'2'275'0,"0"3"-214"0,-4 13-61 0,2 8 15 0,2 10 8 0,-2 14 4 0,2-2-8 0,2 2 1 0,0-4 13 0,4-6-3 0,1-2-8 16,-2-7-14-16,2-8 4 16,-1-7-2-16,1-5 1 15,4-3-10-15,0-5 13 16,2 0-8-16,10-6-6 15,1-7-20-15,5 1-28 16,-2-5 26-16,-12 4 7 16,-5 6 14-16,-8 1 0 15,-4 3-5-15,-1 3-21 16,-2 2 27-16,1 9 3 16,-2 3 7-16,1 2-8 15,3 2 5-15,4-6-1 16,3-2-5-16,-1-3 10 0,5-6-4 15,-4-2 5-15,-3-2-4 16,2-11-8-16,-1 0-186 16,-3-14-50-16,-7-8-77 15,-55-68-580-15</inkml:trace>
  <inkml:trace contextRef="#ctx0" brushRef="#br0" timeOffset="13319.15">5201 4935 1157 0,'8'-4'737'15,"6"0"-622"-15,20 2-71 16,13 2 70-16,10 6-36 16,11-1-44-16,1 2-18 15,4 3-16-15,3-2-66 0,101 4-424 16</inkml:trace>
  <inkml:trace contextRef="#ctx0" brushRef="#br0" timeOffset="13765.82">6159 5099 1207 0,'0'18'278'16,"0"8"-158"-16,4 16-36 0,1 7 9 15,2-4-38-15,2-6 7 16,-5-7-32-16,-2-10 1 16,-1-6-14-16,2-8-17 15,-6-4 12-15,3-4-1 16,0 0 44-16,-3-6 19 16,-8-2-38-16,2-10-26 15,-5-6-10-15,2-13 0 16,-2-3 0-16,3-10 1 15,4-4-1-15,7 0-1 16,9 6-17-16,11 6-10 16,3 12-31-16,9 10 44 15,5 10 3-15,-6 6 0 16,0 8 11-16,-8 8-16 0,-10 10-2 16,-7 6 4-16,-6 6 15 15,-4-4 1-15,-7 0-1 16,-7-6 0-16,1-4-1 15,-8-4-22-15,4-6-49 16,-16 4-202-16</inkml:trace>
  <inkml:trace contextRef="#ctx0" brushRef="#br0" timeOffset="14093.33">6435 5202 1652 0,'4'7'202'0,"6"4"-137"0,3 4 11 0,5 7 11 0,-5 3-33 0,-1-3-4 0,-3-2-5 0,-3-6-20 0,-6-6-19 0,0-2 0 15,-4-4 9-15,2-2-6 16,-1 0 8-16,-1-2 13 16,-1-2 1-16,-2-4-5 15,5-4-14-15,0-9-12 0,6-4-105 16,10-5-153 0,51-47-364-16</inkml:trace>
  <inkml:trace contextRef="#ctx0" brushRef="#br0" timeOffset="14449.83">6832 5378 1424 0,'0'4'342'0,"2"-4"-264"16,2 0-42-16,4 2 24 15,5-4-4-15,0-4-5 16,5 0 6-16,0-4-11 0,-3-6-25 16,-1-3-21-16,-3 1-10 15,-9 3 4-15,-4-2-9 16,-9 8 15-16,-1-1 0 16,-3 10-17-16,-7 8 5 15,1 6 5-15,-2 6 7 16,7 4-11-16,9 0 5 15,7 2-42-15,9-4-28 16,7-2 11-16,10-10 23 16,8-2 23-16,4-4-26 15,-1-6 3-15,3-2-95 16,-1-6-107-16,-4-2-43 16,57-32-455-16</inkml:trace>
  <inkml:trace contextRef="#ctx0" brushRef="#br0" timeOffset="14955.37">7119 5275 842 0,'-17'13'345'0,"-2"1"-213"16,-9 12-44-16,6 6-59 15,6-2-29-15,14-4 0 16,4-6 15-16,12-2 12 16,-1-6 72-16,3-6-49 15,5 0 10-15,2-10 48 16,2-4-42-16,4-2-26 15,-5-8-13-15,0-4 3 0,-1-4 35 16,-1-6 1 0,-7-8-20-16,-3-4-17 0,-6-5-11 15,-8 1 21-15,-4 2 6 16,-2 4 1-16,2 8-1 16,2 8-31-16,-1 6-14 15,5 8-1-15,0 8-23 16,0 14-43-16,2 6 40 15,-2 16 18-15,5 10 9 16,-1 10 0-16,5-2-14 16,7 4-19-16,0-5 10 15,-1-9 13-15,1-10 8 16,-3-10-11-16,-2-10 12 0,5-6 1 16,-3-6 21-1,3-6-4-15,2-6-7 0,1-4 2 16,0-2-11-1,-11 0-1-15,-1 6 0 0,-7 6 0 16,0 8-48-16,0 6-54 16,0 8 54-16,4 2 15 15,0 2-14-15,6 2-100 16,9 10-211-16</inkml:trace>
  <inkml:trace contextRef="#ctx0" brushRef="#br0" timeOffset="15600.72">7513 5057 1655 0,'4'8'192'0,"2"4"-144"15,7 10-48-15,5 4-55 0,2 0-51 0,7 0-104 0,-1-1 63 0,-1-7 43 0,2-4 104 16,-10-5 53-16,-3-3 131 16,-10 2-56-16,-4 2-32 15,-4 2 43-15,-6 5-43 0,2 3-25 16,-3 0-37 0,5-4-17-16,3 0 2 15,3-6-2-15,5 2-8 0,3-8 15 16,3-2 12-16,7-2-14 15,-1-4 17-15,8-6-13 16,0-4-16-16,4-6-10 16,-4-4 1-16,-4-7 14 15,0-5-15-15,-7-10-9 16,-3-2-63-16,-5 0 35 16,-4 2 37-16,-2 10 9 15,-2 10 21-15,0 8-11 16,0 10-19-16,0 6-26 0,2 6-13 15,-5 8 1 1,-1 12 37-16,0 14 0 0,4 8-17 16,7 2-12-1,6 0-14-15,9-2-17 0,2-3 28 16,3-11 22-16,0-10 11 16,2-12 0-16,-6-4 1 15,0-12 11-15,-1-2-5 16,-3-8-1-16,-1-1 0 15,-5-6 18-15,0-1-24 16,-6-1-4-16,-3 6 3 16,-2 5-4-16,0 7-7 15,0 7-33-15,3 10 0 16,1 8 33-16,0 7-9 16,0 2-53-16,5 1-11 15,-1-6-149-15,-11 9-573 16</inkml:trace>
  <inkml:trace contextRef="#ctx0" brushRef="#br0" timeOffset="15779.96">7870 4995 1974 0,'18'-2'232'0,"-2"0"-172"0,21-2-22 0,8 2 31 0,4 4-36 0,2 4-32 0,1 2-1 0,-3 0-132 0,62 14-431 16</inkml:trace>
  <inkml:trace contextRef="#ctx0" brushRef="#br0" timeOffset="16035.67">8247 5199 153 0,'-2'-1'1732'0,"2"1"-1459"15,0-3-136-15,0 1-26 0,2 2-6 16,-2-2-30-16,0-2-60 15,-2 1-15-15,2-2-54 16,-3 1-93-16,-7-14-417 16</inkml:trace>
  <inkml:trace contextRef="#ctx0" brushRef="#br0" timeOffset="16488.23">8459 5336 492 0,'-7'4'1556'0,"-3"2"-1385"15,0 8-119-15,-5 0-40 16,8 0 3-16,7-4-7 15,1-2 23-15,7-2 26 0,0-4 2 16,6 0 25-16,-1-2-24 16,7-4-32-16,0-6 13 15,7-2-22-15,4-6-11 16,0-4-8-16,5 0 0 16,-3 0-9-16,0 4-30 0,-8 5 4 15,-4 12-7 1,-11 6-21-16,-4 9 32 15,0 4 12-15,-2 5 19 16,5-5 0-16,-3 0 1 16,3-6-1-16,5-2-7 0,0-8 7 15,8-2 8-15,0-6-8 16,1-6-7-16,-4 0 1 16,-3-6 6-16,-5-3-33 15,-5 2-12-15,1-3-115 16,-16-14-223-16</inkml:trace>
  <inkml:trace contextRef="#ctx0" brushRef="#br0" timeOffset="20791.18">6128 6531 1669 0,'0'2'230'0,"0"-2"-149"0,0 0-30 0,3 0-8 15,-3 0 8-15,0 0-10 0,0-2-5 0,0 2 6 0,0 0 12 0,0 0-2 0,-3 0-16 0,3 0 0 0,0 0 17 16,0 0-20-16,0 0-11 16,0 0-7-16,0 0-7 15,0 0-8-15,-5 10-1 16,1 4 1-16,-2 6 6 16,-1 6-6-16,-3 4 12 0,2 2-11 15,4 4 0-15,-1 4 7 16,1 0-2-16,-4 6 6 15,0 3 3-15,-1 7 6 16,-4 0-15-16,8-2 4 16,-4 2-9-16,3-7 7 15,2-1-7-15,-4-6 7 16,4 0-7-16,-3-2-1 16,3-2 28-16,0 4-22 15,-4 0 6-15,4 0-12 0,-7-2 2 16,5 3 4-1,-4 5-5-15,-3 4-1 0,0 2 0 16,1-2 1-16,4-4 1 16,1-8 4-16,3-8-6 15,-6-4 0 1,6-1 0-16,0-4 1 0,-3 4-2 16,3 4-7-16,-1 6 8 15,0 17 6-15,5 14 22 16,0 12-5-16,3 1-22 15,2-5 6-15,-3-2-6 16,2-4-1-16,3-1 7 16,-1-9-6-16,6-10 10 15,-6-6 4-15,1-8 3 16,-1 0 4-16,-1 0-7 16,2 4 0-16,0 4 8 15,-3 10-10-15,0 4-2 0,1 9 5 16,-3 1 4-16,2-2-11 15,1-2 1-15,0-8-4 16,-1-2-4-16,-2-1-1 16,5 1 13-16,0-4-7 15,-3 0 13-15,3 0-8 16,-5 3-2-16,0 1-9 16,-2 8 5-16,0 2 0 15,2 0 0-15,-2 0-6 16,2 3 6-16,1-3-5 15,1-5 5-15,8 0-4 0,-4-5 7 16,-1-8-9 0,0-4 8-16,0-4-8 15,-5 0 0-15,0 6 0 0,0 1 1 16,-2 5 1-16,4 0-1 16,-4 0 4-16,3 0-4 15,-1 0 7-15,2 1-7 16,3-4 0-16,-2 2 0 15,1-3-1-15,1-2 0 16,-3-2 9-16,4-2-8 16,-4 4 5-16,-4-2-4 15,4 3 5-15,-2 0-1 16,3 4-5-16,-1 1 0 0,0 2-1 16,1-2 1-1,-1 2 5-15,3 1 4 0,-4-3-9 16,1-2 4-16,-4 0 7 15,2-4-11-15,0-2 13 16,2 2 2 0,4-2-7-16,1 0 6 0,1-6 0 15,-1 3-3-15,1-3-1 16,0-2 2-16,-1 0-1 16,1 4 2-16,-6-2-5 15,0 4 0-15,-4 0-8 16,-2-2 0-16,0 0 0 0,-2-3 0 15,-3-3 13 1,2-4-13-16,3-2 0 0,-3 0 6 16,3 2-7-16,0 0 12 15,-2 4-5-15,2-2 1 16,-1 2-8-16,-3 0 6 16,5 2-5-16,-3-4-1 15,2 5 1-15,-1-6 0 16,-3 2 5-16,4 1-5 15,2-2 0-15,-2-2 1 16,2 0-1-16,0-2 0 16,-3-4 0-16,1 0 0 15,-1-2 0-15,3-2-1 16,-1 9 7-16,1 2 11 16,0 10-1-16,-5-7-8 15,5-4 0-15,2 0-3 16,-2-10 6-16,0 0-3 0,3 0-8 15,-3-6 11-15,1 4-4 16,2 0 4-16,-1 0-3 16,-2 2-9-16,-2 4 6 15,-1 0-4-15,-1 7 4 16,-3 0-5-16,-1 1 1 16,-1 1-2-16,2-8 1 15,0-2-1-15,3-7 2 16,2-6-2-16,-3-6-1 15,3-2-14-15,-5-6-29 16,-4-6-40-16,-4-12-63 16,-10-19-166-16,-66-169-785 15</inkml:trace>
  <inkml:trace contextRef="#ctx0" brushRef="#br0" timeOffset="22070.21">3356 6587 1213 0,'-2'0'600'0,"2"-2"-469"0,0 0 16 0,0 2-33 0,0-2-30 0,0 0 7 0,2 0-13 0,-2 0 11 0,0 2-17 16,0-2-9-16,0 4-8 15,2-2-10-15,-2 0-15 16,0 2-7-16,0 0-13 16,5 8-9-16,2 12 1 15,1 12-1-15,4 12 6 16,-3 6-6-16,-5 7 0 16,0-1 0-16,1-8 5 15,-3-10-6-15,0-4 1 16,-2-10 0-16,0-8-1 0,-2-10-12 15,4-6-21-15,-2-2-2 16,-2 0 17-16,0-4 0 16,-7-6-6-16,-4-10-42 15,-7-12 9 1,2-10 12-16,0-12-18 0,2-10-9 16,5-5 11-16,7 1-4 15,-1 2 32-15,14 12-34 16,2 6-29-16,5 10 46 15,6 8 14-15,0 10-9 16,5 8 11-16,2 2 23 16,-2 10 1-16,0 8 10 15,-1 3 0-15,-6 12 5 0,3 3 5 16,-8 8 5-16,-5 2-14 16,-4 2 22-16,-4-8 34 15,-4-2-8 1,-4-4 23-16,-4-6-15 0,-1 0-19 15,-6-4 1 1,-3-1 0-16,-7-6-20 0,-2 0-8 16,0-6-4-16,2 3-6 15,5-9-1-15,2-4-8 16,2 1-143-16,-18-22-226 16</inkml:trace>
  <inkml:trace contextRef="#ctx0" brushRef="#br0" timeOffset="22500.68">3628 6765 1648 0,'2'-1'320'0,"2"1"-247"0,10-4-50 0,-1 4-11 0,10 4-5 0,-8 3 1 0,3 6 5 0,-2 6 13 0,-3 7 16 0,-2 9 7 15,-4-3-20-15,-2 2-10 16,-10-4-4-16,-1-10-7 16,5-6-8-16,-3-6 0 15,4-6 15-15,0-2 26 16,-3-8 19-16,3-2-23 16,0-10-36-16,3-4-1 15,2-6-9-15,10-4-44 16,1 2-59-16,10 0-125 15,38-26-116-15</inkml:trace>
  <inkml:trace contextRef="#ctx0" brushRef="#br0" timeOffset="22935.09">4018 6942 1433 0,'7'-4'363'16,"-3"2"-264"-16,8-4-67 15,1-4-8-15,5-2 0 0,-5 0-18 16,-2-2 1-16,3 0-6 15,-8 4 1-15,-4-2 28 16,-2 8 40-16,-4-2-4 16,-3 2-25-16,-4 1 10 15,-2 3-26-15,-6 3 4 16,-4 7-1-16,-6 2-5 16,4 8-4-16,0 2-4 15,6 4-15-15,7 0 6 16,8-2-5-16,4-4 1 15,4-2 4-15,7-6 6 16,3 0-11-16,5-6 41 16,10-2-37-16,8 0-5 15,3-8-148-15,4-2-140 0,53-38-955 16</inkml:trace>
  <inkml:trace contextRef="#ctx0" brushRef="#br0" timeOffset="23927.38">4361 6829 1739 0,'-8'7'260'0,"-2"-1"-163"0,-12 12-19 0,-7 4 20 0,-4 4-20 0,2 2-38 16,8-2-17-16,9-4-14 0,6-8-9 0,8 2 3 0,4-4-3 0,6-6 0 16,0-4 14-16,5-2 4 15,6-4 6-15,4-8-2 16,4-2-20-16,2-8 4 15,-4-6 0-15,0-6-6 16,-6 0-20-16,-5-9-11 0,-1-4-31 16,-1-4-1-1,-5-1-16-15,-3 4 47 16,-1 6 32-16,-5 8 15 0,-5 16 9 16,3 4 5-1,0 6-17-15,2 8-11 0,-2 4-1 16,-2 4-22-16,-7 14 20 15,1 6 3-15,4 12-1 16,-1 4 0-16,5 2 2 16,2 3-1-16,0-4 1 15,6-6 4-15,1-7 0 16,0-10-6-16,4-10 23 16,-4-6-7-16,-1-2-5 15,3-4-2-15,3-6 10 0,5-4 1 16,-3-6-7-16,3-4 4 15,-5 2-11-15,-6 0-3 16,-1 4-3-16,-5 8-1 16,0 4 1-1,-3 6-37-15,3 4 11 0,0 10 26 16,0 4 0-16,5 4 0 16,1-2 0-16,6-6 0 15,-1-2 0-15,0-6-1 16,0-4 2-16,5-6 6 15,-1-6 5-15,1-2-12 16,2-6-21-16,-3 2 11 16,3-2-25-16,-7-2-28 0,-4 2-60 15,-2 0 8-15,-3 4 32 16,0-2-17-16,0 2 20 16,-2-4 19-16,4 1 34 15,4-2 21-15,-4 3 6 16,3-5 27-16,-3 6 12 15,0 0 22-15,-4 1 8 16,0 2-15-16,0 4-6 16,-2 2 17-16,2 2 23 15,0-1-13-15,0 1-37 16,0 1 26-16,0-1-31 16,0 2-33-16,2 5-18 15,-2 6 18-15,5 4 8 16,-3 3 11-16,3 2-8 15,4 0-10-15,-5 0-1 0,2 0 12 16,-1 0-7 0,0 0-5-16,4-2-6 0,-3 0 6 15,1-6-154-15,6 12-215 16</inkml:trace>
  <inkml:trace contextRef="#ctx0" brushRef="#br0" timeOffset="24836.7">4760 6649 1356 0,'0'0'303'0,"0"0"-217"0,2 0-64 0,0-2-4 0,3 0 35 0,2 2 20 0,2-4-28 0,-1 2-10 0,-1 0-22 0,1 0 10 0,4 0-11 15,1 0-11-15,1 2 1 16,-5-2-1-16,-3 2 5 16,-4-2-6-16,3 2 1 15,-10 0 18-15,3 2-1 0,-2 0-17 16,-5 4 35 0,-9 10 12-16,-8 6-12 0,6 6-18 15,-5 0-12-15,11 1-6 16,3-1 1-16,9-5 11 15,4 2-4-15,8-7-8 16,-1-2 0-16,3-2 0 16,11-4 16-16,-4-6-5 15,9-4-4-15,0-4-5 16,-1-4 11-16,0-4-11 16,0-2-1-16,-2-6 0 15,-5-5-1-15,4-6-35 16,-6-4 11-16,-1-5-55 15,-1-2-23-15,3-4 27 16,-6 2 51-16,-7 6 15 16,-2 8 9-16,-2 8 10 0,-4 6 23 15,2 6-15-15,-2 3-1 16,0 3 47-16,2 3-22 16,-2 2-28-16,0 8-14 15,-3 4-12-15,-1 16 12 16,-2 7 10-16,0 6-2 15,3 4 5-15,3 4-2 16,4 2-10-16,3 0 0 16,3-2-1-16,0-3 0 0,-2-5 1 15,-1-6-1 1,-1-8-60-16,0-8-87 0,1-12-100 16,-4-32-579-1</inkml:trace>
  <inkml:trace contextRef="#ctx0" brushRef="#br0" timeOffset="25000.9">5080 6635 915 0,'5'-4'1024'15,"7"0"-844"-15,4-2-135 0,14 2-27 0,5 2 0 0,10 4-18 0,7 2-3 0,-1 0-123 16,81-6-861-16</inkml:trace>
  <inkml:trace contextRef="#ctx0" brushRef="#br0" timeOffset="26188.87">2595 7235 1339 0,'0'0'321'0,"2"0"-219"0,0 0-56 0,2 4 50 0,7 2-19 0,7-2 14 0,5 4-2 0,2 2-23 0,9-4 9 16,7 2-11-16,3 0 5 15,10-4-15-15,6-2 8 16,13 0-7-16,10-2-26 15,13 0-11-15,70 4 15 16,37 8-11-16,36 14-11 16,-56-10-8-16,15 2-3 15,1 4 0-15,5-4 0 0,-1-2 1 16,-1-2-1-16,8-4 1 16,6-4 1-16,6-2-2 15,4 0-5-15,8-1-14 16,-7 1-11-16,-8-4-14 15,-3 7 7-15,-14 1 13 16,1 0 4 0,-16 1 14-16,-17 5 5 0,1-2-7 15,-15-6-1-15,0-5 9 16,-11-2-9-16,-2-4 8 16,-1 4-8-16,10-10 0 15,-1 3 3-15,-4 1 6 16,1-4-1-16,-15 4-9 0,-73 4 8 15,-4-1-7 1,0 0 9-16,57-2 0 0,-1 2 9 16,-8 7-2-16,1-3-6 15,0 4 0-15,4 1 16 16,-2 1-10-16,2 2 1 16,-6 5 22-16,-12-4 6 15,-10 4-27-15,-13-6-8 16,-14 4 38-16,-8-4 8 15,-8 1-29-15,-7-4-8 16,-10 5-4-16,-8-8-6 16,-8-1 1-16,-5 0-2 15,-3 3 1-15,-2-3-46 16,-5 1-212-16,-57-6-350 0</inkml:trace>
  <inkml:trace contextRef="#ctx0" brushRef="#br0" timeOffset="27517.74">6830 6697 370 0,'-2'5'1371'0,"-3"0"-1221"0,-1 12-86 0,-8 8-7 0,3 8 20 0,-1 7 32 0,-1 0-53 0,3-4-43 0,0-8-2 0,3-4-1 0,1-6 19 15,0-6-4-15,1-4 11 16,3-6-12-16,2 0-13 16,0-2-5-16,0-2 4 15,0 2 11-15,2-4 20 16,0-10 14-16,7-4-55 16,0-14 0-16,2-8-13 15,4-10-29-15,6-4 3 16,-2-3 7-16,4 3 32 0,-3 2-11 15,3 10 11-15,-2 8-9 16,2 10 9-16,-5 10-1 16,-5 4-5-1,-6 8-3-15,-3 4-15 0,-2 10 18 16,3 4 6-16,0 16 2 16,-3 10 20-16,-2 12-5 15,0 4-11-15,2 7-5 16,2-3 0-16,3 2-1 15,-1-6-95-15,0-10-130 16,-9 24-94-16</inkml:trace>
  <inkml:trace contextRef="#ctx0" brushRef="#br0" timeOffset="27740.28">6832 6864 2072 0,'4'-2'316'0,"6"2"-230"0,5-4-37 0,3 0 1 0,6 4-20 0,-4 0-30 0,7 8 0 0,0-5-60 0,6 6-216 0,81-7-570 0</inkml:trace>
  <inkml:trace contextRef="#ctx0" brushRef="#br0" timeOffset="28236.6">7484 6815 1351 0,'-6'0'581'0,"-3"0"-506"0,-7 7-29 15,-3 0 31-15,-6 11 22 16,-6 9-21-16,-2 5-12 16,1 0-42-16,12 0-23 0,11-4 5 15,9 0 0 1,7-10-5-16,7 0 0 16,7-6 17-16,8-6 3 0,11-2-12 15,3-4-9-15,-1-4-28 16,-1-4-47-16,-3-8 13 15,-5-2 22-15,-2-8 19 16,-6-6 10-16,-4-10 10 16,-7-8-8-16,-1-10-6 15,-3-8-6-15,-6 1-6 16,-4 1 27-16,-4 12 30 16,-4 12 18-16,4 8 0 0,2 9 17 15,0 12-25 1,2 1 22-16,0 8 13 0,0 2-43 15,2 4-32 1,-2 5-44-16,0 11 44 0,0 17 8 16,0 11 14-1,2 8 5-15,0 6-15 0,0 1-4 16,6-3-8-16,-4 0 0 16,0-8 9-16,1-8-9 15,-3-10-24-15,0-8-137 16,-2-6-133-16,-9-14-371 15</inkml:trace>
  <inkml:trace contextRef="#ctx0" brushRef="#br0" timeOffset="28418.3">7665 6641 1827 0,'12'-2'205'0,"1"0"-169"0,14 0-36 0,4 4-48 0,-6 0-201 0,27 8-1195 0</inkml:trace>
  <inkml:trace contextRef="#ctx0" brushRef="#br0" timeOffset="29442.46">7848 6818 1725 0,'-2'7'207'0,"2"6"-132"0,2 9-15 16,0 2-16-16,2 0 19 15,6-2-32-15,5-6 10 16,-1 0-8-16,3-8 18 15,4 0-23-15,-2-8-20 16,4-6 8-16,-3-2-10 16,-1-8 0-16,-3-2-6 0,1-4-3 15,-11-2-3 1,-4-2-27-16,-2 6-22 16,-4 2 34-16,0 5 6 0,-2 9-20 15,4 7-46-15,-2 9 30 16,4 6 32-16,2 6 19 15,2 4-1-15,6 0 8 16,1-2-5-16,2-4-2 16,3-4 6-16,-1-8 4 15,1-6-10-15,2-4 28 16,-1-4-16-16,8-6-12 16,-5-4 0-16,5 0 6 15,-1-2-6-15,1 2-2 16,-5 0-56-16,2-2-43 15,-6 4-44-15,-1-2 31 0,-8 6-9 16,-3 2-131 0,-4 4 59-16,-2 2 41 0,2-2 109 15,-2-1 45 1,-3 2 111-16,3-3 64 0,0 0 56 16,-7-5-45-16,5 5-103 15,-3 1 4-15,-7 1-32 16,1 2-23-16,-9 5-2 15,2 8-14-15,-2 3 1 16,1 8-11-16,6 0-5 16,8 4 0-16,5-4-1 15,6-8 0-15,6 0 0 16,3-6 37-16,-3-4-19 16,6-4 0-16,-1-4 12 15,4-6-3-15,-1 0-19 0,1-8-7 16,-3 0 1-1,2-2 11-15,-9-2 1 0,0 2-14 16,-7 6-41-16,-2 8 1 16,0 4-25-16,-2 8 31 15,0 4 28-15,2 4-2 16,2 4 8-16,4-4-6 16,2-6-14-16,5-4 20 15,-2-2 1-15,0-4 0 16,4-4 0-16,-2-2 16 15,1-8-4-15,0-2-11 16,4-4 20-16,-3-4 20 16,1-6 0-16,-6-6-42 0,0 0 0 15,-3-9 6-15,-1-3-5 16,-6-6-1-16,-4-2-30 16,4-2 30-16,0 8 12 15,0 9 53-15,0 18-1 16,0 10-5-16,0 9-25 15,-2 11-34-15,-7 11 8 16,-5 15-5-16,-6 18 12 16,2 17-3-16,10 10-12 15,8 6 0-15,11 5-22 16,7 3-166-16,46 88-115 16</inkml:trace>
  <inkml:trace contextRef="#ctx0" brushRef="#br0" timeOffset="36236.83">713 6677 2026 0,'0'0'272'0,"0"2"-218"0,0 4-54 0,-2 12 0 0,-2 10 0 0,2 12 5 0,4 3-4 0,-2-7 6 0,4-2-7 0,6-6 1 0,-6-10-1 0,-2-8 1 0,0-6 7 16,-2-2 1-16,0-4 7 15,0-8 8-15,0-6-24 16,2-12-10-16,1-8 10 15,3-7 0-15,4-4 1 16,-2-6 0-16,5-1-1 0,3 4-8 16,2 6 6-16,-2 12 2 15,-6 14-1-15,-2 12-11 16,-4 8-17-16,3 14 26 16,1 12 3-16,1 6 0 15,3 6-1-15,1-6 1 16,-7-2 0-1,2-10 1-15,-6-10 8 0,0-4 0 16,-2-1 11-16,0-6-10 16,0-2 8-16,2-2 2 15,0-5 13-15,5-3-33 16,7-10 0-16,1-5-20 0,3-6 2 16,7 2-1-16,-6 4-7 15,1 6 20-15,-4 10 6 16,-5 6-21-16,-2 8-9 15,-5 10 22-15,-2 10 2 16,1 10 7-16,1-2-1 16,-1 2 0-16,4-6 0 15,-1-4 1-15,5-4 17 16,-2-7 2-16,-2-3-20 16,1-9 15-16,3-1-13 15,1-1 14-15,1-9-10 16,7-3-5-16,-2-3-1 0,-2-4 0 15,0 2-1 1,-10 6 1-16,-1 6 1 0,-8 6-1 16,1 2-7-1,-2 5-17-15,-4 8 15 0,0 7 8 16,4 3 1-16,1-5 1 16,8-1-1-16,3-4 0 15,2-5 10-15,3-9 2 16,7-1 15-16,3-5-10 15,3-5 1-15,-2-7 34 16,1-1-2-16,-4-1-16 16,-4 1 4-16,-6-3-10 15,-6 3 1-15,-7 0-16 0,-6 6-13 16,-5-2-16 0,-7 6-28-16,1 6-61 0,-8 2-75 15,6 4-118 1,-14 6-311-16</inkml:trace>
  <inkml:trace contextRef="#ctx0" brushRef="#br0" timeOffset="37206.17">1540 6631 1559 0,'-6'10'255'0,"-1"4"-118"0,-7 10-53 0,5 2 24 0,3-2-53 0,4-4-8 0,2-4-16 0,4-6-14 0,-2-3 20 15,3-7 13 1,-2 0 25-16,5-7-5 0,3-4-8 16,2-11-23-16,3-5-20 15,5-7 32-15,-4-6-31 16,-1 2 1-16,-1-6-17 15,-6 2 4-15,0 4-4 16,-2 6-3-16,-5 10-1 16,-2 7-1-16,0 12 0 15,-2-1-20-15,2 8-18 16,-5 3-3-16,3 11 25 16,0 9 17-16,2 3 1 0,2 6 0 15,7-4 0 1,1-2 0-16,7-2 0 0,0-8 10 15,-1-4-9-15,-1-8 7 16,1-4-9-16,-1-4 7 16,-1-4-1-16,5-4-6 15,-6-4 0-15,-3 0-10 16,-2-4-26-16,-6 6 4 16,-7 0-5-16,-4 6 11 15,-2 6 11-15,-5 8 8 16,-1 4-1-16,1 4 7 15,7 2-16-15,5-2 4 16,6-2 4-16,2-2 7 16,5-6 2-16,3 0-1 0,3-6 1 15,-1-8 16 1,-1 0-8-16,5-6 5 0,-5-4-7 16,-2-4-4-16,3-2 4 15,-6-2 0-15,-1 0-6 16,-3 2 0-16,-1 8-11 15,-1 0 9-15,-2 10-8 16,2 2-7-16,-2 0 2 16,3 0 8-16,-1 0 6 15,2-6 1-15,3 2 1 16,-5 0 8-16,2-6 2 16,-2 2-5-16,1-5-6 15,2-3 0-15,-3 0 1 0,0-5-1 16,0-4 0-1,0-3 1-15,3-4-1 0,-1-2-5 16,-2-2 4 0,5 4 1-16,-7 8 0 0,0 10 6 15,-5 6 6-15,3 8-12 16,0 6-20-16,-5 8-2 16,-1 12 17-16,-6 10 5 15,-1 12 14-15,3 6-2 16,5 6-2-16,3 1-2 15,4-1-8-15,7-6 2 16,2-8 5-16,9-8 2 0,0-10 2 16,1-6 7-16,6-6 10 15,4-7-19-15,-4-6-9 16,4-5-8-16,2-2-167 16,40-36-487-16</inkml:trace>
  <inkml:trace contextRef="#ctx0" brushRef="#br0" timeOffset="39093.25">3900 7712 1510 0,'-2'-2'243'0,"2"2"-142"0,0 0-49 0,2 0-17 0,-2 0 31 0,2 0 3 0,-2-2-18 0,2 2 1 0,-2-2-7 0,0 2-12 16,2 0 14-16,-4 0 13 15,2 0-9-15,-2 0 1 16,2 0 10-16,0 0-22 16,0 0-10-16,-2-2-6 15,2 4-12-15,0-4-4 16,0 2-2-16,0 0 0 15,2 0-6-15,-2 0 1 0,0 0 0 16,-2 0 8 0,2 0 1-16,0 0 1 15,0 0 8-15,0 0-2 16,0 0 1-16,0 0 0 0,0 0-9 16,0 0-8-16,0 0 5 15,0 0-6-15,0 0-1 16,0 0-17-16,0 0-2 15,-9 20 1-15,7 0 18 16,0 8-6-16,2 4 7 16,9 2 0-16,-1-2 0 15,8-3 0-15,4-7 0 16,-2-8-12-16,-1-6 2 16,4-6-1-16,-5-4-2 0,3-2-2 15,-1-4-6 1,2-6-3-16,-6-4 12 15,-6-3 10-15,-3 3 2 0,-4-4-4 16,-1 0 4-16,0 0-6 16,-1 4 6-16,-2 2-1 15,1 8 0-15,2 4 1 16,0 0 0 0,-2 4-9-16,2 2-20 0,0 2 2 15,-2 10 6-15,0 14 21 16,0 16 1-16,0 8 11 15,2 9-6-15,0 3-5 16,2 2-1-16,0 0 1 0,0 4 12 16,-4-6-7-16,-2 3-6 15,-5-7 0-15,-7-10-8 16,-2-10 8-16,-2-8 0 16,2-10-6-16,1-10 5 15,-4-8 1-15,2-6 9 16,3-8-3-16,1-14 4 15,7-12 5-15,8-10-14 16,5-10 8-16,11-8 26 16,8-1-19-16,0 1-1 15,7 10 8-15,0 10-23 16,0 6-1-16,-6 8-9 16,0 8-13-16,-5 4-82 15,-5 10-94-15,8-2-293 0</inkml:trace>
  <inkml:trace contextRef="#ctx0" brushRef="#br0" timeOffset="39592.01">4263 8019 1529 0,'0'0'348'0,"0"2"-250"0,2-4-74 0,5 4-11 0,4-4 11 0,3-2 0 0,-1-3 11 0,5 0 1 0,-3-8 3 0,-3 0-11 16,3 1-27-16,-7-4 0 16,0 0 8-16,-6 0 14 15,-4 3 2-15,-2 1 25 16,-4 7-19-16,-1 0-25 0,-3 1-6 16,-2 4-1-1,-4 8-4-15,-4 3 5 0,-5 9 11 16,4 5 11-1,2 8-11-15,3-2-5 0,11 6-6 16,5-7 1-16,8-4 16 16,7-2-2-16,8-8 15 15,1 0-9-15,5-8-9 16,4-2-12-16,-2-6 0 16,5-6-179-16,1-4-100 15,38-30-438-15</inkml:trace>
  <inkml:trace contextRef="#ctx0" brushRef="#br0" timeOffset="39886.01">4550 7842 1710 0,'-6'7'325'0,"-1"-2"-223"0,-4 9-61 16,2 6-17-16,9-1-17 15,2-4 8-15,11 2-1 16,3-2 10-16,9-1 0 16,0 4-14-16,4 1 11 15,-3-5-1-15,-4 2-4 16,-8-2-1-16,-8-6 11 16,-1-4-8-16,-10-2 7 0,1 0-16 15,-5 0 3 1,-9 4 6-16,-11-6-18 15,-8 0-26-15,-4-4-106 0,-68-10-165 16</inkml:trace>
  <inkml:trace contextRef="#ctx0" brushRef="#br0" timeOffset="40820.07">4096 9043 1890 0,'0'0'340'0,"1"0"-154"0,-1 0-64 0,3 0-53 0,-3 0-15 0,3 3-3 0,1 4-5 0,3 1 8 16,1 9-15-16,4-3-22 15,-1 4-10-15,4-4-5 16,-1 0-2-16,3-1-36 16,-3-2-89-16,1-1-89 15,4-2-103-15,-4-8 7 16,25-12-401-16</inkml:trace>
  <inkml:trace contextRef="#ctx0" brushRef="#br0" timeOffset="40987.33">4330 9057 1414 0,'0'-1'373'16,"-2"-2"-196"-16,2 1-76 16,0 4 11-16,-2 1 4 15,-10 6-4-15,1 9 19 16,-9 10-29-16,-9 11-30 16,1 7-26-16,-1 6-31 15,-6 4-15-15,4 7-27 16,3 2-196-16,-53 92-322 15</inkml:trace>
  <inkml:trace contextRef="#ctx0" brushRef="#br0" timeOffset="41930.71">4191 10313 1629 0,'0'-2'601'0,"-4"-2"-390"0,4 4-74 0,-2 0-52 0,4 6-35 0,2 2-1 0,-2 2 8 0,6 6-12 0,1 4-15 0,3-2-10 16,7 0-7-16,-3 0-10 15,5-2-3-15,-2-6-22 16,3-2-43-16,0-8-40 16,5-6-33-16,-3-2-12 0,1-8 24 15,-5-2 32-15,0-4 44 16,-7-8 50-16,-4 6 5 16,0 6 70-16,-7 4 40 15,-2 8 16-15,-2 4-35 16,-11 8-14-16,-3 12-1 15,-11 8 12-15,-2 18-34 16,-4 4-22-16,2 0-19 16,4 2-7-16,3-2-11 15,-7 2-56-15,0 3-242 16,-68 77-490-16</inkml:trace>
  <inkml:trace contextRef="#ctx0" brushRef="#br0" timeOffset="42681.68">4103 11203 1372 0,'-3'-4'863'16,"3"2"-592"-16,0-6-101 0,0 6-76 0,3 2-47 0,1 6-20 0,3 0-26 0,6 8 29 0,3 6-3 0,11 2-15 0,0 2 1 0,-2-2-13 15,4-4-1-15,1-1-55 16,-4-7-59-16,1-9-46 0,0-1-28 16,-2-5 0-1,-4-5 32-15,-2-4 56 16,-3-4 71-16,-1-1 30 16,-7 1 36-16,0 0 50 0,-6 8 94 15,-2 4 12-15,-5 4-47 16,-2 6-31-16,-3 8-27 15,-13 8-12-15,-2 13-25 16,-2 0 1-16,-1 6-39 16,1 1-12-16,1-2-19 15,-3 2-149-15,-36 54-389 16</inkml:trace>
  <inkml:trace contextRef="#ctx0" brushRef="#br0" timeOffset="43588.28">4085 12220 1619 0,'-2'0'327'0,"2"0"-122"0,0-2-28 0,2 2-34 0,-2-2-31 0,2 2-13 0,0-4-7 0,0 4-25 0,0 0-34 0,1 0-9 0,1 6-16 0,6 4-7 0,2 8-1 0,5 8 1 15,2 4 4-15,4 0-5 16,1 0-12-16,5-4-88 16,-2-8-43-16,2-8-43 15,2-8-22-15,1-6-20 16,-1-7 46-16,-4-2 77 16,-8-5 59-16,-1 0 46 15,-9 2 16-15,-3 0 75 16,-6 0 34-16,-4 10 26 15,-2 2-28-15,-8 4-51 16,-2 10-15-16,-10 12 33 16,-6 14-1-16,-3 12-19 15,-3 8-26-15,0 6-28 0,2 7-16 16,-1 3-162-16,-57 103-438 16</inkml:trace>
  <inkml:trace contextRef="#ctx0" brushRef="#br0" timeOffset="44237.78">4110 13153 1305 0,'0'0'769'0,"0"0"-568"0,0 0-15 0,4 1-99 0,2 5-15 0,1 6-14 0,5 2-26 0,-2 3-16 0,1-2-15 15,1-3-1-15,1 2-38 16,3-5-64-16,1-5-58 16,6-7-13-16,-1 0-16 15,3-8 33-15,-3-3 59 16,-4-1 61-16,-1 0 36 0,-5-3 12 15,1 2 88-15,-7 7 4 16,-4 0 79-16,-4 5 10 16,2 2-22-16,-2 2-49 15,0 6-62-15,-2 4-2 16,-7 12 10-16,-3 9-25 16,-3 9-19-16,-6 2-21 15,-2 3-3-15,-4 4-139 16,-60 77-449-16</inkml:trace>
  <inkml:trace contextRef="#ctx0" brushRef="#br0" timeOffset="45206.93">3690 14758 1395 0,'0'0'337'0,"0"0"-167"0,0-1-32 0,0-2-14 0,2 3-56 0,1 0-13 0,-3 0-22 16,3 0-3-16,1 0-18 15,0 4 6-15,3 4 3 16,6 1 23-16,-1 5-17 16,0-1-26-16,2 4-1 15,4 1-19-15,0-4-160 16,1-4-154-16,39-10-544 16</inkml:trace>
  <inkml:trace contextRef="#ctx0" brushRef="#br0" timeOffset="45354.38">3951 14811 1640 0,'-20'19'283'0,"1"10"-70"0,-10 23-73 16,-1 8-77-16,4 6-35 15,-1 4-28-15,0 5-142 16,-44 107-392-16</inkml:trace>
  <inkml:trace contextRef="#ctx0" brushRef="#br0" timeOffset="46042.81">3748 15677 1573 0,'0'0'674'0,"0"0"-465"0,0-4-19 0,2 4-82 0,1 0-81 0,1 4-27 0,8 4 2 0,-2 2-2 0,7 4 10 0,4-2-10 0,0 2 0 15,1-6 0-15,1 2-83 16,3-10-86-16,-4 0-70 16,5-4-85-16,29-10-273 15</inkml:trace>
  <inkml:trace contextRef="#ctx0" brushRef="#br0" timeOffset="46174.32">4069 15677 1487 0,'-3'-4'482'0,"3"8"-214"16,-8-2-77-16,-3 14-62 15,-9 10-14-15,-7 12-32 16,-2 10-22-16,1 0-38 16,3-3-23-16,3 5-5 15,1-5-184-15,-25 66-385 16</inkml:trace>
  <inkml:trace contextRef="#ctx0" brushRef="#br0" timeOffset="50071.7">6119 13705 584 0,'0'-1'732'0,"0"1"-509"0,0-4-83 0,2 2-19 0,0-2-8 0,0 0-53 0,1 4-6 0,-3-3 22 0,0 3 13 0,-3 0-8 0,3 0-8 16,-4 0-16-16,4 0-22 0,-2 0 7 15,2 0-6 1,0 0-18-16,0-1-9 0,0 1 4 15,2 0-5-15,-2 0 4 16,0 0 1-16,0 0 4 16,-2 0 1-16,2 0 12 15,0 0-20-15,0 0 2 16,-4 18-1-16,-1 4 28 16,-1 8-8-16,-2 10 5 15,0 2-6-15,4-2-6 16,-1 4-1-16,1-4-11 15,-4 5-11-15,2-1 5 16,-5-2 0-16,-2 2 1 16,4 4-6-16,-2-4-1 15,-5 2 0-15,5-10 0 0,2 0 6 16,0 0-6 0,2 4 0-16,5 3 14 0,2-5-13 15,0-6-1-15,-2-8 1 16,0 0 6-16,0 2-7 15,-1-4 0-15,-1 8 1 16,0 4 4-16,-1 0 17 16,2-3-21-16,-1-2 0 15,2-4 3-15,0-1-4 16,0-2-2-16,-5-4 2 16,5 2 0-16,-3 4-1 15,3 2 1-15,-1 4 0 16,1 2 18-16,0 0-17 0,2-2 0 15,-2-12-1-15,-2 2 1 16,1 1-1-16,-1-2 10 16,-1-1-10-16,-2 0 0 15,1 3 0-15,2-3-1 16,-1 1 0-16,1 4 1 16,-1 3 1-16,0 8 12 15,3 0-4-15,0 0 3 16,2-4-11-16,-2-6-1 15,0 2 0-15,-3-4 0 16,10 0 0-16,-3 2 1 16,2 2 6-16,-2-3-6 15,3-1-1-15,-5-4 8 16,-2 0-8-16,-1 4-6 0,-1 0 6 16,0 4 10-16,-3 6-8 15,5-4 25-15,2 2-17 16,-2-12-10-16,2 0 2 15,-2-4-1-15,2-2 0 16,-2 6 0-16,-2-4 5 16,3 0-6-16,-4 4 6 15,3 0 9-15,-5-1-3 16,3-3 3-16,0-6-2 16,-4 6-2-16,4-4 5 15,2 6 2-15,-3-2-6 16,3 4-1-16,-2 4-1 0,0 6 4 15,2 2 25 1,-4-2-29-16,4-8-4 16,0-6-5-16,0 0-1 0,-3-6 1 15,3-2-1 1,0 6 6-16,0-2-5 0,0 2-1 16,0-2 1-16,0-2 0 15,2-2 0-15,-3 2 7 16,1-4-8-16,2-4 0 15,0 0 0-15,-3 0 0 16,3 0 0-16,0 0 0 16,0 0-1-16,0 0-28 15,-4-4-22-15,-7-4-66 16,-16-6-255-16,-91-54-765 16</inkml:trace>
  <inkml:trace contextRef="#ctx0" brushRef="#br0" timeOffset="51081.82">3505 17056 64 0,'-2'-4'1603'0,"0"4"-1283"0,-2-8-40 0,-3 4-83 0,2 2-67 0,3 2-20 0,0-4-40 0,2 4-23 0,2 0-5 0,3 0-9 0,4 0 3 0,4-4-3 16,9-4 7-16,9 2 8 16,5-2-13-16,9-6-5 15,6 0-12 1,9 2-6-16,12-2-11 16,7 6 5-16,17 4-5 0,67 8-1 15,22 8 0-15,9 2 0 16,-59-4-1-16,2-2-9 15,9 0-4-15,-5-2 4 16,-2 2 2-16,0-8-1 16,-5 4 2-16,-11-8-5 15,-1 0-8-15,-4 0 19 16,5-2-13-16,-65 2 14 0,-4 4-7 16,-1 0-1-16,54-4-4 15,-4 4 3-15,3 4 8 16,-1-4-5-1,6 4 6-15,0 6 1 0,68-2-1 16,3 2-1-16,6 2 0 16,-56-2-7-16,-5 4-4 15,-7-2 6-15,-61-2 5 16,-5-6 0-16,2 1-11 16,54 8-4-16,-6 0-8 15,-4-3 1-15,-9-2 22 16,-2 2 1-16,-6-2 9 15,-7-8-8-15,-16 1 20 16,-13 4 11-16,-18-10-5 0,-14 4 0 16,-7-3-3-16,-4 4-6 15,0 0-18-15,-4-4-17 16,0 4-76-16,-4-10-147 16,-33-12-430-16</inkml:trace>
  <inkml:trace contextRef="#ctx0" brushRef="#br0" timeOffset="52833.93">10727 16481 1608 0,'0'0'257'0,"0"0"-160"0,2-4-5 0,2 0-1 0,3 4-67 0,6-6-24 0,5 2-1 0,0 0 1 0,0 0 2 0,-4-2 11 15,-4 2-1-15,6 0 0 16,2 0 6-16,9-6 6 16,8-2-3-16,12-2-3 15,11 0-4-15,11-4 4 16,9-3 4-16,0 3 1 16,7 4-4-16,-3 4 1 15,-2 2 5-15,-2 4 14 16,0 8-1-16,-2 0-23 15,-4 0-6-15,1 6 0 16,-7-6-8-16,-12 5 7 16,-14 0-7-16,-15-4-1 15,-16-5 0-15,-9 0 0 0,-3 0 0 16,1 0 0-16,-2 0-1 16,-7 0-5-1,0 0-100-15,-7-5-73 16,-5 0-38-16,1-3 35 0,-2-5 35 15,-1-6 23-15,5-2-61 16,-1-3 101-16,4 2 84 16,3 4 0-16,-1 4 131 15,11 6-16-15,0 4-10 16,4 4-37-16,2 0-1 16,2 0-44-16,3 4 68 15,3 2 5-15,2 2 15 16,1 0-13-16,1 6-25 0,-3-4-4 15,-5 6 20-15,-6 6 1 16,-4 6-9-16,-7 12 0 16,-11 1-36-16,-3-1-20 15,-9 0-14-15,-1-4-4 16,-5-2-7-16,2-2-126 16,2-8-234-16,14-4-704 15</inkml:trace>
  <inkml:trace contextRef="#ctx0" brushRef="#br0" timeOffset="54053.92">12743 16230 709 0,'-4'0'1164'0,"4"-4"-905"0,0 0-74 0,4 4-49 0,-4 4-110 0,2 2-14 0,0 12 1 0,0 8 8 0,-2 9 11 0,-2-3 10 15,0 4-17-15,0-10-11 16,-2-4-5-16,4-8-8 15,0-10 5-15,-3-4-5 16,3 0 24-16,0-4-5 16,3-6-10-16,5-6-10 15,-1-12-24-15,5-3-1 16,0-5-4-16,9-4-22 16,-1 4-13-16,6-4-26 15,3 12 28-15,-6 8 38 16,-1 14 23-16,-9 6 1 15,-3 10 0-15,-6 8 22 16,-4 12 23-16,0 10-6 16,0-4-19-16,2 5-10 0,5-10 7 15,-3 0 8 1,3-17 2-16,-3-4 12 0,1-6 0 16,2-4-10-16,8-6-2 15,1-6-12-15,3-2-8 16,6-4-7-16,0-9 0 15,-3 0 0-15,3-4-6 16,-1 1-12-16,5 2-57 16,0 0 5-16,-7 6 35 15,-4 6 35-15,-11 10 5 16,-7 6-5-16,-2 10 0 16,-9 6 16-16,1 8 14 0,0 6-15 15,-2 2-1-15,8-4-2 16,6-2-6-1,5-4-5-15,6-4 20 0,2-5-9 16,10-3 5 0,2-2-2-16,0-8-6 0,4-4-8 15,0-4 1-15,2-2-1 16,-4-7 6-16,-2 2-7 16,-6 2 0-16,-8-1 6 15,-11 10-6-15,-2 0-14 16,-5 8-2-16,-5 0 0 0,-2 6 16 15,1 3 0 1,5 1-4-16,0-1 4 16,9 0 0-16,4-3-3 15,2-2 3-15,0-4 17 0,11-2-2 16,-2-4 4-16,1-2 4 16,-3-4 7-16,-3-2 16 15,-4-3 7-15,-2 0 16 16,-5-1-30-16,-6 1-20 15,-8-5-19-15,2 4-6 16,-7 0-11-16,-4 2-8 16,1 2-43-16,-3 10-113 15,4 0-274-15,-10 4-657 16</inkml:trace>
  <inkml:trace contextRef="#ctx0" brushRef="#br0" timeOffset="55022.82">13748 16302 1004 0,'-9'4'804'0,"0"1"-647"0,-10 4 26 0,2 9-79 0,5 0-64 0,5 1-20 0,6 3-13 0,9-4-7 0,0-6 1 15,5-6 18-15,7-2 21 0,1-10-13 16,5-6-7-16,-2-6-8 16,5-4-2-16,-4-6-1 15,-4-3 14 1,-2-9 5-16,-5-4 2 0,-3-6-22 15,-3-4-8-15,0-8-18 16,-6-4-26-16,-4 7 22 16,-6 9 4-16,0 14 18 15,-1 12 0-15,3 10 0 16,2 10 0-16,0 8-19 16,-4 12 5-16,-3 12 14 0,-5 16 1 15,1 6-1-15,7 7 0 16,8 3 0-1,3-4 0-15,6-6-15 0,2-6 15 16,0-12 0-16,5-10-1 16,4-4 1-16,-1-10 11 15,10-8-2-15,5-4-8 16,2-4 9-16,4-6-1 16,-2-4 5-16,-5 0-7 15,-6-4 4-15,-9 4 14 16,-7 8-13-16,-11 2 11 15,-9 8-23-15,-7 6-1 16,-3 6-14-16,-8 10 1 16,0 2 8-16,11 2-7 15,12 4 11-15,4-7-5 16,8 0-17-16,13-6 19 0,3-7 5 16,10-2 9-16,5-12-1 15,9-4-1-15,1-2 2 16,2-8-9-16,3-4 14 15,-10-1-4-15,-4-3-1 16,-8-6 1-16,-8-2-10 16,2-4 0-16,-10-10-9 15,-5-2-2-15,-4-8-17 16,-10 5 2-16,-1 3 26 16,-7 6 18-16,-1 14 9 15,0 8 4-15,5 12-5 16,0 6-25-16,-2 16 5 0,-6 12 5 15,-1 10 22-15,3 8 7 16,6 2 28-16,7 5-8 16,7-1-26-16,6-2-13 15,3-6-10-15,8-6-2 16,0-10 6-16,3-6 16 16,7-10 13-16,3-4-4 15,4-8-10 1,3 0-13-16,-1-8-8 0,-1 2-9 15,-4-8-1-15,-7 0-140 16,14-34-468-16</inkml:trace>
  <inkml:trace contextRef="#ctx0" brushRef="#br0" timeOffset="58745.55">6524 7772 1276 0,'0'-2'499'0,"0"0"-388"0,-2-2-56 0,2 4 16 0,-2 0 8 0,2-4 2 0,-4 4 6 0,4 0-12 0,0 0-9 15,0 0-9-15,0 0-13 0,0 0-5 0,0 0-8 0,0 0-5 16,0 0-7-16,4 8-13 15,0 2 3-15,2 10-8 16,9 4 1-16,-2 4 4 16,9 0 3-16,3 1-9 15,0-9-6-15,1 0-13 16,-2-6-40-16,-1-4-28 16,-3-6 8-16,-3-7 37 0,0-2 12 15,0-5 22-15,-3-7-8 16,1-5 2-16,-1 0 14 15,-6-2 8-15,-3 2 11 16,-3 6 41-16,0 2 21 16,-2 8-15-16,0 4 11 15,-2 0-14-15,0 4-6 16,-5 10-29-16,-11 16 20 16,-4 19 12-16,-9 17-24 15,-14 12-18-15,-6 8-18 16,-10 10-45-16,-1 11-282 15,-107 183-653-15</inkml:trace>
  <inkml:trace contextRef="#ctx0" brushRef="#br0" timeOffset="60046.75">6464 8943 1706 0,'2'0'320'0,"-2"0"-166"0,0 0-73 0,2 0-24 0,1-2-18 0,4 2-18 0,0-2-15 0,5 0-5 0,7 0 12 0,5 0-13 0,3 2-6 15,-3-2 5 1,5-2-17-16,0 0-56 16,-2-2 26-16,0 0 14 15,-7-4 22-15,0 2 6 0,-6 0 6 16,-8-2 10-16,-2 6 29 16,-4 2 81-16,0 2-19 15,-2 0-41-15,0 2-9 16,-4 10-24-16,-8 12 13 15,-11 16 53-15,-3 19-39 16,-6 9-18-16,0 2-20 16,1 2-16-16,-3 4-73 15,-64 126-375-15</inkml:trace>
  <inkml:trace contextRef="#ctx0" brushRef="#br0" timeOffset="62276.78">6499 10200 1288 0,'0'-1'448'0,"0"1"-325"0,0-3-71 0,0 1 7 0,3 1 5 0,-3-3-8 0,0 4 4 0,0 0 0 0,3-3-14 0,-3 3 7 0,0 0-2 0,0 0-11 0,0 0-16 16,2 3-6-16,-2 1-12 16,0 3-5-16,2 15 47 15,0 9 12-15,-2 9-30 16,3 6-15-1,-3 0-14-15,2-6 0 0,-2-6 5 16,4-10-6-16,-2-12 0 16,-2-4 1-16,-2-6-1 15,2 0 0-15,-4-4 1 16,4-2-1-16,-2-6-12 16,-1-10-19-16,3-4 10 15,0-6 21-15,0-4-1 16,3-4 0-16,3 0-14 15,-2 7-2-15,2 6 11 0,0 7 0 16,-4 10 5-16,3 5 0 16,-3 6-17-16,4 5 0 15,7 8 17-15,1 6-5 16,1 6 6-16,8 4 8 16,-1 2-8-1,5-4-1-15,-2-4 1 0,-6-10 0 16,0-4 8-16,-4-4 1 15,-4-8-9-15,-2-2 12 16,2-6-12-16,1-2 20 16,3-6-19-16,1-8 7 15,-1-8 10-15,1-4-5 16,1-2-4-16,-3-4-9 16,-3 0 1-16,-5-3-1 15,4 9 9-15,-6 6-9 0,-2 4-1 16,1 12-21-1,-3 4-40-15,-3 8-106 0,-1 14-105 16,-8 6 26 0,-30 54-779-16</inkml:trace>
  <inkml:trace contextRef="#ctx0" brushRef="#br0" timeOffset="63172.75">6468 11113 1171 0,'0'0'286'0,"0"0"-97"0,0-2-45 0,0 0-49 0,0 2-46 0,0-2 34 0,0 2 35 0,0 0 4 0,0 0-22 0,0 2-29 0,0 0-20 15,3 8-18-15,4 6 30 16,0 8 7-16,1 8-26 16,4-2-26-16,7-2 1 15,0-1-19-15,2-4 5 0,-3-3-13 16,1-5 2-16,0-8-45 15,1-4-58-15,5-7-76 16,0-6-26-16,-1-3 52 16,-4-6 6-16,-2-3 7 15,-7-5 67-15,0 1 79 16,-9 4 51-16,-2 2 73 16,-7 8 10-16,3 4-7 15,-2 6 20-15,-4 6-34 16,-3 10-4-16,-9 10 2 15,-2 16-12-15,-5 6-43 16,2 8-25-16,4 3-25 16,1 3-6-16,7 2-53 15,-8 2-196-15,-35 98-293 16</inkml:trace>
  <inkml:trace contextRef="#ctx0" brushRef="#br0" timeOffset="64127.17">6661 12198 1545 0,'0'-2'300'0,"0"2"-136"0,2-2-37 16,-2 2-44-16,2 0-38 0,-2 0 9 0,0 0 21 0,2 6-2 0,5 0 11 0,-1 8-1 0,6 0-34 15,-3 2-14-15,1 2-22 16,7-2-13-16,-2-2 0 16,3-4 0-16,1 0-41 0,2-8 14 15,1-4-12-15,-1-2-1 16,-2-8 2-16,-1 0 2 15,-3-4 16-15,1-2 20 16,-5-4 8-16,0 4 1 16,-1 0 22-16,-6 6 29 15,-2 8 21-15,-4 2-16 16,0 8-29-16,-12 10 3 16,-3 12 13-16,-10 12-19 15,-2 8-18-15,2 0-15 16,0 4-64-16,5 1-152 15,-38 75-362-15</inkml:trace>
  <inkml:trace contextRef="#ctx0" brushRef="#br0" timeOffset="66054.83">6776 13373 1314 0,'-2'2'323'0,"-3"0"-215"0,-1 4-12 0,0 0-18 0,-2 4-26 0,2 0-29 0,1 0 14 0,3-4 8 0,2 2-12 16,0-6 20-16,0-2 8 16,2 0-16-16,-2-2 5 15,0 2-1-15,0 0-1 16,0 0-7-16,0 0-17 0,0 4-14 15,0 6-10-15,0 10 21 16,2 4-4-16,1-2-7 16,-1 0-9-1,0-6 5-15,3-6-4 0,2-2 7 16,-3-2-8-16,0-2 5 16,3 0-5-16,-3 2-1 15,-2 2 1-15,4 2 5 16,-4 1-5-16,0 0-1 15,-2 0 0-15,2-4-1 16,0-4 1-16,-2-2 1 16,0-1 0-16,0 0 13 15,0-1-7-15,0-2 8 16,0-7 9-16,0-1-24 0,0-10-14 16,0-5 3-16,0 0 10 15,0-6-31-15,2 2 10 16,-2 0 7-16,2 0 6 15,5-2-12-15,-1 6 12 16,4 6 9-16,-3 6 0 16,-3 4-1-16,0 6 0 15,-4 4 1-15,2 0-15 16,-2 2-1-16,6 8 13 16,-2 4 3-16,7 6 6 15,0 2 3-15,0 2-9 16,0 0-1-16,5 0 1 15,-3 0 0-15,-2-6 0 0,1-4 1 16,-4-4 0 0,-1-4 0-16,-1-2 11 0,2-2 0 15,0-2-6-15,5-2 3 16,1 0 2-16,-1-4-4 16,3-2 11-16,-3-4-7 15,1-4-1-15,-1-6 2 16,-2-6 6-16,1-4 17 15,0-4-19-15,-5 2 1 16,-2 4-17-16,-5 8 1 16,0 8-1-16,-2 10 0 15,-3 4-63-15,-4 4-165 16,-24 24-402-16</inkml:trace>
  <inkml:trace contextRef="#ctx0" brushRef="#br0" timeOffset="67038.84">6647 14708 1500 0,'0'0'312'0,"-4"0"-95"0,4-4-8 0,0 2-28 0,0 2-71 0,4 0-35 0,-4-2-11 0,2 2-13 0,0 0-19 0,0 0-16 16,4 4-15-16,2 4 12 15,5 2-12 1,8 2 5-16,-1 2-5 0,4-10-1 15,0 1-27-15,1-5-24 16,0-3-1-16,-4 1-16 16,2-6 26-16,-3-4 9 15,0 0 12-15,-4 0 21 16,-5 0 11-16,-4 6 46 16,-5 2 23-16,-2 4 5 15,-2 4-19-15,-1 2 0 16,-6 10-21-16,-4 16 17 15,-7 14-31-15,-2 7-22 16,-2 3-9-16,6 4-45 16,-5 2-165-16,-35 103-419 0</inkml:trace>
  <inkml:trace contextRef="#ctx0" brushRef="#br0" timeOffset="67701.55">6618 15815 1624 0,'-2'0'276'0,"2"-4"-48"0,0 4-8 0,0 0-85 0,0 0-73 0,2 0-37 0,0 4-23 0,2 0-1 0,6 6 18 0,3-2-8 0,1 2-10 0,-1-2 5 0,5-4-5 16,-1-2-1-16,6-8-9 15,-1-2-14-15,4-4-4 16,-1-6 14-16,2-2 13 0,-7 2 1 15,-2 6 14-15,-9 2 21 16,-5 6 30-16,-4 4 13 16,-8 6-11-16,-17 28 16 15,-20 16 12-15,-17 30-45 16,-59 75-51-16,1 21-54 16,28 7-562-16</inkml:trace>
  <inkml:trace contextRef="#ctx0" brushRef="#br0" timeOffset="72302.42">10615 9617 1452 0,'-6'-4'287'0,"1"0"-124"0,-4-2-91 0,5 2 45 0,-1 2-43 0,5-2-11 0,0 4 10 0,0 0-23 0,2 0 20 0,-2 0-10 0,3 0-18 0,-1 0 0 16,-2 0-4-16,2-2-17 15,5 4-8-15,11-2-7 16,20 4-5-16,21 0 13 16,13 0-8-16,10 2-6 15,3 0 0-15,0 4 1 0,2-4-1 16,-5 2 0-16,-8 0-6 15,-7-2-10-15,-22-2-100 16,-15 2-22-16,-12 0-99 16,-18-4-1-16,-14 0 29 15,-76 0-347-15</inkml:trace>
  <inkml:trace contextRef="#ctx0" brushRef="#br0" timeOffset="72551.89">10696 9806 1013 0,'-7'1'213'16,"2"3"-123"-16,-4 0-30 0,5-4 107 15,2 3-38 1,2-3-12-16,0 0-5 0,0 0-44 16,2 0 25-16,0 0-21 15,0 1-21-15,9-1-3 16,7 2 40-16,16 1-11 15,10-3-35-15,12 1-15 16,2-1-16-16,2-1-11 16,0 1-7-16,-2 0-46 15,-4-3-146-15,53-4-155 16</inkml:trace>
  <inkml:trace contextRef="#ctx0" brushRef="#br0" timeOffset="73067.56">11276 9302 1346 0,'0'-4'283'0,"0"2"-118"0,0-4-52 16,4 4-19-16,-4 2-16 16,2 0-49-16,4 2-23 15,9 4 0-15,6 0 3 16,6 8 16-16,0 0-16 15,2 2 2-15,2 2-10 16,-8 0 13-16,4-4-13 16,-4 3 0-16,2-5 7 15,-3 2-8-15,-5-4 2 16,-1 4-2-16,0-5 1 16,-3 5-1-16,-6-3 1 15,-1 0-1-15,-3 2 10 16,-3 1 19-16,-3 6 38 15,-3 6 8-15,-6 6 3 16,-9 10 6-16,-11 10-31 0,-13 8-19 16,-17 2-13-16,-11 7-21 15,-10 1-81-15,3 0-192 16,-116 96-257-16</inkml:trace>
  <inkml:trace contextRef="#ctx0" brushRef="#br0" timeOffset="80136.6">12645 9224 570 0,'-2'0'255'0,"0"0"-177"0,-3 0-52 0,0 0-17 0,-1 2-9 0,-1-2-6 0,-1 4 5 0,1 0-13 0,0-2-20 16,0 4 16-1,3-2 18-15,-3-2-5 0,3 0 4 16,-4 0-10-16,2 2-68 15,-5 4-244-15</inkml:trace>
  <inkml:trace contextRef="#ctx0" brushRef="#br0" timeOffset="80856.14">12549 9260 528 0,'0'0'222'0,"0"-2"-48"15,0 2-78-15,-2 0-18 0,2-2 59 16,0 2-47-16,-2-2-27 15,4 2 16-15,-2 0 29 16,2-2-57-16,-2 0 5 16,3 0-16-16,-3 0-2 15,0 0 4-15,0-2 12 16,0 4 7-16,0-4-26 16,2 0 14-16,-2 2 7 15,2 0-2-15,-2 0 4 16,0 0-20-16,0 0 4 15,0-2-5-15,2 2-1 16,-2-4-10-16,0 2 1 0,0 0 12 16,0 0-17-1,0 0-8-15,0-2 22 0,-2 0-14 16,0 2-8-16,2-2 5 16,-2 2-1-16,-3 0-17 15,-1 0-1-15,-4 2 1 16,-9 2 1-16,-12 4-1 15,-12 3-1-15,-6 4 0 16,-7 7 0-16,0 2 6 16,-2 4 2-16,7 2-7 15,9 2 11-15,11-2-12 0,12 0-10 16,15 2 10 0,8 6-1-16,15 0-9 0,12 3 9 15,4-1-6 1,2 4-17-16,-5-4-3 0,-4 4 18 15,-2-4-3-15,-12 0 11 16,-10-6-1-16,-6 0 2 16,-9-8 1-16,-5-3 15 15,-4-6-7-15,-4-4-8 16,1-8 0-16,-3-5 12 16,3-7-1-16,0-14 18 15,11-8 6-15,9-8-18 16,10-11-11-16,6-2-6 15,11-2-2-15,5 0-4 16,-2 3-4-16,7 8-16 16,-1 9-22-16,0 1 4 15,-4 11-20-15,-2 4-8 0,-11 10 50 16,-7 4-33-16,-3 6-88 16,-8 0-14-16,-4 2-9 15,-3 4 19-15,-34 10-648 16</inkml:trace>
  <inkml:trace contextRef="#ctx0" brushRef="#br0" timeOffset="81371.28">12739 9499 1563 0,'-3'-2'291'0,"1"2"-195"0,-4 0-59 0,-2 2 37 0,-7 7-11 16,-7 4-2-16,-1 9-20 0,-1 4-13 0,4 4 5 0,7-6 12 0,6-2-18 0,7-6-15 0,1 2 11 0,5-2-7 0,3-2-7 15,6-2-8-15,1-4-1 16,7-6 12-16,-4-4-6 15,8-4 15-15,-3-6 10 16,6-2 4-16,-4-6-16 16,-4 0-18-16,-2-4 11 15,-7 0-6-15,-5 2-6 16,-8 2 11-16,-10 6-11 16,-5 2-2-16,-12 10-4 15,-6 4-34-15,-1 1-67 16,8 8-55-16,5-3-90 0,10 4-285 15</inkml:trace>
  <inkml:trace contextRef="#ctx0" brushRef="#br0" timeOffset="81689.98">13516 9186 1585 0,'0'-4'332'0,"0"4"-125"0,0-4-122 16,-2 6-10-1,-2 6-18-15,-7 14 71 16,-7 14-16-16,-7 12-31 0,0 6-40 15,-1 4-1-15,8-3-1 16,0-5-10-16,3 0-14 16,1-2-14-16,-4 0-1 15,1 2-18-15,-3 3-120 16,-5-2-342-16,-33 34-339 16</inkml:trace>
  <inkml:trace contextRef="#ctx0" brushRef="#br0" timeOffset="81900.78">13481 9806 2207 0,'0'-3'486'16,"0"3"-367"-16,-3-3-80 15,3 3-6-15,0 0-11 16,0 1-22-16,-4-1-39 15,-8 5-156-15,-7-4-297 16,-60-19-1335-16</inkml:trace>
  <inkml:trace contextRef="#ctx0" brushRef="#br0" timeOffset="82085.02">13254 9132 2229 0,'0'0'369'0,"0"0"-265"15,-3 4-91-15,-2 8-3 16,4 9-10-16,-6 16-45 16,-31 71-683-16</inkml:trace>
  <inkml:trace contextRef="#ctx0" brushRef="#br0" timeOffset="83282.95">12173 10550 1699 0,'2'-7'281'0,"5"1"-133"0,13-6-80 0,8 0-13 0,19 0-7 0,9 2-27 0,5 6-14 0,5 2-7 0,-3 4 0 0,-5 2-6 0,-14 2-24 0,-17 2-69 0,-17 2-90 16,-20 8 5-16,-24 2-20 15,-24 5 42-15,-17 1 90 16,-14-4 72 0,-1-6 138-16,6-4 67 0,8-6-26 15,16-2 19-15,15-4-38 16,21 0-31-16,17 0 3 15,25 4-108-15,24-3 2 16,30 4-1-16,90 13-25 16,119 36-333-16</inkml:trace>
  <inkml:trace contextRef="#ctx0" brushRef="#br0" timeOffset="84341.68">14370 9414 1762 0,'-3'7'215'0,"3"7"-158"0,0 9-26 0,0 12 40 0,5 7 11 0,3 4-20 0,9 0-2 0,-2 0-38 0,3-10 2 0,2 0-13 0,-5-10 5 0,-2-8 22 16,-3-10-10-16,-6-5 13 15,-2-3 4-15,1-3 24 16,3-1-8-16,6-8-19 0,3-4-24 15,5-6 0-15,5-6-1 16,-3-6-7-16,2-6-10 16,-1 0 0-1,2-6-13-15,-4 2 12 0,-5 8-8 16,-7 15-12-16,-9 10-100 16,0 12-251-16,-17 34-206 15</inkml:trace>
  <inkml:trace contextRef="#ctx0" brushRef="#br0" timeOffset="85142.78">15030 9479 1682 0,'-1'-4'291'15,"-4"4"-203"-15,1-3 2 16,-2 3 6-16,-10 7-34 16,-11 3-1-16,-9 9-5 15,-4 8 4-15,7 3-8 16,2-2-16-16,8 0-13 16,10-4-1-16,7-6-8 15,3 2-2-15,10 0-11 16,2-4 9-16,9-4-4 15,1-1 0-15,6-10-5 16,2-5 9-16,6-8-10 0,-1-4-15 16,-6-2 4-1,1-4 2-15,-12 0 8 0,-3 4 1 16,-10 0-1-16,-2 8-6 16,-5 6 1-16,-6 4-2 15,0 6 1-15,-1 4-5 16,2 4 11-16,1 2-5 15,7-4 5-15,2 0 1 16,4-4 0-16,5-4 1 16,2-2 1-16,7-6 17 15,5-6-8-15,1-6-5 16,4-6-6-16,5-6-5 16,-5-2 4-16,0-8 1 0,4-7 0 15,-5 1-7 1,-5-3 0-16,-4-4-14 15,-7 3 9-15,-6 6 10 0,-3 10 2 16,-4 10 0-16,-3 12-1 16,-3 8-11-16,-11 10-5 15,-1 14 17-15,-6 16-2 16,4 16 2-16,1 14 6 16,8 4-6-16,9 0 0 15,6-9-1-15,7-11 2 16,3-12 4-16,7-12-4 15,-4-10 5-15,-1-10 3 16,3-4-7-16,-1-10 7 16,5-2-8-16,-2-6-1 0,1-2 6 15,-4-2-6 1,-3 4-9-16,0 2 3 0,-1 6-3 16,-1 2 3-16,0 10-3 15,1 2 3-15,-4 8 5 16,-1 2 0-16,-1 4-15 15,-1 0-130-15,-5-2-118 16,-7 2-359-16</inkml:trace>
  <inkml:trace contextRef="#ctx0" brushRef="#br0" timeOffset="85332.89">15446 9372 135 0,'0'-4'1818'0,"0"3"-1471"0,-2-6-272 0,2 7-48 0,0 3-26 0,2 4-1 0,0 8-8 0,4 8-118 0,1 5-152 16,29 35-551-16</inkml:trace>
  <inkml:trace contextRef="#ctx0" brushRef="#br0" timeOffset="85707.74">15642 9599 1521 0,'-11'6'534'0,"2"2"-425"0,-7 8-55 15,5 2 3-15,9-2 12 16,4 0-12-16,7 0-13 15,0-4 7-15,7-2-3 16,1-8 24-16,8-4-18 16,1-10-24-16,6-6-14 15,-1-6-7-15,0-4-1 16,-4-6-8-16,-2-8 6 16,-5-6-5-16,-3-5 8 15,-8-2-8-15,-6 2-1 0,-4 9 12 16,-3 14 9-16,-1 14 11 15,1 12-2 1,-2 8-30-16,-3 16 1 0,2 14 8 16,-2 16 12-16,11 11-11 15,7 4-4-15,13 2 3 16,9 1-9-16,5 0-52 16,-1-1-272-16,46 60-1057 15</inkml:trace>
  <inkml:trace contextRef="#ctx0" brushRef="#br0" timeOffset="86331.97">14588 10353 1811 0,'0'-2'314'0,"4"2"-218"0,12-4-68 0,4 4-13 0,11 0-4 0,4 0-8 0,-2 0-3 0,-5 2-1 0,-6 0-16 16,-13 0-59-16,-6 0 31 0,-11-2 45 15,-7 4 12-15,-5-4 82 16,-7-4 44-16,2 4 11 15,4-2-25-15,5 2-22 16,7-2-25-16,9 2-26 16,0 0-32-16,9 2-17 15,9 4 10-15,17 2-12 16,13 4-5-16,11 8-232 16,106 14-570-16</inkml:trace>
  <inkml:trace contextRef="#ctx0" brushRef="#br0" timeOffset="98484.52">12961 5552 1010 0,'0'0'225'0,"-2"0"-111"0,0-2 63 0,0-4-69 15,-3 4-42-15,3 1-15 0,-2-4 16 0,2 3-11 0,-6 0-4 0,4-2 43 0,2 0 7 0,-2 0-32 16,4 2-13-16,0 0 24 15,0 2-21-15,2-2-4 16,-2 2 2-16,4 0-32 16,5 2-26-16,11-2 17 15,13 2-11-15,19 0-6 16,8 4 6-16,7-2-6 16,-5 2-1-16,1 0-47 0,-14 4-155 15,-11 0-100-15,6 19-152 16</inkml:trace>
  <inkml:trace contextRef="#ctx0" brushRef="#br0" timeOffset="98737.19">13160 5599 1235 0,'0'0'576'16,"0"0"-504"-16,0 0-48 15,2 1 78-15,-2 3 3 16,5 5-6-16,-3 9-13 0,0 5 1 16,-4 8-15-1,-7 5-35-15,-1 0-20 0,-5 6-12 16,-7 0-5-16,1 2-136 16,-4-4-73-1,4-2-85-15,-24 15-511 0</inkml:trace>
  <inkml:trace contextRef="#ctx0" brushRef="#br0" timeOffset="100157.86">13823 5544 695 0,'0'-2'859'0,"0"1"-685"0,-2-2-76 0,4 3 20 0,-2 0-1 0,0 0-48 0,0 0-34 0,0 0-16 0,0 3-14 0,0-2-5 15,-2 11 0-15,0 7 24 0,-2 7 18 16,0 10-6-16,-1 2-16 16,0 0-5-1,1 0 1-15,1-6-14 16,1-6 11-16,2-6-7 0,-2-6-5 15,2-6 0-15,0-6 6 16,-2 0 8-16,2-4 3 16,-2 2 30-16,0-6 8 15,-5-4-38-15,3-8-17 16,-2-8 0-16,6-10-1 16,6-2 0-16,0-6-11 15,5-5-25-15,7-2-19 16,4 4 22-16,7 5 7 15,2 12-4-15,0 8 12 16,8 6-1-16,-4 8 10 16,-1 6 9-16,-12 6-1 0,-4 4 0 15,-10 8-16-15,-8 6 17 16,-2 6 0-16,-2 2 27 16,-7 0-10-16,-7 0 25 15,0-8-2-15,-6-4-11 16,-3 0-13-16,-6-1-5 15,-5-6-1-15,-5 2-10 16,-3-4-64-16,-4 2-119 16,-70 11-169-16</inkml:trace>
  <inkml:trace contextRef="#ctx0" brushRef="#br0" timeOffset="100599.62">13008 6200 1410 0,'5'0'459'0,"1"-2"-386"0,17-2-53 0,8-2 25 0,13 4 13 0,12-2-31 0,2 2-27 0,0 0-1 0,0 0-41 0,-12 4-84 0,23 8-370 0</inkml:trace>
  <inkml:trace contextRef="#ctx0" brushRef="#br0" timeOffset="100754.85">13017 6316 1893 0,'0'-2'311'0,"0"2"-217"16,7-8-41-16,4 4-22 16,11-2-23-16,12-2-8 15,4 0-1-15,6 6 0 16,3-2-36-16,2 2-145 15,82-12-173-15</inkml:trace>
  <inkml:trace contextRef="#ctx0" brushRef="#br0" timeOffset="101687.3">14864 5454 1678 0,'0'0'222'0,"-2"0"-154"0,0 4-4 0,-5 8-23 0,-4 12 56 0,-4 18-4 0,-6 8-49 0,8 3-26 0,1 1 1 0,8-8-5 16,-2-6-13-16,6-6 11 16,-2-8 9-16,-1-6-7 15,3-10-8-15,0-6-6 16,0-4 10-16,0 0 7 0,0-4 28 15,3 0 19-15,3-8-28 16,5-6-28-16,5-10-8 16,9 2-13-16,-4-2-8 15,6 6 13-15,-4 9-10 16,-3 4-6-16,-3 11-9 16,6 5 27-16,-7 6 0 15,1 5 6-15,-1 2-1 16,-1 0 0-16,4-6 1 15,-4-2 1-15,-4-4-1 0,2-6 18 16,-4-2-1 0,1-6 10-16,0-2-12 15,3-6-14-15,1-4 8 16,-3 4-9-16,1-4 1 0,-4 4 0 16,-3 8 4-16,-3 2-5 15,-2 4-33-15,0 4 3 16,2 4 12-16,2 6 18 15,0 6 0-15,6 0-1 16,1-2 1-16,-2 0-1 16,0-4-92-16,-2-4-78 15,-1-4-67-15,1-2-23 16,-1-22-476-16</inkml:trace>
  <inkml:trace contextRef="#ctx0" brushRef="#br0" timeOffset="101849.31">15232 5602 1634 0,'0'-2'293'0,"0"1"-128"0,0-6-36 0,0 6-20 0,2 1-92 0,-2 1-17 0,7 6-54 0,-1 3-36 0,4 5-131 0,25 21-236 0</inkml:trace>
  <inkml:trace contextRef="#ctx0" brushRef="#br0" timeOffset="102561.83">15515 5693 1755 0,'-7'4'191'16,"1"-1"-154"-16,-10 6 43 15,3 5 7-15,5-4-41 16,4 4-25-16,2-4-12 16,2-2-8-16,0-4 6 15,2-2 14-15,0-2-9 16,3 0 5-16,4-4 7 16,4 0-17-16,7-2-5 15,-1 0-2-15,-2 2-6 16,-3 4-3-16,-6 6-2 0,5 10 10 15,-3 12-8-15,-4 18 8 16,3 12 1-16,-7 12 0 16,-2 5 6-16,-2 1-6 15,-4-14 1-15,-8-10-1 16,-4-14 0-16,-6-14 0 16,-7-8 0-16,-3-12 15 15,1-8-3-15,6-14 4 16,2-10-8-16,12-12-8 15,11-6-14-15,13-6-8 16,18-8-7-16,9-4-29 0,11-11-58 16,5-5 43-1,-1 6-7-15,2 4 69 0,-7 13 11 16,-4 13 0 0,-11 12 42-16,-10 10 24 0,-10 11 11 15,-9 6-28-15,-4 7-35 16,-7 8-7-16,-1 6 10 15,-5 16 17-15,-1 8-19 16,3 6-9-16,9 3-5 16,6-3 10-16,7-4-10 15,-2-8 13-15,0-12-14 16,-2-6 1-16,-1-10 6 16,6-6 20-16,1-6 12 15,5-8-18-15,6-8-8 16,3-4-7-16,0-6-4 15,2 0-2-15,-5 0 0 16,5 3 0-16,5 10-43 0,1 13-31 16,1 9 7-1,-5 18-83-15,-4 9-71 0,0 60-523 16</inkml:trace>
  <inkml:trace contextRef="#ctx0" brushRef="#br0" timeOffset="106538.11">13289 7135 472 0,'-2'0'161'15,"0"1"-161"-15,0-1-86 0,-1 0 71 0,3 0 15 0,0 0 107 0,0 0 23 0,0-1-28 0,0-2-16 16,0 2 2-16,3-2 104 16,-3 2-1-16,0 1-64 15,0-3 8-15,0 1-61 16,0 2-4-16,0-2 23 16,0 2-7-16,0-3 2 15,2 3-14-15,-2 0-11 16,0-3 9-16,0 3-11 15,0 0-19-15,0 0-9 0,2 0 11 16,-2 3-13 0,0-3-16-16,-2 0-15 15,4 7-11-15,-2 5 2 16,2 15 9-16,2 10 9 0,-1 10-2 16,-3 3 2-16,2 2-7 15,0-2-1-15,0 0 0 16,0-6 8-16,-2-5-8 15,0-10-1-15,-4-4-29 16,-3-9-88-16,-1-6-81 16,-1-2-54-16,-11-16-118 15</inkml:trace>
  <inkml:trace contextRef="#ctx0" brushRef="#br0" timeOffset="107258.25">13345 7159 1025 0,'0'0'257'0,"0"0"-92"0,-2 0-45 0,2-2-8 0,0 2-58 0,-3 0-12 0,3 0 3 0,0 0-6 0,0 0-15 0,0 0 11 15,0-3 2-15,0 3 8 0,0 0 6 16,0 0 3-16,0 0-15 16,3 3-1-16,-6-6-14 15,3 3-14-15,0 0 8 16,0 0-6-16,0 0 11 15,0 0 7-15,0 0 10 16,0 0-13-16,0 0-3 16,0 0-1-16,0 0-13 15,0 0 1-15,0 0-2 16,0 0-2-16,0 0 2 16,0 0 6-16,0 0-14 15,0 0 7-15,0 0-7 16,0 0 8-16,0 0-9 15,0 0 2-15,0 0-1 16,0 0 9-16,0 0-9 16,0 0 5-16,0 0 3 15,0 0-7-15,0 0 5 0,0 0-7 16,0 0-1-16,0 0-5 16,0 0-9-16,0 0-18 15,-15 3-47-15,6-1-68 16,-7 2-70-16,-4 4-79 15,-22-4-756-15</inkml:trace>
  <inkml:trace contextRef="#ctx0" brushRef="#br0" timeOffset="107517.47">13042 7168 1486 0,'0'0'265'0,"2"3"-187"0,0-6-28 0,5-1-7 0,4 3-16 0,9-3 18 0,9-2 35 0,4 2-4 0,10 0-14 16,1-2-32-16,3 2-11 15,2 1-17-15,5 2-2 16,-3 1-5-16,-4 1-32 15,-2 2-181-15,34-6-673 16</inkml:trace>
  <inkml:trace contextRef="#ctx0" brushRef="#br0" timeOffset="108250.63">13955 7209 1682 0,'0'0'273'0,"0"0"-153"16,0 0-24-16,0 0-8 15,-3 8-88-15,3 6 6 16,-2 12 35-16,-2 14 19 15,2 6-6-15,2 2-12 16,0-6-11-16,0-5-10 16,0-5-6-16,-2-13-7 0,-3-5-7 15,5-6 0-15,-2-5 11 16,0 1 0-16,0-11 14 16,-6-1-7-1,2-7-11-15,0-12-8 0,-3-7-12 16,-1-6 5-16,6-6-13 15,2 0-2-15,4 0-23 16,2 8 9-16,6 6 15 16,3 14-11-16,1 6-10 15,-1 12 23-15,3 12 2 16,1 12 1-16,-1 6 16 16,-1 10 0-16,8 0 6 15,-4 2-5-15,6-4 5 0,0-8-4 16,-5-10 10-1,2-10 1-15,-2-6 32 0,-2-5-3 16,4-8 0-16,3-9-10 16,-3-6-7-16,1-6 8 15,-8-6-13-15,-4 0-1 16,-2-4 1-16,-5-4-9 16,-4 0-11-16,-6 1-1 15,-1 10-11-15,0 10-11 16,-4 13-50-16,-11 14-176 15,-58 52-201-15</inkml:trace>
  <inkml:trace contextRef="#ctx0" brushRef="#br0" timeOffset="111201.75">14702 7421 1760 0,'0'0'305'0,"0"0"-190"0,0-2-46 0,0 2 51 0,0-2-40 0,2 2-56 0,0 0-24 0,-2 2-32 0,4 0-118 0,1 2-70 0,19 6-290 16</inkml:trace>
  <inkml:trace contextRef="#ctx0" brushRef="#br0" timeOffset="111368.66">14729 7409 2114 0,'-2'0'291'0,"2"-2"-207"16,-5 2 0-16,5-4 10 15,5 2-65-15,-5 4-29 16,2-2-53-16,-2 6-136 0,6 14-325 15</inkml:trace>
  <inkml:trace contextRef="#ctx0" brushRef="#br0" timeOffset="111550.43">14817 7349 2047 0,'-4'0'454'16,"4"-2"-430"-16,-3-2-24 16,1 6 0-16,0 4-144 15,-29 30-369-15</inkml:trace>
  <inkml:trace contextRef="#ctx0" brushRef="#br0" timeOffset="111741.56">14781 7287 2051 0,'-2'-6'563'0,"2"6"-563"15,0-6-25-15,0 8 5 16,0 0-136-16,0 8-329 15,-19 12-423-15</inkml:trace>
  <inkml:trace contextRef="#ctx0" brushRef="#br0" timeOffset="111935.96">14802 7299 1911 0,'0'0'240'0,"0"0"-179"16,0 0-49-16,0 2-12 16,2 0-21-16,-2 6-153 15,6 22-94-15</inkml:trace>
  <inkml:trace contextRef="#ctx0" brushRef="#br0" timeOffset="112089.36">14829 7307 1605 0,'0'0'467'16,"0"-2"-387"-16,2 2-47 15,-2-2 63-15,0 2-29 16,0 0-67-16,2 2-10 16,0 6-118-16,5 22-184 15</inkml:trace>
  <inkml:trace contextRef="#ctx0" brushRef="#br0" timeOffset="114707.69">4776 7217 1659 0,'0'0'222'0,"0"-4"-125"0,1 2 64 0,2 0-22 0,4-3-119 0,4 1-20 0,7-1-6 0,11-5-12 0,6 2-8 0,3-1-44 15,3 1-61-15,-1 5 4 16,-7 0-28-16,-11 3-136 16,-11 5-58-16,-13 0 32 15,-14 8 317-15,-13-4 56 16,-9 5 176-16,-1-3-40 15,-2 0 41-15,15-4-79 0,3-1-34 16,15-2-40-16,5-4-38 16,14 0-42-16,21-6 0 15,16 2-17-15,26-4-140 16,163-24-669-16</inkml:trace>
  <inkml:trace contextRef="#ctx0" brushRef="#br0" timeOffset="118021.32">16674 5755 1284 0,'-3'0'294'0,"6"0"-186"0,-3-2-70 0,0 2 86 0,2 0-17 0,2-2-37 0,-4 2-25 0,2-2-19 0,0 0-5 0,3 0-8 16,1 0-12-16,2 0-1 0,0 2-8 15,-1 0-134-15,15 8-170 16</inkml:trace>
  <inkml:trace contextRef="#ctx0" brushRef="#br0" timeOffset="118206.24">16560 5855 1547 0,'6'4'240'16,"4"-4"-183"-16,11 2-36 0,4 0 10 16,4 2 8-16,0 0-21 15,-2 2-16-15,4 4-2 16,0-2-1-16,-4-2-132 16,36-10-681-16</inkml:trace>
  <inkml:trace contextRef="#ctx0" brushRef="#br0" timeOffset="118727.77">17293 5628 1545 0,'0'0'308'16,"0"0"-244"-16,-2 3-52 16,4 7 5-16,-2 3-1 15,4 8-7-15,7-1 6 16,5 0-6-16,5-4 2 16,2-4-6-16,0-6-5 15,6-4-1-15,-2-6-31 16,-5-2 26-16,-2-6 6 15,-6-2 0-15,-4-1 0 0,-1 1 15 16,-5 7 68 0,-2 3-11-16,-2 6-72 0,-2 7 9 15,2 22 18 1,-4 15 18-16,8 16-2 0,4 12 5 16,0 4-15-16,5-5 2 15,1-11-13-15,-7-4-4 16,-3-16-4-16,-8-10-8 15,-7-12 28-15,-9-10 10 16,-5-8-2-16,-6-6 1 16,-5-10-8-16,3-8-4 0,6-8 19 15,12-4-14 1,13-4-14-16,10 0-22 0,15-2-18 16,12 0-75-16,12 5-137 15,6 7-92-15,90-12-378 16</inkml:trace>
  <inkml:trace contextRef="#ctx0" brushRef="#br0" timeOffset="119851.34">17407 6495 1519 0,'0'0'264'0,"0"-2"-147"0,0-2 40 0,2 0-23 0,-2 2 1 0,0 0-51 0,2 2-41 0,-2 0-7 0,0 2-9 16,2-2-12-16,-2 2-15 0,0 0-12 15,0 6-4-15,-2 8 15 16,2 8 2-16,-2 4-1 16,0 0 1-16,2 4 0 15,0-6-1-15,2-4 0 16,2-6 1-16,1-1 1 16,-1-10-1-16,0-3 7 15,1 0 2-15,-1-4 5 16,3-4-4-16,0-4-2 15,-3-4 19-15,0 2 23 16,-4-2 8-16,0 6-23 16,-2 2-12-16,0 6-20 0,0 0-4 15,2 0-12 1,-4 6-3-16,-1 0 9 0,-5 4 6 16,0 4-6-16,1 4 6 15,-3 0-2-15,-3 5 1 16,2 0 1-16,-3 2-9 15,-4-4-8-15,5-4-17 16,-3-9 10-16,7-4 24 16,2-7 6-16,2-4 3 15,5-12 3-15,4-6-12 16,7-8-14-16,9-5-13 16,6 0-20-16,10-2-107 15,5 8-136-15,67-34-391 0</inkml:trace>
  <inkml:trace contextRef="#ctx0" brushRef="#br0" timeOffset="122782.9">13380 7828 626 0,'7'-1'1001'15,"-1"-2"-899"-15,13 1-76 0,5 0-16 0,2-2 34 0,2 2-1 0,10 0-17 0,-5 2-8 0,0 0-5 0,-1 2-4 0,-3 0-9 16,-6 0-8-16,-4 4-97 16,-17 19-229-16</inkml:trace>
  <inkml:trace contextRef="#ctx0" brushRef="#br0" timeOffset="122951.3">13158 7995 1664 0,'-3'-2'303'15,"3"2"-150"-15,0 0-58 16,5-3-5-16,6 3-26 16,4 3-26-16,17-3-7 15,12 2-8-15,12 0-22 16,11 2-1-16,4 0-83 16,128 2-268-16</inkml:trace>
  <inkml:trace contextRef="#ctx0" brushRef="#br0" timeOffset="124451.36">14162 8029 1083 0,'0'0'0'0,"-11"8"-54"15</inkml:trace>
  <inkml:trace contextRef="#ctx0" brushRef="#br0" timeOffset="132873.6">13218 7834 1146 0,'-5'-4'162'16,"5"4"-123"-16,-4-2-24 15,-1 1 54-15,3 1 39 16,0-3-60-16,2 3-15 16,0 0 3-16,0 0 38 15,0 0-23-15,0 0-21 16,0 0-5-16,0 0-7 15,0 0 3-15,0 0-3 16,0 3 0-16,2-3-6 16,-4-3-4-16,13 3-7 15,3 3-1-15,7-2 10 0,13 1 10 16,13 2-4-16,6-8 10 16,8 2-10-1,3-2-15-15,-6 2-1 0,-8 4-23 16,-2 1-142-16,12 6-612 15</inkml:trace>
  <inkml:trace contextRef="#ctx0" brushRef="#br0" timeOffset="137097.68">13182 6296 992 0,'-3'0'167'0,"6"0"-139"16,-3 0-1-16,0 0 60 0,2 0 18 0,0-2-51 0,-2 2-22 0,3-2-1 0,-1 1 38 0,-2-2-19 0,0 3-17 16,0 0-21-1,2-2-11-15,-4 2 7 0,2 0-8 16,0 0 1-16,0 0 6 15,2 0-5-15,3 0 11 16,10-4-12-16,7 2 0 16,20-2 0-16,12 0 0 15,14 4 5-15,11-2-5 16,11 4 5-16,7 2-5 16,5 2-1-16,0 3 1 15,-11-4-1-15,-9 1 0 16,-10 2-6-16,-17-2-2 0,-12-2 7 15,-12 0-7-15,-16-1 8 16,-6-2 0-16,-9-1 18 16,-5 0 33-16,1-1 48 15,-3-2-45-15,1-1-40 16,-8 0-1-16,-1-2-4 16,1 0-1-16,1 4 1 15,-5 0-9-15,5 0-11 16,-5 4 11-16,-10 2-2 15,-15 6-4-15,-22 4-3 16,-18 4-43-16,-15 0-46 16,-12-5 62-16,-2-1 18 15,4-10 17-15,11-7-9 16,13-4 10-16,10 0 6 0,20 1-5 16,16 2-1-16,21 2-140 15,36 3-521-15</inkml:trace>
  <inkml:trace contextRef="#ctx0" brushRef="#br0" timeOffset="138633.51">13340 7830 1311 0,'0'-2'339'0,"-2"2"-254"0,2 0-64 0,0 0 12 0,0 0-7 0,2 0-26 0,-2 0-1 0,0 0 0 0,3 0 1 0,-3 0 0 15,-3 0 6 1,3 0-6-16,9-1 9 0,2-2-9 16,3-1 6-1,8 0 0-15,2 0-5 0,1-2-1 16,4 2-1-16,-6 4 0 16,0 0 0-1,-2 2 1-15,-3 0-1 0,-7 4 0 16,-7-2-5-16,0 0 4 15,-4-2-11-15,-2 4 4 16,-6 0 9-16,-3 2 6 16,-10 0-5-16,1 5 2 15,-6-6 3-15,8-3 0 16,-3 0 2-16,9 0 17 16,-2 0-13-16,1-2 5 15,4 0-8-15,2 0 0 0,4 1-9 16,1-3 0-1,2 0 0-15,0 0 3 0,2 0-3 16,8 0-2-16,3 1 2 16,16-1 0-1,7 0 7-15,4-1-7 0,9 1-1 16,-6 0 0-16,3 0-4 16,-8 1-11-16,-1 2-8 15,-6-2 3-15,-2 2 7 16,-2 1 14-16,-4-4-8 15,-6 0 1-15,-5 0 6 16,-6 0 1-16,1 0 1 16,-7 0 1-16,-4 0 29 15,4 1-16-15,-3-2 2 0,-1 1-17 16,2 0 6-16,0 0-5 16,0 0 22-16,2 0-14 15,0 0-3-15,-3 0-5 16,6 0-2-16,-3 0 1 15,0 1-1-15,0-1 1 16,0 0 0-16,0 0-1 16,-3-1 1-16,3 1 5 15,-3 0 1-15,1 0-5 16,0 0 0-16,0 0-1 16,0 0 0-16,-3 0 0 15,-1 0-14-15,-3 1-58 0,-5 1-90 16,-42 2-561-16</inkml:trace>
  <inkml:trace contextRef="#ctx0" brushRef="#br0" timeOffset="138966.37">13327 8125 488 0,'0'-2'903'0,"0"2"-756"0,2-2-33 0,4-2 0 0,6 0-57 0,8-2-10 0,13-2-28 0,16 0-10 0,14 2-3 16,9 0-5-16,12 4-1 0,1 4-8 0,-1 2-113 16,106 4-338-16</inkml:trace>
  <inkml:trace contextRef="#ctx0" brushRef="#br0" timeOffset="144089.14">12230 10473 1963 0,'0'-2'261'0,"5"0"-181"0,-5-2-53 0,7 0-27 0,2 0-1 0,9-6-26 0,9 4-31 0,4 2-104 16,67-6-153-16</inkml:trace>
  <inkml:trace contextRef="#ctx0" brushRef="#br0" timeOffset="145944.2">9242 6256 1008 0,'0'-4'448'0,"0"0"-321"0,2-2-88 0,4-2-19 0,-2 2-4 0,3 0 23 0,-1-6-24 0,6 4 18 0,-6 0-1 0,1-2 10 0,-1 2 60 15,4-4-65 1,3 2-28-16,5-6-7 0,13 0-1 15,15-6-1-15,15-4 1 16,19-5-1 0,18-1 0-16,9-2 0 0,7-6 1 15,2 2-1-15,-10 2 0 16,-8 0 0-16,-11 6-1 16,-6 4 1-16,-13 2 1 15,-12 6 0-15,-12 7 0 16,-14 2 0-16,-12 4 0 15,-5 5-1-15,-9-1 0 16,-2-2 0-16,1 3 1 16,2-1-1-16,-3 1-1 15,0 0-65-15,4 0-33 0,-1 1-14 16,4-1-179-16,-7-5-524 16</inkml:trace>
  <inkml:trace contextRef="#ctx0" brushRef="#br0" timeOffset="146360">10520 5510 1519 0,'-3'0'177'16,"3"0"-126"-16,-2-2 1 0,0 2-11 15,4 0-29 1,-2 0-12-16,0 0 0 0,2-2 0 16,-2 2 10-1,0 0 8-15,3 0-17 0,-3 0 0 16,0 0 8-16,2 0 3 16,-2 0-12-16,4 0 9 15,2 2 1-15,8 0 4 16,2 0-1-16,-3 2-5 15,3 4-8-15,-3-2 0 16,0 2-1-16,1 4 1 16,-5-2-1-16,-5 3 1 15,1-4 0-15,-5 1 6 0,-3 4-5 16,-5 3 1 0,-10 1 5-16,-3 5 1 0,-7 2-8 15,-1 3-97-15,-7-2-55 16,-60 24-557-16</inkml:trace>
  <inkml:trace contextRef="#ctx0" brushRef="#br0" timeOffset="147688.73">10673 5604 1381 0,'0'-2'174'0,"0"0"-75"0,-2 1 4 0,2-6-17 0,2 6-14 0,-2-2-33 0,2 3-25 0,3 0-14 15,4 3-7 1,4-2 6-16,7 7 1 0,-2 1 2 16,5-1-1-16,-4 3-1 15,1-3 6-15,-6 2-6 16,-3-2 0-16,-4-3-7 16,-7 0 7-16,0 4 6 15,-9-1 7-15,-4 6-2 16,-10 0 41-16,-3 2-11 15,-6-2 1-15,1-6-9 0,6 0-20 16,-4 0-4 0,3-2-9-16,3-2 0 15,4 0-56-15,3-2-55 16,5 6-88-16,-8 6-330 0</inkml:trace>
  <inkml:trace contextRef="#ctx0" brushRef="#br0" timeOffset="-210451.36">11430 3254 1414 0,'-4'0'255'0,"4"0"-177"0,-2 0-51 0,2-2 244 0,0 2-122 0,-2 0-46 0,2 0-8 0,-3 0 14 0,3 0-16 0,0 0-25 15,3 0-28-15,-6 0 4 16,3 2-19-16,-2 2-19 16,0 7-5-16,-2 8-1 15,-3 12 1-15,-2 14 6 16,-2 14-5-16,0 5-1 15,3-2-1-15,4-4 0 16,2-10-8-16,0-10-75 16,4-7-104-16,0-9-125 15,21-1-69-15</inkml:trace>
  <inkml:trace contextRef="#ctx0" brushRef="#br0" timeOffset="-210011.9">11718 3367 1846 0,'-2'0'221'16,"2"0"-157"-16,-2 0 20 15,0 2-12-15,-6 7-51 16,-7 12-7-16,-7 9-5 0,1 2-8 16,4 0 20-1,6 2 11-15,4-6-11 0,5-2-6 16,2-2 1-16,4-6-15 16,3-6 0-16,0-2 7 15,-1-4 2-15,5-2-2 16,-1 0 5-16,1-6 4 15,-1 2 5-15,4-6 28 16,-7 3 4-16,-3-2-14 16,-4 1-1-16,-4 2-16 15,-3 2-23-15,-9 0-18 16,-5 2 17-16,-18 7-53 16,-5-2-75-16,4 7-101 0,11-3-83 15,29 2-419 1</inkml:trace>
  <inkml:trace contextRef="#ctx0" brushRef="#br0" timeOffset="-209326.55">12175 3477 996 0,'-2'-4'313'0,"0"2"-167"0,-1 2-41 0,3-2 24 0,-2 2 7 0,-1-2-64 0,3 2-7 0,-2-2 4 0,0 2 21 0,0-2-15 0,0 2-3 16,0 0-33 0,0 0-2-16,-3 0-11 0,1 0-10 15,-4 2-1 1,0 4-7-16,-7 6-8 0,-8 8 1 16,3 8-1-16,-4 2-1 15,6 6 1-15,6-6-6 16,6-2-3-16,6-6-5 15,4-1 14-15,1-3 4 16,6-7-4-16,0-3-1 16,5-1 1-16,5-10 7 15,6-5 6-15,7-3-13 16,0-7 9-16,-3-4-3 16,-7-1 0-16,-4-3 17 15,-11-2-10-15,-6 2 41 0,-6 2-6 16,-10 4-24-16,-12 6-24 15,-8 6-25 1,-12 4 11-16,-6 4-34 0,4 6-79 16,7 2-134-16,-14 16-399 15</inkml:trace>
  <inkml:trace contextRef="#ctx0" brushRef="#br0" timeOffset="-207628.85">11689 3310 730 0,'0'0'244'0,"0"0"-137"0,-2 0 28 0,2 0-2 0,0 0-17 0,0 0-38 0,2 0-21 0,-2 0-8 0,0-4 28 0,2 4-16 0,-4 4-8 16,2-4-25-16,0 0 1 16,0 0 7-16,0 0 16 0,0 0-17 15,0 0 5-15,0 0-5 16,-16 3-26-16,5 7 3 15,-7 12-11 1,-11 11-1-16,-6 12 1 0,1 3 5 16,5 6 1-1,0-6 17-15,8-2-16 0,2-6-1 16,9-8-7-16,2-3 1 16,8-10-1-16,8-2-3 15,-2-2 3-15,5-6 0 16,3-1 8-16,5-3-7 15,4-5 9-15,2-1-9 16,-3-2 10-16,-7-4-5 0,-4 3 12 16,-4-3 1-16,-4 3 20 15,-6-3 17-15,-4-1-11 16,-8 2-26-16,-8 2-19 16,-6-3-15-16,-8 6 0 15,-3 6-24-15,7-1-74 16,8 2-80-16,18 12-190 15</inkml:trace>
  <inkml:trace contextRef="#ctx0" brushRef="#br0" timeOffset="-206573.79">12084 3453 1349 0,'2'-4'165'0,"2"4"-114"0,5-2 21 0,9-2 14 0,-1 2-25 0,10 0-35 0,4 0 2 0,3 0-7 0,1-1 2 16,2 2 14-16,-6 1-7 15,-7-2-9-15,-4-2-4 16,-6 2-8-16,-5 0-3 16,-5 2 0-16,0 0 7 15,-8 0 5-15,0 2 33 16,-8 0-51-16,-5 4 27 15,-15 2-12-15,-7 2-13 16,-2 4-1-16,3 0 8 16,9-4-3-16,7 4-6 15,7-4 1-15,-2 0-1 0,7 6 0 16,-1 0-8 0,-1 4 8-16,6 0 0 0,1 2 15 15,3-2-15-15,0 2 1 16,2-2-1-16,0-2 0 15,2-4-9-15,0 1 9 16,-2-9 9-16,2-1-9 16,1-1 1-16,-1-4 4 15,0 3-4-15,2-3 9 16,6-3 8-16,3-1-4 16,7 0-2-16,7 0-5 15,2-2-6-15,4 2-1 16,-7-1 0-16,1 2 0 15,-6 3-2-15,-3 7 1 0,-10 1-10 16,-1 7 6 0,-3 6 5-16,-6 11 11 0,-4 0-5 15,-3-2-5-15,-7 2 5 16,1-8 4-16,-3-2 2 16,-4-6 2-16,2-2 4 15,-5-4-3-15,-2-2 7 16,-2-4-21-16,0-4 0 15,-4-2-2-15,-3-6-15 16,7-2-50-16,-4-4-85 16,6-2-137-16,-17-44-1174 15</inkml:trace>
  <inkml:trace contextRef="#ctx0" brushRef="#br0" timeOffset="-206278.06">12253 3493 1627 0,'0'0'183'0,"4"0"-129"0,3-2 53 0,11 0-25 0,6 0-47 0,10 2-19 0,3 0-4 0,6 4-10 0,-1-2-2 0,2 0-10 16,-3 0-94-16,-7 2-158 16,14 2-690-16</inkml:trace>
  <inkml:trace contextRef="#ctx0" brushRef="#br0" timeOffset="-204313.25">11446 4092 1146 0,'-2'-1'171'0,"2"-2"-103"0,-2 2 10 0,2-4 49 0,-2 5-37 0,2-1-31 0,2 1 4 0,-2 0-2 0,0 0-5 16,0 0 1-16,2 0-3 15,-2 0 4-15,0 0 4 0,0 0-19 16,0 0-7 0,-2 1-34-16,0 1-2 0,0 10 0 15,0 6 1 1,2 9-1-16,2 7-7 0,6-2 7 15,3 2 8-15,7-4-8 16,1-6 0-16,-2-6-1 16,5-8 1-16,-5-4 3 15,4-4-2-15,2-4 12 16,-2-4-4-16,2-4 9 16,-5-4-8-16,-3-4 2 15,-1-4 3-15,-8 4 0 0,1-6-13 16,-7 2 16-1,0 4 15-15,-2 0-8 16,2 8 8-16,-2 2-3 0,2 4-10 16,0 2-7-16,-3 4-13 15,1 2-21-15,-8 16 2 16,-4 22 18-16,-7 20 1 16,-5 22-6-16,2 10 5 15,5 5 1-15,6-1 0 16,1-6-2-16,6-6 2 15,-2 3 0-15,-6-11 18 16,-1-12 15-16,2-16-26 16,1-24 7-16,3-14-14 0,-3-4 15 15,4-8-9-15,-5-4 15 16,-5-10 12 0,0-8-2-16,2-8-10 0,1-4-7 15,3-2-2-15,6 0 7 16,4 4-19-16,2-7 0 15,4 6-34-15,4-6-45 16,7 2-49-16,0 0-79 16,28-37-148-16</inkml:trace>
  <inkml:trace contextRef="#ctx0" brushRef="#br0" timeOffset="-202968.91">3027 6725 1550 0,'0'-1'321'0,"0"1"-186"0,-2 0 59 0,2 0-13 0,0-3-20 0,0 3-70 0,0 0-14 0,0 0-31 0,0 0-35 0,0 0-11 0,2-1-76 16,2 1-215-16,9-3-339 16</inkml:trace>
  <inkml:trace contextRef="#ctx0" brushRef="#br0" timeOffset="-201016.9">3657 17531 1547 0,'0'0'256'0,"0"0"-79"0,-4 5-25 0,-1-1-20 0,-1 10-17 0,-6-2-31 0,3 6 5 0,5 0-37 0,2-8-16 0,2-6-18 0,2 0-18 16,5 0 0-16,1-4 0 16,13 0-9-16,1-4-22 15,7-4-32-15,-3-2 21 16,1-4-9-16,-5 6 30 15,-3-6 21-15,-6 10 8 16,-9 0 20-16,-2 4 13 16,-4 4 5-16,-7 18-28 15,-8 18 20-15,-8 22-1 16,-6 20-20-16,-4 2-8 16,0 1 12-16,4-9-20 0,6-4 0 15,2-14 5-15,5-18-6 16,-3-10 1-16,6-12 6 15,-5-14 7 1,7 1 5-16,-1-18 7 0,5-9-16 16,3-10-4-16,4-12-6 15,10-6 0-15,6 2-6 16,3 2-10-16,4 2-35 16,1 9-56-16,0 3-56 15,-2 10-146-15,18 12-271 16</inkml:trace>
  <inkml:trace contextRef="#ctx0" brushRef="#br0" timeOffset="-183847.43">11781 4456 717 0,'-2'0'996'0,"2"0"-894"0,-3 3-85 0,3-1-14 0,3 3 39 0,-1-4-14 16,2-1-13-16,0 0-14 0,3 0 23 0,0-1-13 0,4 1 17 0,0-5 4 0,3 0-1 0,3-6 11 16,3 1-18-16,-5-4-9 15,6 2-4-15,-5-2 4 16,-1 0-2-16,-4-2 20 16,-2 0-15-16,-2 2 2 15,-5 2 10-15,-2 2-3 16,-2 4-5-16,-2 4 20 15,-1 2-14-15,1 2-28 16,-6 6-8-16,-5 6-1 16,-3 10 8-16,-5 8 1 0,4 4-1 15,3 0 1 1,3-1-9-16,11-2 3 0,6-2 6 16,7-5-1-16,3-6-28 15,1-8-8 1,8-6-26-16,3-10-35 0,10-8-70 15,6-10 17-15,-1-10-35 16,1-7-69 0,-5-1-18-16,-6 3-3 0,-8-2 123 15,-3 5 153-15,-11 2 243 16,-2 8 18-16,-5 6-11 16,-4 4-7-16,2 8-55 0,-5 6-82 15,3 0-31-15,2 2-75 16,0 4-3-16,7 10 3 15,1 4 18-15,8 8-17 16,2 0 28-16,4 0-17 16,-2 0 4-16,3-3 8 15,-4-2-1-15,-3-2 14 16,-7-3-4-16,-11-3-4 16,-7-2-5-16,-13 1-2 15,-7 0-10-15,-5-2-12 16,-5-4-7-16,-4-6-28 15,3-2-58-15,7-6-70 16,8-2-95-16,12-34-890 0</inkml:trace>
  <inkml:trace contextRef="#ctx0" brushRef="#br0" timeOffset="-180015.68">19227 6345 1659 0,'-2'0'213'0,"2"0"-134"15,-3-3-8-15,3 3 44 0,0 0-22 0,3 0-48 0,-1 0-27 0,0 0 26 0,3 0 17 0,-3-1-20 0,0 1-14 0,0 0-3 16,2 0-3-16,3 0 1 16,7-3 1-16,1 1-7 15,5 0 4-15,7-4-11 16,4 2-8-16,3 2 0 16,5 0 1-16,9 0-2 15,2 0 2-15,8 0-2 16,6 2 1-16,-1 0 0 15,7 0-1-15,3 0 5 16,0 2-5-16,4-2 0 16,0 2 0-16,2-2 0 15,1 2-1-15,0 0 0 16,2 0 0-16,-2 2 1 0,1-2-1 16,-3 2 1-1,-5-2-1-15,-8 0 1 0,-1 2-1 16,-8-1 0-16,0 1 1 15,-10-3 0-15,-1 3-1 16,-3 1 0-16,-2-4 0 16,1-1 0-16,3 3 1 15,3-6 1-15,2 3 0 16,5 0-1-16,-3 0 2 16,2-1-1-16,-1 1-1 15,-1 0 1-15,0-5-1 16,-4 5 1-16,2 0 0 15,-5 0-1-15,1 5-1 0,-2-4 1 16,1 2 0 0,5 1-1-16,0-3 1 0,0 1-1 15,0 2 1-15,2-1 0 16,-2-3 0-16,1 1 0 16,0 3 0-16,4-4 0 15,6 3 0-15,1-3 0 16,1 1-3-16,-2 2 3 15,0-1 7-15,-4-1-7 16,-1 2-1-16,-3-3 0 16,-1 1 1-16,-7 2-1 15,-5-2 1-15,-11-1-1 16,-3 0 1-16,-11 0-1 16,-6 0 1-16,3 0 1 15,-2-1 5-15,2-3-6 0,0 1 1 16,3 2 1-16,-5-1-1 15,-5-1 0-15,-2 3 0 16,3 0 0-16,-2-1 7 16,-2 1-1-16,2 0-5 15,-1-3-1-15,3 3 0 16,-1 0 0-16,0 0-1 16,-4 0-1-16,2 0-71 15,-2 3-131-15,-4-2-100 16,-61 13-306-16</inkml:trace>
  <inkml:trace contextRef="#ctx0" brushRef="#br0" timeOffset="-179230.29">20582 6882 1638 0,'-2'0'211'0,"-2"0"-124"0,3 0 23 0,-4 0 37 0,5 0-47 0,5 0-53 0,-5 0-26 0,1 4-9 0,-1 6 21 16,0 10 16-16,-1 10 1 15,-6 10-7-15,3 6-32 16,-1 2 19-16,1 4-5 16,0-3-7-16,1-5-9 15,3-4-9-15,5-8-25 16,-3-8-79-16,4-6-106 15,3-10-63-15,29-26-46 16</inkml:trace>
  <inkml:trace contextRef="#ctx0" brushRef="#br0" timeOffset="-178759.52">21079 6930 1234 0,'0'0'455'0,"-3"0"-421"16,3 0 14-16,-2 0 14 16,0 2 17-16,-4 2-46 15,-4 8-7-15,-5 6 19 16,-6 8 15-16,-1 4 30 15,-5 7-23-15,-1-4-28 0,8 3-18 16,1-1-9-16,9-1-3 16,5-4-9-16,3-2-15 15,6-2-2-15,3-6 17 16,-1-2 11-16,5-8 0 16,1-4-10-16,3-4 4 15,3-8 1-15,3-4 3 16,2 0-8-16,-4-6 7 15,-1-2 10-15,-7 6 24 16,-9 2 43-16,-7 2-8 0,-3 6-23 16,-10 0-24-1,-5 2-29-15,-8 4-1 0,0 2-5 16,0-1-36 0,11 2-119-16,11-1-79 0,9-4-43 15,51-4-500-15</inkml:trace>
  <inkml:trace contextRef="#ctx0" brushRef="#br0" timeOffset="-178399.67">21459 7109 1596 0,'-2'-3'219'0,"0"3"-153"0,0 0 18 0,-3 0 45 0,-1 4-83 0,-6 6-31 0,-5 2-13 0,-1 6 32 0,3 0-14 0,3 0 2 0,7 0-5 0,8-1-17 0,3-5 48 16,10 0-24-16,4-4-12 15,4-4 0-15,7-4-10 16,-4-4 26-16,2-4 7 15,-4-6 17-15,-5 0 25 16,-7-4-14-16,-8-3 6 16,-7 0 1-16,-11-1-23 15,-12 1-17-15,-11-1-23 0,-13 7-7 16,-3 0-12 0,2 5-72-16,5 6-179 0,-31 4-229 15</inkml:trace>
  <inkml:trace contextRef="#ctx0" brushRef="#br0" timeOffset="-174351.62">10665 6487 460 0,'0'0'797'0,"0"-2"-619"0,0 0-56 0,-2 2 4 0,2-2-53 0,0 2-20 0,2-2-16 0,-2 0-2 0,0 2-2 0,0-5 15 16,0 1 16-16,0 3-14 15,4 1 20-15,-4-2-14 16,0 4-19-16,0-2 1 16,-4 0-17-16,4 1-20 15,0 2-1-15,0 5 0 16,4 6 24-16,-2 8 15 0,0 4-9 16,3 6-20-1,-3-4-10-15,2-2 0 0,-2-2-18 16,1-2-73-16,-3-2-86 15,0-6-20-15,2 10-173 16</inkml:trace>
  <inkml:trace contextRef="#ctx0" brushRef="#br0" timeOffset="-173914.13">10863 6509 1440 0,'-3'2'194'0,"-1"2"-130"0,0 2-13 16,2 2-15-16,-1 0-19 16,6 4-10-16,1 0 7 15,2 2-4-15,5 0-4 16,7 2 6-16,0 2 2 16,4-4-7-16,1 2-6 15,1 2 5-15,-3-2-6 0,-2 2 0 16,-6 2 0-16,-3 0 0 15,-6-1 0-15,-6-4-5 16,-2-1 1-16,-1-4 4 16,-4 2 1-16,-2-3 9 15,-7-4-10-15,0 2-58 16,-4-7-48-16,4-4-106 16,-29-32-83-16</inkml:trace>
  <inkml:trace contextRef="#ctx0" brushRef="#br0" timeOffset="-173679.13">11039 6465 1468 0,'2'-2'236'0,"2"-2"-143"15,7-5-14-15,3 4-20 16,3-4-26-16,8 0-17 16,4 3-10-16,-2-5-6 15,6 4-15-15,-2-1-85 16,34-5-232-16</inkml:trace>
  <inkml:trace contextRef="#ctx0" brushRef="#br0" timeOffset="-173274.83">11411 6535 1529 0,'-2'2'278'15,"-3"0"-206"-15,-3 8-24 16,0 2-6-16,-7 10-9 16,3 4-14-16,2 2-7 15,1 2 8-15,9-10 10 0,4-4-12 16,5-2-11-16,1-7 25 16,3-6-7-16,5-1 2 15,5-8 9 1,6-6 9-16,1-5-1 0,-6-4-7 15,-1-1-4-15,-8 0 11 16,-5-2-4-16,-7 0 4 16,-8 2-32-16,-5 2-11 15,-9 8-1-15,-4 2-27 16,-6 8-72-16,-5 6-79 16,0 2-50-16,-35 20-238 15</inkml:trace>
  <inkml:trace contextRef="#ctx0" brushRef="#br0" timeOffset="-167795.14">11001 7113 478 0,'-3'-4'1193'0,"2"4"-977"0,-4-3-120 0,5 1 23 0,2 2 32 0,1 0-59 0,-2-2-13 0,2 0 22 0,-1 1-64 0,5-2-10 15,1-1-4-15,9 2-13 0,5 0 1 16,8-2-5 0,4 0-6-16,4 2 0 0,-2 1-17 15,-3-2-110-15,-4 3-149 16,-6 4-65-16,3 2-333 16</inkml:trace>
  <inkml:trace contextRef="#ctx0" brushRef="#br0" timeOffset="-167562.89">11193 7150 653 0,'-3'4'1060'16,"1"2"-892"-16,-3 11-78 16,2 5-27-16,2 8 26 0,-2 8-11 15,3 2-39-15,-4 2-23 16,4 0-1-16,-2-4-15 15,4-8-34-15,2-6-154 16,0-5-79-16,19-10-477 16</inkml:trace>
  <inkml:trace contextRef="#ctx0" brushRef="#br0" timeOffset="-167126.03">11448 7263 1592 0,'-2'12'273'0,"0"6"-160"0,0 8-50 16,0 6 15-16,2 0-2 15,2-4-38-15,-2-4-17 16,2-6-21-16,-2-6 1 15,0-6 9-15,0-6-9 16,0 0 10-16,0 0 5 16,0-6-8-16,0-12-8 15,0-8-42-15,0-10 31 16,0-8 5-16,4-4-24 16,3 0-7-16,3 3 25 15,7 5-11-15,1 11-22 0,7 7 3 16,-2 3 21-16,4 7 11 15,0 8 10-15,-2-2 8 16,-6 10 42-16,-5 1-2 16,-7 2 57-16,-5 8-12 15,-2-4 27-15,-7 10-50 16,-6 1-5-16,-11 2-34 16,-10 2-31-16,-7 0-49 15,2-4-169-15,6-4-139 16,-7-14-658-16</inkml:trace>
  <inkml:trace contextRef="#ctx0" brushRef="#br0" timeOffset="-165878.84">19445 5646 1248 0,'0'-1'504'0,"-2"1"-420"0,2-4-11 0,0 2 76 0,0 2-2 0,-2-3-65 0,2 3-34 0,0 0 3 0,0 0 8 0,2 0-13 0,-4 3-7 16,2 3-27-16,-5 8 11 16,-4 9 43-16,3 16-20 15,-3 5-22-15,2-2-16 0,2 4-7 16,1-2 0 0,2-4-1-16,2-7-35 0,-2-8-64 15,2-4-109 1,2-8-143-16,9-10-404 0</inkml:trace>
  <inkml:trace contextRef="#ctx0" brushRef="#br0" timeOffset="-165441">19672 5709 835 0,'-4'2'868'16,"0"4"-763"-1,-3-5-68-15,1 6 55 16,-2 1-22-16,2 4-25 0,1 0-28 16,3 4 4-16,2-2-20 15,5-2 24-15,3 2-16 16,4-2 15-16,1 2-12 15,5-2-10-15,-1 2-1 16,2-2 0-16,1 0 7 16,-3-4-8-16,2 0 8 15,-11-4-7-15,-3 0 0 16,-3 0 0-16,-4 2 0 16,-5 2-1-16,-3 0 6 0,-7 6 12 15,-3-4 0 1,-7 4 6-16,-4-3-16 0,0-4-8 15,3 0 0-15,1-3-8 16,4-7-53-16,3-3-61 16,9-3-77-16,7-38-321 15</inkml:trace>
  <inkml:trace contextRef="#ctx0" brushRef="#br0" timeOffset="-165239.28">19755 5671 1699 0,'0'-3'219'16,"4"-1"-117"-16,7 3 59 0,3-5-64 0,5 3-68 0,6-1-20 0,4 3-9 0,2 1-17 0,5-3-118 0,-3 2-166 0,25-8-795 0</inkml:trace>
  <inkml:trace contextRef="#ctx0" brushRef="#br0" timeOffset="-164832.65">20063 5783 1447 0,'-10'10'207'0,"6"0"-54"16,-7 10-30-16,0 0-31 15,3 2-34-15,8 0-25 16,6 0-33-16,2-6 24 15,3 0-7-15,1-4-2 16,5-4 1-16,2-3-5 16,4-8 11-16,0-1-5 0,2-2-2 15,-5-8 13-15,-3 0-1 16,-3 0-13-16,-5-6 10 16,-5-2-3-16,-8 0-9 15,-7 2 27-15,-5 6-27 16,-11 0-12-16,-4 6-26 15,-7 4-58-15,5 0-73 16,2 8-95-16,-19-4-391 16</inkml:trace>
  <inkml:trace contextRef="#ctx0" brushRef="#br0" timeOffset="-164082.9">20918 5606 1214 0,'-3'0'448'0,"0"0"-404"0,0 0 17 0,1 0 56 0,2 0-24 0,0-2-40 0,0 2 13 0,2 0-3 0,-2 0 13 0,3 0-32 15,-3 2 2-15,0-2-5 16,0 0-7-16,0 3-8 16,-3 2 16-16,3 9-5 15,3 4 11-15,-3 7-16 0,0 1-14 16,0 0-9 0,3 4-8-16,-3 0 8 0,0 4-8 15,3-2 8-15,-1-2-9 16,-2-4-1-16,0-8-35 15,0-4-59-15,-2-4-44 16,2-2-53-16,-3-4-23 16,-12-8-164-16</inkml:trace>
  <inkml:trace contextRef="#ctx0" brushRef="#br0" timeOffset="-163759.84">20751 5829 1176 0,'2'0'235'16,"-2"-2"-71"-16,0 2 20 16,2-2-65-16,1 0-59 15,4 0-15-15,-3 0 45 16,2 0-6-16,5 2-35 15,-1-2-14-15,5 0 11 16,5 0-4-16,5-2-22 16,3 2-7-16,6-2 4 15,0 4-7-15,-1-2 7 16,2 0-7-16,-6 2-10 16,-2-2 1-16,0 2-2 0,-10-2 1 15,4 2-72-15,-10 0-147 16,13 2-123-16</inkml:trace>
  <inkml:trace contextRef="#ctx0" brushRef="#br0" timeOffset="-141883.78">5080 7678 1288 0,'0'0'151'0,"0"2"-113"0,0-2-13 0,-4 2-14 0,8-2-2 0,-4 0 21 0,4-2 16 16,-4 2 16-16,0 0-10 15,0 0-22-15,-4 0 6 16,4 0-35-16,0 0 0 16,0 0-2-16,0 8-60 15,-4 2-30-15,-9 12-387 16</inkml:trace>
  <inkml:trace contextRef="#ctx0" brushRef="#br0" timeOffset="-140781.19">10258 7018 703 0,'2'-4'189'0,"2"-2"-148"0,0-4-25 0,0 2-14 0,1 0-2 0,-1 0-45 0,-2-12-107 15</inkml:trace>
  <inkml:trace contextRef="#ctx0" brushRef="#br0" timeOffset="-136647.13">21709 5617 1144 0,'0'0'206'0,"0"0"-101"0,0 0 24 0,0-3-8 0,0 3-31 0,0 0-19 15,-3-1-17-15,6 1 3 0,-6-3-2 16,3 3 19 0,0 0-16-16,0 0-19 0,-2-1 15 15,2 1-4-15,-2 0-8 16,2 0 3-16,0-3-21 15,-2 3 1 1,2 0 7-16,0-2-16 0,-2 2 1 16,0 2-16-16,-5 1-1 15,-7 2 0-15,-8 9-15 16,-2 7 14-16,-1 5-14 16,5 3 3-16,5 2 11 15,5 3 1-15,8-2 0 16,4 2-6-16,3-2 5 15,6-4 0-15,6-4-10 16,4-6 1-16,4-6 8 0,1-2 2 16,1-6-5-1,2-4 5-15,0-6 0 0,-1-6 6 16,7-2-6-16,-9-6 1 16,0-6 6-16,-3-4-6 15,-10 0 5-15,-3 0 11 16,-8 2 11-16,-2 4 10 15,-7-1-14-15,1 4-2 16,-4 1 7-16,-1 3-17 16,0 7-12-16,2 1-7 15,-2 4-3-15,-5 4 9 16,-3 5-44-16,-12 7-59 16,-5 10-64-16,0 1-144 15,-33 36-447-15</inkml:trace>
  <inkml:trace contextRef="#ctx0" brushRef="#br0" timeOffset="-135816.95">23111 6025 850 0,'-3'0'699'0,"3"0"-587"0,-2 0-38 0,2-4 59 0,-2 4-11 0,2 0-4 0,0 0-43 0,0 4-21 0,0-4 6 0,2-4-16 16,-2 4 4-16,2 0-2 16,1 0-22-16,1 0 18 15,0 4-30-15,8-4-1 16,3 3 5-16,12-2-14 0,2 2 6 15,-2-1-8-15,2-1-13 16,-8 2 13-16,2 1-93 16,-8-3-113-16,-1 6-52 15,-10-5-52-15,-26 3-450 16</inkml:trace>
  <inkml:trace contextRef="#ctx0" brushRef="#br0" timeOffset="-135600.37">23148 6186 1512 0,'4'2'166'0,"6"-2"-68"16,1 4 7-16,2-2 4 16,3 0-37-16,-3 0-40 0,3 2-16 15,-1-2-4-15,-1 0-12 16,-3 0-8-16,4-2-152 15,19-10-400-15</inkml:trace>
  <inkml:trace contextRef="#ctx0" brushRef="#br0" timeOffset="-134200.86">23948 5679 1192 0,'0'0'297'0,"0"0"-200"0,0 0 17 0,2 0 39 0,-2 0-66 0,0 0-7 0,2-2 2 0,-2 2-23 15,3 0-20-15,-3 0-3 16,2 0-8-16,-4 0 28 0,2 0-37 16,0 0-5-16,0 2-11 15,0-2-3 1,0 6 0-16,2 6 6 0,2 2-6 16,0 8 11-16,-1 0-10 15,0 6 10-15,-1 4 5 16,-2-2-4-16,2 2-11 15,-2-4-1-15,0-4 0 16,-2-6-25-16,0-2-89 16,2 0-60-16,2-7-11 15,15 5-293-15</inkml:trace>
  <inkml:trace contextRef="#ctx0" brushRef="#br0" timeOffset="-133583.98">24345 5682 1339 0,'-2'0'219'0,"2"0"-167"0,-5-1 14 0,3 1 68 0,2 0-74 0,-3 1-35 0,-1 2-4 16,-1 1 6-16,-1 2-12 16,-1-1-1-16,3 2 16 15,2 3-26-15,-1-2 4 16,3 2-8-16,3 2 7 15,-1-2-4-15,5 4-3 16,1 2 0-16,3-2 0 16,3 0 19-16,-3 0-19 15,3 0-2-15,1-2 2 16,-1 0 6-16,-4-2-5 16,-1 2 0-16,1-4-1 15,-4 2 0-15,-1-4 0 0,-5 0-1 16,2 0 10-1,-4 0-3-15,-1 0-6 16,1 0 0-16,0-2 8 0,-2 4 4 16,-6-4-11-16,4 0 18 15,-3 0-8-15,-5 0 38 16,-5-1-35-16,-2 2-14 16,-3-5 8-16,2 2-5 15,2-4 3-15,1 0-7 16,6-1 2-16,2-1-2 15,2 0-34-15,3-1-44 16,-1 1-49-16,-3-4-47 16,6-7-167-16</inkml:trace>
  <inkml:trace contextRef="#ctx0" brushRef="#br0" timeOffset="-133249.59">24443 5718 1372 0,'2'-1'184'0,"4"1"-103"0,4-2 53 0,7-2-14 0,1 2-68 0,7 0 1 15,-1 2-34-15,5-3-18 16,0 3 7-16,0-1-8 16,0 1-37-16,-2 0-41 15,-5 1-87-15,5-1-304 16</inkml:trace>
  <inkml:trace contextRef="#ctx0" brushRef="#br0" timeOffset="-132729.79">24777 5823 1374 0,'-2'0'166'0,"2"0"-91"16,0 0 30-16,0 0 23 15,0 0-49-15,-2 0-44 16,4 0-16-16,-4 0 16 15,0 2-7-15,-4 2-10 16,-5 4 8-16,3 2-20 0,-4 2 25 16,6 0-14-1,1 0 1-15,-1 0 9 0,6 0 1 16,2-3-13-16,-2-2-1 16,6 1 5-16,0-4 11 15,5 2-1-15,1-4-10 16,5 2 13-16,-2-6-17 15,3 0-5-15,1-2 1 16,4-1 1-16,-1-6-2 16,3 1 1-16,-12-2-11 0,-3 4 22 15,-7 0 19-15,-3 0-16 16,-3 4-11 0,0-2-14-16,-6 2-10 0,-7-4-1 15,1 2-7-15,-4 4 12 16,0 0-25-16,-3 2-46 15,-5 2-52 1,-2 2-100-16,-32 8-95 0</inkml:trace>
  <inkml:trace contextRef="#ctx0" brushRef="#br0" timeOffset="-132100.08">23946 6192 1396 0,'0'0'291'0,"-2"-4"-193"0,2 4 25 0,0 0 45 0,0-2-33 0,2 2-21 0,-2 0-45 0,6 0 6 0,5-4-38 0,7 2-16 0,9-2 14 16,11 2-17-16,9 0-6 0,4 4 21 15,9-2-33 1,7 4 24-16,5-2-24 0,-6 0-6 16,1 0 6-16,-11 2 6 15,-12 0-6-15,-9-2-6 16,-14-2-44-16,-7 0-44 15,-12 0-86 1,-6 0-92-16,-17 0-22 0,-57-2-584 16</inkml:trace>
  <inkml:trace contextRef="#ctx0" brushRef="#br0" timeOffset="-131733.22">24077 6392 1463 0,'2'0'268'16,"-2"-1"-146"-16,2-1 8 15,-2-1 37-15,0 3-35 16,0-1-63-16,0 2-24 0,0-1-23 16,0 6-22-16,0 9 0 15,-2 3 12-15,-2 11-6 16,0 4 17-16,-3 1-11 16,3 2-12-16,-4-4 0 15,4 0 7-15,-2-6-14 16,-1-4-59-16,5-6-131 15,-2-2-41-15,6-14-328 16</inkml:trace>
  <inkml:trace contextRef="#ctx0" brushRef="#br0" timeOffset="-131296.29">24345 6471 1169 0,'-2'0'211'15,"-3"1"-119"-15,0 6 28 16,-4 3-12-16,-6 4-14 15,-7 8-26-15,-1 4-52 16,-3 4 23-16,8 0-24 16,4-2-1-16,8 2 5 0,4-8 1 15,4-4 7-15,4-3 4 16,4-5 11-16,-2-2-9 16,3-7-4-16,5-1-7 15,4-1-10-15,2-7-10 16,1-1 11-16,-7-1-12 15,-1-2 9-15,-9 4 20 16,-3-2-10-16,-3 2-4 16,-3 0-16-16,-3-2-30 15,-5 0-39-15,-1 2-85 16,2 2-61-16,-9-6-457 16</inkml:trace>
  <inkml:trace contextRef="#ctx0" brushRef="#br0" timeOffset="-130912.44">24536 6535 784 0,'0'0'679'0,"0"2"-592"0,-2-2-21 0,0 2 28 0,-2 4-13 0,-6 4-4 0,-1 2-34 0,3 4-14 0,3-2-10 16,3-4-11-16,6 4 19 16,3-6 9-16,4-2-26 15,0-4 46-15,2-2-20 16,3-2-3-16,0-4-15 15,0-6-6-15,1 2-11 16,-9-6-1-16,0 2 6 16,-8-2 2-16,-8 0-8 15,-7 4-60-15,-11 6-72 16,-12 4-44-16,-76 22-303 16</inkml:trace>
  <inkml:trace contextRef="#ctx0" brushRef="#br0" timeOffset="-130597.88">23975 7040 1417 0,'0'0'222'15,"4"0"-102"-15,3-2-10 16,5-2 41-16,5 0-40 16,1 0-58-16,4-4 7 0,0 4-29 15,5 0-16-15,0-2-15 16,-2 0-18-16,1 2-141 15,-6-2-126-15,-2 0-625 16</inkml:trace>
  <inkml:trace contextRef="#ctx0" brushRef="#br0" timeOffset="-130415.66">23998 7092 1659 0,'6'0'234'0,"-2"0"-158"16,7-2 8-16,1 2 78 16,5-2-63-16,1 0-85 15,4 0-14-15,0 0-65 16,3-2-193-16,19-14-577 16</inkml:trace>
  <inkml:trace contextRef="#ctx0" brushRef="#br0" timeOffset="-125015.01">11176 5292 1612 0,'0'0'193'0,"0"0"-131"0,-4 0-22 0,4 1 56 0,0-1-19 0,0 0-40 0,0 0-2 0,0 0-22 15,0 0 2-15,4 0-4 16,-4 3-10-16,0-3 13 16,0 0 4-16,0 0-3 15,0 2 3-15,0 0-11 16,0 2-7-16,3 3 11 0,-2 4-11 15,7 3 7-15,1-2 5 16,2 2-3-16,7-2-8 16,4 2 8-16,6-4 4 15,5 2-7-15,0-4-6 16,3-2 6-16,3 2-6 16,1-2 0-16,3-4 2 15,1-2-2-15,1 0 1 16,4-2-7-16,4-4 12 15,6-2-3-15,5 0-3 16,1-2 1-16,3-2-1 16,-1 2 1-16,1-2-1 15,-8 0 0-15,0 0 1 0,-9 0-2 16,-4-6-7 0,-3-4-7-16,-5-3 9 0,-2-7 5 15,-1-4-8-15,-3 0 9 16,1-6-25-16,3 2 19 15,0 0-6-15,0 6 1 16,-3 4 11-16,-11 2 1 16,-2 6 0-16,-5-2-1 15,-1-1 1-15,-4-2 9 16,1 0-10-16,-2-1 0 16,2 2 9-16,-3-2-9 15,-3 0 0-15,1 2-1 16,-3-2 2-16,-2 0 4 0,-2 4-5 15,-2 2-7-15,-2 4 7 16,-1-2 7-16,-3 2-6 16,-1 1-1-16,-3 2 0 15,4-2 11-15,-1-1-11 16,-1 0-2-16,0 4 2 16,-1-2-1-16,-1 2 0 15,-1-4-5-15,-3 0 6 16,1 0-3-16,-8-2 3 15,5 2 0-15,-3-2-1 16,-2 0 0-16,2 0 1 16,0 0 0-16,-1 4 0 0,-1-2 0 15,0 1 0 1,4 6-8-16,-6-3 8 0,3 2 0 16,-5-2-1-1,-1 4-8-15,1-5 9 0,-2 1 1 16,2 4 6-16,2 1-7 15,3-2 0-15,5 4 0 16,-6 0 0-16,5 0 0 16,-4 0-1-16,4 3-5 15,-2 2 6-15,-4 0-5 16,-1 0 5-16,-2-2 0 16,-2 4 1-16,2-4-1 15,5 2 1-15,-2-2-1 16,4-2 6-16,0 2-6 15,6-2 6-15,-2 2-5 0,-1 0-1 16,1 2 0 0,-3 0 1-16,0 2-1 0,2 0 0 15,-5 0 0-15,1 0 0 16,-1 2 1-16,4-2-1 16,-2 0 0-16,3 2 0 15,-6 0 7-15,1 2-7 16,-5 4 0-16,-5 0 8 15,-1 2-1-15,-7 4-6 16,-2-2 16-16,-3 4-11 16,3-2 0-16,2 3 2 15,2 2-7-15,-2 6 13 16,2 3-12-16,0 9-2 16,-2 6 12-16,-2 5-6 0,-2 4 15 15,3 0-13 1,3 6-8-16,7 0 6 0,9-1 0 15,11 3-6-15,9 0 10 16,6 4-4-16,7 2 11 16,7 1-17-16,9-7 1 15,6 0 6-15,5-10-7 16,6-6 1-16,10-10-2 16,8-10-51-16,17-8-122 15,18-10-128-15,207-48-1338 16</inkml:trace>
  <inkml:trace contextRef="#ctx0" brushRef="#br0" timeOffset="-117074.3">18521 10088 1552 0,'0'0'194'0,"0"0"-130"0,-2-2-40 0,2 2-22 16,0 0 25-16,0 0-27 0,0 0-5 15,0 0 5-15,2 0 24 0,-2 0 2 16,0 0 26 0,0 0 25-16,0-2-16 0,2 4-2 15,-4 0-59 1,0 12 1-16,-4 10 15 0,-2 12 7 15,-5 14 19-15,-1 5-3 16,5-1-33-16,1-6 9 16,1-2-14-16,4-6 5 15,6-10-3-15,4-4 3 16,1-8 12-16,1-8-16 16,3 2 7-16,3-6 10 15,3-3-10-15,7-3 0 16,4-3 2-16,2-3-4 15,2-2-14-15,-4 0-8 16,-5 1-60-16,-4-4-11 0,-7 4-59 16,-1-6-89-1,-12-23-473-15</inkml:trace>
  <inkml:trace contextRef="#ctx0" brushRef="#br0" timeOffset="-116881.86">18529 10305 1564 0,'9'0'194'0,"5"-2"-139"0,5 0-43 0,8 0 14 0,2 0-22 0,-4 2-4 0,-5 2-90 0,-2 4-196 16</inkml:trace>
  <inkml:trace contextRef="#ctx0" brushRef="#br0" timeOffset="-116711.07">18573 10149 1475 0,'12'-5'233'15,"-3"-1"-149"-15,11 0-51 16,9 5-20-16,0-2-13 16,3 3-14-16,39 16-205 0</inkml:trace>
  <inkml:trace contextRef="#ctx0" brushRef="#br0" timeOffset="-116400.07">19084 10257 1640 0,'-6'8'280'0,"-4"2"-208"15,-5 12-15-15,-8 10-15 0,4 6-19 16,-1-2-22 0,1 4 10-16,0-2-11 0,3-8-21 15,-1-8-68-15,5-5 13 16,1-10-46-16,2-4-22 16,-13-21-175-16</inkml:trace>
  <inkml:trace contextRef="#ctx0" brushRef="#br0" timeOffset="-116228.8">18908 10293 1059 0,'2'-2'462'0,"2"4"-368"16,8-1-44-16,-1 10 31 16,3 7-18-16,3 6-36 0,3 4-15 15,5 4-12-15,-1-4-12 16,5-2 3-16,2-6-87 15,0-8-152-15,48-4-378 16</inkml:trace>
  <inkml:trace contextRef="#ctx0" brushRef="#br0" timeOffset="-115579.56">19300 10399 1144 0,'-6'-6'372'0,"1"2"-123"15,-8-6-141-15,-5 8-19 16,-2 10-8-16,-7 4-23 0,2 10-29 15,2 6-11-15,2-4-18 16,10 0 15-16,6-4-15 16,7-4 0-16,8-4 6 15,1 0 12-15,5-7-9 16,3-5 10-16,6-5-5 16,2-7-1-16,2-2-11 15,0-5 4-15,-2-4 6 16,-8 1-7-16,-1 4-4 15,-11 8-1-15,-5 6 0 16,-4 4-9-16,0 4-9 16,-5 8 7-16,-1 8 11 15,-2 8 0-15,3 0-9 0,3-2 8 16,4-3 1-16,2-10-6 16,-2 0 5-16,2-8 1 15,-2-2 10-15,0-3-1 16,3-4 5-16,1-7-2 15,6-3-12-15,-2-5 1 16,3-4-1-16,1 3-24 16,1 4 3-16,-3 2-1 15,0 8-2-15,-6 6-12 16,3 2 3-16,-3 6 18 16,3 2-3-16,0 0-3 15,0 0 20-15,1 0-59 16,3-6 25-16,3-6 22 0,2-2 1 15,3-8 12 1,0 0 2-16,-2-4-1 16,-1-4 20-16,-5 0-8 0,-3-2 14 15,0 2 2-15,-2 6-16 16,-4 6 1-16,-2 2-14 16,3 10-29-16,1 4 29 15,6 8-6-15,-2 4 6 16,7 4-1-16,-3 4 1 15,1-4 18-15,-7-2-18 16,-3-5-21-16,-14-2 20 16,-23 3 0-16,-21-3-71 15,-157 10-428-15</inkml:trace>
  <inkml:trace contextRef="#ctx0" brushRef="#br0" timeOffset="-112997.57">21127 9924 1402 0,'0'-2'211'0,"0"2"-113"0,0 0-41 0,-2 0 9 0,2 0 1 0,0 2-40 0,-7 8-4 16,-1 0-10-16,-5 8 44 15,3 6-34-15,-1 4-5 16,1 4-8-16,4 4 16 16,0-1-7-16,-1-2-5 15,3-1-13-15,-2-3 14 16,0-5-6-16,6-6-9 16,-2-4 1-16,2-8-1 15,0-4 1-15,0-2 0 16,0 0 12-16,0-2 14 0,0-2-10 15,4-12-17 1,4-6-19-16,-2-10 10 16,3-9 0-16,0-3-17 15,0 4-26-15,2-4 46 0,0 2 0 16,3 8 6-16,-4 2-1 16,7 8 1-16,-7 2 0 15,3 10 1-15,-1 2 0 16,-3 3 16-16,-7 6-7 15,0 1-10-15,0 4 0 16,0 2 1-16,4 7 14 16,-2 8 19-16,0 7-26 15,5 4 34-15,-3 4-35 16,-1-4-5-16,4 0 6 16,-2-4-7-16,-3-2-1 15,4-4 0-15,-5-4-15 0,0-4-97 16,-6 0-110-16,-23-8-254 15</inkml:trace>
  <inkml:trace contextRef="#ctx0" brushRef="#br0" timeOffset="-112781.4">21010 10120 1421 0,'0'0'303'0,"0"0"-174"0,2 0-81 0,4 0 9 0,3 2 57 0,7 2-32 0,1 1-56 0,6-1 1 0,-3 1-8 15,4 1-19-15,1 1-1 16,2-6-114-16,-3 1-142 16,52-14-716-16</inkml:trace>
  <inkml:trace contextRef="#ctx0" brushRef="#br0" timeOffset="-112160.94">21530 9725 1344 0,'-4'-6'174'16,"-3"2"-113"-16,-3-10-41 15,-7 6 94-15,2-2-35 16,-3 2-29-16,1 2-14 16,-3-2-14-16,-3 4 23 15,4 0-4-15,-6 2 1 16,-4 0-8-16,0 2-20 15,-7 0 1-15,1 2 6 16,-4 4 10-16,-1 2-2 16,-2 6-8-16,-9 6 3 15,-9 8 12-15,-5 8 22 16,-8 12 76-16,3 6-82 0,1 11-37 16,7 3-9-16,10 4-6 15,10 2-1-15,13-6 1 16,14-1 0-16,12-9-12 15,15-6 12-15,7-4 7 16,11-8 4-16,3-6 1 16,14-10-12-16,9-6 14 15,2-10-13-15,11-5 7 16,-5-6-16-16,5-7 11 16,3-8-4-16,-7-4 1 15,-1-10-12-15,-8-12 11 0,-10-14-5 16,-4-8-36-16,-5-14-6 15,-8-1-20-15,-8-1 35 16,-9 10 5 0,-10 12 28-16,-6 11-9 0,-10 9 9 15,-1 12-2-15,-3 9-10 16,-3 8-30-16,0 9-108 16,-2 11-52-16,-55 46-353 15</inkml:trace>
  <inkml:trace contextRef="#ctx0" brushRef="#br0" timeOffset="-111379.98">20751 11035 1398 0,'0'0'228'0,"0"0"-118"0,-3 0-38 0,3 2 13 0,-8 2-53 0,1 10 29 0,-4 6 1 0,-7 10-16 15,-4 0-8 1,1 4-8-16,4-6-3 0,1-4-23 15,5-6-2-15,0-6 4 16,4-6-6-16,1 0 0 16,3-6 0-16,-1-3 12 15,4-6-12-15,0-7-3 16,4-12-81-16,5-6 54 16,5-10 9-16,5-6-33 15,8 0 5-15,-2 4 25 0,2 7 24 16,-8 13 0-1,-1 11 1-15,-5 6 7 0,-5 5-8 16,-4 6-5 0,0 2 5-16,1 8 2 0,2 5 55 15,2 4-30 1,0 8-18-16,1 3 21 0,4 0-29 16,-1 2-1-16,-1-4 0 15,3-2-22-15,-6-6-92 16,-2-6-122-16,-7-6-576 15</inkml:trace>
  <inkml:trace contextRef="#ctx0" brushRef="#br0" timeOffset="-111180.64">20688 11117 1717 0,'5'0'240'0,"0"0"-167"0,10 0-40 0,-2 0 5 0,5 0-18 0,3-2-20 0,0 2-90 15,2-2-105-15,35-20-460 16</inkml:trace>
  <inkml:trace contextRef="#ctx0" brushRef="#br0" timeOffset="-110797.94">20915 10824 1529 0,'-13'-2'288'0,"-2"0"-210"16,-16 2-31-16,-12 0 5 16,-5 6 41-16,-8 10-39 15,-9 10 11-15,-4 9-23 16,-5 8 10-16,10 5-13 15,8 2-4-15,14 3-14 16,13-9-12-16,13 0 0 16,11-4-9-16,14-8 1 15,7-6 9-15,9-4 13 16,8-6-5-16,5-8 3 16,6-8-21-16,8-10 10 0,3-6-10 15,3-8 1-15,-4-10 13 16,-3-8-14-16,-2-6-33 15,-9-2 33-15,-11 2-9 16,-13 6 9 0,-12 10-17-16,-10 3-38 0,-10 10-37 15,-13 6-118-15,-75 26-269 16</inkml:trace>
  <inkml:trace contextRef="#ctx0" brushRef="#br0" timeOffset="-106762.07">18830 13150 1573 0,'0'0'225'0,"0"0"-132"0,-2 0-13 0,2-2 13 0,2 2 7 0,-2-2-5 15,3 2-28-15,-3 0-29 0,2 0 7 16,-2 0-18 0,0 0 12-16,4-2-5 0,-2 2-13 15,0-4 15 1,5 2-24-16,7 0-12 0,13-4 8 16,10 0-7-16,10-4 7 15,4 2-8-15,1 4 0 16,-4-4 3-16,4 4-3 15,-3 0-3-15,-5 0 3 16,-3 0 0-16,-10 0-17 16,-7 0-26-16,-10 4-40 15,-6 0 22-15,-5 0-22 16,-6-2 10-16,-1-4-58 16,-2-4 52-16,-2-4 20 0,-3 2 37 15,1 0 13 1,-4 4 9-16,1 4 16 0,2-2 1 15,-3 2 10-15,3 2-5 16,4 0-2-16,-2 2-11 16,5 0-9-16,2 2 18 15,2-2-11-15,0 0 13 16,2 0 17-16,-2-2 1 16,2 2 8-16,-2 0 2 15,2 0-25-15,-2 0 7 16,0 0-14-16,2 0-5 15,-2 0 2-15,3 0 4 16,-1 0-7-16,5 0 20 0,0 0-19 16,8 0 23-1,1 0-14-15,-1 0-13 0,3-2 5 16,-5 2-11-16,-3 0 0 16,-4 0 0-16,-2 0 7 15,-4-2 1-15,0 2-8 16,0 0-1-16,-4 0 18 15,2 0-9-15,0 0-9 16,2 0 0-16,-2 0 0 16,-1 2-9-16,-2 0 9 15,-1 2 0-15,-5 8 7 16,-5 0-7-16,5 6 0 16,2-2-2-16,4-4 2 15,4 2-7-15,2-4 7 0,2 2 0 16,-1-2 0-16,3 0 0 15,-5 0 0-15,0 0 0 16,-5 2 1-16,-4 0 2 16,-8 4-3-16,-6 0 1 15,-8 1-2-15,0-3 2 16,4-7 0-16,2 1 8 16,10-5-9-16,6-2-1 15,4-1-117-15,10-1-122 16,42-24-312-16</inkml:trace>
  <inkml:trace contextRef="#ctx0" brushRef="#br0" timeOffset="-103972.45">19994 12725 926 0,'0'0'342'0,"0"-2"-104"0,0 2-131 0,0 0-4 0,0 0-2 0,0 0 13 0,0-2-35 15,4 2 11-15,2-4-24 16,9-2-48-16,15-2-16 16,10 0 7-16,4 0-8 15,6 6 10-15,-4 2-11 16,-1 8-10-16,-5 2 10 16,-7 4-11-16,-12 0-5 15,-13 6-1 1,-10 4 8-16,-14 0 8 0,-7 2 1 15,-14 0-29-15,-3-4 2 16,-2-4 9-16,7-8 18 16,6-2 3-16,4-5 5 15,13-3-1-15,6-3-7 16,8 3-18-16,5-1-31 16,8-3 11-16,12 4 17 15,2 4 20-15,5 0 1 16,-5 0-1-16,-7 3 0 0,2 6 1 15,-8 1-5-15,-1 6 16 16,-3 2-10-16,-10 2 8 16,-6 0 8-16,-6 0 22 15,-5-2 1-15,-5-2-5 16,-7-4 11-16,-2-4-19 16,-5-2 0-16,-1-6 3 15,4-2-21-15,4-2 6 0,8-2-15 16,7-2-5-16,10-2 5 15,8-2-157-15,19-4-131 16,89-40-335-16</inkml:trace>
  <inkml:trace contextRef="#ctx0" brushRef="#br0" timeOffset="-103649.42">20628 12982 1400 0,'-9'4'333'0,"-4"2"-191"0,-5 8-65 0,-4 0-16 0,7 6-20 0,8-2-16 0,7-2-2 0,9-2-5 16,6 0 7-16,5-6 4 16,3-6-8-16,6-2-3 15,2-8-18-15,2-4 1 16,-1-2 17-1,-1-4-17-15,-9-2-1 0,-7 0 0 16,-8-2 0-16,-9 4 0 16,-9-4-15-16,-12 4-3 15,-6 1 7-15,-6 10-70 16,-3 3-24-16,7 4-75 16,-18 2-338-16</inkml:trace>
  <inkml:trace contextRef="#ctx0" brushRef="#br0" timeOffset="-103396.38">21183 12779 1704 0,'-2'0'243'0,"0"0"-105"16,-3 10-99-16,-7 2 20 16,0 10 11-16,-4 9 11 15,-8 2-52-15,5 2-22 0,-3 1-7 16,9-2-56-16,2 0-90 16,-1-6-82-16,-7 28-225 15</inkml:trace>
  <inkml:trace contextRef="#ctx0" brushRef="#br0" timeOffset="-103213.53">21120 13108 1953 0,'0'-2'333'0,"0"2"-174"15,-2 0-69-15,0-2-41 16,2 2-26-16,0 2-23 0,0-2-62 15,-2 0-176 1,-4-4-86-16,-17-16-1031 0</inkml:trace>
  <inkml:trace contextRef="#ctx0" brushRef="#br0" timeOffset="-103031.91">20848 12759 1706 0,'0'0'272'0,"0"0"-127"0,4-2-116 0,-3 4-29 16,2 4-20 0,1 0-148-16,-4 16-416 0</inkml:trace>
  <inkml:trace contextRef="#ctx0" brushRef="#br0" timeOffset="-102698.59">20123 13437 1675 0,'10'-4'244'16,"3"2"-49"-16,16-8-112 15,10 4-49-15,3 2-7 16,5-4-27-16,0 4-16 16,-5 2-126-16,-8 4-97 15,1 8-706-15</inkml:trace>
  <inkml:trace contextRef="#ctx0" brushRef="#br0" timeOffset="-102523.98">20100 13589 1969 0,'9'-3'294'0,"5"-4"-185"15,17-3-71-15,11 2-37 16,12-2-2-16,8 2-24 16,5 0-122-16,1 4-131 15,91-22-1309-15</inkml:trace>
  <inkml:trace contextRef="#ctx0" brushRef="#br0" timeOffset="-102026.97">21867 12904 1834 0,'-3'0'262'16,"3"0"-53"-16,-2 0-98 16,-4 10-72-16,-3 12-5 15,-9 10 11-15,-6 16 2 16,8 4-1-16,0-4-34 15,10-4-6-15,3-10 0 16,8-10 5-16,2-10-11 0,4-6 18 16,16-14 7-16,15-7 7 15,20-15-32-15,19-15 0 16,8-9-9-16,1-6-24 16,2-4-105-16,-3-4-149 15,135-137-551-15</inkml:trace>
</inkml:ink>
</file>

<file path=ppt/ink/ink3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6T02:20:04.604"/>
    </inkml:context>
    <inkml:brush xml:id="br0">
      <inkml:brushProperty name="width" value="0.05292" units="cm"/>
      <inkml:brushProperty name="height" value="0.05292" units="cm"/>
      <inkml:brushProperty name="color" value="#FF0000"/>
    </inkml:brush>
  </inkml:definitions>
  <inkml:trace contextRef="#ctx0" brushRef="#br0">8599 6472 1426 0,'0'-1'203'15,"-3"1"-131"-15,2-3 15 0,-4 2 12 0,3-1-36 0,-1 0 42 0,3-2-26 0,-2 4-13 0,0-2-31 0,2 2-14 0,-2-3 24 16,0 3-15-16,2-4-5 16,-2 4 5-16,-1-1-4 15,1-3-5-15,-4 2-9 16,1-2 9-16,-6 0-6 16,2 0 0-16,-1-2-2 15,0 3 4-15,-3-2-16 0,-1 2 11 16,-1-1-11-16,-1 1 1 15,3-1-1-15,-1 0 0 16,1 1 5-16,2-1-5 16,-5 1 0-16,-4-1-1 15,0-3 1-15,-5 1 1 16,1 2-1-16,-5 0 0 16,-2 0 1-16,-1-2-1 15,-1 1-1-15,-2 2 1 16,1-1 0-16,-4-2-1 0,2 4 0 15,3-4 0 1,-5 2 0-16,3 0 0 16,-3 2 0-16,-5 0-1 15,1 0 1-15,-5 2 0 16,0 0-1-16,-2-2 0 16,5 2 0-16,-5-2 1 0,4 2 0 15,0 0 0-15,1 0 0 16,1 0-1-16,3 0 1 15,5 0-1-15,4 0 1 16,-3 4 0-16,5-2-6 16,0 2 6-16,-2 0 0 15,0 2 0-15,-4 5-1 16,-1-6 1-16,3 1-1 16,-1 2 1-16,2-4 1 0,1 0-1 15,5 0 0-15,-3 1 0 16,-2 3-1-16,0-1-4 15,-8 1 4-15,-1 6 1 16,-4-1-1-16,-3 3 0 16,-5 2 1-16,8-2-5 15,4-2 5-15,3 0 13 16,10-2-13-16,2 0 0 16,7-2 0-16,1 0-8 15,3 0 8-15,1 6 0 16,-5-4-6-16,5 6 5 15,-3 0 0-15,-2-2-8 16,2 2 9-16,3 0 8 0,-1-2 1 16,6-5-9-1,-1 2-6-15,3-4 6 0,-1-2 0 16,0 5 0-16,5-2 1 16,-3 4-2-16,-1 3-4 15,1 2 5 1,-1 3 1-16,3 3-1 0,-1-3 0 15,-3 0 0-15,5-2-1 16,0-4 1-16,2-2 0 16,-2 2 0-16,2-2 1 15,0 4-1-15,0 0 0 16,0 2 0-16,2-6 0 16,0 1-2-16,4-6 1 0,-1 3-1 15,-1-4-4-15,3 6 6 16,0-3 0-16,2 3 1 15,-3-1 5-15,6 1-6 16,-4-4 1-16,-1 3-1 16,-1-1 0-16,2-2 0 15,-2 0 1-15,1 2-1 16,-1-2 1-16,1 2 0 16,0-4-1-16,0 4 0 15,-3-4-1-15,2 0 1 16,0 2 1-16,0-4-1 15,-2 4-1-15,1 0 1 16,1 0 0-16,1 4 0 16,2-4 0-16,-4 2 0 15,-1-2 0-15,2 2 1 0,-1-4-1 16,1 2 1-16,2 0 0 16,-2-2-1-16,1 4 0 15,-1-4 1-15,-2 0-1 16,4 0 0-16,-2 2 1 15,1-4 4-15,-1 4-5 16,2-2 0-16,-4 0-1 16,3 1 1-16,-1-2 0 15,-2 0 0-15,8 1 0 16,-3-3 0-16,-1 1 1 16,4 5-1-16,-3-5 0 15,1-1 0-15,0 2 0 16,-1 0-1-16,2 0 1 15,5 1 0-15,-3-1-1 16,0 0 2-16,5-1 4 16,-4-1-5-16,5 2-1 15,-3-3 1-15,-1 2 0 0,3 0 0 16,0 2 1-16,0 0 1 16,0-2-2-16,-1 2 1 15,6 0-1-15,-6-2 1 16,8 0-1-16,0 2 1 15,-3-2-1-15,3 2 0 16,-1 0 0-16,0 0 0 0,1 0 1 16,2 2 5-16,0 0-5 15,-3 0-1 1,0-2 0-16,-1 0 1 0,4 0 0 16,-7-2-1-16,4 0 0 15,-2 4 2-15,1-4-1 16,2 0-1-16,-2 0 2 15,9 0-1-15,-3 0 7 16,-3 3-8-16,3-4 0 16,-2 5 6-16,0-2-6 15,2-2 0-15,2 4 1 16,1-3 6-16,3-2-6 16,1 2 8-16,-1-4-9 15,1 0 1-15,0-2-1 16,-3 3 0-16,3-1 0 0,-1-2 0 15,5 2 0-15,1-1 0 16,1 2 0-16,2-3 1 16,-1 3 0-16,1 0 1 15,1 1-2 1,-5-1 0-16,-2 1 1 0,-2-1 0 16,-4-4-1-16,-2 3 1 15,3-1-1-15,-1-2-6 16,4-2 6-16,-7 2 0 15,4-3 1-15,-2 2 0 16,-2-2 0-16,-5-2 0 16,1 3-1-16,-5-2 0 15,2 0 0-15,0 0 1 16,1-6 6-16,-1-1-6 16,1 0 0-16,-4-2 0 0,-1 1-1 15,-3 2-2-15,2 0 1 16,0-3-6-16,-1-4-5 15,-1 3 1-15,-1-2 1 16,1-2 9-16,3 2-10 16,-3-4 1-16,1 0 0 15,2 2 10-15,-4 4 0 16,0-2 0-16,1 0 0 16,-5 2 0-16,-1-2 0 15,3 0 1-15,-6-1-1 16,1-2-11-16,2-3-8 15,0-1 19-15,2 1 0 16,-5 0 6-16,2 4 0 16,-4 2-5-16,0-2 7 15,-2 0-8-15,1 2 0 0,-1 0 0 16,0 0 6-16,2-4-5 16,2 0 0-16,-2 0 0 15,-2-2-1-15,2 0 1 16,1 2 3-16,-3 0-4 15,0 2 0-15,0 4-1 16,-2-3 1-16,0 2 0 16,0 2-10-16,-2-2 10 15,2 0-1-15,0-1-3 16,2 0 4-16,0 5 1 0,0-4 8 16,1 1-8-1,2-4-1-15,-3 0 7 0,0 2 1 16,-2 4 10-16,0-2-8 15,0 4 14-15,0-4 2 16,-2 0-14-16,0-2 6 16,0-4 1-16,-1-4 10 15,-2 2-10-15,1-3 1 16,0 6 7-16,-1 1-17 16,-1-3-4-16,-4 1-5 15,2 0 0-15,-3-2-1 16,-1 1 1-16,-3-2 11 15,-1-1-12-15,1 0-1 0,-6 2 1 16,4 4 9-16,-3-2 0 16,1 0 0-16,0 4-2 15,-1 2 2-15,-3 0 0 16,-1 2-9-16,-5-2-13 16,-4 0 12-16,-6 4-6 15,0 2 6-15,-6-2-8 16,-8 3-36-16,-7 3-104 15,-15 4-101-15,-154 7-309 16</inkml:trace>
  <inkml:trace contextRef="#ctx0" brushRef="#br0" timeOffset="1398.55">3630 6617 1557 0,'0'-2'234'0,"2"2"-111"0,-2-2 29 0,0-2-23 0,2 2-5 0,-2 2-29 16,0-2-8-16,3 2-23 0,2 0-25 16,-1-2-30-16,7 0-3 15,7 0-6-15,9 2 0 16,4 6-12-16,5 6 4 0,-1 12-1 16,-1 8 2-1,-8 6-2-15,-11 4 9 16,-7 5 1-16,-8-4 0 0,-8 0 0 15,-2-7 0-15,-6-8 9 16,3-8-10 0,2-6 8-16,3-10 5 0,4-4 29 15,0-8 35-15,-5-8-40 16,7-12-8-16,0-12-28 16,13-6-1-16,3-4 6 15,7 2-6-15,10 5-9 16,3 7-2-16,6 4-43 15,0 8-45-15,0 4-69 16,-5 6-136-16,33 6-183 16</inkml:trace>
  <inkml:trace contextRef="#ctx0" brushRef="#br0" timeOffset="1821.89">4205 6599 1575 0,'0'2'186'0,"0"-2"-71"0,0 0-32 0,-2 4-28 0,-2 6 14 0,-8 8 12 0,1 10-30 0,3 8-9 0,-2 2-24 0,3 1 5 15,7-2-11-15,0-5-6 16,3-3 15-16,3-3-20 16,4-4 11-16,-4-6 3 15,3-6 0-15,3-6 8 16,-6 0 1-16,3-8 12 16,1 0 24-16,7-6-5 15,-2-6-8-15,1-8-5 16,2-4-17-16,-7-2 7 15,-5 3 1-15,-4 5-8 16,-4 4-5-16,-4 4-20 0,-1 6-3 16,-7-2-32-1,-3 5-65-15,-3 0-80 0,-5 7-129 16,-21 16-169-16</inkml:trace>
  <inkml:trace contextRef="#ctx0" brushRef="#br0" timeOffset="2443.81">4488 6637 1720 0,'0'-2'305'0,"0"2"-178"15,-4-2 7-15,4 2-44 0,0-2-21 16,0 2-21-16,4 0-29 16,-4 0-10-16,2 2-9 15,-2-2-5-15,0 6-7 16,-2 8 12-16,-2 10 19 16,4 6-5-16,0 8-7 15,0-1-6-15,4-1 6 16,-2-7-7-16,2-2 1 15,1-7 0-15,-3-6 0 16,3-8 5-16,-3-2-6 16,3-4 7-16,-3 0-6 15,4-2 10-15,3-4 2 16,5-6 4-16,1-8-7 0,5-4-2 16,-4-1-8-1,-3 3 0-15,-4 11 0 16,-4 4-2-16,-3 6-16 0,-2 2-9 15,-2 3 3-15,4 9 15 16,1 3 3-16,3 2 6 16,1-4 0-16,-1 0 0 15,6-6 1-15,-6 0-1 16,1-6 1-16,-1-2 8 16,3-8-3-16,5 0 6 15,-1-4-3-15,-1-6 0 0,-2-2 10 16,1-4 2-1,-8-1-4-15,-1-1-5 16,-4 1-11-16,-2-2-1 0,-6 3-11 16,2 4-37-16,-1 4-40 15,2 10-68 1,4 4-120-16,15 6-80 0</inkml:trace>
  <inkml:trace contextRef="#ctx0" brushRef="#br0" timeOffset="2756.09">4956 6615 1577 0,'-2'0'252'0,"-5"0"-144"0,1 6-6 0,-5 0-38 0,1 6 2 0,-3 6-9 0,1 4-19 0,8 4-19 0,4-4-7 0,8 3-12 15,0-6 1-15,7 2 0 16,4-6 4-16,2 3-4 16,-3-1 4-16,3-5 15 15,-10-2 28-15,-3-2 0 16,-8-6-2-16,0 2-8 16,-4-4-17-16,-5 6-5 15,-11 2 7-15,-8 0-16 16,-9 6-7-16,-9-6-128 15,-8 4-122-15,-62 0-415 16</inkml:trace>
  <inkml:trace contextRef="#ctx0" brushRef="#br0" timeOffset="3090.43">4078 7253 1904 0,'0'0'258'0,"3"-2"-95"15,-1 2-35 1,4 0-89-16,12-2-33 0,6 0 4 16,15 0-10-16,3 0 1 15,5-1-1-15,-3 2-13 16,-2-3-69-16,-9 4-124 16,-12 5-71-16,-15 24-203 15</inkml:trace>
  <inkml:trace contextRef="#ctx0" brushRef="#br0" timeOffset="3215.98">4129 7355 1641 0,'-4'0'365'16,"1"0"-157"-16,1 0-35 15,2 0-47-15,2-2-89 16,7 4-28-16,9-2-9 0,7 4 0 16,15-2-51-16,9-4-242 15,85-20-514-15</inkml:trace>
  <inkml:trace contextRef="#ctx0" brushRef="#br0" timeOffset="7285.81">6981 6021 1776 0,'0'0'237'0,"-2"-1"-157"0,0-2-1 0,0 2 20 0,0-1-43 16,-1-1-31-16,3 3-17 0,0-1-7 0,0 1 4 0,3 0 16 15,-3 0 12-15,2 0-9 16,-2-3-6-16,0 2 3 0,0-2-10 16,-2-3-10-16,-1 4 0 15,-2-1-1-15,3-1-5 16,-7 0-3-16,-6 1-5 16,-3 3 12-16,-9 4 0 15,-2 4 0-15,-4 9-1 16,-1 1-7-16,5 0 9 15,9 2-7-15,7-4 6 16,5-6-16-16,3 0 8 16,7-4-4-16,5-2 12 15,1-2 1-15,11 0-6 16,5-6 6-16,4-6-2 0,7-6-10 16,0-9-21-1,-1-4-13-15,-1-8 43 0,-4-1-3 16,-2-6 6-16,0-2-1 15,-6-4-43-15,2 4 19 16,-10 2 24-16,-4 10 1 16,-6 4 9-16,-6 6 3 15,3 5 5-15,-2 5 13 16,2 7 0-16,0 4-12 16,0 3-18-16,-2 0-12 15,2 8-28-15,-2 11 34 16,-1 8 0-16,1 16 6 15,-1 5 17-15,3 4 13 16,5 0-6-16,2-2-11 16,4-2-2-16,0-6 7 15,-2-6-5-15,0-5-12 16,-3-9 5-16,1-8-5 0,0-6 5 16,-2-4-5-16,3-7 9 15,2-2 4-15,9-8 4 16,2-6-5-16,2-7-12 15,0-5-1-15,-3-2-13 16,-4 2 12-16,-7 8-5 16,-5 2 6-16,-4 11 20 15,-4 0 10-15,0 10-30 16,-6 2-16-16,-3 8 3 0,-9 10 1 16,-3 4 11-16,0 6-11 15,6 1 10-15,10-7 2 16,2-2-1-16,7-6 0 15,3-9-1 1,1 0 1-16,1-5 1 0,1-4 0 16,3-2 12-16,5-4 7 15,1-6-2-15,3 1-10 16,-5-2-7-16,-2 7-17 16,-2 4 3-16,-4-1-4 15,-1 5-1-15,0 6-17 16,6 1 9-16,1 0 4 0,6 1 5 15,-3-1 3 1,-1-7 2-16,7-3 13 0,-2-5 0 16,2-2 0-16,2-6 0 15,-1-5 1-15,-4 0 9 16,1-9-9-16,-7 2-1 16,0-8 0-16,-4-6 12 15,0-2 1-15,-3-4 37 16,-4 4-20-16,-4 4 21 15,2 5-5-15,2 11-22 16,0 6 9-16,-3 10 6 16,6 4-16-16,-6 4-23 15,3 4-18-15,-4 6-13 16,-2 16 21-16,-4 10 10 16,-1 13 1-16,2 1 0 15,9 0-1-15,9-4 1 0,-2-6 0 16,1-6-1-16,2-6 0 15,-4-6 0-15,-1-6-75 16,-1-5-67-16,-4-4-101 16,-6-3-56-16,-19-19-401 15</inkml:trace>
  <inkml:trace contextRef="#ctx0" brushRef="#br0" timeOffset="7447.85">7459 5811 1627 0,'6'-10'284'0,"3"2"-151"0,11-10 19 0,3 2-20 15,6 4-57-15,8-2-44 0,3 4-11 0,0 2-19 0,-3 0-1 0,4 5-37 0,-5 3-161 0,-7 3-120 16,4 19-408-16</inkml:trace>
  <inkml:trace contextRef="#ctx0" brushRef="#br0" timeOffset="7770.1">7796 5771 1479 0,'-4'4'238'16,"-5"0"-160"-16,-4 10 44 16,-3 4 1-16,-1 0-26 15,1 6-49-15,5-4-27 16,1 0 12-16,8-6-15 16,2-4-4-16,2-2-1 15,6 1-2-15,-4-4 10 0,5-1-12 16,1-4 12-1,7-2-11-15,0-2 1 0,1-10 1 16,5-2-11-16,-4-4-1 16,0-2-22-16,-9 4 5 15,-4 8 17-15,-4 2 0 16,-2 8-14-16,0 2-1 16,0 2-1-16,0 4 2 15,0 0 14-15,0 4-1 16,2-2 1-16,0 0 0 15,2-2-6-15,3-2-74 16,-1-4-161-16,17-12-410 16</inkml:trace>
  <inkml:trace contextRef="#ctx0" brushRef="#br0" timeOffset="8818.23">8135 5596 712 0,'0'-4'977'0,"0"3"-823"0,3 1-70 0,-3-3 107 0,-3 3-34 0,3 0-35 0,-4 0-44 0,-3 0-39 0,-1 4-12 0,-4 3-12 0,-3 3 1 0,-3 1-15 15,4 1 0-15,10 2-1 16,4 0 0-16,9 5-8 15,7 2 8-15,10 0 1 16,3 1 7-16,0 0-7 16,0 0 0-16,-4-2 0 15,-9 0-1-15,-10-6 0 16,-4-6-1-16,-4-4-2 16,-4 2 3-16,-4-2 1 15,-5-2 14-15,1-2-9 16,5-2 1-16,3 0-7 15,8-8-6-15,2 0-39 0,10-8-30 16,10 0 38-16,11 2 7 16,8 0 0-16,-1 2 30 15,4 4 1-15,-7 0 5 16,-7 2 3-16,-8 2-8 16,-13-1 8-16,-7 7-2 15,-6-1 20-15,-4 2 1 16,-5 2-27-16,-12 3-1 15,-1 6 6-15,-5 0-6 16,9 4-6-16,4-2-3 16,12 0 0-16,4-2 3 15,4-2 5-15,3-4 1 16,4-2 0-16,2-6 14 16,0-2 7-16,8-6-6 0,-3-6-6 15,1-4 0-15,0-2-6 16,-7-6-2-16,5-2-1 15,-7-6 12-15,0 0-11 16,-6-6-1-16,1-1-5 16,1 7 5-16,-4 4 0 15,0 10 0-15,1 10 12 16,-3 8-12-16,2 4-7 16,-2 2-15-16,3 4-14 15,-2 10 31-15,2 6 5 16,-1 8 14-16,0 4-7 15,-2 2-5-15,3-1-2 0,-1 2 0 16,0-2 0-16,-2 1-7 16,0-8-69-16,-2-6-70 15,0-12-67-15,-5-4-85 16,-18-34-415-16</inkml:trace>
  <inkml:trace contextRef="#ctx0" brushRef="#br0" timeOffset="8921.41">8537 5592 1473 0,'11'-8'332'0,"2"1"-215"0,11-8-50 0,10 7-49 0,7 2-18 0,74 6-197 0</inkml:trace>
  <inkml:trace contextRef="#ctx0" brushRef="#br0" timeOffset="14422.19">5250 3537 663 0,'-4'4'288'0,"0"0"-288"16,-17 18-208-16</inkml:trace>
  <inkml:trace contextRef="#ctx0" brushRef="#br0" timeOffset="15119.16">5194 3565 1514 0,'0'0'243'15,"0"0"-176"-15,-2 0-19 0,4-2 21 0,-2 2 15 0,0 0-19 0,3 0 4 0,-3 0 9 0,0 0-9 0,0 0-12 16,-3 0-26-16,3 0-2 0,0 0-13 15,0 0-6-15,9 2-10 16,5 0 0-16,1 4 9 16,12 0-3-16,8-2-5 15,-3-2 8-15,3-2 6 16,-4 0-7-16,-4-4-8 16,-4-2 1-16,-7-2 11 15,-3 0-2-15,-7 0 1 16,-2-4-4-16,-4 0 11 15,-2-4 0-15,-4-2 12 16,-9 6 5-16,-1-2-34 0,-7 4 19 16,-6 2-14-1,-4 6-6-15,-5 10 0 0,-6 2 0 16,-1 14 0 0,-4 8 0-16,2 6 0 0,3 4 0 15,8-4 0-15,3 0 0 16,15-3 0-16,2 1-1 15,12-6 0-15,4 2 0 16,4-4 1-16,12-2 0 16,-1-2 5-16,8-4-4 15,1-6 8-15,8-2-2 16,-3-6-5-16,-3-4 4 0,3 0-6 16,-1-4-10-16,-1-2-39 15,2-4-136 1,3-2-170-16,37-28-519 0</inkml:trace>
  <inkml:trace contextRef="#ctx0" brushRef="#br0" timeOffset="16434.86">5828 3667 1155 0,'-4'0'210'0,"8"0"-66"0,-4 0-26 0,0-4 11 0,0 3-37 0,0-2-34 0,2 1 2 16,-2 0 2-16,0 0 8 0,0 0-10 15,0-1 14-15,-2 3-4 0,2-3-4 16,0 1-13-16,-4 2 4 15,0-4-30-15,-2 4-14 16,-12-2 13-16,-2 4-26 16,-9 7 3-16,-2 0-2 15,-3 11-2-15,3 2 1 16,0 3 0-16,9 3-6 16,3-2 5-16,9-4-14 15,3-4 6-15,9-6 9 16,3 2 0-16,1-8 0 0,4 2 0 15,3-4 0-15,-1-4 9 16,9-2 5-16,-1-4-7 16,5-2 2-16,-3-4 0 15,0-6-8-15,-1 2 11 16,-9-2-10-16,-1 6-1 16,-5 2-1-16,-6 6 0 15,-3 4-6-15,0 1-6 16,1 6-15-16,0 0 12 15,0 10 14-15,-3 1-5 16,12 4-10-16,0-2-1 16,2-6 2-16,4-4-4 15,3-4 18-15,-3-2-10 0,3-4 11 16,-1-8 3 0,1 0-2-16,4-6 0 0,-4-4 8 15,-1-2 0-15,1-5-2 16,-2 3-7-16,-6-2-1 15,3 5 1-15,2 2-26 16,-3 8 5-16,-4 4-28 16,3 5 20-16,3 5 13 15,-2 4-2-15,1 8 1 16,-1 1 17-16,-2 4-9 16,-1-2 9-16,-1 0 4 15,0-2-3-15,-4-4 8 16,-2-6 5-16,0-4-2 15,0-2 15-15,2-4 39 16,-2 0 0-16,2-2 7 0,3-8 5 16,-1-4-76-16,8-9-1 15,1-7-1 1,2 2-9-16,5 1-6 0,0 2 0 16,2 9-5-16,-4 8 14 15,3 4-10-15,-8 8 7 16,-1 8-9-16,5 0 6 15,-3 8 10-15,-2 0-4 16,4 3 6-16,-3-3 3 16,-2 0-3-16,-3-4-1 0,2-5-29 15,-3 0-75 1,-1 0-153-16,28-6-123 16</inkml:trace>
  <inkml:trace contextRef="#ctx0" brushRef="#br0" timeOffset="16832.09">6611 3553 1564 0,'-2'0'222'0,"2"0"-111"0,-2 0 68 0,2-2-32 0,-2 2-23 0,2 2-34 16,-4-2-51-16,-4 2 0 0,0 4 0 0,-5 8-19 0,-8 4 1 16,0 8-3-16,2 0-6 15,3 0-6-15,6-2 1 16,3-2-6-16,0 3-1 15,10-10 0-15,1 3 0 16,3-1 12-16,-1-5-11 16,5-2 17-16,1-2-14 15,0-5-4-15,2-3 0 16,4 0-99-16,4-5-143 16,47-31-239-16</inkml:trace>
  <inkml:trace contextRef="#ctx0" brushRef="#br0" timeOffset="17487.37">6763 3693 157 0,'0'0'1644'0,"0"0"-1496"0,0 0-103 0,0 0 42 16,0 0-18-16,2 0-28 16,0 0-7-16,7 0-8 15,1 0 35-15,-2 0-7 16,5-2-27-16,3-1-3 16,-3-1 8-16,3-3-23 15,-1 1 2-15,-1-3-11 16,-3 0 0-1,-2-1 10-15,-4 0-5 0,-5 2-5 16,-3 4-2-16,-4-4 2 16,-1 6-17-16,-8 4 4 15,-6 4 4-15,0 6-3 16,-3 5 10-16,10 4-11 16,1 1 1-16,7-1-5 0,7 1 2 15,9 0-13-15,3-7 17 16,1-2 11-16,7-4-8 15,-1-9-1-15,6-4 3 16,0-7 5-16,2-3-24 16,4-4 19-16,-4-3 6 15,2-1 4-15,-2-1 2 16,-3 5-6-16,0 1 0 16,-6 3-1-16,-3 8-11 15,-5 6 2-15,-8 6-4 16,-2 11 9-16,-2 6 5 15,-5 5 6-15,-2 0-6 16,3-3 1-16,1-10 6 0,5-7 5 16,0-3 21-1,0-7 51-15,5-5 51 0,7-8-30 16,9-11-105-16,10-9-6 16,7-11 0-16,1-6-63 15,2-6-102-15,-3 0 45 16,64-71-355-16</inkml:trace>
  <inkml:trace contextRef="#ctx0" brushRef="#br0" timeOffset="34091.81">12213 8668 539 0,'-2'0'812'0,"2"-4"-644"0,-2 3-101 0,-1-2 58 0,3 1-37 0,-2 1-31 0,0-3-13 0,-1 1 2 15,3 2 1-15,-1-2-7 16,-2 3 14-16,0-1 15 16,-1-6-22-16,2 5-1 15,-4-2-4-15,-1 0-13 16,-3-2-5-16,0 1-2 15,-4 2-4-15,1-1-12 16,-5 2 2-16,-4 0 4 16,2 0 0-16,-2 2-3 15,4-2 7-15,0 0-4 16,2 2-4-16,0 0 1 16,1 2-2-16,-3 0-5 15,1 0-2-15,-6 2 0 0,1 3-1 16,-3 0-5-16,-4 4 6 15,-2-1 0-15,0-2 1 16,7-1-1-16,-1 4 0 16,5-6 0-16,3 1 1 15,3-2-1-15,1 5 0 16,3-8 1-16,-3 3 0 16,4 0-1-16,0 0 0 15,-2 6 0-15,-5-2 0 16,3 2 0-16,-5 3-2 15,5 1 1-15,2-2-1 0,-7 0 2 16,5 0 0 0,-1 2 0-16,-1-2 2 15,3 4 4-15,1-4-1 0,1 2-5 16,-7 2 0-16,5-2 2 16,0 4-1-16,-5 0 0 15,3 2-1-15,-2 0 1 16,-2 2 5-16,5 0-4 15,2-4 4-15,0 0-6 16,2-3 1-16,3-1-1 16,0 1 1-16,2-2 1 15,0 1-2-15,2-2 0 16,-1 2 0-16,-3-2 0 0,4 4 0 16,0 2 0-16,2-4 0 15,0 2 0-15,0 2 0 16,2-4-8-16,0 2 8 15,7 2 0-15,-5-2 1 16,4 0 0-16,2 2 1 16,-1-2-2-1,2-2 0-15,-2 2 2 0,0-4-1 16,1 2-1-16,7-3 2 16,-3 3-2-16,3-3 0 15,5 4 5-15,-2-1-4 16,4-3 0-16,-3 4 0 15,4-3 0-15,-2 0 1 16,0 0 5-16,2 2-6 0,-3-6-1 16,2 2-6-16,1-2 5 15,-1-2 0 1,3 4-16-16,0-4 17 0,2-2 0 16,0 2 0-16,-5-2-8 15,3 2-4 1,0-2 5-16,-3 0-7 0,3-2 7 15,-2 0 1-15,1-2 6 16,-2 0-6-16,3 0 5 16,-2-2 1-16,-2 2 0 15,2 0 0-15,-2-2 0 16,4 0-18-16,2-2 3 16,0-4 1-16,2 2-1 15,0 0-3-15,0 2 5 0,-4-4-1 16,2 2 13-16,-4 0 2 15,0-2-10-15,-4-2 15 16,0-2-7-16,-4-2 1 16,5-2-7-16,-3 0 7 15,0-3 13-15,-1 1-13 16,3-1 0-16,-4 2-7 16,1 2 6-16,-3-3 1 15,-3 4 0-15,3-3 6 16,-4 1 3-16,-1 0 0 15,-2-2 6-15,-1 0-1 16,1-2-2-16,-2 4 10 16,-2-4-13-16,0 2-1 0,-2-2-7 15,1 0 5 1,-3-2-6-16,0 2 0 0,-3-6 10 16,3 5-9-16,-2 2 27 15,2-3-14-15,-2 1-5 16,0 1-8-16,0 2 19 15,-2 4 1-15,-2-2-8 16,0 4 1-16,1-4-7 16,1 2 7-16,2 2 4 15,0 0 0-15,0 4-2 16,-1 0-5-16,-2-4 8 16,1 6-10-16,0-2 15 0,-7-4-12 15,2 4-4 1,0-2 2-16,-2 0-1 0,-6 2 2 15,3-4-11-15,-5 4 0 16,-2-4 6-16,0 4-4 16,-3-6-2-16,-3 4 0 15,-2-4-11-15,-7 3 4 16,-6 0-26-16,-7 4-47 16,-5 2-119-16,-1 2-28 15,-92 2-142-15</inkml:trace>
  <inkml:trace contextRef="#ctx0" brushRef="#br0" timeOffset="36947.57">10871 8462 1557 0,'0'0'248'0,"0"0"-169"0,1-2-1 0,-1 2 24 0,0 0-45 0,0 0-30 0,3 0 2 0,-3 0-1 16,0 0 5-16,6 0 17 15,-6 0 5-15,4 0-19 16,3 0-7-16,3 0-14 15,11 2-8-15,6 0-6 16,6 2 0-16,2 0 0 16,4 2 0-16,5-4 0 15,-8 0-1-15,-5 0 0 0,-9 0-8 16,-11 0-16 0,-9 0-52-16,-4 0-4 0,-6 0 31 15,-15 6 29-15,-6-2 20 16,-11 0 0-16,-5 2 0 15,1-2 1-15,6-2 12 16,5-2-5-16,10-2 13 16,12 0 31-16,6 0 17 15,5 0-27-15,5 0-25 16,2 0-16-16,6-2 9 16,10 2 2-16,6 0-3 15,4 0-8-15,-2-2 0 16,-4 0 0-16,-4 4-1 15,-10-2-1-15,-7 2-9 16,-6-2-31-16,-4 0-10 0,-5 4-18 16,-11 0 42-16,-7 2-42 15,-9 2-73-15,-1-2 10 16,1-2-65-16,-42 6-793 16</inkml:trace>
  <inkml:trace contextRef="#ctx0" brushRef="#br0" timeOffset="39405.75">11359 9703 1157 0,'0'0'186'0,"0"0"-186"0,-2 2-54 0,-2 2-213 0</inkml:trace>
  <inkml:trace contextRef="#ctx0" brushRef="#br0" timeOffset="39697.8">11511 9647 1316 0,'0'0'229'15,"0"0"-131"-15,0 0-10 16,0-2 11-16,4-2 0 16,-8 2 11-16,4 0-22 15,0 0-20-15,0 2-68 16,0 0-30-16,-9 14-233 16</inkml:trace>
  <inkml:trace contextRef="#ctx0" brushRef="#br0" timeOffset="53170.09">14810 8111 1365 0,'0'-2'370'0,"-2"0"-277"0,2-4-67 0,-2 4 25 0,2 0-15 0,0-2-12 0,0 2-9 0,0 0 9 0,0 0 16 0,-2 2 17 0,2-2 17 0,0 0-13 15,0 2-7-15,-2-2-12 16,2 0 8-16,2 2-7 16,-2 0-8-16,0-2-14 15,0 2 4-15,0 0-8 16,2 2-4-16,0-2-13 0,0 2-21 16,8 2 15-16,1 4 6 15,3 6 0-15,7 4-1 16,0-2 0-16,0 4 0 15,-2-4 1-15,-1 0 0 16,-5-4-60-16,-1 0-138 16,-6 0-83-16,-2 8-323 15</inkml:trace>
  <inkml:trace contextRef="#ctx0" brushRef="#br0" timeOffset="53518.47">15045 8117 1444 0,'0'-2'243'0,"2"0"-155"16,0 0 4-16,0 0 28 16,-2 0 6-1,0 2-35-15,0 0-23 0,0 0-32 16,-2 2-17-16,0 0-10 15,-2 8 0-15,-6 4 56 16,-3 8-8-16,0 4-20 16,-3 2-4-16,-1 0-18 15,1-2-7-15,3-2-7 0,-3-6 5 16,5 3-5-16,1-6-1 16,4-4 0-16,-5 0 1 15,7-2-1-15,-1-1-23 16,-1 0-49-16,3-2-36 15,1-2-42-15,-3 2-43 16,5-2-47-16,3-6-392 16</inkml:trace>
  <inkml:trace contextRef="#ctx0" brushRef="#br0" timeOffset="54139.51">15099 8282 1540 0,'2'-3'213'0,"0"2"-158"0,9-3-10 0,-3 0 17 0,4-3-1 0,-1 0-31 0,3 2-16 0,-1 1-7 0,-5 0 2 0,4 0 15 16,1-2-23-16,-4 2 0 16,0 0-1-16,-2 0 6 15,-3 0-6-15,3 2 12 0,-5-4 0 16,-2 4-12-1,0 0 0-15,0 2 1 16,-2-2 13-16,2 2 2 0,-5 2-5 16,3-2-11-16,-7 4-9 15,0 2 9-15,-4 0 0 16,0 2 1-16,3 2-1 16,6-6-6-16,2 0 4 15,2 0 2-15,0-4-9 16,0 2 8-16,0-2-54 15,0 0-44-15,-18-2-191 16</inkml:trace>
  <inkml:trace contextRef="#ctx0" brushRef="#br0" timeOffset="54535.68">14791 8109 961 0,'0'0'1080'0,"2"0"-951"0,5-2-101 15,3 2-1-15,13 2-7 16,6-2-8-16,4 0-11 15,1 2 8-15,-7-2-9 0,-9 2 0 16,-12 0 3-16,-6 0-3 16,-9 6 0-16,-11 2 13 15,-17 10 82-15,-8 4-47 16,-4 0-14-16,8-4 11 16,14-8-4-16,17-2-28 15,7-6-1-15,12 0-3 16,12 0 3-16,16 2 5 15,17-2-17-15,4-4-76 16,2-4-135-16,-5-6-124 16,32-34-573-16</inkml:trace>
  <inkml:trace contextRef="#ctx0" brushRef="#br0" timeOffset="55248.56">15847 7373 1332 0,'0'-4'304'0,"0"2"-184"0,4-6-30 0,-2 0 18 0,3 2 51 0,0 2-70 0,-1 0-2 0,1 2-8 0,-5-4 11 0,4 6-25 0,-8 0-23 0,4 0-9 16,0 2-8-16,0 2-7 16,0 0-1-16,4 0 11 15,-2 0 4-15,0-2-1 16,0 0 16-16,1-2-1 15,3 0-4-15,4 0-1 16,7-4-19-16,3-2 1 16,5 0-14-16,-6-4-8 0,4 0 0 15,-5-2 7-15,5 0-8 16,5-2-1 0,15-6 1-16,17-6-8 0,20-5-37 15,15-5-61-15,8 0-73 16,2 0-155-16,93-38-300 15</inkml:trace>
  <inkml:trace contextRef="#ctx0" brushRef="#br0" timeOffset="58501.5">7981 8722 682 0,'-2'-1'110'0,"-2"-2"-80"0,2 3 15 0,-3-1 88 0,3-3 13 0,2 2-41 0,-2 2-47 0,2-3-29 0,-2 3-13 0,4 0 47 16,-2-1-10-16,2-2-13 15,-2 2-7-15,0-2-7 16,0 3-10-16,-2 0 13 16,2-1 4-16,-2 1-20 15,2-3 68-15,0 2-51 16,-2-1-6-16,2-2-12 15,0 1 12-15,-5-1-13 0,5 0 1 16,-2 1-5 0,-1 0 4-16,1-1 7 0,2-1 1 15,-4 2 1-15,1 0-14 16,-1 0 3-16,0 2-9 16,-3-2 0-16,3 2-5 15,-1-2 5-15,-2 2 6 16,3-6-6-16,-3 5 0 15,1 1-1-15,-2-3 1 16,0 1 0-16,-5-1-1 16,1 2 0-16,1 0 1 15,-5-1 1-15,5-1-1 16,1 1 1-16,-2 1-1 0,-1 0 0 16,-1-2 1-16,-1 4-2 15,-5 0-4 1,2 0 4-16,-2 4-5 0,0 0 6 15,-2 0 1-15,-1 2-1 16,-1 0 0-16,1 0 8 16,-3 0-7-16,4 1 5 15,3-3-5-15,2-3 16 16,-5 3-4-16,-1 2 4 16,-2 2-10-16,2 0 11 15,-2-2-9-15,0 5 5 16,-2-1-2-16,-6 4 48 15,-2 2-15-15,-3 2-32 0,2 0 11 16,0 0-4-16,5-4-8 16,0 4-2-16,0 0 10 15,7 0-11 1,-1 2 3-16,0 0-6 0,5 4 24 16,3 0-17-16,3 0-5 15,3 1-7-15,7-4-1 16,-1 4 10-16,5 1-10 15,2 2 0-15,7 2-6 16,4 2 6-16,5 2 6 16,5 2 0-16,6 0-5 15,4 4-1-15,5-2 1 16,4 0 11-16,5-4-10 0,-1-1-2 16,4-8 1-1,1 0 0-15,5-3 5 0,-3-2-6 16,1-4 1-16,2-4 5 15,4 0 0-15,-2-6-6 16,8-4 1-16,1-4 8 16,8-6 2-16,4-6-10 15,4-8 4-15,-6-2-4 16,-1-4 10-16,-7-7-2 16,-2-1-8-16,-7-4 5 15,-6-6-6-15,-5-4-6 16,-7-2 0-16,-13-6-13 15,-9-4 7-15,-11-1 11 16,-11 1 2-16,-10 2-1 16,-7 8 27-16,-6 4 12 15,-8 6 0-15,-5 3-26 0,-5 7-13 16,-1 6-6-16,-1 8-3 16,-1 8 3-16,-1 9-9 15,-3 2-18-15,6 13-51 16,-2 4-78-16,3 14-114 15,-22 33-832-15</inkml:trace>
  <inkml:trace contextRef="#ctx0" brushRef="#br0" timeOffset="61816.15">14447 9449 1671 0,'0'0'177'0,"0"1"-177"0,3-1-64 0,4 7-83 0,28 1-441 0</inkml:trace>
  <inkml:trace contextRef="#ctx0" brushRef="#br0" timeOffset="62684.18">15646 9489 1610 0,'-2'-3'303'0,"0"3"-168"15,-1-1-27-15,1 1-5 16,4 0-8-16,-2 0-32 15,3 0-11-15,1 0 7 16,-2 0 8-16,8-2-8 16,10 4-4-16,4-2-8 15,11 1-13-15,8 3-14 16,1 0-20-16,-4 1 6 0,-3 1-6 16,-12-4 0-16,-13 2-7 15,-10-4-43 1,-12 4-35-16,-19 0 46 0,-16 3 18 15,-16-2-3-15,-10-1 19 16,5-6 5-16,8 2 7 16,13-4-6-16,19 1 0 15,14 2 17-15,12-3 20 16,8 4-20-16,15-2-6 16,15 0-3-16,15 0 1 15,14 0 10-15,3 4-19 16,-6 0 12-16,-12 0-5 15,-8 4 1-15,-15-5-9 0,-18 4-11 16,-9-3-13-16,-15 2 6 16,-18 3 16-1,-18 8-31-15,-20 1-85 0,-10-2-85 16,-101 10-160 0</inkml:trace>
  <inkml:trace contextRef="#ctx0" brushRef="#br0" timeOffset="64905.3">18064 9621 1423 0,'0'0'355'0,"0"0"-235"0,-2-4-64 0,4 4 19 0,0 0 22 0,0 0-26 0,7 4-37 16,11 0-22-16,13 4 0 15,12 4 18-15,14 2-7 16,4 2-22-16,5-2-1 15,5 2 1-15,2-4 6 16,6-4 1-16,4-2-7 16,-6-6 1-16,2-2 4 15,-10-6 1-15,-3-6-6 16,-9-6-1-16,-1-6-11 16,-9-6-56-16,-4-12 47 15,-7-12 10-15,-9-8-14 0,-5-9 19 16,-10-1 4-1,-8 0 1-15,-12 2-7 0,-8 0 7 16,-13 4 20-16,-11 3-20 16,-10 7 9-1,-10 2-3-15,-14 8-6 0,-8 1 1 16,-13 7 0-16,-13 4 9 16,-75 0-10-16,-29 30-6 15,-15 59 6-15,95-6 18 16,82-18-9-16,9 3-7 15,15 8-2-15,-12 38-15 16,41 22 0-16,77 83-45 16,101 47-129-16,55-33-749 15</inkml:trace>
  <inkml:trace contextRef="#ctx0" brushRef="#br0" timeOffset="77008.88">11137 11478 1127 0,'-2'-4'448'16,"2"4"-327"-16,0-2-47 0,-5 2 5 0,3-2 1 0,2 0-13 0,0 2-1 0,0-2 18 0,0 2-13 0,2-2 1 15,-2 2-21-15,5 0-18 16,-3 0-18-16,0 2-15 16,2-2-13-16,4 4 12 0,5 0 0 15,9 6 1-15,6-2 0 16,11 4 7-16,5-4-6 16,5 0-1-1,0 2-1-15,2-4-6 0,5 0-11 16,4-2-5-16,-2 2-4 15,3-4-7-15,-1 0-4 16,-5-2-26 0,-1-2 19-16,-1-2 7 0,-4-6 13 15,-2-2 1-15,2-4 4 16,2-4 13-16,5-2 6 16,-2-2 1-16,-5-3 1 15,2 4 18-15,-12-1 22 0,0 3 19 16,-14-1 4-1,-2 0-8-15,-4-2 4 16,-4-4-11-16,-1 0 5 0,1-10-6 16,1 2-21-16,-3-8-6 15,7 2-7 1,-2-2-1-16,2 6 17 0,-5-1 9 16,-5 7 18-16,-2 3-3 15,-8-4-10-15,-2 3-8 16,-7-2-6-16,-2-2-14 15,0 4 8-15,0 0-22 16,-5 2-2-16,3 0-1 16,-1 3-8-16,-5 0 8 15,1 0 0-15,-9-1-10 16,-7-2-5-16,-1-4 14 16,-5-2-14-16,1 2 14 0,-7-4-8 15,-1 4 10-15,-2 2 1 16,-4-2-1-16,-3 6-23 15,-4 2 1-15,-1 2-11 16,-5 7 15-16,1-3-14 16,-8 4 19-16,-5 3-25 15,-5-4-22-15,-3 8 45 16,-6 0 14-16,-1 0 1 16,4 0-9-16,-5 3 0 15,5 0 9-15,0 2 1 16,-1 4-1-16,1 4 0 0,4 10 8 15,6 10-1 1,4 10 10-16,15 11-4 0,8 11-4 16,6 10-1-16,9 0-8 15,8 10-1-15,14-1 1 16,12 1 0-16,14 2-2 16,18-2 2-16,13 0 0 15,14-6 0-15,7-3-26 16,10-13-46-16,3-8-126 15,4-10-105-15,112 10-163 16</inkml:trace>
  <inkml:trace contextRef="#ctx0" brushRef="#br0" timeOffset="78566.45">8218 10491 244 0,'-2'0'1136'0,"-1"-2"-956"0,-1 2-103 0,0-2-8 16,-1 2 0-16,0-2 4 0,-1 2-7 0,-1-2 11 0,-1 2 4 0,-4-2 1 0,5 0-8 15,1-4-8-15,-1 4-11 16,0 0-20-16,-4-2-19 0,0 0-7 16,-3 0-3-1,1-2-6-15,-5 0 0 16,-1 2 0-16,-4 0 0 0,-1 2 1 16,-8-2-1-16,-3-2 0 15,-3 2 1-15,-5-2 0 16,1 0 0-16,-2-2 0 15,-3 4-1-15,-5 2 0 16,0 4 0-16,0 0 0 16,0 6-5-16,2 0 5 15,-4 2 1-15,-6 4-1 16,-2-2 0-16,-7 2 0 16,-1 0 1-16,8-4 8 15,7 2 15-15,3 2 17 16,5 4 10-16,3 9-23 0,0 3-14 15,3 9-7 1,7 6-7-16,12 1 3 0,9 4-3 16,7 4 12-16,3 8-1 15,12 2 8-15,2 7 1 16,11 1 7-16,9-4-12 16,15-2 0-16,6-4-3 15,17-12 10-15,14-10-20 16,8-5 16-16,15-13-8 15,0-10-4-15,2-10-4 16,-6-6-1-16,0-10 8 16,-6-10-8-16,-5-11 1 0,-4-9 4 15,-8-7 0 1,-13-14 0-16,-15-3-6 0,-18-8 0 16,-12-3 3-16,-17 3-1 15,-6 2 10 1,-11 10 0-16,-8 10-3 0,1 12-9 15,-6 13 17-15,-3 7-17 16,0 7-10-16,-4 5 10 16,-4 3-15-16,2 3-26 15,-1 12-31-15,3 2-27 16,0 11-55-16,1 2-121 16,-15 64-183-16</inkml:trace>
  <inkml:trace contextRef="#ctx0" brushRef="#br0" timeOffset="80100.97">11636 11255 1820 0,'0'-2'255'0,"2"2"-138"0,2 0-68 0,3-2-5 0,2 2-44 0,4 0 0 0,7 0-6 0,-1 2 5 0,0 0 0 15,-5 0 1-15,-5 1 0 16,-1 0-1-16,-3-1 0 0,-5-2 0 16,-3 2-13-1,-1 0-1-15,-9 4 8 0,-14 2 7 16,-10 5 2-16,-8-4 2 15,0 1 4-15,12-6 1 16,6-2 28 0,15-2-7-16,8 0-12 0,6 0 6 15,10-2-22-15,7 2 10 16,20-1-12-16,10-2-12 16,6 2-42-16,-1 1-36 15,-8 4-68-15,-8-1-64 16,-11 1-842-16</inkml:trace>
  <inkml:trace contextRef="#ctx0" brushRef="#br0" timeOffset="82758.2">12340 10525 1290 0,'2'3'195'0,"-2"-3"-99"0,4 1-42 0,-2-1 30 0,6 0-27 0,5 0 15 0,-2 0-20 0,5 0 1 0,6-4 2 15,0-2-7-15,9 0 6 16,0-2-18-16,8-2-19 15,3-2 13-15,4-6-12 16,6 0 3-16,-1-4 7 16,2-4 5-16,3 0-19 15,0-6-4-15,2-2-2 16,-2 2-7-16,-3-3-1 16,0-1 0-16,5 3-1 15,2-6-6-15,3-1 6 16,-10 6 1-16,-1 4-1 15,-8 6 0-15,-4 2-7 0,-1 2-2 16,-2 2-1-16,-1-2 2 16,-3 4-10-1,0-2 13-15,-1-3 5 0,1 3-11 16,-4-1 10-16,0 2-11 16,2 2-11-16,-2 2 6 15,-2 1 0-15,2 2-6 16,-10-2 13-16,2 4 11 15,-7 2 1-15,-8-2 5 16,3 4-5-16,-5-2 0 16,3-4 9-16,0 0-10 15,2-4 1-15,-3 2 1 16,5-4 4-16,-1 6-6 0,-4-2 0 16,-2 6 1-16,-1 2 1 15,-3 2-2 1,-3 0 2-16,6 2 11 0,-3-2-12 15,-3 2 5-15,3-4-5 16,-4 2 14-16,2 0-15 16,-2-2 0-16,-1 0 0 15,-2 0-9-15,-6-4 8 16,0 6 1-16,-5 0-2 16,-7 4 2-16,-4 0 0 15,-6 6 1-15,-10 2 0 16,-8 6 6-16,-10 6-6 15,-14 6 11-15,-6 6 6 0,-10 8-17 16,-8 6 8 0,-6 5-8-16,-65 35 9 0,-17 14-9 15,0 12 0-15,128-83-1 16,12-3 0-16,9-9 1 16,-39 21 0-16,18-11-1 15,14-7 1-15,12-6-2 16,3-4 1-16,10 0 0 15,5-6 1-15,5 0 0 16,3 4-1-16,-2-2-1 16,-7 6-8-16,3 0 8 15,-5 2 1-15,6-6 0 16,5 2-1-16,3-6 2 0,4-4 0 16,-3 0 0-16,3 2-1 15,0-4 1-15,-3 2 0 16,2 0-1-16,3-2 0 15,0 0 0-15,3-2 0 16,-1 2 0-16,1 0 1 16,6 0 5-16,1-6 12 15,11 0 0-15,12-6-1 16,10-10-4-16,12-8 4 16,9-4 4-16,8-6 3 15,6-6-3-15,13-6-9 16,3-3-11-16,8-1-1 0,63-36-6 15,14-6-15 1,-122 68 9-16,-3-1-3 0,51-24-4 16,-17 6 19-1,-16 7 6-15,-21 12-6 0,-10 12-6 16,-12 2-12-16,-10 6 10 16,-3 0 7-16,-5 0-9 15,1-6 10-15,3 2 2 16,-1-4 4-16,-1 2-6 15,2 0-1-15,-3 2 1 16,-6 5 1-16,-2 2 0 16,1 3-2-16,-5 4 0 15,-3 0-11-15,3 0 12 0,-2 0 1 16,0 0-1 0,2 0 1-16,0 0 0 0,0 0-1 15,0 0 0-15,2 0 1 16,-2 0 0-16,2 0 0 15,1 0-1-15,-3-2-9 16,7 0-1-16,0-2 1 16,1-4 8-16,3 2-6 15,9-1 6-15,-1 0 1 16,4-5-9-16,2 2-6 16,2-4 15-16,-5 2-1 15,1-2-11-15,-6 3 6 16,4-1 5-16,-11 4 1 15,-3 0 6-15,-3 4-5 0,-4 2 0 16,-2 2 2-16,0-2-3 16,-5 2-1-16,-6 2-10 15,-13 0 11-15,-12 9 5 16,-9 0-3-16,-11 11 11 16,-11 4 7-16,-6 11-11 15,-13-1-8-15,1 6-1 16,-4-2 1-16,4-4 0 15,0 0 0-15,7-4 0 16,6-2 5-16,7 0 4 16,5-1 11-16,8-3-10 15,10-1-10-15,1 0 0 16,6-3-1-16,5-2 1 0,1 2 0 16,0 0-1-1,2 2 1-15,2-6 0 16,6 2-1-16,0-4 0 0,3-4 1 15,3 4-1-15,-8 0 1 16,2 4-1-16,-6 1-8 16,-4 2 8-16,2 8 6 15,-5-6-6-15,3 1-1 16,6-4 0-16,5-8 1 16,9-1 3-16,3-8-2 15,5-5-1-15,3 0 2 16,0 0-1-16,3 0 11 15,-3 3 3-15,0-6 0 16,0 3-7-16,2 0 5 16,-2 0 1-16,0 0 5 0,0 0-2 15,0 3-8-15,-2-6-8 16,2 3 0-16,0 0 0 16,0 0-1-16,0 0 1 15,0 0 5-15,0 0-5 16,0 0 5-16,0 0-6 15,0 0-2-15,10-1-143 16,26-16-335-16</inkml:trace>
  <inkml:trace contextRef="#ctx0" brushRef="#br0" timeOffset="100904.17">17680 11470 1101 0,'2'-2'283'0,"-2"2"-62"0,6-2-98 0,-2 0 7 0,2 0-34 0,1-2 23 0,-1 2 8 0,2 0-25 0,-2-2 12 16,-2 2-15-16,1 0-36 0,-1 0-10 16,0 0-23-16,2 2-18 15,-2 0-11-15,2 2 0 16,3 0-1 0,9 6 0-16,7-2-7 0,6 4 6 15,7 2 1-15,2-2 0 16,5 4-1-1,-1-4 0-15,5 2-17 0,5-2 3 16,3 2-9-16,-3-2-11 16,-3-2-7-16,-4 2 0 15,0-6 12-15,-5-2 17 16,3-4-1-16,-3-2 14 16,0-4 0-16,-1-2 12 15,-4-6-5-15,-1-2-1 0,-3-6 3 16,1-4 5-16,-8 0-1 15,1-4-2-15,-6-3 29 16,-2 2-5-16,-3-2-19 16,-1-1-9-16,-3 2-6 15,-1 2 7-15,-2 4-7 16,2 4 6-16,-2 2 22 16,-5 0-20-16,3 2 4 15,-5 0-11-15,0 0 19 16,0-3-12-16,-2 1 12 15,-2 0-14-15,0-2-5 16,-2 2 8-16,-1 0-10 16,1 0 2-16,2 0 10 0,-3 2-6 15,3 4-5 1,-1-2-1-16,-3 0 1 16,1 4 0-16,1-4-1 15,-2 0 0-15,-4-2 1 0,3 4 0 16,1 0 0-16,-3 0 0 15,7 1 10-15,-2 1-11 16,-2 1 0-16,2-1 1 16,-2 0-1-16,-3 0 0 15,-5-3-11-15,-3-5-2 16,-6 0 13-16,-3-2 0 16,-6-2-2-16,-3 0-7 15,-5-2 9-15,-3-4 0 0,-1 2-1 16,-8 2-5-1,-1 4 6-15,-11 4 0 0,1 6 0 16,-10 2 1-16,-12 6-1 16,-7 6 1-16,-8 10 8 15,3 12-1-15,1 16-7 16,7 12-1-16,10 8 0 16,13 6 0-16,16 3-1 15,15-5 1-15,13 6 0 16,12 2 0-16,12 4-4 15,13 9 4-15,7-3-30 16,14 4-56-16,8-8-67 16,12-6-123-16,122 58-90 15</inkml:trace>
  <inkml:trace contextRef="#ctx0" brushRef="#br0" timeOffset="102037.25">20189 10181 1491 0,'0'-3'262'0,"5"3"-136"0,-3-2-7 0,-2 2 13 0,2-1-15 0,0 1-12 0,2-4-18 0,2 1-33 0,-2-1 13 0,0 4-19 15,-1 0-21-15,-3 8-26 16,-3 9 10-16,-1 15 13 16,-6 12 4-16,-7 12-10 15,-1 6-9-15,1-4-3 16,-4-4-5-16,11-7 0 15,-2-10-1-15,3-6 0 16,5-9 0-16,-3-4-99 16,5-8-168-16,2-2-341 15</inkml:trace>
  <inkml:trace contextRef="#ctx0" brushRef="#br0" timeOffset="102572.86">20704 10261 1486 0,'0'-3'265'0,"3"3"-152"0,-1-1-58 16,-2-2 43 0,2 3 37-16,-4-1-33 0,2 1-47 15,-5 1 4-15,-9 10-40 16,-10 3 46-16,-14 14-1 15,-6 8-23-15,1 0-19 16,8 4-5-16,8-2-10 16,12-4 2-16,5 0-3 15,6-8-5-15,4 1-1 16,4-12 0-16,6 2 12 16,0-5-5-16,6-6-6 15,2-2 11-15,0-4-5 16,4-4 4-16,0-6-6 15,-2-4-4-15,-4-4 10 16,-5-4-11-16,-6 0 6 0,-10 1-6 16,-9 3-19-16,-5 6 11 15,-10 2-2-15,-7 0-56 16,2 6-137-16,6 6-121 16,-13 6-299-16</inkml:trace>
  <inkml:trace contextRef="#ctx0" brushRef="#br0" timeOffset="103035.58">21041 10273 922 0,'0'-2'931'0,"0"2"-811"0,-4-2-69 0,4 2-24 0,0 2 54 0,-4 0-21 0,-2 0-27 0,-3 4-12 16,-5 7-4-16,-1 0 1 16,5 5-5-16,0 0-7 15,6 2-4-15,1 2 4 16,6 4 1-16,1 2-2 15,6-2-5-15,-2 2-2 0,5-2 2 16,-3 1 0-16,-4-4 1 16,-2 0 0-16,-4-4 0 15,-2-2 0-15,-6-3 0 16,-2-1 6-16,-5 0 5 16,1-5 5-16,-1-2-2 15,-3-4 7-15,-2-2 4 16,-2-4-2-16,-1-2-3 15,-2-8-12-15,6 0-2 16,1-6-7-16,7-2-1 16,5-3-74-16,6-1-127 0,31-46-163 15</inkml:trace>
  <inkml:trace contextRef="#ctx0" brushRef="#br0" timeOffset="103221.84">21274 10243 1823 0,'27'-3'323'0,"2"6"-170"0,33-3-77 15,1 1-19-15,1 2 9 16,-6 1-27-16,-6-2-33 16,-10 2-6-16,-11 0-37 15,-8 2-259-15,-15-8-472 16</inkml:trace>
  <inkml:trace contextRef="#ctx0" brushRef="#br0" timeOffset="106350.5">10952 13399 1137 0,'0'0'543'0,"0"0"-411"0,-2-2-38 0,2 2-16 0,-3 0 20 0,3 0-67 0,0 2-20 0,3-4 19 0,-3 2 7 0,0 0 8 15,2 0-12-15,-2 0 14 16,0 0-7-16,2 0-5 16,-2 0 13-1,0 0 0-15,0 0 0 0,0-2-18 16,2 4 6-16,0-4-8 0,0 2 5 16,10 2-18-16,3 0 38 15,10 2 4-15,4 2-35 16,11-2-13-16,7 4-1 15,15 2-7-15,14 0 17 16,9 0-18-16,12 2 1 16,3-2 0-16,10 2-1 15,1-2 1-15,-1 4-1 16,-1-2 0-16,-2 4 1 16,0-2 0-16,-9-1 0 15,-2 0-2-15,-3-4 1 16,-8-2-12-16,-7 1 4 0,0-4 8 15,-1-2-6-15,0-2 6 16,-4 0-1-16,-4 2 1 16,-3 0-1-16,-5 1 1 15,-1 1-1-15,-4 1 1 16,2 1-1-16,2-2-8 16,0 0 9-16,3 0-1 15,-1 1 0-15,7-5-8 16,-5 1 2-16,6 2 6 15,-1-2-1-15,-5 2 2 16,-1-2-6-16,-1 2-3 16,-2-2 9-16,3 4-1 0,-1-1-5 15,5-3 5 1,-5 2-7-16,3-2 8 0,-5 2-1 16,-2-6-1-16,-9 2 1 15,-7-2 1-15,-4-2 0 16,-7-1 1-16,-4 2 0 15,-2 1 1-15,-7 2-1 16,-3-2 1-16,-1-3 5 16,-3 5-7-16,-3-2 2 15,6 2 5-15,-3-2-5 16,1 2-1-16,3-2 5 16,0 3-5-16,-1-2 0 15,5 2-1-15,2 0 0 16,-1 2 0-16,1 1 0 0,2-3 0 15,0 1-1 1,2-1 1-16,-2 0 0 0,2 0 0 16,2 0 0-16,-5 0 0 15,3-1 0-15,-1 2 0 16,3-1 0-16,2 3 0 16,-7-2 0-16,-1 2 0 15,-8 3-1-15,-5-5 1 16,0-1 1-16,-4 3-1 15,2-3 1-15,-6-3 9 16,0 3 5-16,3 0-3 16,-6 0 3-16,3 0-4 15,0 0-10-15,0 0 0 16,0 0 0-16,3 0-1 16,-3 0-16-16,2 3-55 15,6-3-103-15,13 4-133 0,97-8-315 16</inkml:trace>
  <inkml:trace contextRef="#ctx0" brushRef="#br0" timeOffset="107934.28">12362 14161 1711 0,'0'0'311'0,"2"-2"-113"0,-2 2-38 0,3 0-10 0,-1 0-40 0,-2-4-26 0,2 4-32 0,-2 0-23 0,0 0-13 0,0 4-8 16,-2 6-7-16,-5 10 35 15,-7 14 35-15,-1 8-29 16,-5 4-17-16,3-2-5 0,3-4-8 15,-1-3-12 1,3-1 1-16,5-2-1 0,3-6-36 16,4-6-125-16,9-10-125 15,15-2-208-15,93-38-531 16</inkml:trace>
  <inkml:trace contextRef="#ctx0" brushRef="#br0" timeOffset="108353.48">12944 14275 1711 0,'-10'4'207'0,"-3"6"-109"16,-18 6 34-16,-2 11-23 15,-3 5-2-15,7-1-19 16,5-3-28-16,7-1-19 16,9-1-14-16,4-8-21 15,4 0-5-15,6-10 10 16,-2 2-10-16,4-6 9 16,3-4 1-16,6 0 2 15,3-14-4-15,9 0 5 16,0-10 2-16,-2-3 14 15,-4 8 17-15,-12-3-8 0,-7 5-3 16,-8 6-3-16,-13-2-19 16,-4 5-14-16,-12 4-7 15,-4 4 6-15,2 4-4 16,8 4-33 0,7 2-113-16,14 2-125 0,12-6-227 15,72 7-437-15</inkml:trace>
  <inkml:trace contextRef="#ctx0" brushRef="#br0" timeOffset="108737.36">13468 14271 1704 0,'-6'-2'222'0,"0"0"-124"0,-5 0-20 0,-4 2 61 0,-10 4-4 0,0 6-33 0,-1 4-31 0,3 0-22 0,10 6-16 0,7-2-6 16,6 2-18-16,6 1 11 15,7 1-19-15,5-3 27 16,-3 4-2-16,4-5-5 15,-9 0 1-15,0-6-4 16,-8 2 2-16,-2-8-1 16,-5 2-7-16,-2 0-3 15,-3-4-9-15,-9 2-25 0,2-6-100 16,-3-2-103-16,7-10-141 16,3-52-175-16</inkml:trace>
  <inkml:trace contextRef="#ctx0" brushRef="#br0" timeOffset="108853.02">13639 14111 1662 0,'18'-10'461'15,"0"0"-223"-15,26-6-73 16,4 2-58-16,8-3-56 16,11 7-47-16,7 5-4 0,4 2-144 15,107 3-398-15</inkml:trace>
  <inkml:trace contextRef="#ctx0" brushRef="#br0" timeOffset="111834.88">20009 5069 642 0,'-2'-2'291'0,"2"2"-162"0,-3-2-60 0,3 0 60 0,-2 0-64 0,4 2 1 0,1-2 22 0,-1 2-50 0,2-2-7 0,-2 0-22 16,-2-2 15-16,2 2 18 0,-2-2-18 16,-2 4 20-16,2 0 8 15,-2-2 14-15,2 2-18 16,-2 0-39-16,0 0-9 15,-5 8 0-15,-11 4 0 16,-20 16 42-16,-22 18 17 16,-20 19 4-16,-15 8-21 15,-10 12 34-15,-12 1-28 0,-3 4-15 16,4 1-9 0,10 0 8-16,-1 2-8 15,6-3 1-15,-8 4-1 0,-65 51 0 16,116-97-4-16,-62 46 2 15,-76 65-7 1,132-103-9-16,16-16 0 16,13-10 14-16,6-6 2 15,7-6 13-15,2-2 1 16,4-6-24-16,5 0-11 16,-2 0-2-16,1-2 1 15,1 6-1-15,-2-4 1 16,4 0 1-16,5-4-1 15,1-2 1-15,1-2-1 16,2 0 0-16,2-2 9 16,-4 0-9-16,4 0 8 15,-2 0-8-15,0 0 0 0,0-2-81 16,0 0-82-16,0-6-115 16,0-12-257-16,21-66-701 15</inkml:trace>
  <inkml:trace contextRef="#ctx0" brushRef="#br0" timeOffset="112452.24">18089 6386 1111 0,'2'-4'191'0,"0"-4"-74"0,2-3 31 0,0 0-37 0,-1 4-15 0,1-2-25 0,-1 3-5 0,-3 3 21 0,0 3-21 0,0 0 4 0,-3 0-38 0,3 0-23 0,-7 3-9 16,-3 9 33-16,-13 6 0 16,-6 7-14-1,-4 3 1-15,-1 6-2 0,1 2-3 16,4-2-3-16,2 2 1 16,3-4-4-16,8 0-7 15,2-4-2-15,8-10 8 16,2-4-8-16,4-7 9 15,6-4-7-15,5 3 19 16,9-2-8-16,14-2 2 16,9-2-13-16,7-4 10 15,8-4-12-15,-4 5 1 0,-6-2-1 16,-5 1 1 0,-9 2 5-16,-7 0-6 0,-9 2-2 15,-7 0-8-15,-5 0 10 16,-4 0-7-16,-2 0 6 15,0 0 1-15,0 0 0 16,0 0 17-16,0 0-16 16,-2 0 17-16,4-2-17 15,-4 2 8-15,4-6 3 16,-2-2 12-16,7-6-24 16,-5-4-1-16,1-4-5 15,-2-6 5-15,-2-4 1 0,-2-2-2 16,-6-6-4-1,-2-2-1-15,-2 3-4 0,-5 5 10 16,0 6-11-16,3 10-5 16,-3 8 1-16,-2 8-35 15,0 6-36-15,-1 4-54 16,3 10-26-16,7 4-103 16,7 23-545-16</inkml:trace>
  <inkml:trace contextRef="#ctx0" brushRef="#br0" timeOffset="114370.43">20430 5358 927 0,'2'2'143'0,"1"2"-92"0,1 2 9 0,0 2 99 0,5 0 9 0,-2-4-72 0,2 0-39 0,2 0 12 0,0-2-24 0,0 0-9 0,0 2 12 0,-1-4-11 0,0 2-16 15,3 0 3-15,1 0-7 16,3 0 10-16,2 0 6 15,-3 0-8-15,3 0-16 16,-1-2 6-16,-2-2-4 16,2 2-1-16,-5-4 2 15,1 0-6-15,-4 0 33 16,0-4-24-16,-6 2-1 16,-1 2 4-16,-1 0-8 15,-2-4-4-15,-2 4 3 16,-1-2-9-16,0 2 2 15,2-4-1-15,-4 2 0 0,3 2-1 16,-5-2 0 0,1-3-1-16,-8 5 1 15,-1 1-2-15,-4-1 1 16,-2 4-6-16,0 0 6 0,-1 0 0 16,1 2 1-1,0 0 1-15,-2 1 6 0,-3 6-6 16,-4-1 10-16,-3 2 1 15,0 4 1-15,-3-4-1 16,3 0-6-16,2 0 9 16,4 2-7-16,0 0-2 15,-2 4-5-15,4 2 7 16,-4 6-1-16,-2 2 8 16,0 4-4-16,0 0 8 15,4 5-17-15,5-3 4 16,4 0-5-16,7 0 11 0,5-4-11 15,1 0 1-15,5 0 14 16,3-2-8-16,1 0-8 16,5-4 8-16,3-2-2 15,11-2 3-15,4-2 4 16,6-2 23-16,9-1-10 16,10-6-13-16,2-1-2 15,-1 0-1 1,-2-6-1-16,5-6 2 0,-7 0-5 15,-2 0 6-15,-2-4-5 16,-10 2 4-16,-10 0-10 0,-4-2 14 16,-5 4 0-1,-5-2-6-15,-6 2 17 0,-1 0-7 16,-1 2-19-16,-3-2 1 16,2 4 0-16,-2 0-1 15,0 2-7-15,0 0-38 16,0 0-85-16,4 0-94 15,26-14-151-15</inkml:trace>
  <inkml:trace contextRef="#ctx0" brushRef="#br0" timeOffset="115481.99">21308 5420 1041 0,'0'-2'212'0,"0"2"-71"0,0 0-12 0,-3-2 3 0,3 0-50 0,0 2-1 0,-2 0-30 0,0 2-30 0,-4 4 12 0,-10 10 20 0,-2 12 28 16,-6 12 0-16,1 10-38 15,0 4-19-15,11 0 12 16,3 0-10-16,-1-1-10 16,8-9-5-16,0-6 1 15,2-4-3 1,2-10 1-16,0-10-9 0,0-2 5 0,-2-8-4 15,0-4 8 1,0 0-2-16,0 0 13 0,0-2 37 16,6 0 14-16,-4-4-25 15,2-6-28-15,1-2-19 16,3-12 0-16,2-4-1 16,3-4-6-16,0-6 6 15,3-6 1-15,2-2-24 16,-1-2-12-16,4 0-2 15,-4 1-5-15,-1 3 23 16,3 6 7-16,-5 6 11 16,-1 8-8-16,-1 6 9 0,-6 6 0 15,1 6-5-15,-1 4 6 16,0 2 0-16,-2 4-23 16,-2 6 13-16,3 10-8 15,-3 8 13-15,-4 4 5 16,-5 4 2-16,3 2-1 15,1 0-1-15,0-5 6 16,1-8-5-16,0-5 0 16,2-5 5-16,0-2-5 15,0-7 11-15,0 0-12 16,0-1 12-16,0-3 3 16,0 0 31-16,0 0 23 15,2-3 17-15,8-5-29 16,5-7-45-16,8-8-6 15,6-3-6-15,0 0-5 0,-3 0 5 16,3 0 0-16,3 0-11 16,-4 0-5-16,3 2-5 15,0 4 13-15,-4 4-14 16,-5 10 8-16,-1 2 14 16,-8 6-15-16,-6 4-2 15,-7 10-14-15,-9 10 17 16,-9 14 14-16,0 16 1 15,-2 4 0-15,9 5 11 16,7-7-11-16,4-6 11 16,4-12 6-16,-2-4-6 15,2-10-11-15,-1-6 14 16,-1-10-10-16,0 2-4 0,-4-8 7 16,2 0-8-1,-7 4-1-15,-8 2-86 16,-65-4-413-16</inkml:trace>
</inkml:ink>
</file>

<file path=ppt/ink/ink4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2T03:57:34.416"/>
    </inkml:context>
    <inkml:brush xml:id="br0">
      <inkml:brushProperty name="width" value="0.05292" units="cm"/>
      <inkml:brushProperty name="height" value="0.05292" units="cm"/>
      <inkml:brushProperty name="color" value="#FF0000"/>
    </inkml:brush>
  </inkml:definitions>
  <inkml:trace contextRef="#ctx0" brushRef="#br0">15356 3239 1115 0,'8'-2'183'0,"-3"2"-102"0,9-3-54 0,-1 6-3 0,-1-1-8 0,-2-1 68 0,0 1-1 0,-3-1-19 15,-3-1-38-15,0 0 62 16,-4 0-38-16,2 0-1 16,-4 2-4-16,-2-1-10 15,3 1 74-15,-2-1-44 16,0-1-31-16,0 2 1 15,2 2-26-15,-1 2-2 16,-3 2-7-16,2 2-4 16,-6 5-13-16,-2 2-77 15,-45 31-226-15</inkml:trace>
  <inkml:trace contextRef="#ctx0" brushRef="#br0" timeOffset="335.16">15792 3263 1150 0,'22'1'135'0,"-4"1"-59"16,22 1-34-16,-4 3 63 15,-8-3-57-15,-8 0 8 16,-3-2 16-16,-9 1 27 15,-5-2-26-15,-3 1-4 16,-3 1 32-16,-2-1 2 0,0-1-56 16,-6 5-10-16,-4-4-7 15,-6 4-13-15,-7 0-17 16,-7 3 0-16,-7 0-23 16,-12 6-1-1,-7-1-145-15,-11 1 58 0,-5-1-56 16,-4 1 76-16,10-4 50 15,6-2-1-15,12-2-67 16,11-2-70-16,-21-4-953 16</inkml:trace>
  <inkml:trace contextRef="#ctx0" brushRef="#br0" timeOffset="2278.56">12458 5283 1543 0,'1'1'249'0,"-1"-2"-169"0,0 1 17 0,3 0 37 0,-3-2-44 0,2 2 54 0,-2-2-63 16,1 1 9-16,-1 1-14 16,2-2-23-16,-2 2 17 15,0 0-43-15,0 0-26 16,0 0 68-16,1-1-54 16,-1 1 2-16,4-2 4 15,1-2-14-15,4 1 4 16,2-2-11-16,4 1 0 15,0-2-5-15,1 1 5 0,0 2-7 16,-2 0 6 0,1 0 1-16,1 3-6 0,-5 0 6 15,6 0 0 1,-3 2 2-16,2-1-2 0,-4 1-5 16,-2-1 4-16,-4 2 2 15,0-3-10-15,-6 3-6 16,-6-1-32-16,3 2 47 15,-2 2 11-15,1 2 2 16,-3 2 2-16,-2 0-9 16,-1 1 29-16,2-5-35 15,1 2 1-15,0-1 10 16,3-4-11-16,2 0-6 16,4-3-3-16,-1 0-33 15,8 3 33-15,-1-3-15 0,5 0-9 16,8 0 24-16,2-6-11 15,5 1 20-15,0-3 0 16,1-3 0-16,-1 5 10 16,-4 3-10-16,-6 3-12 15,-10 6-1-15,-8 7-29 16,-9 11 40-16,-18 14-11 16,-15 11-44-16,-10 4-23 15,-6-4 23-15,-1-8 57 16,4-8 1-16,6-6-1 15,11-7 0-15,13-8 15 16,10-8-14-16,15-5-1 16,13-5 0-16,13-8-68 0,12-4 52 15,12-3-35-15,10 0 1 16,2 1 26-16,3 4 24 16,-3 1 12-16,-3 3-11 15,-5 9 17-15,-14 1 72 16,-9 8-15-16,-12 5-23 15,-10-2 5-15,-9 6-46 16,-6 0 47-16,-8 2-52 16,-3 2-6-16,-3-3 27 15,-1 1-12-15,3-4-9 16,-3-2-6-16,4 0-48 16,2-4-108-16,-13-5-222 15</inkml:trace>
  <inkml:trace contextRef="#ctx0" brushRef="#br0" timeOffset="3987.63">8001 5349 1022 0,'-1'2'819'0,"1"-2"-659"0,0 0-134 0,1 0 13 0,3-2-18 0,1 1-20 0,1 1 72 0,5-2-2 15,0-3-47-15,5 2 43 16,0-1-40-16,-1-3 14 16,0-3 4-16,-5 3-27 15,-3-3 6-15,-2 4-24 16,-5-1 1-16,-7 4 28 15,-1-2-29-15,-9 4-36 16,-6 4 30-16,-9 5 5 16,-7 9 1-16,-6 7 6 15,0 7-5-15,2 2 54 0,7 3-55 16,3 5-4-16,12-4 4 16,6-1 0-16,9-1 0 15,9-6-13-15,6-2 13 16,12-5-33-16,5-4 16 15,6-4 17-15,1-7-1 16,5-7-47-16,-4-1 1 16,0-7-170-16,-3-2-119 15,38-31-511-15</inkml:trace>
  <inkml:trace contextRef="#ctx0" brushRef="#br0" timeOffset="4298.78">8130 5564 1552 0,'-8'10'246'0,"1"2"-142"15,-1 8-89-15,3-1-5 16,9-2 1-16,5-6-10 16,9-4 42-16,8-4 10 15,4-6-32-15,0-4 33 16,1-7-26-16,0-6-1 15,-6 1 20-15,-3-2-2 16,-6 1 78-16,-7 2-30 16,-7 2-17-16,-5 2 37 0,-12 4-67 15,-1 2-16 1,-11 5-30-16,-5 6-37 0,-4 6 0 16,-3 6-113-16,9 0-114 15,12-3-36-15,19-7-435 16</inkml:trace>
  <inkml:trace contextRef="#ctx0" brushRef="#br0" timeOffset="4601.05">8450 5222 1727 0,'1'-1'476'0,"-1"1"-405"0,2-3-26 15,-1 3 54-15,2 4-56 16,4 5 26-16,7 9-15 16,1 12 3-16,7 10-6 15,1 5-18-15,1 0-16 16,0 2-17-16,0-4 13 15,-2-7-29-15,-5-3-88 16,-2-9-109-16,-5-5-67 16,-5-1-314-16</inkml:trace>
  <inkml:trace contextRef="#ctx0" brushRef="#br0" timeOffset="4882.24">8700 5286 1941 0,'3'8'223'15,"3"1"-157"-15,2 9-31 0,4 7 23 16,-2-3 62-16,-2 3-87 15,3 0-15-15,2 1-3 16,-6-2-13-16,5 0 7 16,-6-3-9-16,-3-2-59 15,-2-2-76-15,-8 13-243 16</inkml:trace>
  <inkml:trace contextRef="#ctx0" brushRef="#br0" timeOffset="5299.62">9021 5481 1913 0,'3'0'231'15,"3"-1"-231"-15,2-1 14 16,7-1 74-16,-4-1-67 16,3-4-20-16,-2 1 48 15,-3-4-49-15,3 1 1 16,-5-2 29-16,-4 0 3 16,-3 3 11-16,-3 0-44 15,-4 3 1-15,-5 3 2 16,0 0-3-16,-6 9-9 15,0 1-7-15,-2 8 16 16,1 3 1-16,3 2-1 0,8-1-6 16,5 1-16-16,7-2 20 15,10-2-28-15,7-2 18 16,8-4-34-16,4-7-58 16,4-3-10-16,2-6-51 15,2-6-33-15,-4-3-130 16,53-33-383-16</inkml:trace>
  <inkml:trace contextRef="#ctx0" brushRef="#br0" timeOffset="5881.77">9380 5333 133 0,'-5'1'1516'0,"-1"3"-1314"16,-8 6-143-16,1 0 53 15,3 7-32-15,0 1-35 16,5 0-36-16,6 1-3 15,6-4-12-15,7-1-6 16,1-5 12-16,6-2 7 16,4-4-1-16,4 0 12 15,3 2-18-15,2 7 12 16,0 6 26-16,-1 12 10 16,-3 8-26-16,-4 3 25 15,-8 6-29-15,-8-2-17 16,-14-3-1-16,-5-6 15 15,-13-9 9-15,-3-10-22 16,-5-10 11-16,-1-14 31 16,1-10-14-16,4-8-8 0,4-8 16 15,11-5-17 1,11-4 40-16,8-3-58 0,13 1-2 16,9 1-2-16,6 5-18 15,0 2-3-15,1 5 8 16,-4 5-29-16,-1 4 43 15,-3 4-50-15,-7 5 14 16,-11 3 36-16,-1 6 10 16,-8-1 5-16,-7 5 33 15,-1-1-31-15,-1-1 52 16,-5 4-69-16,-2 1-12 0,2 6 4 16,-3 4 8-1,4 2-1-15,4 3 0 0,7-1-14 16,10-2-3-1,7-5-13-15,7-1-26 16,3-6 40-16,4-4 8 0,1-4 9 16,-2-2 0-16,-3-1 2 15,-2-2-20-15,-5 2-5 16,27-19-292-16</inkml:trace>
  <inkml:trace contextRef="#ctx0" brushRef="#br0" timeOffset="7835.87">13800 4081 1578 0,'-2'-2'312'0,"2"2"-144"0,0-1-22 0,0-2-10 0,-1 3-8 0,1 0-67 0,0 0 40 0,0 0-62 15,-2 0-30-15,2 3 22 16,2 3-31-16,-1 9 0 16,8 9 8-16,1 12-8 15,2 10 53-15,4-3-53 16,1 1 6-16,0-7 16 16,-4-7-20-16,-1-4-2 15,-4-7 0-15,-3-5 7 16,-1-5-29-16,-2 0 17 15,-2-5-164-15,0-1-166 16,-9-14-514-16</inkml:trace>
  <inkml:trace contextRef="#ctx0" brushRef="#br0" timeOffset="10098.77">19258 4191 1209 0,'-1'-2'531'16,"1"2"-462"-16,-4-3 51 0,2 2-30 0,0 1-33 0,2-3 24 0,-1 2-17 15,-1-2 4-15,2 3 2 0,-3-3-16 16,3 3 27-16,-4-3-42 15,3 3-6-15,-2 0 44 16,-5 0-77-16,2 0 15 16,-2 3 8-16,-1-3-7 15,-4 3 26-15,-2 4-42 16,-3-1 1-16,0 2 42 16,-6 6-35-16,0 2-7 15,3 2 2-15,4 3 4 16,2 0-8-16,7 0 1 0,3 0-2 15,8-3-28 1,3 0 30-16,8-2-13 0,1 1-17 16,4-5 30-16,0-2 42 15,3 0-42-15,0-6 0 16,0-3 23-16,1-4-22 16,1-4-1-16,0-2 4 15,0-2 2-15,0-2 21 16,-5 2-27-16,-3-2 1 15,-2 1 52-15,-3-3-31 16,-3 0-1-16,-5-3 8 16,1-3-28-16,-10 0 39 15,3 1-24-15,-3 4-15 0,-1-1 49 16,-1 8-38-16,-4-1-3 16,-3 3-9-16,-3 3 16 15,-6 0-22 1,0 1 6-16,-2 6 0 0,1 1-12 15,3-1 12-15,2 1-21 16,0 0-66-16,3 5-159 16,-27 4-302-16</inkml:trace>
  <inkml:trace contextRef="#ctx0" brushRef="#br0" timeOffset="12068.18">13787 4172 1132 0,'0'0'212'0,"0"-3"-131"0,0 0 31 0,0-1-11 0,0 1 11 0,0 2-68 0,0-1 16 0,0 2-12 16,0-2-14-16,0 2 53 16,-2 0-13-16,4 0-17 15,-4 0 25-15,1 2-41 16,-3-2 4-16,0 2-17 16,1-2-14-16,-5 3 29 15,1 2-43-15,-5 1 2 16,0 0 10-16,0 4-11 15,2-2 8-15,-4 6-9 16,5 2 9-16,-5 5-1 16,4-2-8-16,3-1-6 15,4-4 5-15,3-2 1 0,1-8-1 16,1-1-8-16,1-1 9 16,0-4 8-16,0 2-7 15,-2-1 5-15,2-2 32 16,4-3-20-16,-2 0-2 15,2-3-10-15,-2-2 9 16,-2-2 15-16,0 1-30 16,0-2 0-16,5-2 0 15,-3 5 0-15,1-2 0 16,3 0 0-16,1 2 0 16,-2 5 0-16,-1 0 0 0,-2 4-25 15,0 2 24 1,1 5-10-16,1 1 10 0,1 5 0 15,4 2 1-15,2 6 3 16,-1 3-3-16,2 1-3 16,0-2 3-16,0-1 0 15,-3-2-1-15,-2 0 0 16,-2 0-11-16,-5-2-4 16,-1 1 16-16,-2-2-11 15,-2-3 11-15,-1-1 9 16,-2-3-3-16,-2-2-6 15,1-1 1-15,-1 3 27 0,-1-4-28 16,-4 0 0 0,3-1 9-16,-2 2-8 0,3-2 14 15,2-1-6 1,3-1-8-16,3-1 63 0,0 0-64 16,1-1 0-16,1 1 0 15,4 0-14-15,2 1 2 16,4 1-1-16,2 1 26 15,7 3 8-15,0-5-21 16,1 2 0-16,1 0 1 16,1-2 0-16,1 3 17 15,-5-3-18-15,2-1 0 16,-2 0 11-16,-5 0-11 16,0 0 1-16,-9-1 20 15,-3 1 11-15,-3-2 31 0,0 2-8 16,-1 0-22-16,1 0 81 15,-2 0-64-15,2 0-10 16,-1 0-8-16,1 0-23 16,-2 0 15-16,2 0-24 15,0 0 0-15,2 0-2 16,-2 0 2-16,0 0-10 16,1 0 10-16,-1 0-11 15,0 0 10-15,-1 0-89 16,1 0-191-16,-22 2-256 15</inkml:trace>
  <inkml:trace contextRef="#ctx0" brushRef="#br0" timeOffset="14315.25">6839 6590 1720 0,'-2'-2'660'0,"2"1"-519"0,-2-1-49 0,2 2 26 0,0 0-92 0,0 2-16 0,0-1 8 16,2 4-17-16,1 7 29 16,2 9-22-16,4 7-2 15,-2 5 36-15,-1-3-42 16,-3 2-7-16,1-5 7 16,-4-3 0-16,0-3 0 15,-6-4-67-15,2-2-179 0,-2-5-78 16,-10-5-133-16</inkml:trace>
  <inkml:trace contextRef="#ctx0" brushRef="#br0" timeOffset="14653.27">6985 6611 1753 0,'-4'12'242'0,"-3"-2"-151"16,-3 11-62-16,-3 2 4 16,-2-2 57-16,-2-2-74 15,0 0-5-15,3-6-1 16,2-4-8-16,6-4 31 16,3-5-15-16,4 0-12 15,4-2 58-15,-2 1-41 16,6 1 13-16,3 1-11 15,8 4-25-15,5 5 42 16,5 1-42-16,2 3 0 16,0 2 7-16,-2-5-7 15,-4-1-6-15,-2-1-4 16,-3-5-163-16,-3 1-136 0,3-7-692 16</inkml:trace>
  <inkml:trace contextRef="#ctx0" brushRef="#br0" timeOffset="15240.74">7283 6730 2107 0,'0'1'346'0,"1"-1"-280"16,3 3-58-16,0 3 14 15,4 3-22-15,1 5 61 16,4 4-61-16,-1 1-5 16,-2-1 5-16,-3-4 1 15,-1-5 7-15,-1-2-8 16,-5-4 1-16,0-3 29 15,0 0-19-15,0-1-2 16,0-2 24-16,-2-6-33 16,-1-5-8-16,1-5-40 15,2-5-72-15,5 0 71 0,2 1-23 16,3 5 24 0,2 8 47-16,-1 2-16 0,1 9 7 15,3 7 4 1,-2 5 6-16,5 6-6 0,-2 0 6 15,-2 2-28-15,-3-4 27 16,-6-4 1-16,-2-5 0 16,-1-4-1-16,-4-2 10 15,2-1 51-15,-1-2-27 16,1-4 54-16,-2-4-45 16,-2-7-42-16,4-6 0 15,0 1-60-15,6 1-37 16,3 1 95-16,5 6-40 15,-1 5 17-15,4 8 19 16,1 5-2-16,2 7 7 16,3 4-5-16,3 2-121 0,-4 2-44 15,27 16-302-15</inkml:trace>
  <inkml:trace contextRef="#ctx0" brushRef="#br0" timeOffset="16351.93">7824 6722 1836 0,'7'-5'262'0,"1"2"-184"0,4-2-9 0,5-6-1 0,-4 2 34 0,-1-3-72 0,0-2-24 16,-3 4 60-16,-3-1-54 15,-5 4 13-15,-2-2 5 16,-4 3 39-16,-2 1-3 16,-2 1-66-16,0 2 12 15,-1 7-36-15,-5 2 21 16,-2 8-16-16,0 8 1 15,7-1-33-15,5 3 18 16,9-5-42-16,4-3-41 0,7-6 82 16,2-4-20-16,4-5 28 15,0-4 5-15,0-2-30 16,3-6-69-16,-3-3-49 16,0-1 11-16,-3-7 22 15,-2 2 61-15,1-4 75 16,-5 1 19-16,0 1 46 15,-9 4 8-15,-2 5 77 16,-4 6-43-16,-2 5 52 16,-3 4-114-16,-1 3-36 15,0 7-9-15,-5 4-7 16,6 2-6-16,3-1 13 16,7-3 0-16,1 0 4 15,5-6-4-15,3-3 0 16,-4-1 27-16,5-5-25 15,2-5 46-15,-2-2-39 0,3-4-9 16,0-2 33-16,-6-5-32 16,3 1-1-16,-7 1 0 15,-2 4 14-15,-1 7-26 16,-4 4 12-16,2 5-102 16,-2 4 24-16,2 8 58 15,4 4 20-15,-1 2-1 16,6-1-35-16,4-4 34 15,-1-7-32-15,3-1 28 16,-4-5 6-16,2-6 1 16,-3-3 11-16,-1-4 7 0,0-3-18 15,-1-3 46 1,-1-1-47-16,-1-1 1 0,0 1 0 16,-2 2-1-16,7 4-8 15,-5 2-1-15,4 7-9 16,5 5 6-16,-1 5 12 15,4 2-9-15,-1 2 9 16,5-1 1-16,-4-3 7 16,6-1 22-16,-5-4-12 15,-1-4 94-15,1-1-52 16,-3-5-13-16,2-3 7 16,-7 0-2-16,2-3 1 15,-6 0-1-15,-2 3-38 0,-5 0 53 16,-3 3-46-16,0 1-9 15,-4 1 54-15,4 2-28 16,-3 1 4 0,6 1-42-16,0 0 25 0,6 0-52 15,-5 0 17-15,6 3 2 16,1 3 8-16,1 0 9 16,2 4-3-16,-6-4 21 15,-1 0-26-15,-6 3 71 16,-4 2-72-16,-1 4 11 15,-10 7 19-15,-7 1-30 16,-3 4-105-16,-4 2-401 16,-49 36-718-16</inkml:trace>
  <inkml:trace contextRef="#ctx0" brushRef="#br0" timeOffset="17701.41">10627 9525 1815 0,'-2'-1'675'0,"2"1"-480"0,-2-5-15 0,2 4-46 0,0-1-62 0,2 1 3 0,0 1-23 16,1-2-29-16,-1 1 68 16,-1 1-90-16,4 1-1 15,2 4 19-15,4 7-8 16,7 7 25-16,-1 11-36 16,2 10 9-16,-2 2 3 15,-5 4-12-15,-4 1-12 16,-3-1 12-16,-5 1-34 0,-2-4-44 15,-1-4-110 1,-12 48-498-16</inkml:trace>
  <inkml:trace contextRef="#ctx0" brushRef="#br0" timeOffset="19217.32">10841 12978 1528 0,'-4'0'357'0,"3"0"-102"0,-2 0-30 0,1 0-96 0,0 0-41 0,0 0-28 0,2-3-27 15,2 3 23-15,-2 0-50 16,0 0 1-16,0 0 55 16,0 0-50-16,0 0 13 15,0 0 14-15,0 0-6 16,0 0 27-16,-2 3-60 15,4-6 12-15,-2 3 27 16,-6 14-37-16,0 2-2 16,1 11 13-16,-1 7-5 15,1 3 14-15,-1 2-22 16,5-6 0-16,1-3-3 16,6-6 3-16,3 0-9 15,5-7 8-15,0-1 1 16,5-5-1-16,1-8-14 15,2-6 15-15,3-11-2 16,-1-2 2-16,-1-5-16 16,0-9 16-16,-1-6 0 15,0-5 28-15,-2-2-28 0,-1-4 0 16,-4 0 75-16,-7 4-38 16,-8 2-7-16,-11 8-3 15,-6 3-19-15,-5 9 50 16,-4 9-58-16,-4 8 1 15,0 8-30-15,1 8 19 16,6 2-118-16,10-4-251 16,10 4-981-16</inkml:trace>
  <inkml:trace contextRef="#ctx0" brushRef="#br0" timeOffset="24483.66">10548 7109 738 0,'2'0'240'0,"0"0"-54"0,1 0-69 0,-1 0-6 0,-1 0 2 0,-1 0 5 15,0 4-22-15,0-1 50 16,-1-1-82-16,1-1-19 16,0-1 68-16,-2 0-52 15,4 0-7-15,-2 2-39 16,1-1-4-16,3 5 38 15,0 5-25-15,2 4-16 16,0 4 26-16,0 1-14 16,-2 2-20-16,-2-2 0 15,0 2 9-15,-2-2 0 16,0-1-8-16,-2 0 7 0,2-4-13 16,-2-6 5-16,2-2 0 15,2-6-1 1,1-1-47-16,3-1 37 0,-3-2 5 15,3-1 6-15,3-2 6 16,1-4-6-16,2 2 3 16,-1-3-10-16,1 3 14 15,-2 1 1-15,-2 3-8 16,-1 2-17-16,-3 1 17 16,-1 1 0-16,-3 3-2 15,1-1 1-15,1 4 1 16,-2-1-17-16,0 1 17 0,1 2-25 15,-1-1-5-15,0-1-26 16,2 0-37-16,0-1-16 16,0-2-64-16,10-3-128 15</inkml:trace>
  <inkml:trace contextRef="#ctx0" brushRef="#br0" timeOffset="26101.29">10575 5767 847 0,'-1'-3'324'0,"-3"-2"-293"0,-3-5-31 0,-1 4-31 0,-2-3-47 0,-26-8-670 16</inkml:trace>
  <inkml:trace contextRef="#ctx0" brushRef="#br0" timeOffset="26966.35">10448 5654 805 0,'-2'-3'306'0,"1"1"-48"16,-3-5-53-16,-2 3-37 15,2-1-70-15,1 1 34 16,1 2-56 0,1 2 28-16,1 0-40 0,0 0-35 15,3 0-10-15,0 2-19 16,7 2 0-16,2 2 72 16,8 1-25-16,3 4 2 15,8-2 19-15,4-4-34 16,8-2 35-16,4-3-45 15,8-3-24-15,5-5 64 0,7-1-50 16,3-3-7 0,5-1-7-16,-1 0 12 0,0 0 20 15,-2 1-32-15,0 2 0 16,-9 0 3-16,-5 4-3 16,-10 2-1-16,-7-2 0 15,-8 3 2-15,-4 1 3 16,-7 1-4-16,-2 2 0 15,-6-2-3-15,2 1 3 16,-3 0-1-16,-1 0 1 16,5 0 0-16,-3 0 3 15,6-2-3-15,1 1 0 16,-5-2-5-16,3 1 5 16,-8-1 0-16,0 2-1 0,-2 1 10 15,-4-2-9 1,-1 4 0-16,-4-2-3 0,0 0 3 15,-2 1 0-15,0-1 6 16,0 0 6-16,-1 0-1 16,3 0 29-16,-3 0-40 15,-3-3-18-15,-2 0 8 16,-2-2-2-16,2-3-3 16,-3 0 13-16,-2-1 2 15,4 0-6-15,-7-1 6 16,4-1 0-16,-2 1 6 15,1 1-6-15,-1-2 1 16,4 4-10-16,0-1 27 16,4 2 3-16,-1-1-21 15,5 4 2-15,0 1 29 0,2 2-22 16,0 0-9 0,2 0-6-16,2 0-26 0,2 0 16 15,0 3-14 1,5 5 30-16,7 4 9 0,1 3-3 15,4 3-5-15,2-2-1 16,-2 2 6-16,-1 0 0 16,-2-1-6-16,-8-1-20 15,-2-1 20-15,-5 1 0 16,-5-2 0-16,-3-1-11 16,-4 1 22-16,0 0 22 15,-1-4-33-15,-2 1 0 16,0-2 9-16,0-1-1 0,2-1-8 15,-3 1-6-15,3-1-137 16,4 4-157-16,-1 13-393 16</inkml:trace>
  <inkml:trace contextRef="#ctx0" brushRef="#br0" timeOffset="28249.95">13227 6990 2058 0,'0'0'291'0,"2"0"-218"0,-2 0-17 0,1-2 19 0,3-1 27 0,1 1-59 0,1-1-31 15,5 0 8-15,2 0-19 16,2 0-1-16,2 2-7 15,-3 1 7-15,5 1-9 16,1 2 9-16,6-3-11 16,13 0-17-16,15-3-121 15,15-1-79-15,164-8-257 16</inkml:trace>
  <inkml:trace contextRef="#ctx0" brushRef="#br0" timeOffset="29466.05">17769 6959 982 0,'0'0'358'0,"0"0"-226"0,-2 0-75 0,2 2 99 0,2-2-16 0,-2 0-50 0,0-2 45 0,1 2 27 0,-1 0-26 15,0 0 8-15,-1 0-67 16,1 0 50-16,0 0-68 16,0 0-25-16,0 0 13 15,0 0-38-15,10-1-9 16,-8 1 10-16,3 1 1 16,-1-1 34-16,2 2-45 15,-1-2 0-15,0 0 29 16,0-2-7-16,0 2-4 15,0-1-4-15,0-1 1 0,0 2 24 16,-2-1-39-16,2 1 0 16,-2 0 3-16,1 0-3 15,-3 1 0-15,3-1-1 16,-1 0 2-16,2-1 8 16,6 1-9-16,0-2-3 15,4 1 3-15,4-2 0 16,0 1 1-16,1 1-2 15,0 1 2-15,-3-2 5 16,2 4-6-16,-8-2-15 0,4 0 15 16,-2 1 0-1,3-1-1-15,-3 2 1 0,2-2 0 16,-3 3 2-16,-4-3-2 16,-3 1-6-16,0-1 6 15,-3 0 0-15,-2 0 0 16,0 0-1-16,0 0 1 15,-2 0 6-15,2 2-6 16,0-2-17-16,0 0 16 16,0 0 1-16,-3 0-6 15,1 1-6-15,1-1-10 16,-3 0-8-16,-2 5 19 16,-8 1 1-16,-8 4-2 0,-10 4-27 15,-2-4 4 1,-3 4-8-16,-2-4-32 15,5-1 24-15,0-1-107 0,4 0-62 16,8 0-106-16,-12 5-804 16</inkml:trace>
  <inkml:trace contextRef="#ctx0" brushRef="#br0" timeOffset="30334.04">14753 6767 1930 0,'0'0'290'0,"0"-1"-164"0,0 1-110 0,0 0-15 0,1-2 0 0,3 4-1 0,-2-2-33 16,1 1-31-16,3 1-59 15,11-1 36-15,75 3-165 16</inkml:trace>
  <inkml:trace contextRef="#ctx0" brushRef="#br0" timeOffset="30583.35">18042 6518 1928 0,'-4'0'0'0,"1"2"-162"15,-11 15-310-15</inkml:trace>
  <inkml:trace contextRef="#ctx0" brushRef="#br0" timeOffset="34367.31">10560 9230 1305 0,'0'0'269'0,"0"0"-115"0,0 0-115 0,0 0-4 0,0 0 22 0,0 0-32 0,0 0 14 15,2-1-6-15,-2 1-31 16,1-2 20-16,2 1-22 16,1-7-72-16,3-1-88 15,16-31-323-15</inkml:trace>
  <inkml:trace contextRef="#ctx0" brushRef="#br0" timeOffset="34717.06">12569 7179 1832 0,'-2'-1'366'16,"2"1"-289"-16,-5-2-49 0,5 2-5 15,0 0-22-15,2 0-1 16,-2 0-20-16,0 2-32 15,0 1 4-15,-3 7-129 16,-4 10-47-16,-34 58-733 16</inkml:trace>
  <inkml:trace contextRef="#ctx0" brushRef="#br0" timeOffset="36333.58">11712 8342 1452 0,'0'0'339'0,"0"0"-205"0,0 0-71 0,1 0 12 0,-1 0-29 0,0 0 55 0,3 4-67 16,0 4 22-16,3 4 25 16,2 7-17-16,4 3 2 15,0 3-66-15,1 2 12 16,4 0-4-16,-4-1-8 15,4-4 0-15,-8 1-1 16,3-5 10-16,-3 0 0 16,-4-5-9-16,-1-4 0 15,1-4 0-15,-1-5 9 16,5-3 34-16,3-11 13 16,7-7-23-16,4-12 28 0,8-12-37 15,7-6-24 1,1-8 74-16,3-4-64 0,4-7 4 15,4-5 5-15,9-3-18 16,1 5 53-16,0 4-30 16,-3 10-5-16,-8 10 62 15,-5 8-63-15,-7 8 11 16,-8 10-7-16,-7 5-22 16,-4 5 40-16,-3 5-40 15,-3 1 0-15,-4 2 3 16,-3 2-3-16,-2 2-13 15,-1 1-4-15,-4 3-113 16,-1 12-345-16,-51 40-1485 16</inkml:trace>
  <inkml:trace contextRef="#ctx0" brushRef="#br0" timeOffset="45667.73">10276 10158 1148 0,'-1'0'247'0,"1"0"-109"0,-2 0-99 0,4 0-3 0,-2 0-33 0,1 0 15 0,1 2-22 16,3-2 4-16,-1 3-35 16,2 2-53-16,7 8-143 15</inkml:trace>
  <inkml:trace contextRef="#ctx0" brushRef="#br0" timeOffset="46786.97">18362 9002 1270 0,'-2'0'639'0,"1"-2"-573"0,-2 1-66 0,3 1-76 0,1 0-65 0,2 0-14 16,-1 3-80-16,0-2-17 0,0 6 75 16,-2-4-557-1</inkml:trace>
  <inkml:trace contextRef="#ctx0" brushRef="#br0" timeOffset="46948.27">18315 9026 1146 0,'-1'0'0'0,"-4"6"-628"0</inkml:trace>
  <inkml:trace contextRef="#ctx0" brushRef="#br0" timeOffset="49551.62">21609 9552 1785 0,'-2'-1'570'0,"1"1"-406"0,-1 0-58 0,0 0-44 0,2 1-47 0,-3 9 21 0,-5 7-36 0,-7 12 6 16,-6 7 33-16,-3 8-39 15,-6-2 1-15,-3-5-2 16,3-4 9-16,0-3 13 16,1-12-21-16,1-3 0 15,4-8 9-15,6-6 0 16,0-4-8-16,8-11 32 16,5-5-31-16,4-4 67 15,2-5-69-15,6 4 18 16,4 4 52-16,1 4-62 15,5 5-8-15,7 10-1 0,8 10 1 16,9 13 26-16,10 13-26 16,5 8 0-16,3 7 13 15,3 0-13-15,-4-3-1 16,-2-4-38-16,-4-7-67 16,-8-10 5-16,-5-11-134 15,-3-11-53-15,35-23-300 16</inkml:trace>
  <inkml:trace contextRef="#ctx0" brushRef="#br0" timeOffset="50850.68">14980 8494 1339 0,'0'-2'324'0,"2"1"-171"0,-2-4-71 0,0 2 61 16,2 2-50-16,-2-4-21 0,1 2 1 0,4 0-11 16,-1-1 40-16,-1 1-26 15,1 1-46-15,-2 2 69 16,2 0-81-16,2 5-3 15,1 2 29-15,5 5-14 16,2 9 24-16,0 5-54 16,1 4 7-16,-2-2 34 0,-1 2-41 15,2-6-6-15,-6-3 6 16,-1-9 0-16,-1-6 16 16,1-3-16-16,-5-1 0 15,0-4 29-15,2-1-20 16,5-9 18-16,7-10 24 15,8-13-17-15,5-16 41 16,13-12-75-16,6-11 1 16,40-55 29-16,22-16-30 15,17 1 0-15,-82 102-2 16,-4 6 4-16,-2 7-4 16,39-31 2-16,-10 14-3 15,-7 11-13-15,-13 13 16 16,-10 7-16-16,-16 7 15 15,-9 5-7-15,-9 3-12 0,-3 2-28 16,-2 4-127-16,-1 4-118 16,-40 38-563-16</inkml:trace>
  <inkml:trace contextRef="#ctx0" brushRef="#br0" timeOffset="56300.63">21353 13638 1430 0,'-5'0'363'0,"0"-3"-150"0,-6 3-44 0,2-3-80 0,3 2-20 0,1-2-11 0,-1 3-35 0,5 0 74 0,-3 0-68 16,3 0-10-1,-1 3 9-15,-5 4-28 0,1 10-1 16,-4 10 0-16,-3 9 1 16,3 2 43-16,1-2-25 15,2-6-16-15,7-6 28 16,4-11-30 0,2 1 0-16,7-8 1 0,7-2 1 0,7-8 70 15,7-5-72 1,2-9 1-16,2-9 25 15,-7-2-2-15,0-5 17 16,-6-2 19-16,-9 6-30 16,-4 6 63-16,-10 10-78 0,-4 8-15 15,-10 6 24-15,-4 0-24 16,-11 6-12-16,-6 5-41 16,2 2-91-16,3 4 23 15,11-4-103-15,7-2-227 16,21-8-463-16</inkml:trace>
  <inkml:trace contextRef="#ctx0" brushRef="#br0" timeOffset="56705.08">21784 13529 1942 0,'-6'0'336'0,"-2"3"-84"0,-6 0-135 0,0 7-103 0,0 10 5 0,3 10-7 0,0 7-12 15,7 6-18-15,5-6 11 16,9-7-7-16,6-10 1 15,6-7-2-15,4-8 15 16,-2-7 18-16,3-7-11 0,-3-7-7 16,-3-8 48-1,-3-6 11-15,0 0 32 16,-7-1 4-16,-7 1-29 16,-7 3 60-16,-5 0-102 0,-10 5-24 15,-2 1-1-15,-6 7 0 16,-1 1 1-16,0 10-103 15,0 3-128-15,3 4-249 16,-26 26-780-16</inkml:trace>
  <inkml:trace contextRef="#ctx0" brushRef="#br0" timeOffset="57834.61">20679 11923 1710 0,'-1'0'339'0,"1"0"-122"0,-3 0-52 0,3 1-111 0,0 2-10 0,0 6-44 16,3 5 0-16,2 10 34 15,2 3-20-15,1 3 1 16,3 3-6-16,0-3 1 16,2-3 32-16,-1-8-27 0,-3-1 6 15,0-12 36 1,-5 2-40-16,1-5-7 0,-2-3-8 15,1 3 8 1,1-3 38-16,3-3-46 0,4-1 5 16,6-9 44-16,6-11-15 15,9-15-15-15,12-9-1 16,8-18-8-16,18-8 30 16,54-49-42-16,19-1-8 15,1 15-7-15,-105 82 12 16,-3 4 2-16,-7 2-7 15,27-15 8-15,-16 11 12 16,-15 8-12-16,-11 7-1 16,-9 7 1-16,-4 1 1 0,-2 2 8 15,0 0-9-15,0 0 11 16,0 0 5 0,1 0-16-16,-1 0-1 0,0 0 0 15,0 0 1-15,-1 2-23 16,1-2-38-16,0 1-104 15,-3 7-119-15,-35 35-344 16</inkml:trace>
  <inkml:trace contextRef="#ctx0" brushRef="#br0" timeOffset="59101.89">14021 9223 1692 0,'-2'-2'233'0,"1"2"-148"0,-1-3-76 0,4 3 11 0,-1 3-40 0,2 2 16 0,2 1-35 0,4 7-26 16,22 39-298-16</inkml:trace>
  <inkml:trace contextRef="#ctx0" brushRef="#br0" timeOffset="59951.71">20781 11947 2200 0,'0'0'464'0,"0"-3"-299"0,1 0-105 0,2-2-60 0,4-1-84 0,-1 6-150 0,1 17-253 16</inkml:trace>
  <inkml:trace contextRef="#ctx0" brushRef="#br0" timeOffset="62153.1">12498 11223 579 0,'-12'-19'795'0,"0"1"-609"0,-12-17-186 0,2 2-161 0,-38-25-535 0</inkml:trace>
  <inkml:trace contextRef="#ctx0" brushRef="#br0" timeOffset="65024.75">15353 11629 1186 0,'0'0'323'16,"0"0"-76"-16,-2-1-124 0,2-1-28 0,0 2 11 0,0-1-74 0,2-1 65 0,-2 2-50 0,0 0-20 16,0 0 34-1,1-1-11-15,-1 1-13 0,0-2 25 16,0 1-29 0,0 1 67-16,2 0-74 0,-2 0-5 15,0-4 21-15,0 4-26 16,0 0 10-16,0 0-26 15,0 0 12-15,0 4 6 16,0-4-18-16,0 0-11 16,5 1 11-16,0 4 1 15,2 6 20-15,1-2-21 16,6 4 0-16,-6 4 12 0,2 1-12 16,3 1-6-1,-3 5 6-15,1 2 0 0,0-1 13 16,-2 1-13-16,-3-5 0 15,2 1 18-15,0-5-18 16,-2-2-13-16,-1-3 13 16,-2-5 0-16,0 3 11 15,1-6-11-15,-2-1 0 16,1 0 1-16,-2-3-1 16,5 3-5-16,-5-3 5 15,1 0 12-15,1 0 29 16,0-3-41-16,4-1 6 15,3-5 82-15,7-5-87 16,6-10 14-16,7-9 6 16,10-9 3-16,13-14 6 0,11-9-30 15,10-6 0 1,5-2 15-16,4 4-15 0,-2 6-6 16,-8 6 6-16,-6 10 0 15,-14 11 10-15,-12 9-10 16,-14 7 0-16,-11 11 0 15,-8 5 0-15,-8 1-5 16,2 3 4-16,-2 0 2 16,0 0-7-16,0 0 6 15,0 0-47-15,0 0 40 16,0 6-103-16,-2-2-152 16,-1 8-101-16,-21 23-451 15</inkml:trace>
  <inkml:trace contextRef="#ctx0" brushRef="#br0" timeOffset="66785.78">15357 11636 1682 0,'0'0'190'0,"4"3"-47"0,2 3-1 0,5 6-32 0,6-3-14 0,1 1 3 0,7-1-14 16,7-1 11-16,4-1-43 15,13 5 50-15,6 6-55 16,13 5-10-16,7 4-1 16,6 6-20-16,7 4-8 15,52 27-9-15,11 0 12 16,-4-14 36-16,-105-34-48 16,-7-2-26-16,-6-2-5 15,26 13-194-15,20 17-484 16</inkml:trace>
  <inkml:trace contextRef="#ctx0" brushRef="#br0" timeOffset="70212.5">15595 12198 1211 0,'-2'0'351'0,"0"1"-168"0,1-1-98 0,1 0-44 0,1-1 31 0,1 1-38 0,2-3 82 16,-3 3-73-16,2-7 1 15,5 1 20-15,0-2-1 16,4-5-7-16,1-5 7 16,5-1-18-16,4-8 64 0,3-5-76 15,10-2 0-15,2-14 21 16,6-2-16-16,7-6-20 16,2-2-6-16,5-4-2 15,3-2 44-15,-1-3-54 16,2-1 0-16,1-2 8 15,2-4-8-15,1 1 1 16,-1 0-1-16,-4 0 2 16,-6-1 11-16,-1 2-13 15,-4 1 0-15,-4 5 5 16,1 6-5-16,-1 1 2 0,-1 2-2 16,-1 6 6-1,-3-2 15-15,-3 2-21 16,0 0-6-16,-5 5 6 15,-5 1 0-15,0 8-1 0,0 1 1 16,-5 4 0-16,1 5-6 16,-2 2 6-16,3 1 0 15,-6-1-1-15,1 5 2 16,-4 2-2-16,-4 2 1 16,0 2 0-16,-4 3 6 15,1-1-6-15,1 1-3 16,-3-1-5-16,2 2 16 15,0 1-8-15,-1-2 0 16,3 1 0-16,0-5 1 0,2 0-1 16,0-2 0-16,-4 2 0 15,4 2 0-15,-5 2 4 16,-1-1-4-16,1 2 0 16,-2-2 3-16,3-2-3 15,-1-1-4-15,0-1 3 16,-2 3 2-16,0 3 5 15,-4 6-6-15,2 1 0 16,-3 3-7-16,0 0 7 16,0 0-14-16,0 0 14 15,-3 3-13-15,0-3 12 16,1 3-43-16,-1-2 44 16,-4 2 24-16,1 6-24 0,-9 2 0 15,-2 5-1 1,-8 8 2-16,-3 5 13 15,-10 7-14-15,-1 10 0 0,-10 8-37 16,-6 6 37-16,2 4-35 16,-4-1 26-16,0 4 9 15,0 3 11 1,-5 1-11-16,1 8 0 0,-39 43-11 16,71-80 11-16,-30 41-11 15,-26 40 10-15,60-80 2 16,-24 38 2-16,0-3-3 15,3-5 0-15,0-8 8 16,1-8-8-16,-2-6-5 16,4-3-4-16,-3-3 18 15,4 0 3-15,2-3-12 0,2 3 0 16,0-6 11-16,2 0-11 16,3 0-5-16,3-2 4 15,1-4 2-15,5-3 17 16,1-4-18-16,3-4 0 15,5 0 33-15,-2-1-24 16,4-2-6-16,0 1-3 16,3 1 7-16,1-3 1 15,5 0-8-15,-5 0 0 16,6-2-5-16,-1-2 5 16,4-2-9-16,0-2 9 15,2 4 0-15,0 1 21 16,-2 0-21-16,2-2 0 15,-2-2 6-15,0-1-6 0,0-3 0 16,0-4-1 0,0-3 7-16,0 0-3 0,1 0-3 15,-1 0-6-15,3 0-9 16,-3 0 15 0,0 3 0-16,3 8-2 0,-2-1 13 15,1 4 2-15,-1 2-13 16,-1 1 0-16,-1-4-4 15,1-7 11-15,-2 2-7 16,1-2 0-16,-2 0 0 16,0 4 9-16,0 2-9 15,-1 5 0-15,-1 2 6 16,2 4-6-16,0-5-1 16,0-5 1-16,1-4 0 15,1-6 9-15,-1-3-9 0,2 0 0 16,0 0 8-16,0 0-8 15,2 0 0-15,-1 0 0 16,1 0 1-16,-1-3-6 16,-1 3 5-16,0 0 0 15,2 0-7-15,-2 0 7 16,-2 0-8-16,2 0 8 16,0 0 0-16,2-3-2 15,-1 0 2-15,7-4 0 16,8-14 23-16,4-5-14 15,4-10-8-15,3-7-1 16,2-2 11-16,3-9-8 16,3-3-3-16,1-10-32 15,3-10 31-15,27-57-18 0,15-35-3 16,15-17 5-16,-30 77 17 16,-2 15-3-16,-31 55 3 15,-1-4-3-15,-2 4 3 16,30-35 1-16,-8 4-1 15,-5 10 0-15,-5 8 1 16,-3 2 19-16,-1 4-20 16,-5 2 0-16,-1-3 0 15,-4 2 1-15,0-1-1 16,-3 1 0-16,2 0 2 16,2 1 7-16,-2 3-9 15,-3 3 0-15,2 4 10 0,-4 2-10 16,-1-2 8-16,4-1-8 15,2-2 0-15,1-4 3 16,4-1-3-16,0 2 0 16,-1 0 5-16,1 3-4 15,-3 5 0-15,-4 2-1 16,-4 8 9-16,-8 4 12 16,-2 6-21-16,-6 6 0 15,-5 6 8-15,1 0 7 16,-2 0 1-16,1 0-16 0,0 0 9 15,-2 0-7-15,2 0-2 16,0 0-11-16,-2 0 11 16,2 0 0-16,2 0 7 15,-2 0-7-15,0 0 0 16,0 0 0-16,0 0 0 16,0 0-11-16,0 0 5 15,0 0 3-15,0 0 3 16,0 0-24-16,-6 6-41 15,0 2 55-15,-2 8-131 16,-7 8-313-16,-59 55-97 16</inkml:trace>
  <inkml:trace contextRef="#ctx0" brushRef="#br0" timeOffset="72038.95">14923 9945 849 0,'-3'-3'744'0,"1"2"-512"0,-4-2-70 0,2-2-43 0,4 1-65 0,-2-1 16 0,2 2-55 15,0 0 5-15,2-1 22 16,-2 4-18-16,0 0 48 16,0 0-17-16,0 0-25 15,4-3 53-15,2 6-62 16,4 1-2-16,5 0 7 15,7 4-16-15,7 4 13 16,6 3-23-16,6 2 0 16,9 2 17-16,5 4-17 15,4 4 0-15,4 4 0 16,9 13 12-16,57 46 50 16,38 39 19-16,22 18-68 15,-65-48 40-15,1-11-53 16,-1-8 0-16,-9-11 0 15,-3-3 6-15,-10-6 8 0,-8 3-14 16,-52-33 0-16,-1 1-5 16,-3 2 5-16,37 27 0 15,-1 0 0-15,-5-1 1 16,-1-3 8-16,-3-2-9 16,0 0-5-16,-1-2 5 15,-5-4 1-15,1-6 1 16,-9-4-2-16,-3-1 6 15,-6-7 7-15,-1 0-13 16,-7-3 0-16,0 0 18 16,-5-5-16-16,-6-2 4 15,0-2-12-15,-4-5 21 16,-4-2-11-16,0-2-4 16,-2-2 0-16,5 2 12 15,-4-4-2-15,3 1-9 0,-7 0-2 16,0-2 13-16,-2 3 3 15,0-1-15-15,1-2-3 16,-3 2 3-16,1-3 1 16,3 2 6-16,-5 1-7 15,2-3 1-15,-1-2 13 16,-2 1-14-16,-2 1 0 16,3-3 3-16,-5 0-2 15,1 0-1-15,-1 0 3 16,0 0 11-16,0 0 41 0,0 0-55 15,-1-3 1-15,-1 1 31 16,-3-5-13-16,-5-7-8 16,-2-10-11-16,-8-5 7 15,-3-2-10-15,-9-8 3 16,-3-3-27-16,-8-9 18 16,-8-5-9-16,-2-6 9 15,-11-3 0-15,-5-2 9 16,-5 4-33-16,-7 1 33 15,0 8-21-15,-8 0 20 16,-50-30-29-16,-13 0-25 16,-4-1 35-16,53 22 20 15,3-6-6-15,-8-6 6 0,4 2-16 16,1 12 15-16,10 13 1 16,48 31-1-16,0 5-8 15,1 5 9-15,-42-11-5 16,2 4 5-16,7 4-3 15,8-1 3-15,8-2 1 16,11-4 11-16,8-1-12 16,6-4 0-16,6 1 0 15,6-4 0-15,2-1 0 16,5 2 11-16,1 5-10 16,4 1 11-16,4 6-12 15,-4 4 0-15,3 1 2 16,1 4-2-16,-4-2-16 0,2-1 16 15,2 2 7-15,0-4 5 16,0-1-12-16,-1-4 0 16,3-1 5-16,-1-4-5 15,-2 0 0-15,4 0 0 16,0 2 0-16,1 3 12 16,0 4-12-16,0 0 0 15,3 2 8-15,-4-1-8 16,4-1-9-16,-3-3 9 15,1 2 0-15,0-2 12 16,-3-2-12-16,1 1 0 16,0-2-3-16,-3 3 3 0,1 0-7 15,2 4 5 1,3 2 4-16,1 3-8 16,1 2-65-16,3 4-185 15,5 7-22-15,53 43-263 0</inkml:trace>
  <inkml:trace contextRef="#ctx0" brushRef="#br0" timeOffset="73004.95">17513 11941 298 0,'-2'-2'1486'0,"1"-1"-1115"16,-2-2-82-16,1 4-118 0,4-2-72 0,1 0-78 0,7-1 0 0,5-2 27 15,12 6-48-15,8 4 0 16,8 8 10-16,6 5-10 16,-1 4 0-16,4 1 0 15,-2-2 6-15,-6-5 0 16,-5-6-6-16,-3-8 0 15,-6-2 4-15,-3-13 7 0,-6-2-11 16,-3-8 33-16,-3-6-6 16,-4-2 84-16,-6-3-79 15,-5-2-23-15,-4 1 45 16,-4-5-30-16,-2 4-15 16,-5 2-9-16,3 4 12 15,-1 7 18-15,5 7-30 16,3 7-8-16,1 4 8 15,4 3 0-15,-1 3-12 16,1 3-9-16,1-3-43 0,-1 0 52 16,0 0-77-1,2 3-59-15,-2 0-62 0,0 1-158 16,0 19-89-16</inkml:trace>
  <inkml:trace contextRef="#ctx0" brushRef="#br0" timeOffset="74168.64">14753 9891 1386 0,'0'1'210'0,"5"7"-123"0,3 6-41 0,4 17 22 0,6 13-4 0,0 13-29 15,1 12 4-15,-2 6-32 16,0-4 38-16,-4-13 18 15,0-17-63-15,-2-19 0 16,-3-12 0-16,-2-8 0 16,-4-4 73-16,3-8-25 15,1-6-31-15,0-8 34 16,-1-5-51-16,-2-1 12 16,-3-3 12-16,-2 0-12 15,-1-3 25-15,0-2-37 16,-3-2 0-16,3-7 0 0,3 4 0 15,2 1 0-15,5 9-1 16,4 6 2-16,-1 7 40 16,-1 7-41-16,0 6 6 15,0 4 4-15,1 2-1 16,2-1-6-16,1 0 22 16,2-1-24-16,7 0 41 15,2 0-42-15,2-1 8 16,-1 1 29-16,3-5-36 15,4 1 7-15,-2-2 20 16,2-2-22-16,-5 1 48 16,-2-2-39-16,-9 3-13 15,0-2 64-15,-9 4-49 0,-1 2-16 16,-3 4-2-16,-3 1-28 16,2 4-52-16,-1 5-163 15,3 48-134-15</inkml:trace>
  <inkml:trace contextRef="#ctx0" brushRef="#br0" timeOffset="82807.14">19763 8656 922 0,'3'6'128'0,"-2"1"-128"0,6 5-35 0,8 14-173 0</inkml:trace>
  <inkml:trace contextRef="#ctx0" brushRef="#br0" timeOffset="83234.58">20092 8710 2088 0,'-8'3'355'15,"-1"0"-260"-15,-4 4-88 16,1 2 7-16,5 1-14 16,6 1-183-16,20 26-318 15</inkml:trace>
  <inkml:trace contextRef="#ctx0" brushRef="#br0" timeOffset="83404.69">20340 8814 2184 0,'-8'0'354'0,"4"2"-290"16,-6-1-64-16,2 5-6 16,20 29-358-16</inkml:trace>
  <inkml:trace contextRef="#ctx0" brushRef="#br0" timeOffset="85136.04">22973 7490 1612 0,'-2'-9'244'0,"4"0"-164"0,-2-7-14 0,3-4-15 0,2-2-36 0,1-2 64 16,3-6-68-16,2 0-10 15,5-4 85-15,-2 4-35 16,4 6-12-16,-2 3-17 16,6 3-7-16,0 3 24 15,-1 3-39-15,3 6 0 16,-4 3 0-16,-7 6 0 15,-1 3-10-15,-7 11-10 16,-1 8 20-16,-4 14 39 16,-6 11-39-16,-4 7 1 15,-1 5 18-15,-1 1-19 16,-1-2 2-16,1-1-2 16,-2-2 1-16,4-2 41 15,0-5-42-15,2-6 0 0,-2 0 9 16,3-4-9-16,3-5 19 15,2-3-19-15,4-8 2 16,4-5-19-16,4-7 18 16,8-4-1-16,6-4 0 15,4-4-58-15,4 1-244 16,23-10-825-16</inkml:trace>
  <inkml:trace contextRef="#ctx0" brushRef="#br0" timeOffset="85620.6">23055 8238 1704 0,'0'-4'299'0,"0"4"-173"0,0 0-68 16,0 0-25-16,0 0-12 0,1 0-21 0,1 0 0 0,-1 0 81 0,2-2-46 0,6-2 47 15,2-3-19-15,1-1 9 0,-2-1 27 16,1 4-66-16,-10 2-15 15,1 3 78-15,-4 0-90 16,1 0-6-16,-1 1-7 16,1 1 7-16,1 0 17 15,1 1-17-15,-1-3 0 16,3 0-2-16,1 0 20 16,-3 0-18-16,2 0 21 15,1-3-12-15,1-1 35 16,-3 3-44-16,-2-2-19 0,-4 0-8 15,-3 2 7-15,-4-2-29 16,-8 3-35-16,-4 3-105 16,-2-1-105-16,-34 14-195 15</inkml:trace>
  <inkml:trace contextRef="#ctx0" brushRef="#br0" timeOffset="87429.64">22863 8645 1773 0,'0'5'318'16,"0"-5"-192"-16,1 3-98 0,1 3 4 0,4 1-17 0,3 4 6 0,4-2 22 0,5-3-4 0,6-2 23 15,4-2 14-15,6-2-10 16,1-5-18-16,3-1 5 15,1-6-46-15,-1-3 76 16,2-3-83-16,7-3 1 16,0-3 26-16,6-6-3 15,1-3-24-15,-1-6 0 16,1-8 9-16,-6-8 20 16,0-4-29-16,-4-1 0 0,-4 0 27 15,-4 5 0 1,-10 1-4-16,-1 2 7 0,-4-1-20 15,-6 1 28 1,3-3-38-16,-6 0 0 0,2-2 0 16,-2-2 0-16,-1-2-10 15,1 1 9-15,-4 3 2 16,-2 6-19-16,-5 6 18 16,-2 3-15-16,-5 2 15 15,-2 2 0-15,-5-3-5 16,0 1 5-16,-4-1 0 15,2 2-10-15,2-3 10 16,-1 6-6-16,2 2 6 16,0 4 0-16,3 0-2 15,-3 5-4-15,-3 1 5 0,-3 1-37 16,-3 2 38 0,-5 0-22-16,-1 0 21 0,2 6 0 15,-2-2-5 1,3 3-7-16,6 1 13 0,5 2 10 15,1 2-10-15,2-1-6 16,3 5 5-16,-1-1 2 16,-3 0-2-16,-1 2-9 15,-5 3 10-15,-6 1-17 16,-6 1 17-16,-3 3-9 16,1 0 8-16,1-1 2 15,3 2 1-15,1-1-2 16,2 2 0-16,-1-1 9 15,-1 1-9-15,0 0-11 16,1 1 11-16,2 2 1 16,-5 2 9-16,-1 2-10 15,-1 2 0-15,2 2-9 0,-3 1 9 16,3-2-1 0,3-1 0-16,3 2 2 0,0-2 7 15,4 1-8-15,-1 1 0 16,3 2-4-16,-1 1 4 15,-1 1-8-15,0-2 8 16,1 2 0-16,-3 0 16 16,3-3-16-16,-1 1 0 15,3 1-6-15,0-2 6 16,1 3-8-16,-2 1 7 16,1 5 2-16,-4 3 11 15,6-3-12-15,-1 5 0 16,3-6-10-16,0 1 10 0,1 0 0 15,1 1 6 1,2 2-6-16,2-1 18 0,0 2-18 16,1 0 0-16,-1-6 6 15,2 2-6-15,2-1 0 16,-3 3-2-16,1-1 4 16,0 7 16-16,-2 1-18 15,4 1 0-15,-1 2 3 16,4-6-3-16,2-1 0 15,-1-2 0-15,2-4 1 0,0-1 26 16,-2-1-27 0,2 3 0-16,-3-1 41 0,0 5-41 15,-2 1 0-15,0 0-6 16,2 2 19-16,-2 0-11 16,3-4-2-16,0-3 0 15,2-2 9-15,2-2-9 16,-1 1 0-16,1 0-1 15,0-1 11-15,0-1-4 16,-2 5-6-16,5 2 0 16,-4 2 11-16,3 1-11 15,3-5-9-15,3-2-9 16,0-7 18-16,6-1 40 16,3-2-40-16,1-5 2 15,0 1 50-15,0-4-52 0,-2 2 0 16,-1 0-1-1,-2 5 12-15,0-2 21 0,0-2-32 16,-2 0 0-16,4-3 8 16,3-3-2-16,-2 2-5 15,3-6-1 1,-2 0 18-16,2-3-2 0,-5 0-16 16,-1-1-6-16,0 1-21 15,-2-1 27-15,1-3-154 16,33-23-387-16</inkml:trace>
</inkml:ink>
</file>

<file path=ppt/ink/ink4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6T02:22:10.404"/>
    </inkml:context>
    <inkml:brush xml:id="br0">
      <inkml:brushProperty name="width" value="0.05292" units="cm"/>
      <inkml:brushProperty name="height" value="0.05292" units="cm"/>
      <inkml:brushProperty name="color" value="#FF0000"/>
    </inkml:brush>
  </inkml:definitions>
  <inkml:trace contextRef="#ctx0" brushRef="#br0">13707 8650 1524 0,'-2'-1'203'0,"2"1"-137"0,-2-3-21 0,2 3 6 0,0 0 7 0,0 0 4 0,2 0-17 0,-2 0 1 15,2 0 2-15,2-6-22 0,4 4 5 0,3-1-13 0,7-4-9 0,16-1-8 16,10-2-1 0,9 0 0-16,12 0 1 0,-1 2 0 15,5 2-1-15,1-2 0 16,-8 0 1-16,-9 4-1 15,-6 0 2-15,-22 2-2 16,-14 2-12-16,-13 4 6 16,-21 0 6-16,-19 6 0 0,-22 8 11 15,-21 4-10 1,-9 2 1-16,-4-3-2 0,7-6 15 16,6-2 2-16,12-5 19 15,17-2 4-15,9-5-7 16,21 2-4-16,8-3-13 15,11 0-1-15,9 0-15 16,13 0 3-16,12-3-3 16,21 0 8-16,16-8 1 15,9 1-9-15,1-4 1 16,2 2 0-16,-7 1 1 0,-9 2-2 16,-13 0 1-1,-14 6-1-15,-20 2-10 0,-8 2-2 16,-20 5 12-16,-12 0 1 15,-20 3 1-15,-11 2-2 16,-2 0 1-16,4-5 7 16,11-5 8-16,17-1-2 15,10-4 26-15,11 2-13 16,7 1-27-16,13-2 5 16,14-2-5-16,13-6 0 15,12 1-6-15,3-1 5 16,3 4-19-16,-5-1-14 15,-5 4-1-15,-9 2-2 16,-12 2-47-16,-16 2-20 16,-11 2-22-16,-15 4 62 0,-16 4-17 15,-11 2-134-15,-88 18-327 16</inkml:trace>
  <inkml:trace contextRef="#ctx0" brushRef="#br0" timeOffset="1891.23">19630 8638 1403 0,'0'-2'161'0,"0"1"-118"0,-2-2 8 0,4 2 38 0,0-2-28 0,5 1-55 0,5-2 12 0,1-1-12 0,0-2 0 0,5 3-5 0,-2 0 0 16,8 0-1-16,-2 2 0 15,7 2-26-15,2 0 14 16,-4 4-21-16,0-2-18 16,-14 2 23-16,-6-2 16 15,-7-2 12-15,-9 0 0 16,-18 0 37-16,-22 0 25 15,-16 5-35-15,-12-4 19 16,0 2 43-16,11-3-14 0,8-4 18 16,20-1-14-16,18 3-22 15,11 0-39-15,15 4-7 16,17 2-5 0,22 6 9-16,26 1-8 0,14 4-7 15,9 2-1-15,-1 1-9 16,-13-3-31-16,-14-3 8 15,-23-2-9-15,-30-2-52 16,-26-3 14-16,-36-1 67 16,-29-4 1-16,-25-2 12 15,-10-6-2-15,2-4 1 16,4 3-52-16,-140-10-307 16</inkml:trace>
  <inkml:trace contextRef="#ctx0" brushRef="#br0" timeOffset="4433.92">10428 12172 1398 0,'-31'54'167'0,"-50"120"-77"15,48 43-23-15,47-53-43 0,15-33-22 0,0-77 4 0,2 0-6 0,3-6 0 0,30 46 0 0,9-9 0 0,8-17 0 0,-2-12-5 0,4-14-167 16,104 8-1122-16</inkml:trace>
  <inkml:trace contextRef="#ctx0" brushRef="#br0" timeOffset="10070.9">11455 13930 1386 0,'-2'-6'354'0,"0"4"-258"0,-3-4-96 0,5 6-68 0,7 2-215 0,36 14-1004 0</inkml:trace>
</inkml:ink>
</file>

<file path=ppt/ink/ink4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6T02:22:36.251"/>
    </inkml:context>
    <inkml:brush xml:id="br0">
      <inkml:brushProperty name="width" value="0.05292" units="cm"/>
      <inkml:brushProperty name="height" value="0.05292" units="cm"/>
      <inkml:brushProperty name="color" value="#FF0000"/>
    </inkml:brush>
  </inkml:definitions>
  <inkml:trace contextRef="#ctx0" brushRef="#br0">18727 4273 1083 0,'2'-2'314'15,"2"2"-226"-15,-2-2-58 16,0 0 41-16,2-2 44 16,3 0-52-16,1 0-19 15,0 2 10-15,-4-2 0 16,3 2-18-16,-3 0-6 16,-2 0 16-16,2-2 11 0,1 0 9 15,-2 0-25-15,1 2 5 16,-8 2-14-16,4 0 16 15,-6-2-12-15,4 2-29 16,0 0 11-16,-4-2-4 16,-1 0 20-16,-13 2-17 15,-5-2-16-15,-8 4 26 16,-3 2-12-16,1 2-7 16,6 4 1-16,-5 2-8 15,8 2 8-15,3-2-9 16,6 2-11-16,7-4 10 15,6 2-17-15,2 0-29 16,5 2 38-16,8 2-9 16,2 0-9-16,5 0 15 15,5 2-16-15,2-4-7 0,6 2 35 16,-2 1 0-16,-2-6-15 16,0 3 14-16,-6-3 1 15,0-1 0-15,-9-5 13 16,-6 2-13-16,-4-4-1 15,-2 0-12-15,-2 5 13 16,-4-2 3-16,-2 2 21 16,0 0-8-16,-5-2 25 15,-1-1 28-15,-1 0-24 16,-8 1-2-16,-1-3-1 16,-4 0-9-16,-7 1-18 15,10-4-6-15,6 2-8 16,3 0-1-16,1-2 0 0,0 2-9 15,3 2-56-15,-1 2-85 16,6 2-135-16,11 24-81 16</inkml:trace>
  <inkml:trace contextRef="#ctx0" brushRef="#br0" timeOffset="626.79">19186 4323 1080 0,'0'-4'181'0,"0"0"-65"0,0 0 106 0,-2-4-74 0,2 2-49 0,-2 2-28 0,0 0 16 0,2-2 30 0,-2 4-48 16,2-2 0-16,0 0 13 16,-5 2-11-16,5-2-4 15,0 0-17-15,0-2-19 16,0 2 2-16,5 0 0 16,-5 2-9-16,0 0 5 15,0 2-5-15,-5 0-23 16,5 0 11-16,0 0-12 15,0 2-14-15,-2 2-14 16,-2 8-1-16,-8 14 29 16,-1 10 2-16,-5 10-1 15,7 2-1-15,0-1 2 16,6-7-1-16,3-3 5 0,0-2-6 16,2-9 0-1,0-4 0-15,0-10-11 0,-5-2-52 16,5-4-52-16,0-4-52 15,0-2-43-15,0 0 30 16,-6-2-111-16,-17-22-482 16</inkml:trace>
  <inkml:trace contextRef="#ctx0" brushRef="#br0" timeOffset="820.72">18993 4507 1214 0,'0'-1'327'0,"0"-3"-138"15,0-2-78-15,2 2 8 16,0 0 16-16,2 1-62 0,8 2-22 16,3-3-36-16,8-2 6 15,4 2-9-15,6 1-12 16,3 3 0-16,1 3-36 16,4-2-158-16,-1 2-142 15,55-6-1106-15</inkml:trace>
  <inkml:trace contextRef="#ctx0" brushRef="#br0" timeOffset="1790.82">19508 4470 1545 0,'0'0'195'15,"0"0"-133"-15,0-3 103 16,0 3 6-16,0 0-108 16,0 0-35-16,0 0 4 15,0 0 11-15,0 0-8 16,0 0-4-16,0 0-11 16,0 0-8-16,0 0-2 15,0 0 4-15,0 0-5 16,-10 3-9-16,1 1 0 0,-6 7 1 15,-11 7-1 1,-3 7-1-16,2 3-7 0,4 0 7 16,10 0 1-1,7-4-5-15,-1-4 4 0,7-4-3 16,5-6 4-16,-3-4 6 16,2-2-6-16,2-4 6 15,5-4 9-15,7 0 2 16,3-4-1-16,0-4-1 15,-2-2-6-15,-6 0-8 16,-2 4 1-16,-6 0 8 16,-5 8-10-16,0 2-5 15,-2 0-16-15,2 2 3 16,0 6-9-16,0 2 18 16,2 4 9-16,2 0-30 0,7 0 24 15,5-4 6 1,9-2 0-16,0-4 16 0,3-6-16 15,8-6 2 1,-3-2 4-16,1-6-5 0,-5-2 7 16,-7-6 1-16,0-6-3 15,-6-3 0-15,-8-4 9 16,-1-3-15 0,-5-6 1-16,0 1 4 0,0 5 15 15,-2 6-14-15,2 6 1 16,4 6 10-16,0 8-5 15,-1 6-6-15,-3 4-5 0,0 4-1 16,-2 0-30 0,0 2 7-16,-2 6 1 0,0 8 10 15,-1 8 12-15,-1 10 0 16,-3 6 0-16,2 2 0 16,3-2 0-16,4 0 1 15,0-8-1-15,4-6 6 16,0-8-4-16,-1-4-1 15,-3-7 5-15,0-5-3 16,0 0 6-16,0-2 17 16,2-2-7-16,4-4 7 15,7-6 5-15,3 0-17 16,0-3 1-16,-5 6-14 16,-6 0 0-16,-3 8-1 0,-4 1-12 15,2 8-15-15,3-1 5 16,1 12 16-16,8 2 5 15,-1 4 1-15,3-1-17 16,4-4-22-16,-2-4 5 16,2-4-44-16,-5-4-33 15,-3-6-44-15,-1-4-43 16,6-28-381-16</inkml:trace>
  <inkml:trace contextRef="#ctx0" brushRef="#br0" timeOffset="2003.05">19837 4295 1382 0,'5'0'282'0,"-1"-2"-192"0,9-2-10 0,3 2 14 15,5-4-28-15,5 4-24 0,3 2-15 0,-2 2-6 0,2 0 5 0,2 2 20 0,0-2-35 0,-2-2-11 0,2 2-70 16,-6 0-160-16,15-4-465 16</inkml:trace>
  <inkml:trace contextRef="#ctx0" brushRef="#br0" timeOffset="2270.59">20040 4435 1584 0,'0'0'211'16,"0"0"-113"-16,0 0 109 15,0 0-9-15,0-1-78 16,0 1-36-16,0 0-18 15,-2 0-23-15,4 0-24 16,-2 0-19-16,0 0-50 16,0 0-128-16,10 0-145 15,32-9-489-15</inkml:trace>
  <inkml:trace contextRef="#ctx0" brushRef="#br0" timeOffset="2690.32">20468 4485 1549 0,'-2'-1'160'0,"0"1"-118"16,-1-3 17-16,-1 3 49 15,-6-1-69-15,0 2-8 16,-4 2 19-16,1 1 40 0,-2 1-41 15,1 5-29 1,5-2-20-16,7 2 0 0,4 7-15 16,9 2 15-16,7 4-31 15,9-1-11-15,2 0 24 16,-1-6 7-16,-1 2 11 16,-4-4 1-16,-7-4 6 15,-10-4-5-15,-4 0-2 16,-2-6 0-16,-4 2 0 15,-6-2 31-15,-7 0 14 16,-3-2-25-16,-7 0-5 16,3-6 1-16,2 2-1 15,3 0-7-15,4-6-8 16,6 2-15-16,4-4-93 0,10 0-94 16,11-8-52-16,50-36-227 15</inkml:trace>
  <inkml:trace contextRef="#ctx0" brushRef="#br0" timeOffset="3107.7">20680 4305 1403 0,'4'-8'234'0,"0"0"-112"0,3-10 16 16,2 6 22-16,-4 4-43 16,-1 2-39-16,2 4-30 15,-1 0-27-15,1 2 3 0,0 2-19 16,2 2-5-1,-1 8 0-15,-3 8 22 0,2 14-13 16,-2 4 8-16,-2 9-16 16,-2 0 0-16,2 1 4 15,0-3-4-15,0-8 11 16,2-6-4-16,1-7-8 16,-1-8 6-16,-1-8-5 15,2-4 5-15,-5-4 2 16,2 0 14-16,0 0 13 15,0-4 40-15,5-4-12 16,1-6-42-16,2-2-9 16,1 8 4-16,-7 2-11 15,-2 4-5-15,-2 2-12 16,0 2-9-16,4 0-15 0,3 6 11 16,5 6 10-16,3 4-14 15,3-2-20 1,-1 4-59-16,-1-4-45 0,-1-4-71 15,28-2-85-15</inkml:trace>
  <inkml:trace contextRef="#ctx0" brushRef="#br0" timeOffset="3305.38">20856 4347 1739 0,'11'-2'188'0,"5"2"-140"0,8 0 49 0,2 0 25 0,3 2-73 16,-4 0-49-16,2 0-3 0,-8 6-199 0,31-2-334 0</inkml:trace>
  <inkml:trace contextRef="#ctx0" brushRef="#br0" timeOffset="3519.09">20915 4437 1650 0,'0'0'180'0,"0"0"-132"0,3 0 26 15,-3 0 62 1,0 0-83-16,0 0-43 0,2 2-10 16,3 2-84-16,35 14-169 15</inkml:trace>
  <inkml:trace contextRef="#ctx0" brushRef="#br0" timeOffset="4238.79">21288 4556 1561 0,'-3'0'220'16,"3"0"-170"-16,-2 0 16 16,2 0 21-16,-4 4-53 15,-3 4-5-15,-2 4-10 16,-3 4 10-16,0 2-8 15,5 0-5-15,5 2 5 16,2-2 24-16,4-2-12 16,5 0-1-16,5-2-13 15,-1-4-2-15,5-4 1 16,4-2 4-16,5 0-15 16,4-10-7-16,4-2-15 0,4-6-29 15,-1 0 5 1,-5-4 18-16,-11-2 20 0,-4 6 0 15,-10 2 1-15,-5 4 14 16,-3 4-14-16,-5 4-16 16,-6 4 1-16,-11 6 5 15,-3 6 9-15,1 4-7 16,2 0 7-16,9-4-7 16,5 0-3-16,6-8 11 15,2-4 0-15,2 0 10 16,-2-4-1-16,3-4 11 15,-1 4 10-15,3-4 15 0,4-2-5 16,1 0-28-16,0-2-12 16,-3 4-7-16,-1 2-29 15,3 2-4-15,2 2-16 16,-2 2-29-16,2 0 23 16,3-2 2-16,3-2-12 15,-1-6-13-15,3-4 7 16,2-6 54-16,-1-2 24 15,-2-6 4 1,0-6 38-16,-3-4 21 0,-3-4 18 16,-6-1 14-16,-2 2-2 15,-4 6 19-15,-2 9-14 16,2 14-22-16,0 2-32 16,0 8-44-16,0 4-17 15,2 6-8-15,1 14 19 0,6 17 6 16,0 7 0-1,-1 10-1-15,2 2-175 0,-3 98-188 16</inkml:trace>
  <inkml:trace contextRef="#ctx0" brushRef="#br0" timeOffset="4822.55">19115 4923 1706 0,'0'0'171'16,"0"0"-120"-16,-2 0 42 0,2 0 42 0,0 0-28 0,2 2-32 0,0-4-5 0,3 4 1 0,13-2-19 0,9 2-14 0,19 6-11 16,19 0 1-16,5 2-14 15,3 0-13-15,0 4 0 0,-10-2-1 16,-10 2-90-16,-18-4-121 16,-21 2-103-16,-22-4 20 15,-29-2-206 1,-138 12-575-16</inkml:trace>
  <inkml:trace contextRef="#ctx0" brushRef="#br0" timeOffset="4940.16">19222 5053 978 0,'-26'-8'525'16,"10"4"-270"0,-15-2-78-16,20 2 59 15,11 4-50-15,6 0-104 0,13 0-25 16,14 0-43-16,15 0-14 16,17 6-39-16,105 12-320 15</inkml:trace>
  <inkml:trace contextRef="#ctx0" brushRef="#br0" timeOffset="7393.44">14457 9308 1493 0,'-2'-2'348'0,"4"2"-230"0,-4-2-22 0,2 2 27 0,2 0 17 0,-2 0-46 0,2 0-5 0,0 2-19 0,-2-2-34 0,2 0-16 16,5 0-5-16,7 0 1 0,7 0 10 16,10 6-20-1,10-4 1-15,3 0-5 0,1 0-1 16,-5 0-1-16,-4-2 1 16,-12 2-1-16,-5 2-27 15,-11-2-42-15,-6-2-41 16,-6 2 26-16,-8 2 42 15,-9-2 41-15,-10 0 0 16,-10 0 1-16,-1 0 9 16,4-4 1-16,2 2 2 0,7-2 18 15,11 0 14-15,8 2-4 16,6 0-1 0,8 0-7-16,0 0-32 0,7-2 0 15,9 2 12-15,11 0-12 16,9 0 6-16,0 0 0 15,1 0-6-15,-8 0 0 16,-8 0-54-16,-6 2-130 16,-11 0-134-16,-47 2-517 15</inkml:trace>
  <inkml:trace contextRef="#ctx0" brushRef="#br0" timeOffset="8882.7">11704 11021 1167 0,'8'2'144'0,"0"-2"-100"0,15 0 46 0,-4 3 40 15,2-3-73-15,-4 3-37 0,-1-2-11 0,-9 2-8 0,-5-3 10 0,-2 2-11 0,-5 0 6 0,-7-2 34 0,-7 2-11 16,-8 2 10-16,-2-3 19 16,-6 4 20-16,2-5-1 15,1 0-5-15,8 0 1 16,-1 0-19-16,12-5-1 0,4 5-17 15,5 0-8 1,4 0-11-16,4 0-17 0,1 0-16 16,6 0-2-16,5 5 18 15,8-3 0-15,2 2-2 16,1 0 1-16,2-2-13 16,-2 2 14-16,-4-2 0 15,-4 0-1-15,-7 4-1 16,-8-4-8-16,-2 0-16 15,-4 0 4-15,-7 0 11 16,-7 0 11-16,-3 2 9 16,-10-2-1-16,2-2-1 15,0-2-1-15,7 0 2 16,11 0-1-16,3 0 5 16,6 0-2-16,4 2-10 15,5-2-35-15,11 2 23 16,9-2-4-16,4 0 14 0,9 0-14 15,3-2-13-15,-3 2 4 16,-2 2-53 0,-4 2-113-16,13 4-274 0</inkml:trace>
  <inkml:trace contextRef="#ctx0" brushRef="#br0" timeOffset="14259.14">19142 5859 1440 0,'0'-4'206'0,"2"2"-106"0,-2-2-11 0,3 0-11 0,-1 0 3 0,0 0-8 0,0 2-31 0,-4 2-4 0,2-4-1 0,0 4-11 0,0 4-7 0,0-8 8 0,0 8-16 0,0-4 16 0,-2 0-8 15,2 2-19-15,-5 0 0 16,-1 6-11-16,-10 10 11 16,-4 8 0-1,-6 4 8-15,-6 8-8 0,1 0 17 16,-4 7-8-16,-6-1-8 16,-3 2 9-16,-4 2-9 15,0-2-1-15,-6 0 1 16,3-4 6-16,0-4-7 15,0-1 0-15,-1-5 0 16,6-3 0-16,-2 2 0 16,4-5 1-16,0-2 6 15,10-4-6-15,5-6 7 16,1 0-8-16,5-2 0 0,3 0 0 16,-5 0 0-1,-2 4 0-15,-4 0 0 0,0-2-6 16,3 0 6-16,-2-2 0 15,1 3-3-15,7-2 1 16,-2-3-2-16,6 0 2 16,0 2 2-16,2-2-1 15,-6 4 1-15,2 4 0 16,-7-4 6-16,2 5-11 16,-4 1 5-16,0 0 0 15,0 0 1-15,4-6 0 16,0 2-1-16,7-6-4 0,2 0 4 15,3-2 9-15,2-2-9 16,0 4 0-16,-1-4 0 16,-3 4 1-16,-1 2-1 15,1 0 0-15,-1 2 0 16,1-4 0-16,-1 2-1 16,5-4 2-16,-1 2-2 15,3-4 1-15,-3 0 0 16,-2 0 1-16,3 0-1 15,-7 2 2-15,3-2-2 16,-2 6 1-16,0-3-1 16,3 2 0-16,-1 0 0 15,1-2 0-15,3 4 0 0,-1-3-1 16,-5 2 1-16,7-2 0 16,-4 4 0-16,-1-4 0 15,-1 6 0 1,-6-2-1-16,2 0 1 0,1 2 0 15,4-4 0-15,-1 2 0 16,-1-2 0-16,-4 6 0 16,-1-2 0-16,3-2 1 15,-4 2-1-15,6 0 0 16,-2-4 0-16,6 2-1 16,2-4 1-16,2 2 0 15,-3-2 0-15,2 4 0 16,-3-2-1-16,-6 5 1 15,3-2-1-15,-3 3 1 16,-8 7 0-16,-8 7-2 0,-8 4 2 16,-4 8 1-16,-4 0-1 15,9-4 1-15,11-10 0 16,12-12 0-16,11-10-1 16,3-4 0-16,3 0 0 15,-2 0 1-15,2 0-1 16,-1 0 1-16,-2 0-1 15,1 2 0-15,0 4 0 16,-3-3 0-16,-1 2 0 16,0 4 0-16,2-8 0 15,1 1 0-15,1 1 0 16,2-4 1-16,-2 1-2 0,0-1 2 16,2 1-1-16,-4 0 0 15,2 1 0-15,-3 4 0 16,-2-4 0-16,2 5 0 15,-2-2 1-15,-1 2-1 16,2 3-1-16,-1-1-8 16,1 2 9-16,-6-2 0 15,3 0 6-15,0 1-5 16,-1 0-1-16,-3 3-6 16,-1 2 6-16,-1-2 7 15,1 0-7-15,7-4 0 16,3 0-2-16,-1-4 1 15,0 2 1-15,3-4 0 0,-1 0-1 16,3-4 1 0,2 0 0-16,-2 0 8 0,2 2-8 15,-2-2 0-15,2-2-1 16,0 0-5-16,0 2 6 16,0-2 0-16,0 0 1 15,2 0 5-15,-2 0 7 16,0 0-12-16,0 0 11 15,0 0-5-15,2 0-6 16,-2 0-1-16,-2 0 9 16,2 0-2-16,0 0 8 15,0 0-6-15,0 0 0 16,0 0 1-16,0-16-10 0,2 8-1 16,-2-4 0-1,2 0 0-15,-2-2 1 0,0 2-1 16,0 0 0-16,0 2 1 15,0-2-6-15,0 2 6 16,3-2 0-16,-1 2 2 16,0 3 3-16,0 0-4 15,5 1-1-15,-4 1 0 16,-1 4 1-16,2-3-1 16,0 2 0-16,3-6 0 15,-1 1-1-15,6 0 1 16,-1-4 1-16,1 4-1 0,-4-4 0 15,-1 6 1 1,1-1 3-16,-3 2-3 0,2-4-2 16,-2 2 1-1,1 2-1-15,-4 0 1 0,-2 4 9 16,0 1-9-16,-4-1-1 16,2 3-11-16,0 1-2 15,-3 6 14-15,-7 4-6 16,-1 4 5-16,0 4 1 15,0-2 1-15,0 0 0 16,3-4 0-16,1 0-1 16,5-4-1-16,-2 0 1 15,-4-4 0-15,4 4 0 16,1-2 0-16,1 0 2 16,0-2-1-16,-1-2 0 15,-1 0 0-15,6-2-1 0,0-2 0 16,0-2 0-16,0 0 1 15,0 0 8 1,3 0-8-16,-3 0 0 0,0 0 0 16,3 0 5-16,-3 0-6 15,0 0 0-15,0 0 0 16,0 0 5-16,0 0-5 16,2 0 0-16,1 0-7 15,3-2 7-15,5 4 6 16,5-2 0-16,3 0-12 15,4 0 7-15,-3 0-2 16,3 2 2-16,-8-2 2 0,1 2-3 16,-5 0-6-1,-3-2 6-15,-3 2 0 0,-3-2 6 16,0 0-6-16,-2 0 1 16,0 0-1-16,0 0 1 15,-2 0 0 1,0 0 5-16,0 0-5 0,-1-2 7 15,1 0 7-15,-2-4-15 16,0-4 0-16,-8-2-1 16,1-4 2-16,-2 0 4 15,-5 2 4-15,3-4 4 16,-3 2-13-16,-5 4 7 16,6 2-7-16,-1 2-4 15,5 3 2-15,1 4-5 16,1 1-1-16,5 1-50 0,-1 4-64 15,0 3-38-15,-2 6-44 16,-2 2-62-16,-7 18-1172 16</inkml:trace>
  <inkml:trace contextRef="#ctx0" brushRef="#br0" timeOffset="17323.82">11750 11139 1804 0,'-3'0'291'0,"3"-2"-192"0,-2-2-18 0,2 4 26 0,0-2-28 0,0 2-53 0,2 0-26 0,1 0-7 0,-3 0-3 0,2 0 9 15,-2 0 1-15,0 0 0 0,0 0 0 16,0 0 0-16,0 0 0 16,0 0 1-16,0 0 0 15,0 0-1-15,0 0 0 16,0 0 0-16,2 0-5 15,-4 0 4-15,2 0 1 16,0 0-16-16,0 0 15 16,0 0 1-16,0 0-9 15,0 0 9-15,0 0 0 16,10 4 1-16,-7-2-1 16,6-2 13-16,-4 2-7 15,-1 0-5-15,4-2-1 16,-3 4 0-16,2-2-2 0,2 0 1 15,-5-2 1 1,0 2 0-16,3-2 0 0,-3 0 0 16,4 0-1-16,-6 2 1 15,0-2-1-15,0 0 0 16,-2-2 2-16,2 2 4 16,-2 0-5-16,0 0 0 15,3 2 0-15,-3-2-1 16,4 0-8-16,0 2 9 15,1 0 1-15,4 0 0 16,-2-2 0-16,-1 0 0 16,6 0 0-16,-6 0 5 15,1 0-6-15,1 0 0 16,2 0 0-16,1 0-1 0,0 0-6 16,-2 2 7-16,-2-2-11 15,-3 0 10-15,-2 0 1 16,-2 0-12-16,-2 0-21 15,0 0 13-15,0 2 4 16,-7-2 11-16,-5 6 5 16,-6-4 0-16,-2 0 0 15,-3 0-6-15,3-2-3 16,2 0 3-16,4 0 6 16,1-2-1-16,6 0 1 15,0 2 0-15,0 0 0 0,2-2-2 16,-2 2-19-1,5 0-4-15,2 0-20 0,0 0 21 16,2 0-24-16,2 0-17 16,-2 0 31-16,2 0-14 15,2 2-6-15,8 0 31 16,-1 0 8-16,6 2 0 16,6-2-15-16,-3 0 2 15,3 0-1-15,-8 2 23 16,1 0 5-16,-10-4-1 15,-1 0 1-15,-8 0 1 16,-1 0 33-16,-6 0 14 16,0 0-25-16,-5 0-7 15,-4 0-1-15,6 0-7 16,4 0 1-16,0 0-8 0,7 0-3 16,0 0-89-16,2-4-71 15,22-16-998-15</inkml:trace>
  <inkml:trace contextRef="#ctx0" brushRef="#br0" timeOffset="18507.5">14463 9370 1125 0,'0'-2'354'0,"0"1"-193"0,0 1-103 0,2 0-23 0,5 0-5 0,7 1-18 0,3 1-11 0,8 2 5 0,-1 0-5 15,3 0 0-15,0-1 1 16,-7-2-1-16,-2 1 5 16,-5 0-6-16,-7-2-1 15,-6 2 1-15,-4-2 21 0,-3 2 0 16,-10 0 30-16,-5 2-22 15,-7 2-20-15,-5-2-9 16,5 4-18-16,-51 14-168 16</inkml:trace>
  <inkml:trace contextRef="#ctx0" brushRef="#br0" timeOffset="22392.1">11827 11115 1563 0,'-2'0'184'0,"4"0"-184"0,-2 2-95 0,4 4-71 0,8 12-293 0</inkml:trace>
  <inkml:trace contextRef="#ctx0" brushRef="#br0" timeOffset="22556.43">11850 11149 978 0,'-3'-2'854'0,"3"0"-717"0,0-2-94 15,0 4-43-15,0 6-24 16,-2 2-175-16,-2 18-430 16</inkml:trace>
  <inkml:trace contextRef="#ctx0" brushRef="#br0" timeOffset="26092.56">14700 9316 689 0,'0'0'597'0,"0"0"-489"0,2 0-73 0,2 0 74 0,5 2-38 0,3-2-26 0,0 0-18 0,1 0-8 0,4-2 10 0,3 2-11 0,-5 0-17 0,8 2 31 16,-6 0-20-1,5 0-11-15,1-2 9 0,4 4-9 16,2-4-1-16,-4 2-1 16,-4-2 1-16,-5 0 0 15,-7 2-1 1,-7-2 1-16,-4 4 4 0,-12-4-3 15,-12 4 6-15,-13 2-6 16,-9-2-2-16,-6 0-4 16,5-4 4-16,7-2 1 15,6 0 12-15,7 0 3 16,12 0-13-16,5 0 11 0,6 2-5 16,6 0-4-1,4 0-4-15,3-2-24 0,7 2 6 16,11 2 0-16,3 0-3 15,10 0 5-15,-3 0-2 16,-3 0 0-16,-6 0 7 16,-3 0 11-16,-6 2 11 15,-8-4-2-15,-7 0-9 16,-8 0 18-16,-7-4 20 16,-6 4-26-16,-8 0 10 15,-4 0-13-15,4 0-8 16,4 0-1-16,7 4-29 15,-11 10-269-15</inkml:trace>
  <inkml:trace contextRef="#ctx0" brushRef="#br0" timeOffset="34838.55">10939 11089 943 0,'2'-2'227'0,"-2"2"-124"0,2-4-26 0,0 0 70 0,-2-2-42 0,2-2-27 0,1 2 1 0,-1-2-25 0,0-2-40 0,0 4 100 16,0 1-30 93,-2 4-54-109,2 1-17 0,-2 0-5 0,0 0-7 0,0 0-1 0,0 0 1 0,0 0-7 0,0 0 3 0,0 0 3 0,0 0 8 0,6 1-8 0,-2-1 0 0,7 7-5 0,0-3 5 16,-2 4 1-16,6-4 0 0,-2 2-1 15,1 0-5-15,3-2 5 16,-3 2 1-16,-1-2-1 16,1-2 0-1,-5-2 6-15,-1 2-6 0,2-2 0 16,1 2-1-16,-3-2-7 16,2 2 8-16,-1-2 0 15,1 2 1-15,0-2 0 16,1 2 0-16,0-2-1 15,5 2-1-15,-1-2-1 0,1 6 1 16,-1-4-25-16,1 0 1 16,-3 0 7-16,5 0 12 15,-5 2 0-15,-1-2 10 16,1 0-4-16,0 4 1 16,1-4-1-16,0 0 0 15,3 2 2-15,3-2-2 16,-2 0 1-16,-2 2-1 15,3-2-6-15,-5 4 6 16,1 0 1-16,-3-2-1 16,-1 2-2-16,-3-2 2 15,-1 2 1-15,2-2-1 16,-2-2 0-16,-1 0 1 16,1 0-1-16,0 0 1 15,4-2-1-15,-2 0 1 0,0 0 0 16,0 2 5-1,0-2-5-15,1 2 0 0,4-2-1 16,-1 2 1-16,3-2 0 16,-1 0-1-16,1 4 2 15,7-4-2-15,-6 0 1 16,6 0-1-16,2 0 1 16,1 0-1-16,0-4 2 15,-1 2-1-15,2 0-1 16,0 0 1-16,-7 0 0 15,2-2 0-15,-4 2 5 16,2 0-6-16,2-2 1 16,-2-2 0-16,5 4 0 0,-3-2 0 15,-2-2 0-15,3 0 0 16,-1-4 4-16,3 2-5 16,-4-4 0-16,4 4 1 15,-5 0 1-15,-2-2-2 16,-2 4 6-16,-3 0-6 15,3-2-1-15,-1 2 1 16,5-2 0-16,-2-4 1 16,0 4-1-16,2-4 0 15,-3 1 0-15,2 3 0 16,-4-3-1-16,-1 4 1 16,3 1-1-16,-5 5 1 15,-1-6-1-15,1 6-5 16,2-3 6-16,-1 1-1 15,3 0-10-15,-3 0-5 0,-1-1 7 16,-3 0-3 0,4 0-5-16,-4 1-5 0,0 0 11 15,2-1-2-15,3 3-29 16,-1-4 7-16,-3 1 17 16,2 3-1-16,-3-2-1 15,-5 3 4-15,0-1-8 16,2-2-3-16,-2 3 12 15,0-4 7-15,5 2-1 16,-5 0 8-16,0-2 1 0,-1 1-1 16,2-1 1-1,-3 1 1-15,3-1 9 0,-1-2 13 16,2-2-16 0,-1 2 16-16,2 0-22 0,0-2 6 15,-1-2-6-15,-2 4-1 16,1 0 0-16,-3-2 12 15,-2 2 4-15,0 2-2 16,0-6 2-16,0 0-4 16,0 0 3-16,0-4 2 15,-5 0 22-15,3 2-18 16,0-2-15-16,0 0 4 16,0 0-4-16,-2 2-5 15,1-4 0-15,1 0-1 16,-3 4 0-16,1-5-6 0,1 2-6 15,1 1 12-15,-2-3-13 16,0 8-4-16,-3-5 16 16,-5 1-17-16,-1 1 11 15,3 1 6-15,-2-2 1 16,3 3 7-16,1 0 14 16,2 0-20-16,0 2 8 15,4-4-2-15,-5 2-6 16,3-2 5-16,-2 2-6 15,-2 2 2-15,-3 2-4 16,3 0 1-16,-2 2 0 16,-1-2 2-16,-2 4-1 15,-1 2 0-15,4-2-7 16,-5 2 6-16,3 0 1 16,1-2 0-16,-5 2 0 0,1 0-5 15,-1 0 3-15,-3 0 2 16,2 0 0-16,-1-2 1 15,1 2-1-15,-4-2 9 16,1 2-9-16,0-2 0 16,-2 2-1-16,5 0 0 15,-6 0 1-15,3 0 6 16,-5 0-5-16,3 2-1 16,-2-4 0-16,-3 4 0 15,4-2 0-15,-4 0-6 0,4 0 6 16,-4 0 0-16,0 2 0 15,4-2 2-15,-1 0-2 16,6 0 0-16,-6 0 0 16,3 2 0-16,-3-2-2 15,0 2 1-15,1-2 0 16,3 0-10-16,-2 0 10 16,4 2-26-16,-2-2 18 15,0 2-2-15,0 2 5 16,2-4-12-16,3 2 8 15,6-2 9-15,2 0 1 16,2-2 1-16,-1 2 0 16,-1 0-1-16,-1 0 12 15,-2 2-12-15,-1-2-13 16,0 2-7-16,-5 0-10 16,3-2 14-16,-3 0 3 0,-1-2 13 15,3 0 0-15,1-4 1 16,-3 4 0-16,3-4 1 15,-7 4-2-15,3 0 0 16,-8 2-9-16,0 0 8 16,-4 2 0-16,2 0 0 15,-4 0 1-15,2 0-2 16,-2-2 2-16,4 0 0 16,-2 0 10-16,2 0-9 15,1-2 7-15,-3 2-7 16,-2 0 11-16,4 2-3 15,0 0 17-15,3-2-17 16,0 0-3-16,8-2 6 16,-5 0 1-16,8 0-12 0,-5 0 0 15,5 2 8-15,-3-2-1 16,-1 2-2-16,1 0 3 16,-5 2-2-16,4-2-7 15,2 0 21-15,-3 0-9 16,2 0 1-16,-1 0-4 15,0 2-8-15,5-2 0 16,-5 2 8-16,2 2-8 16,-3 2-1-16,-1-2 0 15,0-2 0-15,-1 4 0 0,3-2 6 16,-6 4 11 0,3 2-7-16,-7 6 19 0,3 4-10 15,-3-2 7 1,1 4-14-16,5 0-11 0,8 3 1 15,1-2 7-15,12 1-9 16,8 1 1-16,5 3-3 16,3 2 4-16,6 0 8 15,0 2-8-15,5 2-1 16,0 0 0-16,4 4-1 16,4-4-38-16,3 2-44 15,9-7-49-15,7-7-35 16,102 2-447-16</inkml:trace>
  <inkml:trace contextRef="#ctx0" brushRef="#br0" timeOffset="36089.98">14673 9378 896 0,'0'0'207'0,"2"0"-155"0,2 0 5 0,7 4 18 0,-1-4-34 0,3 0 17 0,1 3-20 0,3-3-8 0,-1 1 43 0,3-1-47 0,-3 4-8 0,2-2 6 0,4 0-24 15,5 3 13-15,0 2-13 16,8-3-5 0,3 3 4-16,-1-2-10 0,7 4-22 15,-2-1-61 1,3-3 29-16,-3 1 28 0,-2 2-1 16,2-1 4-16,0-4-52 15,0 1 65-15,-1 3 8 16,-1-3-49-16,-5-1-14 15,-3 1 22-15,-1 0-17 16,-4 1-7-16,0 1 30 16,-1-4 18-16,6-1 0 0,-1-1 23 15,0 0 6-15,2 0-6 16,1 0-7 0,-1 0-52-16,-2-1 32 0,3 1 34 15,-3 0 43 1,-7 0-43-16,3 0-52 0,38 0-426 15</inkml:trace>
  <inkml:trace contextRef="#ctx0" brushRef="#br0" timeOffset="38423.99">16246 9435 90 0,'2'-9'887'0,"0"5"-674"15,7-5-109-15,-3-1-47 16,2-3 37-16,0 1-22 0,1 2-40 15,3-4 34-15,-4 2-39 16,3 0 18-16,1 0-21 16,1-2-9-16,-2 4 4 15,-2-2 23-15,-2 4-24 16,-3 0-1-16,-2 0 5 16,-2 2-21-16,0-2 5 15,4-2-5-15,-4 2-2 16,2-2 1-16,4-2-1 15,-2-4-5-15,3 2 5 16,1-4 1-16,1 0-9 16,3 2 8-16,-8 0 0 15,0 2 1-15,1 1-12 16,-5-1-3-16,-3 6 15 16,1-3 0-16,2 4 0 0,-2 1 0 15,2 1 1-15,2-4-1 16,-2 1 0-16,2 3 0 15,1-4 0-15,-1 4 1 16,0 1-1-16,-2-1 0 16,-2-1 0-16,2 0 12 15,-2 4-11-15,-1-2 9 16,1 0-9-16,2 2 16 16,0-2-17-16,0-2 2 15,0 2-1-15,-2-2 6 16,2 0 2-16,-2-2 15 15,0 0 8-15,0 2-31 16,-3-2 19-16,-2 2-11 16,4 0-8-16,2 0 11 0,-2-2-12 15,1 2 8-15,0 0-8 16,0 0-1 0,-2-2 1-16,2 0 0 0,-3 2 5 15,3-4-5-15,-3 0 1 16,0 0-1-16,-1 2 1 15,-1-2 8-15,1 0 18 16,-4-2-3-16,4-2-15 16,-5-3 18-16,5 3-20 15,-2 0 10-15,2 2-8 0,-1-2 6 16,3 4 1-16,-3-4-15 16,0 6 14-16,3-2-9 15,-3 2-5-15,3 0 7 16,-5-2-8-16,0 4 0 15,-4-2 1-15,-2-4 0 16,3 4-1-16,-4 0 0 16,1-2 0-16,-6 2 8 15,6-2-1-15,-1 2-5 16,-1 2 5-16,1-2 5 16,1 2-10-16,-6 0 3 15,6 2-5-15,-3 0-1 16,1-2 1-16,-2 0 0 15,3 2 9-15,1 2-3 0,-5-2-6 16,3-2 1-16,-2 2 0 16,0 0 0-1,3 0 0-15,-4 0 0 0,2 0-1 16,0-2 6-16,3 4-6 16,1 0 0-16,1 0 6 15,3 2-2 1,4-2-4-16,-1 2 0 0,1 0-6 15,-6 2 4-15,6-2 2 16,-3 4 0-16,-3-2 0 16,2 0 0-16,-3-2 1 15,-1 4-1-15,-4-4 0 16,0 0 5-16,3 0-4 16,-3-4 0-16,0 2 9 15,0 0-10-15,-2-2-1 0,-4 0 0 16,4 2 1-16,-3-2 0 15,5 2 0-15,1-2-6 16,1 2 6-16,3 0 6 16,-5 2-6-16,5-2-4 15,-3 0 4-15,-2 0 1 16,4 0-1-16,-3-2 9 16,-1 2-8-16,-2-5-1 15,-6 6-9-15,-3-3 9 16,0 0 0-16,0 0 0 0,4-1-1 15,2 0 1-15,0 1-1 16,0-2 1-16,0 3 1 16,-21-6 5-1,26 4-5-15,-2 1-2 16,0 0 1-16,0 3-1 16,3-3 1-16,-6 2-1 15,5-2-1-15,-2 0 1 16,-2 0 1-16,-3 2 0 15,-2-2 0-15,-8 0 0 16,1-3 0-16,-3 3 0 16,-1 2 0-16,-5-2 0 15,1 3 0-15,0-3 0 16,4 0-4-16,4-1 4 16,1 1 0-16,6 3 0 0,7-2 1 15,0 2-1 1,4-2 0-16,-3 3-1 0,1-1 1 15,-3 2 0-15,2-1 0 16,1 3 0-16,-5-2-1 16,4 3 1-16,-6 0 0 15,-2 5 0-15,2-5-1 16,2 3 1-16,2 1-2 16,-1 1 2-16,4 0-1 15,-4 4 0-15,1-1 1 16,-6 6 2-16,6 0-2 15,-6 2 0-15,0 2 0 16,3 0 0-16,-3 2 0 0,7 0-1 16,0 0 0-1,4 0 1-15,1 0-1 0,2 0 0 16,1 0 1 0,-1 4 1-16,-3 3 0 0,1 5-1 15,3-4 0 1,-3-2-5-16,6 4 5 0,0-10 1 15,4 2 0-15,1-4 0 16,4 0 0-16,2-6-1 16,0 2 0-16,3 0 6 15,-3 0-6-15,-1-2 0 16,2 4 8-16,0 0-7 16,-3 3-1-16,5 0 0 15,-3-2-6-15,4-3 6 0,1 0 4 16,1-3-3-16,0 2 6 15,-2-5-6-15,1 2-1 16,-3-2 1 0,0 0-1-16,6-2 0 0,-4 4 1 15,-1-4 0-15,1 2-1 16,-1-2 1-16,0 0-1 16,-1 2 0-16,3-2 0 15,1 0 0-15,-1-2 0 16,5-2 1-16,-4 2 0 15,8-2-1-15,-5 0 9 16,0-2-4-16,5 5-4 16,-3-4 4-16,1 1-5 0,5-2 0 15,2 4 0 1,1-4 0-16,3 0 0 0,1-2 0 16,-2 1 0-16,3-2 0 15,0-1 0-15,-4 0 8 16,0 0-7-16,-2-1 0 15,1 1 0-15,-4-3-1 16,2 3-5-16,-2-2 5 16,4 2 0-16,-2-2 1 15,1 2-1-15,-4-2 0 16,-3 2 6-16,-1-2-6 16,-4 2 0-16,-2-2-1 15,-3 2 1-15,0 0-1 16,1 0 1-16,-3 0 1 15,4 0-1-15,-1 0-4 16,0 0 3-16,-1 0-4 0,1 0 5 16,-1 0-30-16,0 0-13 15,1 2-88-15,-1 0-4 16,-1 0-78-16,8 6-296 16</inkml:trace>
  <inkml:trace contextRef="#ctx0" brushRef="#br0" timeOffset="54889.85">6886 9124 94 0,'0'0'1211'0,"0"0"-992"0,0-2-123 0,0-2-6 0,0 1-22 0,0 2 1 0,0-2-17 0,0 3-25 0,0-1 21 0,0 1-4 0,0 0 17 16,0-2 2-16,-3 2-24 16,3-2 2-16,0 2 13 15,0 0-9-15,-2-5 0 16,0 4-17-16,0-6 1 16,-3 4 31-16,3-4-23 0,-5 2-8 15,-2-4-17-15,-1 1-11 16,-2 0 4-16,-3-6 1 15,-8 3-5-15,-4-2 0 16,0 4-1-16,-4-4-8 16,-4 5 8-16,-1 0 0 15,-1-2 0-15,-2 4 0 16,-1 0-7-16,-2-2 1 16,-1 4 5-16,3 0-1 15,-2 0 2-15,0-4 5 16,-5 4-5-16,-2 2-1 15,0-4 1-15,0 4 0 16,0-2 2-16,2-2-1 0,2 4-1 16,3 2 0-16,5-2-1 15,-1 0 1-15,7 2-1 16,2 2 1-16,-2-2-1 16,-3 2 1-16,-2 6-10 15,0-2 10-15,3 0 0 16,-3 0 0-16,3 4 1 15,-2-2-1-15,-1 4 0 16,3-2 0-16,-2 4 1 16,4-3-1-16,0 3 1 15,0-5-1-15,7 5-1 16,-1-4 1-16,3 4 0 0,-1-2-1 16,4 5 0-16,-4 1-5 15,3-3 5-15,1 3 0 16,-2 5 1-16,-1-3-1 15,2 4 1-15,-2 2 0 16,3 0 0-16,0 0 0 16,5-2-2-16,5-2 2 15,5-4 0-15,0 0 0 16,4 0 0-16,0 3 0 16,0 1 0-16,4 1-3 15,0 4 3-15,3-4 0 16,3 2 2-16,-4-1-2 15,3-4 0-15,-1 0 6 16,2 0-6-16,1-6-1 0,3 4 1 16,-1-4 1-16,-1 0 6 15,5 2-7-15,0 2-1 16,-1 0 1-16,3-2 0 16,2 4-1-16,1-2 1 15,1 0 10-15,-2-5-10 16,0 1 0-16,3-3 2 15,1 4 4-15,-1-5-5 16,5 1-1-16,-2 0 0 16,6 0 0-16,0-2 7 15,6 0-6-15,-1 6-1 16,2-7 1-16,-3 4 5 16,2-6-4-16,-6 0-1 15,3 0 0-15,-1 0 0 0,3 0-1 16,0-2 0-1,2 4 11-15,0-4-11 0,4 0 0 16,1 0 0-16,-1-2 0 16,4 0 1-16,-4-2 1 15,3 2 7-15,-1-2-9 16,-1 2-1-16,-3 2 1 16,1-2-1-16,-5 0 1 15,0 0 0-15,-1-2 8 16,-2 2-8-16,4-4 1 15,-1 2-1-15,-2-2 1 16,1 0-1-16,-1-4 2 0,0 4-1 16,-2 0 0-1,-1 0 0-15,0-2-1 0,5 0 2 16,2-2 1-16,-2-2-3 16,2 2 1-16,-4 0-1 15,-1-2 1 1,-2 4-1-16,-6-4 0 0,-2 4 1 15,-7-6 5-15,2 2-5 16,-4 0 1-16,-1-6 4 16,5-4-6-16,-5 2 1 15,4-2 0-15,-4 0 0 16,-4 0 5-16,2 1 0 16,-6 3-5-16,0-4-1 0,2 4 0 15,0-4 0 1,5-2 0-16,-6 0 1 0,1 0-1 15,0 0-4-15,2-2 4 16,-4 0 0-16,0 0-2 16,2-2 2-16,-1 2 0 15,-3 2 1-15,1 0-1 16,-3-1 0-16,4 3 0 16,-5-1 1-16,-2-2 9 15,-2 1-8-15,0 2 4 16,-3 0-6-16,-2 0 1 15,0-2-1-15,-1 0 0 16,-4 0 1-16,1-2-1 16,-3 6 0-16,1-4 0 15,3 2-1-15,-7 0-1 0,4 1 2 16,-3 2-6-16,1-3 6 16,1 4 0-16,-5-4 0 15,1 0-1-15,-4 1 1 16,4 4-1-16,0-1-5 15,-5 1 5-15,2 1-4 16,-6 2 3-16,-2 0-6 16,-3 5 8-16,1-4 0 15,-2 3 0-15,-3 0 0 16,3 2 0-16,2 0 1 16,0 2 0-16,2 0-1 15,6 2-1-15,-2 2 0 16,3 0-7-16,-5 4 7 0,3 2-8 15,4 0 8-15,5-1-29 16,-1-2-45-16,9 1-51 16,1-2-125-16,4 4-202 15</inkml:trace>
  <inkml:trace contextRef="#ctx0" brushRef="#br0" timeOffset="58021.25">12298 5727 675 0,'0'0'236'0,"2"0"-184"0,-2 0-35 0,2 2 67 16,0-2-26-16,3 2-14 0,-3 0-7 0,0-2 14 0,0 0 17 0,2 0 2 0,2 0-10 16,-2 2 9-16,5-2 6 15,-1 0-42-15,2 0-9 0,1 0 24 16,-1 4-31-1,2-4-11-15,-1 2-5 16,4 0 27-16,1 2-19 16,7-2-8-16,-2 0 10 0,6 0-10 15,2 2 7-15,0 2 1 16,7-2-8-16,2 0 7 16,-2 0 1-16,-1 2-8 15,-4 4 5-15,3-2-5 16,1-2 0-16,3 4-1 15,3-4-1-15,-4 0 1 16,3 4-2-16,-2-2 2 16,-2 0-1-16,-2 2 1 15,-1-2-1-15,0 0 1 16,-1 2 0-16,-3-4 0 16,4 0 1-16,0 0-1 15,1-2 1-15,-1 1 0 16,5-4-1-16,-2 5 0 15,0-4-1-15,-1 7 1 0,3-6 0 16,-1 3 0-16,4 0 0 16,1 2 0-16,-6-2 0 15,3 1 1-15,-2-3-1 16,-6 1 0-16,-2 0 0 16,-5-4 1-16,3 3-1 15,-3 0 0-15,3-2 1 16,-2 5 0-16,-1-6-1 15,3 2 1-15,-3-2-1 16,3 3 1-16,0-1 0 16,-4-3 25-16,-2 0 17 15,0 0-8-15,3-3-8 0,-4 2-3 16,4-2-23-16,-5 3 11 16,2-1-11-16,0-2-1 15,-3 2 1-15,-1-4 1 16,6 3-2-16,-5 0 0 15,3-2 0-15,0 0 0 16,4-2 0-16,-1-2 0 16,5 3 0-16,2-2 2 15,-4 1-1-15,1 0-1 16,1 2 0-16,-4-2-1 16,2 3 0-16,-2-6 0 15,-1 3 1-15,0 0 0 0,-1-2 0 16,1-4 11-16,-3 2-11 15,2-2 0-15,-2 2 0 16,1-4 1 0,-1-2-1-16,5 0-10 0,1-4 9 15,-1-2-16-15,-1 0-10 16,0-2 13-16,-4 0 1 16,0 2 1-16,-1 0 11 15,-5 4 0-15,-2 1 0 16,1 6 0-16,-5 0 1 15,-1 1 6-15,2 2-6 16,-6-2 0-16,5-4-6 0,-5-2 6 16,-2 4 0-1,4-4 11-15,-6 2-5 0,0 0-5 16,-2 4 8-16,-2-2 17 16,0 2-25-16,0-2 11 15,-5 2-11-15,5-4 5 16,-4 2-5-16,4-2 0 15,-2 2-1-15,-1 0 2 16,1 0 5-16,-8-4-6 16,3-4 0-16,-6 0 11 15,-2-4-12-15,-5-2 6 16,-10-1-6-16,-1-3 1 16,-7-2 5-16,1 2-5 15,-3 0-1-15,-1 2 1 16,1 2 0-16,-1-2 11 0,3 4-4 15,-6 0-2-15,-2 4-5 16,0-2-1-16,-1 1 0 16,0 2 0-16,0 2 1 15,-3 2-10-15,1-2 8 16,2 2 1-16,-3 2 2 16,-2-1-2-16,1 2-1 15,-3-4 1-15,-6 0 0 16,-4 4 1-16,-5-4 7 15,-5-2-7-15,0 2-1 16,-1 0 1-16,8 0 6 16,-2 2-6-16,4 2 1 0,7 2 9 15,-3 6-11 1,4-2 0-16,-1 6 12 0,2 4-11 16,-3-2 5-1,6 2 0-15,2 0 0 0,-1 0-6 16,8 0 0-16,4 2 1 15,0-2 0-15,3 0 0 16,-1 0-1-16,3 4 0 16,-4 2 0-16,1 0 6 15,-1 6-5-15,-4 2 0 16,-2 0 1-16,3 2-1 16,1 0 10-16,7 0-11 15,7-4 1-15,9-1 0 0,0 0-1 16,1 2 1-16,-1 1 5 15,-3 1 0-15,-1 6-6 16,-5 3 12-16,2 6-4 16,-2 2-7-16,4 6 8 15,4 2-7-15,1 0 7 16,11-2-9-16,2-4 6 16,7-1-4-16,4-5-1 15,5-5 10-15,1-2 2 16,4 1-12-16,5 0 6 15,2 2-7-15,2 2 2 16,2 0 4-16,4 4-5 16,4-6-1-16,-4-2 1 0,4-2 6 15,-2-3-6 1,-2-5 0-16,2 2 0 16,-2-4-1-16,1-3 1 0,4 2-1 15,-1-5 1-15,-3 0 0 16,-1 2 0-16,0-4 0 15,-7-2-1-15,1 0 1 16,-6 2-1-16,-2-2 1 16,-2 0-1-16,-4 4-111 15,-3 22-236-15</inkml:trace>
  <inkml:trace contextRef="#ctx0" brushRef="#br0" timeOffset="71275.35">12525 11703 822 0,'-2'0'134'0,"-1"0"-95"0,1 1-8 0,0-1 1 0,0 0 2 0,0 0 52 0,0 0 1 0,2 0 21 0,0 0 12 0,-4 0-44 0,4 0-43 0,-2-1-1 16,2 1 19-16,-2 0-24 15,2-3-12 1,-2 3 15-16,0-2-6 0,-2 2 6 15,1 0-8-15,1-2 1 16,-4 0 4-16,4 2-9 16,-4-1-2-16,2-6-2 15,-3 6 2-15,1-4-8 16,0 1 4-16,-6 0 1 16,3-4 7-16,1 2 10 15,-3 1-3-15,-1-2-3 16,1-1-2-16,-5 2 46 15,1 0-43-15,-1 0-14 16,-1-2-4-16,-2 0-5 16,7 2-2-16,-2-2 9 0,1 2-3 15,-1 0-6-15,3-2 0 16,-2 2 0-16,-1 2 0 16,3-2 1-16,-1 2-1 15,0-2 0-15,0 0-8 16,1 2 8-16,-2 0 5 15,1 2-4-15,2 0-1 16,-1-2 0-16,-5 2-1 16,3 2 0-16,-3 0 1 15,-2 0-2-15,4 0 2 16,-3 2 0-16,3-2 0 16,3 0-1-16,-5 0 1 15,3 0 0-15,-3 0 0 0,-3 0 1 16,-1 4-1-16,-5-4 0 15,2 2 0-15,0 0 0 16,-2 0 0-16,0-2 0 16,3 2-2-16,2 0 2 15,2-2 1-15,1-2-1 16,1 2-4-16,-3-2 4 16,4 0 6-16,-3 2-6 15,-4-2 0-15,4 4 0 16,-6-2 0-16,-1 2-6 0,3 0 6 15,-5 0 6 1,3 0-6-16,-1-2 1 0,3 0-1 16,0 0 0-16,4-2 0 15,-4 2 0-15,2 0 0 16,-3 0 0-16,1 2 0 16,-2 0 0-16,-1 0 0 15,3 2 0-15,-2 0 0 16,8-2 0-16,0 2 0 15,-2-2 0-15,4 0-5 16,2 2 5-16,-5-2 2 16,7 2-1-16,-3 2-1 15,-1 0 0-15,-1 0-1 16,-1 4 1-16,-5-2 1 16,6-2-1-16,-1 2 0 0,5-2 0 15,0-2 0-15,-5 4 0 16,1 0 1-16,-5 2-1 15,-3-2 1-15,6 4-1 16,-3-2 0-16,7-2 0 16,-5-2 2-1,5 1-1-15,-4-2-1 0,2 1 1 16,-1-2 13-16,3 0-14 16,-5 0 17-16,5 1-7 15,1 3-8-15,-5-4 13 16,3 2-14-16,1 2 15 15,-2 0-15-15,-1 2 3 16,-4 0-3-16,5-2 4 16,-1 0-4-16,-2 4 0 0,4-4 8 15,1 2 8-15,-3-2-8 16,6 2-8 0,-1 0 0-16,-5 0 0 0,3 4 0 15,-1 0 8-15,-3 4-2 16,0 2 1-16,-1 0-8 15,1 2 1-15,1 0 8 16,-1 0 1-16,3-1-4 16,1 1-4-16,0-3 8 15,3 4-1-15,2 3 3 16,-1 0 18-16,-5-1-12 0,5 6-12 16,-1-7 4-1,2-2-10-15,0 2 0 16,-3-4 7-16,3 2-6 0,2-2-1 15,-1 2 7-15,5-2 4 16,-2 0-10-16,0 3 0 16,-4-1 5-16,6 1 3 15,-2 1-9-15,-1 1 0 16,1-1 1-16,0 2-1 16,2-2 1-16,-3-4 5 15,3 2-5-15,-1-6 0 16,0 0-1-16,2 0 0 15,1-4-2-15,0 6 2 16,-3-4 1-16,3 4-1 16,3 0 1-16,-3-2-1 0,1 2 1 15,-1 4-1-15,3-1 2 16,0 1-1-16,-3-4-1 16,0 0 0-16,2-4 0 15,0 0 6-15,1 0-5 16,1 0-1-16,-2 2 1 15,2-2 0-15,1 2 0 16,-1 2 0-16,3-4 0 16,0 2-1-16,-3-6 1 15,3 4-1-15,-3-2 1 16,3 0 0-16,0 0-1 16,4 2 7-16,-3 0-7 15,4-2 0-15,-1 2 0 0,7 0 0 16,-3 3 1-1,6-2-1-15,-4 1 1 0,3-2 7 16,1 3-8-16,0-6 1 16,0 2-1-16,-3-1 0 15,7 3 1-15,-4-2 1 16,2 3 5-16,4 0-7 16,-5-4 1-16,4 2 4 15,-1-2-4-15,4 2 0 16,-2-4 0-16,-5 2 0 15,3-4 0-15,-6 0 6 16,4 0-7-16,-3-2 1 16,2 0 0-16,0 2 5 15,1 0-5-15,-2-2 5 16,4 4 3-16,2-4-8 0,0 2 5 16,4 0 0-16,5 0-6 15,0-2 1-15,4 4 0 16,2-2-1-16,-2-1-5 15,5 2 4-15,-5 0 1 16,2-2 0-16,-2 5 9 16,-2-4-9-16,0 1 0 15,1-1 1-15,0-5-1 16,-3 1 1-16,-1 0-1 16,1-4 0-16,-5 3 0 0,2-3 1 15,-2 0 0-15,0-3-1 16,-2 2 1-16,-2-2 0 15,2 3 0-15,-4-1 0 16,0-2 0-16,-2 0 5 16,2-1-6-16,2-4 2 15,-2 1-2-15,4 0 1 16,0-4 0-16,-2 4 0 16,2-6 0-16,-8 5 0 15,6 0 5-15,-4-2-4 16,-5 4 4-16,6-2-5 15,-4-2 0-15,7 2 0 16,-2 0 0-16,4-2-1 16,2 0 0-16,-5-2 1 15,4 4 0-15,-7-4 1 0,0 4-2 16,-3 0 1 0,-5-2 0-16,-2 2 0 0,4 2-1 15,-5-2 0-15,2 2 0 16,-1-2 0-16,1 2 0 15,-1-2 0-15,3 0 0 16,-1 2 0-16,1-4 0 16,4 2 0-16,-4-4 0 15,3 0-1-15,0 2 1 16,-3-1 0-16,-1 4 0 16,1-5 0-16,-5 2 0 15,4-1 0-15,-1 0 0 16,-4-2 0-16,9 0 5 0,-9-4-5 15,7-1 1 1,-2 3 0-16,1-6-1 0,-1-1 0 16,3 0 0-1,-3-2 0-15,3 2 0 16,-5 0 1-16,-1 0 5 0,1 0-6 16,-2 0 1-16,-2-2-1 15,0 2 7-15,0 4-7 16,-2-3-2-16,0 3 2 15,-1-1 0-15,1-2 0 16,-1 3 1-16,6 0 0 16,-6 0 5-16,3 2-6 15,-2 2 0-15,0-2 0 16,-1-2-1-16,3 2 1 0,-4-2 7 16,2 0-7-16,-1 4-1 15,1-4 1-15,-1-2 1 16,4 2 14-16,-4 4-14 15,1-2 17-15,-1 0-17 16,-4 3 5-16,0-1-4 16,1 2-1-16,-3-2 12 15,0 4-11-15,2-6-2 16,-2 0-1-16,3 3 1 16,-3-4 0-16,-3-1-1 15,3 2 2-15,-2-6-2 16,-1 0 2-16,1 0-1 15,0 2 7-15,0 2-7 16,-2 2-1-16,-1 0-5 16,-1 0 5-16,-4 0 1 0,2 0 0 15,1 0 1-15,-1-4 0 16,0 3-1-16,2-4 2 16,-1 0-2-16,3 5 0 15,-3 0-2-15,0-2 2 16,0 4-1-16,-1 1-8 15,-6-2 3-15,3 3-4 16,-2-2 4-16,-3-2 5 16,1 2 0-16,1-4 1 15,-1 2 0-15,1 4 0 16,3 0 0-16,-3 2-1 16,4 0-1-16,-1 0 1 15,-3 0 0-15,1 0 1 0,-1 0-1 16,3-2 0-16,-2 2 0 15,4 0 1-15,0 4 0 16,3-1 1-16,1 4-1 16,3-3 0-16,-5 1 1 15,2 0 2-15,-1 1-3 16,-1-6-1-16,3 3 1 16,-4 1 0-16,2 1-6 15,-5-5 6-15,5 3 2 16,-4 2-2-16,4-4 2 15,-1 1-1-15,3 2-1 16,-6-6 0-16,4 4-1 16,-1 2 1-16,3 2 0 0,-4-4-1 15,0 4-3-15,-1 1 3 16,1-4 1-16,3 5-1 16,-2-4 1-16,1 3 0 15,1 0 0-15,-3 1 0 16,3 0 0-16,-3 0-1 15,2 0 1-15,-2 2-2 16,1-2 1-16,-4 2-6 16,2 0 6-16,-2 0-7 15,1 0 8-15,0 2 0 16,3-4 0-16,1 2 9 16,-2 0-9-16,4 0-1 0,-2 2-6 15,1-2 6 1,-1 2 0-16,4-2-6 0,-4 2 7 15,2 0 0-15,-3 0-1 16,1 1-10-16,0 2-36 16,-6 3-41-16,3 6-101 15,-22 49-280-15</inkml:trace>
  <inkml:trace contextRef="#ctx0" brushRef="#br0" timeOffset="77307">11168 13222 1018 0,'4'0'185'0,"4"0"-107"0,5 3 60 0,-5-3 13 0,2 0-52 0,3 0-24 0,-2 0 18 0,-1-3-30 0,6 3-9 0,-5 0-15 0,5 0-4 16,2 0-11-16,-5 0-12 15,5 0-7-15,0 0-4 16,-5 0 10-16,1 0-9 15,-6 0-1-15,-5 0 20 16,-3 0 21-16,0 0 4 16,-9-1 29-16,-2 1-15 15,-7-3-41-15,-11 1-18 16,-7 2-1-16,1 0 0 0,2 0 1 16,4-4-1-16,6 4 2 15,10 4 5-15,7-4-6 16,2 0-1-16,8-4-6 15,-3 4-15-15,2 0-25 16,6 4 22-16,3-4 23 16,5 0-5-16,1 2-11 15,8-4-19-15,-2 4-19 16,-3-2-79-16,-4 3-79 16,16 1-532-16</inkml:trace>
  <inkml:trace contextRef="#ctx0" brushRef="#br0" timeOffset="79672.7">11966 13153 1549 0,'-3'0'289'0,"3"-3"-154"0,0 3-7 0,0 0-59 0,3-2-57 0,-3 4-12 0,2-2-8 0,-2 0 8 0,2 0 1 0,-2 0 5 16,2 3 6-16,2-2-3 15,3 3 2-15,2 0-1 0,4 2-2 16,8-2-8-16,1 0 6 15,6-2-6-15,-1-2-1 16,2 0 0 0,0 0 0-16,-10-2 0 0,-4 2 0 15,-11 0-1-15,-4 0-14 16,-11 0-7-16,-9 4 4 16,-11-2 10-16,-11 0 9 15,-5-2 6-15,0 0 6 16,5-4 18-16,4 0 27 15,7 0-15-15,13 0-18 16,6 0-3-16,10 2-21 16,4 2-6-16,10 2-20 15,13 5-7-15,8-2-54 16,13 5-72-16,6 0-70 0,64-3-800 16</inkml:trace>
  <inkml:trace contextRef="#ctx0" brushRef="#br0" timeOffset="91725.24">14662 13489 1402 0,'-3'-2'283'0,"3"2"-157"0,0-2-42 0,-2 0-45 0,2 2-13 0,0-2-4 0,-2 2-11 0,2 0-2 0,2 2-2 0,-2-2 13 0,0 0 17 15,0-2 1-15,2 2 5 16,1 0 4-16,1-2-25 16,3 2-20-16,4-4-1 15,5 2 3-15,-1 0 2 16,-1 0-6-16,-4 2 0 15,-3 0 0-15,-5-2 5 16,-4 2-4-16,2 0 14 0,-4 0 15 16,-1 0-1-1,-10-2-11-15,1 0-11 0,-8 0-7 16,-1 0 2-16,2 0-1 16,7 0-1-16,5 2-1 15,3 2-20-15,1 2-69 16,-2 4-133-16,6 22-339 15</inkml:trace>
  <inkml:trace contextRef="#ctx0" brushRef="#br0" timeOffset="95526.31">15461 13431 651 0,'0'-4'586'0,"0"4"-370"0,0-2-69 0,0 0-55 0,0 0-11 0,0 0-21 0,0 2 1 0,0-2-13 0,0 2 44 0,0-2 8 15,0 2-8-15,0-2-13 16,-2 0 28-16,2 0-23 16,0 2-26-16,-2-2-28 15,2 2-15-15,0 0 0 0,0 0-14 16,2 0-1-16,-2 2 0 16,0-2 0-16,2 0-1 15,0 0-11-15,3 0-16 16,2 0 16-16,4 2 0 15,7 0 4-15,-5 0-4 16,1-2-3-16,-1 0 5 16,-9 0 10-16,0 0 1 15,-4 0 7-15,-2 0-1 16,0 0-5-16,-7-2-1 16,-9 0 0-16,-1-2 0 15,-10 0 0-15,2 4 0 16,4 0 0-16,10-2 7 0,2 2-7 15,6 0-1 1,5 0-1-16,2 2-10 0,-2 6-137 16,5 4-79-16,33 38-228 15</inkml:trace>
  <inkml:trace contextRef="#ctx0" brushRef="#br0" timeOffset="101927.45">18062 9344 586 0,'-2'-2'327'0,"-1"2"-172"0,-2-2-101 0,1 0 48 0,2 2-2 0,2 0 2 0,0-2-48 0,0 2 15 0,0-2 11 0,2 2-38 0,-2-4-18 0,0 4 9 0,2 0-33 15,-2-2 0-15,5 2 9 16,0 0-9-16,3-2 0 16,4 2 8-16,-6-2-8 15,3 2 1-15,-3 0 0 16,-1 0 1-16,-3 0-2 15,-2 0-1-15,0 0-9 16,-2 0 10-16,-3 0 0 0,-5 2 18 16,-4 0-6-16,-11 0-5 15,1-2-5-15,0 0 28 16,1 0-18-16,6 0-2 16,3-2 10-1,1 0 25-15,3 0-17 16,6 2-16-16,2-2 11 0,2 2-17 15,-2 0-6-15,4 0-1 16,0 0-1-16,2 2 1 16,4 0 0-16,3 0 0 15,0 0 1-15,0 2 1 16,-2-2-1-16,-3-2 0 16,-1 2 0-16,-5-2 1 15,0 0 0-15,0 0 5 16,-3 0 9-16,1-2 9 15,-6-4-8-15,-3 2-8 16,-3 2 4-16,-1-2-11 0,5 2-1 16,4 0 6-16,6 2-6 15,0 0 0-15,0 0 0 16,2 4-69-16,2 4-86 16,25 24-568-16</inkml:trace>
  <inkml:trace contextRef="#ctx0" brushRef="#br0" timeOffset="103027.03">18633 9425 961 0,'0'-3'286'0,"-1"3"-133"0,1-1-25 0,-3-2-37 0,1 2-22 0,-2-3-6 0,4 4-7 0,0-3 4 0,0 3-5 0,0 0-29 0,0 0-7 0,0 0 13 16,0 0 4-16,4 0-18 15,2 0 13-15,6 0-29 16,7 0-1-1,7 3 0-15,3-2 7 16,-3 2-8-16,1-2 0 0,2-1 0 16,-6 0 0-16,1 0 0 15,-6 0 1-15,-7 0-1 16,-5-1 0-16,-8 1 0 16,-11-3 0-16,-12 2 0 15,-12-4 0-15,-11 0 1 16,4 1 4-16,2-1-4 0,11 3-1 15,9 0 6 1,7 0-5-16,5 4 0 16,1 0-1-16,1 5-18 15,4 4-75-15,10 28-282 16</inkml:trace>
  <inkml:trace contextRef="#ctx0" brushRef="#br0" timeOffset="110355.17">17711 11875 495 0,'0'0'608'0,"0"0"-427"0,0 0-53 0,0 0-47 0,0-2 13 0,2 2-32 0,4-2-25 0,-2 0-23 0,0 0 2 0,3 0 10 0,1 0-14 16,-2 0 1-16,0 0 13 15,-2-2 1-15,5 0-20 0,1 2-1 16,3 2-6-16,0 0 1 16,7 2-1-16,-4 0 0 15,4-2 0-15,0 6 0 16,-1-4 0-16,2 0 0 15,-3-2 2-15,-1 2-2 16,-5-2 0-16,-6 2 1 16,-1-2 0-16,-3 0 8 15,-2 0-7-15,0 0-2 16,-2 0 0-16,2 0 1 16,-2-2 17-16,-1 2 8 15,-1 0-13-15,-2-2 8 0,-10-2-13 16,3-2 2-16,-8 2 4 15,-1-2-13-15,-1 0 11 16,-3-2-1-16,-1 4-4 16,1-2 16-16,-6-1-16 15,1 0-5-15,-2 0-2 16,4 0 1-16,0-1 0 16,6 1 23-16,8 4-8 15,3 1-10-15,6 0 2 16,2 0 1-16,4 2-8 15,0 0-1-15,0 0 0 0,2 0 0 16,2 2-8 0,5 0 8-16,5 0 14 0,3 1-13 15,3 0 0-15,1-2 1 16,-6 4-2-16,1-1 1 16,-1 0-1-16,1-3 0 15,-1 3 1-15,-5 1-1 16,-4-5 0-16,-4 0 0 15,-4 2-1-15,-2-4 1 16,-12 2 0-16,-9 0 1 16,-15-2 10-16,-4-1-11 15,-3-1-2-15,9-1 2 16,9-1 19-16,11 2-7 16,9 1 7-16,3 2-5 0,8 2-14 15,9 2 1 1,5 3-2-16,15 7 1 0,5 8-84 15,55 37-166-15</inkml:trace>
  <inkml:trace contextRef="#ctx0" brushRef="#br0" timeOffset="113022.42">19795 11871 1568 0,'0'-4'280'0,"0"2"-121"0,0-2-36 0,0 2-57 0,4-2-6 0,0 0-1 0,8 0 16 0,-1 0-32 0,-3 0-5 0,2 2-1 0,-3 0-13 16,-1 2 2-16,-2 0-20 0,-1 0 16 15,1 0 1-15,-1 0-14 16,-1 2 1-16,0 0-1 16,1 4 6-16,-1 4-13 15,2 8 11-15,-2 2-1 16,0 6-1-16,1 2-10 16,-1 4 0-16,4-1 1 15,-1-2-1 1,0 0 6-16,-1-6-7 0,0-3 0 15,-1-3 1-15,-1-5-1 16,-2-2 0-16,0-5 0 0,0 2 0 16,0-5 0-16,-2 3-1 15,2-2 1-15,-3 1 1 16,1 0-1-16,-2 2 1 16,2-1-1-16,0-2 0 15,-1-1 1-15,3-2 0 16,0 0 0-16,0 0-1 15,0 0 1-15,0 0 4 16,0 2-5-16,0-2 0 16,3 0 0-16,-3 0 11 15,2 0-11-15,2-2 21 16,11-3-3-16,22-4-7 0,17-7 4 16,25-9-2-1,17-5-1-15,10-6-4 0,73-36-8 16,17-22 1-16,13-10 0 15,-56 43-1-15,9-1 0 16,-6 12 0-16,-23 12 1 16,-83 28 0-16,-13 4 0 15,-6-2-1-15,25-4 6 16,-18 4-5-16,-15 2 7 16,-11 2 5-16,-5 0 2 15,-4 2 23-15,-3 0-8 16,0 2-8-16,0 0-20 15,0 0 1-15,0 2-3 16,0-2-11-16,-5 2-4 16,-6 4-64-16,-12 10-94 0,-72 38-366 15</inkml:trace>
  <inkml:trace contextRef="#ctx0" brushRef="#br0" timeOffset="118660.75">18307 12988 168 0,'-5'2'87'0,"-6"6"-87"0</inkml:trace>
  <inkml:trace contextRef="#ctx0" brushRef="#br0" timeOffset="119814.54">18128 13106 933 0,'0'-2'259'16,"0"2"-116"-16,0 0-49 15,2 0 19-15,-2 0 2 16,0 0-5-16,0 0 7 0,3-2-15 16,-3 0-3-16,0 2-17 15,0-2-2-15,0-2-10 16,0 4 4-16,0 0 1 15,2-2-3-15,-2 2-12 16,0-2-18-16,2 0-11 16,8 0-1-16,7-4-15 15,5 2-13-15,10-2-2 16,3 4 6-16,5 4-5 16,5 2 0-16,1 2 0 15,-1 0 1-15,-3 2-1 16,-3 2-1-16,-1-2 0 15,-13 2 0-15,0-4-8 0,-9 0-2 16,-9-4-37 0,-5 2-61-16,-9 2-21 0,-11 1 51 15,-17 0-6-15,-15 1-51 16,-9-2 14-16,-1-4 62 16,0-4 44-16,4 0 15 15,6-6 1-15,6 2 0 16,7 1 38-16,2-4 21 15,14 3-1-15,7 2 23 0,7 2-19 16,7 2-22-16,10 2-13 16,9 2 7-16,19 4 11 15,22 2-26-15,21 8-10 16,6 6-10-16,9 7-27 16,-3 1-247-16,101 28-1319 15</inkml:trace>
  <inkml:trace contextRef="#ctx0" brushRef="#br0" timeOffset="29604.24">19412 8606 1276 0,'-2'0'331'0,"2"2"-212"0,-3 3-58 0,3-4-7 0,0-1 0 0,0 3 9 0,3-6 15 0,-1 2-4 16,0 1-20-16,3-5 4 15,1 1-5-15,10-4 20 16,10-10 1-16,23-10-1 16,18-14-17-16,18-8-34 15,17-7-2-15,68-37-5 16,13-2-15-16,-127 70-60 15,-8 4-184-15,141-66-469 16</inkml:trace>
  <inkml:trace contextRef="#ctx0" brushRef="#br0" timeOffset="31138.94">19463 10427 1304 0,'-3'0'330'0,"1"4"-201"0,0-4-90 0,0 0-20 0,0 2 19 0,2-2-22 0,0 2-2 0,0 0-7 0,0-2 17 0,0 2 9 0,0 0 8 15,0-2-7-15,-2 2 10 16,2 0 8-16,-2 0 16 16,-1-2-25-16,3 2-1 15,0 0-7-15,-2-2-1 16,2 0-10-16,0 0 6 16,0 0-12-16,2 0 15 15,-2 0-13-15,0 0 4 16,0 0 1-16,3 0-11 15,-3 0-4-15,2 0 7 16,-2-2-7-16,2 2 11 0,0-2-10 16,2 0-1-16,5-2 13 15,9-6 8 1,5-8-8-16,8-8-5 16,13-10-9-16,18-10 11 0,25-15-20 15,94-59-1-15,77-44-8 16,68-31-7-16,-83 79-22 15,-4 28 19-15,-33 24-5 16,-44 32-17-16,-108 24-202 16,42-17-408-16</inkml:trace>
  <inkml:trace contextRef="#ctx0" brushRef="#br0" timeOffset="46182.84">21849 7510 1290 0,'15'-4'142'0,"8"0"-98"16,13-6-28-16,6-1 8 0,0 0 15 0,-2 2-37 0,-3 1 22 0,-5-4 1 0,-4 4 19 15,-4 0 20-15,-6 0-25 16,-7 2 0-16,-5 2 8 15,-4 0-20-15,-2 2 51 16,-4 2-18-16,-2-2-20 16,-3 0-1-16,-7 2-22 0,-7 4 11 15,-11 6 14-15,-9 8-15 16,-11 10 35-16,-6 12-38 16,-2 15-6-1,3-1 3-15,15-2-20 0,20-2-1 16,13-10 0-16,15-6 1 15,7-2 24-15,5-8-24 16,6-4 0-16,-2-8 24 16,7 0-24-16,6-8 4 15,3-2-5-15,13-2-18 16,7-3-41-16,9-10-188 16,6 1-134-16,116-36-755 0</inkml:trace>
  <inkml:trace contextRef="#ctx0" brushRef="#br0" timeOffset="46506.2">22546 7658 1465 0,'-13'4'246'0,"2"4"-174"15,-15 4-21-15,-1 8 28 16,4 4-29-16,4 0 2 15,7 0-51-15,10-2 5 16,8-4-6-16,8-4 40 16,11 0-13-16,3-4 23 15,8-2-5-15,-2-10 21 0,-1-6-24 16,0 0-20-16,-6-6 32 16,-7 2-12-16,-6-6-7 15,-4 0 1-15,-7-2-29 16,-3 2 10-16,-9-4-17 15,-2 4-15-15,-3 2-93 16,-3 6-114-16,-1 2-30 16,-11-10-338-1</inkml:trace>
  <inkml:trace contextRef="#ctx0" brushRef="#br0" timeOffset="46850.24">22754 7552 1472 0,'0'0'357'16,"2"0"-255"-16,0 0-27 15,2 4-50-15,6 4 29 16,5 7 29-16,-1 8-17 16,3 1-24-16,-1 2-20 15,-1-2-11-15,4-2 26 16,-4-4-17-16,1-6-5 15,-3 0 18-15,-2-8-12 16,-4-2-5-16,2-4 13 16,-1-2-1-16,2-6 31 0,1-2-52 15,-2-10-6 1,2-2-1-16,-2-8-20 0,-3 0-25 16,1-1-57-1,0 1-23-15,-1 6-50 16,5 6 29-16,3 4-100 0,39-16-221 15</inkml:trace>
  <inkml:trace contextRef="#ctx0" brushRef="#br0" timeOffset="47053.68">23246 7415 1260 0,'-2'0'298'0,"2"0"-157"16,-2 4-34-16,-3 10 1 15,3 2 19-15,2 6-34 0,2 9-48 16,3-5 8-1,1-2 4-15,4-1-15 16,-2-5-20-16,1 1-13 0,1-5-7 16,-4-7-2-16,-2-2-168 15,1-5-108-15,-3-24-524 16</inkml:trace>
  <inkml:trace contextRef="#ctx0" brushRef="#br0" timeOffset="47249.42">23320 7273 1710 0,'0'0'222'16,"-3"-2"-171"-16,3 4 25 0,3-2-29 15,-3 0-47-15,7 4-5 16,-3 2 4-16,7 4-89 15,3-2-123-15,46 12-475 16</inkml:trace>
  <inkml:trace contextRef="#ctx0" brushRef="#br0" timeOffset="47635.88">23576 7379 1564 0,'-16'14'233'0,"3"-4"-146"16,-12 16 28-16,5-6-61 16,7 2-21-16,9-1 6 0,4-3-16 15,4 0 25-15,5-7-12 16,0 0-9-16,0-8 28 16,5-3-23-16,7-7-1 15,4-6-1-15,6-7-22 16,0-4-8-16,-2-6 0 15,-6-4 8-15,-4-6 7 16,-7-4-15-16,-5-4-15 16,-5 0 15-16,-4 3 5 15,2 9-4-15,-2 8-2 16,-1 12 10-16,3 5 21 16,3 6-30-16,-1 7-2 15,2 9-22-15,2 11 24 0,5 16 0 16,5 12 20-16,5 10-14 15,2 2 7 1,6 4-13-16,-2 2-88 0,-4 5-205 16,-39 105-538-16</inkml:trace>
  <inkml:trace contextRef="#ctx0" brushRef="#br0" timeOffset="47982.9">22544 8235 1788 0,'10'-4'263'0,"3"0"-208"0,11-6-49 0,7-4 47 0,5 2-49 0,-1 0-4 0,-1 6-33 0,-5 4-55 16,-9 4-94-16,-16 6-334 15,-59 34-608-15</inkml:trace>
  <inkml:trace contextRef="#ctx0" brushRef="#br0" timeOffset="48115.54">22438 8388 1648 0,'4'0'290'16,"-2"0"-184"-16,6 0-37 15,9 0 44-15,10-2-41 16,8-1-36-16,9-2-36 15,3-1-18-15,56-23-246 16</inkml:trace>
  <inkml:trace contextRef="#ctx0" brushRef="#br0" timeOffset="50123.36">12144 14339 1248 0,'0'0'465'0,"0"0"-411"0,2-2-9 0,7 2-25 0,-1-12 4 0,6 2 24 0,8-4-36 15,3-4 0-15,6 4-4 16,-4 2-7-16,-5 0 15 15,-4 8-16-15,-9 2-12 16,-5 6 12-16,-6 4 4 16,-6 10 43-16,-13 12 20 15,-3 8-13-15,-12 2 5 0,-2 1 8 16,5-9 38 0,4-6-48-16,11-12-25 0,11-9-13 15,3-2-7 1,8-7-12-16,7-2-10 0,12-6-2 15,6-9-44-15,15-2-92 16,14-8-119-16,110-51-334 16</inkml:trace>
  <inkml:trace contextRef="#ctx0" brushRef="#br0" timeOffset="52182.9">14980 14115 927 0,'-2'0'186'0,"2"0"-135"0,0 0-16 0,0 0 38 0,0 0-46 0,0 0 2 0,0 0-10 16,0 0 25-16,0 0 29 16,0 0 4-16,0 0-19 15,0 0 7-15,0 0-16 16,0 0 1-16,0 0-23 15,0 0-11-15,0 0 23 16,0 0-21-16,0 0-6 16,0 0 6-16,0 0 5 15,0 0 8-15,0 0-4 0,0 0-10 16,0 0 25 0,0 0-14-16,0 0-1 0,15 4 0 15,-3-10 15 1,3 0 12-16,10-4-21 0,6-8-33 15,0 0 21-15,3-6-21 16,1 2 0-16,1 0 0 16,-5 1 1-16,-4 7-1 15,-3 2 0-15,-9 5-1 16,-5 2-10-16,-10 7-7 16,-4 6-40-16,-12 12 46 15,-11 9-48-15,-11 11-33 16,-9 2 7-16,-6-4 33 15,1 2 53-15,3-8 19 16,3-4 11-16,8-2 0 0,7-8 5 16,6-6-4-1,14-2-13-15,8-10 5 0,9-4 20 16,7-4-11-16,9-8-26 16,9-6 4-16,5 0-2 15,-1-2 23-15,3 0-31 16,1 6 1-16,-4-2 15 15,-2 0-15-15,-1 2-1 16,-6 1 7-16,-2 8-6 16,-8-1-2-16,-5 7-26 15,-4 2-11-15,-7 2-11 16,-7 7-88-16,-2 2-23 0,-51 29-815 16</inkml:trace>
  <inkml:trace contextRef="#ctx0" brushRef="#br0" timeOffset="61267.58">15049 14462 1211 0,'0'0'268'0,"-2"0"-104"0,2-3-58 0,0 3-8 0,0-1 32 0,2 1-22 0,-4-3 6 0,2 3-46 15,-2 0-8-15,2 0 24 16,0 0-32-16,0 0-23 16,2-1-11-16,0-3-11 15,2-1 13-15,7-3-20 16,7-6 0-16,9-1 1 16,7-7-1-16,3-3-8 15,8-4-4-15,0-2-15 16,0 1 15-16,1 2-28 15,-4 2-13-15,-3 8-7 0,-8 0-18 16,-7 8-64 0,-8 2 5-16,-8 8-44 0,0 14-109 15</inkml:trace>
  <inkml:trace contextRef="#ctx0" brushRef="#br0" timeOffset="79487.63">15403 13463 719 0,'-2'-2'363'0,"0"0"-184"0,-1-2-98 0,-1 0 42 0,0 2-17 0,2 0-62 0,-3 2 23 0,3-2-19 0,2 2-34 0,-2 0 20 15,0 0-19 1,-1 0-14-16,1 0 47 0,-1 0-13 16,3 0 7-16,0-2-6 15,-4 2-6-15,8 2 16 16,-4-2-11-16,3 0-26 16,-3 0 31-16,0 0-32 15,2 0-1-15,1 0 7 16,1 0-8-16,3 0 4 0,1 2 1 15,8 0-11-15,2 0 32 16,6-2-22 0,1-4 4-16,6 0-1 15,0-4-5-15,1-6-5 0,-1 4-3 16,0-4 0-16,0 0 0 16,-6-2 1-16,4 0-1 15,-10-1 6-15,4 2-6 16,-5-1 17-16,-1 2-17 15,2-3 0-15,-7-1 4 16,7 4-4-16,-4-4 1 16,3-1-1-16,-5 0 1 15,3 3 6-15,-3-4-7 16,1 2 0-16,-3 0 5 16,-3 4-4-16,4 0-1 0,-8-2 0 15,1 2 4 1,-5-2-4-16,0-2-1 0,-2-4 1 15,-3 4 28-15,1-4-27 16,-8 1 5-16,1 2 45 16,-3-3-23-16,-1 4 20 15,2 1-40-15,0 3-1 16,-3 3 10-16,5 0-16 16,0 5 1-16,2 1 11 15,-5-2 2-15,4 1-15 16,-7 1-6-16,0 0 2 0,-3 1 3 15,-3-2 1-15,2 6 0 16,-4 0-9 0,2 2 18-16,-1 6-15 0,-3-2 6 15,-2 2-3-15,1 5 3 16,-3-3 1-16,2 3-1 16,0 0-1-16,0 2 1 15,2-1 14-15,2 0-14 16,-2 5-8-16,2-1 7 15,0 2 1-15,2 0-3 16,-2 0 2-16,3 2 2 16,0 0 7-16,4 0-8 15,-3 2-1-15,4-2-8 16,-1 0 9-16,5 4-7 0,-1 0 6 16,1 1 2-16,7 2-5 15,-2 4 4-15,8 1-3 16,0 2 1-16,8 0 2 15,7 0-4-15,1-6-4 16,1-4 16-16,6-2-1 16,-1-6-7-16,5-2-6 15,-3-8 0-15,1 0 6 16,4 0 0-16,0-6 0 16,0 0 6-16,4-2 2 15,2-2-8-15,-1-3-45 16,-3 0-14-16,0 1-92 15,-2 2-74-15,0-2-107 16,40-6-945-16</inkml:trace>
  <inkml:trace contextRef="#ctx0" brushRef="#br0" timeOffset="83586.52">15998 14271 1403 0,'0'-2'303'0,"0"2"-180"0,5-2-48 0,-3 0-12 0,4-4 2 0,8-2-13 0,10-4-52 0,4-4 0 16,10-6 4-16,1 2-4 15,3-2 0-15,1-2 0 16,1 4 0-16,-4 6-11 16,-6 4-110-16,-16 10-188 15,-31 38-960-15</inkml:trace>
  <inkml:trace contextRef="#ctx0" brushRef="#br0" timeOffset="83719.15">15905 14574 1018 0,'9'-10'847'0,"7"0"-716"16,19-16-115-16,17-7 17 15,19-3-33-15,13-8-49 16,12 2-127-16,165-74-758 0</inkml:trace>
</inkml:ink>
</file>

<file path=ppt/ink/ink4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6T02:36:51.034"/>
    </inkml:context>
    <inkml:brush xml:id="br0">
      <inkml:brushProperty name="width" value="0.05292" units="cm"/>
      <inkml:brushProperty name="height" value="0.05292" units="cm"/>
      <inkml:brushProperty name="color" value="#FF0000"/>
    </inkml:brush>
  </inkml:definitions>
  <inkml:trace contextRef="#ctx0" brushRef="#br0">4031 9210 1228 0,'-2'0'494'0,"2"-2"-380"0,-2 2-33 0,0 0 28 0,2-2-2 0,-3 2-11 0,3 0-24 0,0 0 0 16,0 0-26-1,3 0-14-15,-3-2 35 0,2 2-41 16,0 2-16-16,0 2 2 16,8 6 0-16,0 2 8 15,13 8-20-15,0 2 0 16,11 0 51-16,9 4-28 16,9-2-11-16,10 0 13 15,7-4 16-15,11-2-8 16,4-5-33-16,3-8 1 15,5 1 41-15,-3-12-21 16,-2-3-15-16,-7-8 20 16,-2-7-19-16,-3-2 23 0,0-6-22 15,-2-4-7-15,-7-2 38 16,-1-6-39-16,-7 0 0 16,-11-4 17-16,-3-3-5 15,-8-3 9-15,-5-6-7 16,-4 0-13-16,-5-6 30 15,-6-2-30-15,2-3 0 16,-10 1 9-16,-1 0-9 16,-2 4 4-16,-7 4-5 15,-5 2 0-15,-6 10 3 16,-12 1 4-16,-4 3-5 16,-11 4-2-16,-9 2 1 15,-4 0 9-15,-7 2-10 16,-6 8-5-16,0 4-14 0,-8 2 16 15,-2 4 2-15,-4 6 0 16,-4 0 1-16,-4 7-9 16,-2 7 6-16,-2 7 2 15,-10 11-8-15,-5 12 9 16,-78 44-3-16,-27 40 2 16,1 33 2-16,86-35 2 15,25 10-3-15,30-6 0 16,32 5-16-16,34-69 16 15,8 2-15-15,5 0 15 16,18 47-23-16,22-9-5 16,18-14-31-16,18-12-34 15,6-14-34-15,11-9-157 16,-4-10-88-16,134 20-513 0</inkml:trace>
  <inkml:trace contextRef="#ctx0" brushRef="#br0" timeOffset="1352.74">9404 12814 1613 0,'0'0'297'0,"0"0"-150"0,0 0-3 0,0 0 12 0,2 1-52 0,4 7-38 0,12 6-11 0,10 8-22 15,18 2 48 1,9 5-27-16,12-4-22 0,6 0 23 16,8-5-8-1,-2-8-11-15,6-4-6 0,0-8-24 16,7-10 22-16,1-8-28 16,1-8 11-16,1-10-4 15,1-11-7-15,-9-3 17 16,-4-6-17-16,-12-4 7 15,-9-6-5-15,-10-8-2 16,-12-5 0-16,-11-9-1 16,-13-6 2-16,-12-6 2 15,-11-5-3-15,-11 5 0 16,-4 4 21-16,-9 10-21 16,-7 5 0-16,-7 7 17 15,-8 6 4-15,-7 8-21 16,-10 4-2-16,-5 7 2 0,-8 5-16 15,-6 7 16-15,-11 2-29 16,-69-1 19-16,-30 30-2 16,-26 37 3-16,70 9-5 15,-6 10 1-15,-4 8 1 16,5 10-18-16,-3 6-3 16,16 11 9-16,18-3 24 15,79-42 2-15,13-2-2 16,14 0-5-16,-21 34-14 15,38-2 2-15,35-3-56 16,35-8-62-16,25-2-57 0,16-15-77 16,11-8-67-1,146 8-640-15</inkml:trace>
  <inkml:trace contextRef="#ctx0" brushRef="#br0" timeOffset="2230.4">5836 9467 1116 0,'-4'-2'302'0,"2"0"-142"0,-5 0 26 16,4 2-31-16,1-3-8 0,2 3-30 0,0-1 30 16,2 1-78-16,1 0-42 15,2 1-9-15,3 8-11 16,17 9 28-16,10 14 13 16,15 16-5-16,9 14 59 15,20 16-84-15,14 13-12 16,16 7 14-16,69 66-11 15,23 13 7-15,-3-23-16 16,-61-60 0-16,-8-9 12 16,-9 1 21-16,-72-44 18 15,-3 4-17-15,-5 2-19 0,39 47-7 16,-17 0-8 0,-11 0 0-16,-14-11 13 0,-10-8-7 15,-9-18-6-15,-5-15 9 16,-5-18-8-16,-6-13 0 15,0-2-1-15,0-3 1 16,0-1-22-16,3 2 21 16,3 6-114-16,6 2-143 15,26 22-352-15</inkml:trace>
  <inkml:trace contextRef="#ctx0" brushRef="#br0" timeOffset="4297.42">4355 12677 1015 0,'2'0'192'0,"-2"0"-104"0,0 0 26 0,0 0 39 0,0-2-72 0,0 2-28 16,6 0-4-16,-4 0 40 16,1 0-46-16,1 0-4 15,-2 0-1-15,2 0-14 16,2 0 16-16,0 2-11 16,3 0-23-16,3 0 40 0,-2 2-32 15,1 6-2 1,7-4 15-16,0 4-12 15,4 2 0-15,-1-6-15 0,0 0 0 16,4 2 14-16,2-8-7 16,4-2-7-1,2-4 14-15,3 0-14 0,2-6 8 16,-2-2-8-16,1 0 0 16,-1-2 8-16,-3 0-8 15,2-2-7-15,-4 2 7 16,-3-2 1-16,-1-2 15 15,0-4-15-15,-1 0 4 16,-3-5 31-16,6 1-19 16,-7-2-16-16,0 4 11 15,-1 2-11-15,-2 2-2 0,-3 4-6 16,-3-2 4-16,-1 0-4 16,-1 2 7-16,-5-2-12 15,0 2 12-15,-2-4 0 16,0 0 2-16,0-4-2 15,-4 1 0-15,2 2 3 16,1-1-3-16,-6-1 0 16,3-3 0-16,-2 0 1 15,-4-2 2-15,0 2-3 16,-2 2 0-16,-3-6 8 16,-5 0-7-16,3-2-1 15,-5-4 10-15,-2-3-1 16,0 1-12-16,-3-2 3 15,4 0 0-15,-6 6 31 16,3 2-30-16,-3 8 0 0,-4 2 20 16,-2 6-15-16,-5 6-5 15,-3-2-1-15,-4 4 11 16,-4 0-10-16,0 4-1 16,-6 2-8-16,2 4 1 15,-7 8 6-15,-7 10 0 16,-6 12-19-16,-9 8 11 15,-7 6 0-15,-1 2 6 16,7 1 1-16,2-5 2 16,10 3 0-16,11 6 0 0,10 9-1 15,9 12-2 1,16 16-13-16,19 11 16 0,37 65-27 16,42 11-74-16,-37-123-52 15,4-4-114-15,177 138-403 16</inkml:trace>
  <inkml:trace contextRef="#ctx0" brushRef="#br0" timeOffset="5529.99">9040 9288 1706 0,'0'0'242'0,"2"2"-182"0,3 0 6 0,1 6 37 0,12 0 2 0,3 6-52 0,10-2-10 0,4 0 8 15,10-4 8-15,8 2-7 16,12-4-22-16,12-8-24 16,8-3 32-16,9-10-38 15,7-5 0-15,3-4 5 16,-2-2-4-16,-1-4-1 15,-7-2 0-15,-10-6 0 16,-15-4 6-16,-8-6-6 16,-17-7 0-16,-15-7 7 15,-7-6-6-15,-9-10 13 16,-6-16-14-16,7-63 0 16,-14 101 16-16,4-54-16 15,-4 2-10-15,-2 7 10 0,-5 9 1 16,-7 20 31-16,-3 12-9 15,-12 16-22-15,-7 5 31 16,-6 11-32-16,-5 9-20 16,-8 10 19-16,-10 7 1 15,-9 14-11-15,-14 14 5 16,-13 15-25-16,-6 17-40 16,-9 20-218-16,0 14-184 15,-178 197-412-15</inkml:trace>
  <inkml:trace contextRef="#ctx0" brushRef="#br0" timeOffset="6380.6">5716 11726 1496 0,'-11'4'248'0,"4"1"-130"0,-4 3-4 0,4-7 42 0,9-2-55 0,7-6-35 0,9-7-6 15,20-12 30 1,18-14 16-16,15-14-23 15,18-12-13-15,21-10-22 0,71-59-16 16,33-27 23-16,27-26-35 16,-75 57-14-16,0-9 30 15,2-7-30-15,-8-17-5 16,-6-4-2-16,-12 33 8 16,-17 39-6-16,-71 58-1 15,-10 6 0-15,-8 6-1 16,31-22 1-16,-23 17 0 15,-19 13 4-15,-17 13 7 16,-8 5 7-16,-2 0-18 16,0 1-2-16,0-1-16 15,0 3 6-15,-1 0-144 0,-1 9-211 16,-47 9-783-16</inkml:trace>
  <inkml:trace contextRef="#ctx0" brushRef="#br0" timeOffset="7954.25">4569 6948 1332 0,'-3'2'376'0,"3"-2"-265"0,-2 0-12 0,2 4 81 0,0-4-25 0,0 0-64 0,0 0 29 15,2 0-58-15,-2-4-22 16,7 2-22-16,2 0 12 16,4 0 21-16,11-2-18 15,-1 0-32-15,4-6 32 16,-3 6-33-16,1 0-6 15,-10 2 6-15,-2 2-24 16,-8 0 13-16,-5 2-29 16,-6 0-23-16,-8 4 62 15,-6 8 1-15,-9 0 0 16,-7 0 0-16,5-2 1 16,0-4 29-16,11-4-30 0,11-2 1 15,7 0-3 1,6-4-40-16,14 0-297 0,80-24-195 15</inkml:trace>
  <inkml:trace contextRef="#ctx0" brushRef="#br0" timeOffset="9032.04">9697 7052 1652 0,'0'0'381'0,"0"0"-293"0,0-2 10 0,0 0 52 0,2-4-33 0,3 0-71 0,4-2-37 0,2-4 17 16,7 2-26-16,2 0-1 16,6 4 0-16,3-2-3 15,5 0 4-15,-1 2 0 16,-2 0-3-16,-6 2 3 15,-2 0 0-15,-13 4 0 16,-5 0 5-16,-7 0-4 16,-5 2 21-16,-6 2-12 15,-18 2-10-15,-14 2 4 16,-13 4-4-16,-9-2-84 16,7 2-118-16,0-6-104 15,-65-14-520-15</inkml:trace>
  <inkml:trace contextRef="#ctx0" brushRef="#br0" timeOffset="10448.84">3898 4914 162 0,'-2'-4'1197'0,"-3"3"-1028"0,3-1 20 0,0 2-37 0,2-4-43 0,-3 8-23 0,3-4 13 0,-1 0-23 16,1 0-29-16,0 0 8 16,0 2-34-1,-4 7-19-15,4 12 7 0,0 7-9 16,10 8 15-16,7 4-15 15,6-2 0-15,6-4 11 16,4-4-11-16,-2-12-14 16,-4-4-13-16,0-10-1 15,-6-8-5-15,2-4-20 16,-2-10 33-16,0-4 19 16,0-4-6-16,-1-4 7 15,-9-4 16-15,-3 0-10 16,-4-2 49-16,-10 3-19 15,0 4-16-15,-5-1 44 16,1 8-19-16,2 9 20 16,4 7-20-16,1 1-14 0,1 8-31 15,2 4-1-15,2 15-40 16,3 22 40 0,5 20 2-16,4 18-1 0,5 2 0 15,2 4 6-15,0-6 0 16,-4-3-6-16,-3-15-2 15,-6-6 1-15,-8-12 1 16,-6-9-18-16,-10-8 3 16,-6-4 12-16,-5-13 3 15,-4-6 23-15,-4-10-13 16,-1-10 34-16,-1-11-14 16,6-7-2-16,6-4 23 0,6-6-37 15,9 0-14 1,10 4-2-16,10 0-95 0,6 4-65 15,10-2-137-15,66-52-280 16</inkml:trace>
  <inkml:trace contextRef="#ctx0" brushRef="#br0" timeOffset="10849.7">4426 5077 1650 0,'2'2'167'0,"2"-2"-76"0,6 4 26 0,1-4 47 0,1 0 4 0,2-2-59 0,4-6-28 0,0-4-28 16,-1-4-4-16,1-4 25 15,-4-2-37-15,-1 2-25 16,-6 0 38-16,-7 4-50 15,0 5-1-15,-5 6 0 16,-8-1-7-16,-3 8 6 16,-4 3-10-16,-6 10-3 15,-1 9 14-15,3 6 1 16,3 4-11-16,10 0 11 16,7 0 0-16,6-4-14 15,5-4 14-15,6-1-10 16,5-7 1-16,4-4 9 15,5-10-18-15,4-7-77 0,7-11-55 16,4-5-124-16,1-8-215 16,51-57-717-16</inkml:trace>
  <inkml:trace contextRef="#ctx0" brushRef="#br0" timeOffset="11181">4756 4758 1381 0,'-7'8'457'16,"0"0"-414"-16,-8 10 26 0,3 8-16 15,8 5-31-15,6-2 2 16,10 2-1 0,9-4 10-16,6-2-23 0,5-5 2 15,8-6 53-15,-5 0-23 16,-3-2-12-16,-10 0-9 15,-9-2-9-15,-4 0 31 16,-7-4-20-16,-4 0 4 16,-9 4 43-16,-3 0 8 15,-10 4-31-15,-3-4-2 16,-4 4-32-16,0-6 15 16,8 0-28-16,1-4-15 15,7-2-21-15,6-4-244 16,6-16-424-16</inkml:trace>
  <inkml:trace contextRef="#ctx0" brushRef="#br0" timeOffset="12367.89">9859 5207 1664 0,'0'0'282'0,"0"-1"-205"0,-3 1 58 0,3 0 16 0,0 5-89 0,3 11-61 0,5 13 45 16,1 11 28-16,1 4-47 15,4 0-27-15,1-4 39 16,-1-6-38 0,-3-6 0-16,-1-8-1 0,-6-10 8 15,-2-6-1-15,-2-4-6 16,0-2-1-16,-6-6 0 15,-6-8-30-15,-1-8 9 16,-5-8 21-16,-5-4 0 16,6-6 4-16,-6-7-4 15,4-5 1-15,5 0 13 16,5 8-14-16,7 12 1 0,7 12-1 16,-1 12 6-16,4 6-12 15,13 8-4-15,6 10 10 16,8 8 4-16,16 10-4 15,3 11 0-15,4-2-1 16,4 4 9-16,-8-13 5 16,-4-4-11-16,-5-8-2 15,-9-10 28-15,-9-2-8 16,-12-8 4-16,-3-4 27 16,-8-4-11-16,2-2 47 15,-3-6-45-15,-6-10-1 16,-5-3 14-16,-3-7-32 15,-5 0-11-15,-5 0-12 16,4 8-9-16,-1 6-9 16,5 8-114-16,3 4-163 0,8 8-181 15,16 18-459 1</inkml:trace>
  <inkml:trace contextRef="#ctx0" brushRef="#br0" timeOffset="12664.84">10651 5253 684 0,'-2'11'1206'0,"-3"-4"-1083"0,3 10-57 15,0 1 66-15,4 1-9 0,7-2-31 0,5-1-11 0,7-6 19 0,6-4-5 16,-2-2-37-16,4-6-5 15,2-6-4-15,-6-2 28 16,-1-6-25-16,-8-4-20 16,-8 2 5-16,-8-2-19 15,-6-4-17-15,-12 3-2 16,-16-1-61-16,-12 11-22 16,-17 12-164-16,-3 13-336 15,-102 43-708-15</inkml:trace>
  <inkml:trace contextRef="#ctx0" brushRef="#br0" timeOffset="14450.49">1222 9701 649 0,'-2'-2'977'0,"2"2"-830"0,-3 0-26 0,1 0 19 0,2 2-79 0,0 4-52 0,2 6 24 16,3 0-15-16,5 6-16 15,4 0 56-15,5-6-22 16,0 1-19-16,4-8 40 16,-2-2-47-16,2-7 28 15,-1-5-17-15,-1-3-20 16,-2 0 21-16,-5-6-10 15,-5-4-11-15,1 2 12 16,-5 0-12-16,-2 6 52 16,-3 4-17-16,-3 8-6 15,3 2-30-15,0 8-8 0,7 16-7 16,8 16 15-16,8 14 0 16,6 10 6-16,0 1-6 15,2-3-6-15,-2 2-5 16,-12-12-85-16,-5-7 65 15,-10-9 19-15,-14-18-3 16,-5-3 6-16,-10-8-3 16,-4-14 0-16,0-12 4 15,0-13 16-15,4-13-7 16,8-7 38-16,5 0-30 16,12 4 63-16,8 2-72 15,8 5-1-15,7 8-11 16,11 0 12-16,5 9-17 0,2 2 1 15,-1 8-13 1,-1 0 23-16,-6 2-19 0,1 0 17 16,-10 2 8-16,-7-2 0 15,-3 0 1-15,-3 2 13 16,-7 2-13-16,-2 2 48 16,-9 6-49-16,1 2-9 15,-2 6 7-15,-3 6-4 16,-1 4 5-16,5 4-5 15,5-2 3-15,4-2-15 16,4-4-21-16,5-6-11 16,7-4 37-16,-1-4-28 15,10-6 34-15,0-10-1 0,4-4-16 16,0-6 24 0,-5-2-18-16,-2 0 12 0,-6-2 6 15,-7 6 18-15,-5 2-9 16,-6 8 13-1,-5 6-21-15,1 8 28 0,-3 4-29 16,0 2-6-16,2 10 6 16,12 2 0-16,3 2-3 15,6 2 1-15,9 0 4 16,-4-2 15 0,1-2-16-16,-6-2 19 0,-7-8 27 15,-5 0-5-15,-4 0-15 16,-5-2 11-16,-11 5-37 0,-7 2-2 15,-10 1-163 1,-88 24-606-16</inkml:trace>
  <inkml:trace contextRef="#ctx0" brushRef="#br0" timeOffset="15464.81">1135 12922 1701 0,'-3'0'249'0,"1"0"-147"0,-2 4 16 0,2 10-26 0,8 10-35 0,10 10-36 16,6 6 30-16,7 0-29 15,4-4-21-15,-6-4 19 16,-4-6-20-16,-10-9-14 16,-4-10-34-16,-9-3-48 15,-2-8 51-15,-10-10-111 16,-1-6 60-16,-9-10 68 15,-3-8 28-15,-2 0 16 16,-4-4 13-16,7 6-4 16,2-1 29-16,9 14-18 0,5 6-13 15,6 7 20-15,9 6-42 16,9 4 1-16,11 7 23 16,10 3 1-16,10 5 19 15,4 7-45-15,5 1 1 16,0-3 7-16,-4-8-6 15,-10 0-1-15,-7-8 14 16,-12-4 3-16,-6-2 69 16,-9-2-23-16,-2-6 11 15,-6 0 18-15,-8-6-27 16,-5-4 6-16,-5-2-19 16,-6 2-20-16,-2-5 31 0,-3 6-40 15,0 2 2-15,2 7-10 16,4 9-16-1,6-3-16-15,1 8-35 0,9 1-144 16,7 1-125-16,38 15-312 16</inkml:trace>
  <inkml:trace contextRef="#ctx0" brushRef="#br0" timeOffset="15766.94">1743 12847 1822 0,'-6'12'246'0,"-4"-2"-51"0,-1 12 10 0,5 1-101 0,6-3-40 0,8-6-29 0,3 0 31 16,10-6-30-16,-1-8 18 15,5-8 12-15,-4-10-2 16,4-7-11-16,-9-3-7 15,-1-2-23-15,-11 5 46 16,-6 3-42-16,-6 5-15 16,-13 9 0-16,-10 6-12 15,-2 8-9-15,-7 8-73 16,0 4-137-16,9 3-146 16,8-3-482-16</inkml:trace>
  <inkml:trace contextRef="#ctx0" brushRef="#br0" timeOffset="17815.2">3819 3922 1234 0,'0'-2'247'0,"-2"-2"-95"0,0-2-2 0,0 2 3 0,2-2-33 0,-2 4 37 0,2 0 25 0,-5 2-73 16,5 0-23-16,-2 0-23 16,2 6-45-16,2 10-18 15,5 12-6-15,1 14 6 16,4 11 9-16,3-2-9 16,8-2-10-16,-3-3 9 15,-2-10 1-15,-5-10-2 0,-6-8-22 16,-5-10-57-16,0-6 72 15,-4-2-19-15,-2-4 23 16,-5-10 4-16,-5-6-12 16,-7-12 12-16,2-7-8 15,-3-2 9-15,7-5 25 16,-1-7-25-16,3-3-15 16,7 2 14-16,10 2-20 15,6 8 11-15,9 4 8 16,-4 15-20-16,5 10 14 15,-3 3-10-15,2 12 0 16,-4 4-25-16,1 10-31 16,-1 4 64-16,-3 5 4 0,-6 6 6 15,-6-1 22 1,-4 0-14-16,-6 0 5 0,-7 2 34 16,-1-6-23-16,-4-2-23 15,4-8-1-15,5 0-17 16,-1-8-56-16,8-2-251 15,8-28-600-15</inkml:trace>
  <inkml:trace contextRef="#ctx0" brushRef="#br0" timeOffset="18169.84">4145 3924 1039 0,'-4'12'601'0,"-1"0"-513"0,0 10 8 0,5 2-22 0,3-4 11 0,6-2-28 0,6-8 27 16,-1 3 0-16,-1-9 15 16,5-4 21-16,-1-4-49 15,6-9-37-15,2-1 47 16,-1-6-55-16,-2-4 7 15,-4 2 0-15,-9 0-11 16,-7 4 16-16,-4 4-8 0,-5 0-24 16,-6 6-6-16,-7 4-9 15,-5 0-20-15,-4 8 23 16,-4 2-109-16,4 2-85 16,9 2-146-16,11 6-176 15</inkml:trace>
  <inkml:trace contextRef="#ctx0" brushRef="#br0" timeOffset="18501.53">4470 3743 1615 0,'0'0'266'16,"0"0"-208"-16,0 3 4 0,3 4-49 15,1 7 23-15,9 7-25 16,1 1-11-16,8 4 51 16,7-4-36-16,0-2 15 15,-2-2 3-15,-1 0-16 16,-3-2 28-16,-8-2 3 16,-6-2-30-16,-4-2 52 15,-3-2-37-15,-7 0-7 16,1-2 1-16,-9 2 1 15,-6 2 13-15,-2 0-28 16,-4-2-11-16,5-8 31 16,0-6-33-16,9-2-46 0,2-8-134 15,9-8-123-15,40-50-212 16</inkml:trace>
  <inkml:trace contextRef="#ctx0" brushRef="#br0" timeOffset="18702.52">4769 3742 1466 0,'-3'0'476'0,"3"1"-414"15,0 8 5-15,0 5 52 16,3 4-46-16,4 8-17 16,4-2 25-16,-3-6-50 15,5 2-19-15,-1-4-9 16,-1-6-3-16,-2-2-64 0,-6-6-200 15,-11-28-284-15</inkml:trace>
  <inkml:trace contextRef="#ctx0" brushRef="#br0" timeOffset="18865.25">4579 3459 891 0,'-4'0'1270'0,"4"0"-1154"0,-6 0-44 16,3 2-48-16,3 0-24 16,-2 4-2-16,4 4-145 15,11 6-464-15</inkml:trace>
  <inkml:trace contextRef="#ctx0" brushRef="#br0" timeOffset="19133.75">4869 3238 1377 0,'0'2'683'0,"3"4"-649"0,1 10 34 15,7 10 59 1,5 10-25-16,8 11-33 0,3 7 9 15,2 2-45-15,2 0-19 16,0-4-13-16,-6-4-1 16,-3-8-45-16,-9-10-141 15,-6-6-144-15,-27 2-307 16</inkml:trace>
  <inkml:trace contextRef="#ctx0" brushRef="#br0" timeOffset="19314.45">4789 3545 1771 0,'2'-2'207'0,"5"-4"-69"16,9-2 46-16,10-6-86 16,8 4-5-16,6-6-68 0,2 4-2 15,3-4-23 1,-1-2-161-16,52-30-324 15</inkml:trace>
  <inkml:trace contextRef="#ctx0" brushRef="#br0" timeOffset="19516.45">5228 3387 1734 0,'4'12'189'0,"2"3"-84"0,11 14 81 16,1 5-67-16,6 0-14 0,-2 0-54 16,5 2-14-1,-2-8 1-15,-2-4-38 16,-2-6-54-16,-3-10-227 0,-12-22-438 16</inkml:trace>
  <inkml:trace contextRef="#ctx0" brushRef="#br0" timeOffset="19732.77">5150 3120 2133 0,'-3'2'237'16,"3"-2"-142"-16,0 2-24 0,0 2-71 15,3 2-18-15,4 8-39 16,6 0-246-16,9 16-565 16</inkml:trace>
  <inkml:trace contextRef="#ctx0" brushRef="#br0" timeOffset="20224.21">5515 3409 861 0,'12'16'922'0,"-4"0"-791"0,13 10-52 16,0 4 115-16,2-6-59 16,-5-4-48-16,-1 0 6 15,-5-8-30-15,-6-6-6 16,-1-2 28-16,-5-4-35 15,2-2 50-15,-2-4-17 16,2-6-34-16,0-10-17 16,3-4-31-16,4-6-1 15,-2-6-1-15,1 4-26 16,-1-3 26-16,2 12-50 16,4 7-10-16,-4 10 7 15,3 5-5-15,3 6-17 16,-1 2 38-16,3 5 22 0,3 1 15 15,1-5 1-15,-2 2-9 16,-1-7 9-16,0-1 0 16,-2-4 0-16,-3-4 18 15,-4 2-18-15,0 2 45 16,-7 0 8-16,-4 3 13 16,0 1 10-16,0 1-47 15,-5-1-15-15,5 3-14 16,-1 2-15-16,-1 8 1 15,1 2 14-15,3 6-31 16,7 1-28-16,13 0-64 16,7-2-109-16,77-6-262 15</inkml:trace>
  <inkml:trace contextRef="#ctx0" brushRef="#br0" timeOffset="22097.57">9759 3816 1274 0,'0'0'483'0,"-2"0"-408"0,0-2 15 0,2 4-3 0,0 0 4 0,0 4-90 0,4 8 80 0,6 6 7 16,1 6-26-16,2 4-5 15,3 4-14-15,-1 0-26 16,3-2 16-16,-5-5-33 16,-1-8 0-16,-6-5 0 15,-1-6 0-15,-5-6 10 16,0-4-10-16,-9-6 0 15,-5-6-27-15,-1-9-4 0,-10-10-7 16,3-7 32-16,-2-4 6 16,2-2 1-16,-1-3-1 15,10 4 0-15,1 4-8 16,8 8 8-16,6 11 0 16,0 9 18-16,5 4-11 15,0 6-7-15,6 7-17 16,8 6-23-16,3 10 38 15,10 7-14-15,3 9 16 16,9 4 22-16,4 2-16 16,4-6-5-16,-10-2-1 15,-9-10 1-15,-6-8 5 16,-8-2 0-16,-11-10 1 16,-5 0 1-16,-5-4-2 0,0 0 19 15,-3 0-8 1,-1-2-10-16,0-2 50 0,-7 0-57 15,2-6 1-15,0 4 10 16,5 2 0-16,1 0 8 16,3 0-2-16,0 4-7 15,0-2 31-15,-2 2-40 16,2 0 12-16,2 0 2 16,-2 0 15-16,0 0 23 15,0-4-11-15,0 2-26 16,0-4 32-16,3 0-27 15,-1 0-6-15,0-4 17 16,0 2-10-16,2-2 10 0,-1-4-32 16,2-2 1-16,-3-7 24 15,-2-2-23-15,-4-1 11 16,-6-5 4-16,1-5-17 16,-1 0 11-16,-4 0-11 15,1 4-15-15,1 8 7 16,-3 6-8-16,6 10-23 15,0 6-44-15,0 6-64 16,3 8-85-16,-7 8-133 16,7 38-277-16</inkml:trace>
  <inkml:trace contextRef="#ctx0" brushRef="#br0" timeOffset="22986.2">10468 3842 1731 0,'2'0'205'0,"0"-2"-140"0,6-2 61 0,0-4-5 0,8 0-34 0,-3-2-6 0,2-4-25 0,2-4 1 15,-9 0-14-15,-1 4-1 0,-7-2-7 16,-5 7-4 0,-3 5-7-16,-8 7-24 0,-8 7-24 15,-7 12 17 1,0 8 2-16,6 8-4 0,9-4 5 16,11-2-35-16,8-4 12 15,8-6-17-15,4-4 17 16,4-8 12-16,8-6 15 15,4-6 8-15,2-10-8 16,0-6 0-16,3-6-10 16,-3-2 10-16,-6-2-8 15,-7-5 8-15,-7 6 1 16,-4-1 24-16,-11 0-25 16,-5 6-7-16,-3 4-8 15,-2 7 7-15,1 4-10 0,-2 4 9 16,6 6-19-1,-2 6 28-15,5 4-14 0,4 5-11 16,2 1 16-16,7 5-5 16,11 1 14-16,2 1 5 15,12 2 1-15,1 4 6 16,3 4-12-16,-2 6 0 16,-3 2-2-16,-4 0 2 15,-11 0-7-15,-3-5 6 16,-10-11-19-16,-5-8 10 15,-9-8-2-15,-6-6 12 0,-6-8 27 16,-3-10-27 0,3-10-19-16,2-7 19 0,6-7 3 15,8-4 9 1,5-4-12-16,11-2 0 0,9-4-14 16,5 0 14-16,6 4-22 15,2 5 13-15,-4 12-38 16,-2 4 40-16,-12 10-20 15,-1 7-15-15,-10 5 21 16,-6 6-12-16,0 1-45 16,-2 3 28-16,-3 8 50 15,4 3 25-15,2 0-25 0,2 2 6 16,9-2 0 0,0-4-6-16,1-6 0 0,1-4 8 15,1-6 5-15,1 0 37 16,1-8-10-16,5-7-10 15,-5-1 21-15,2-4-34 16,-11 3-16-16,-2 2-1 16,-2-2-70-16,-4 2-101 15,-13-9-771-15</inkml:trace>
  <inkml:trace contextRef="#ctx0" brushRef="#br0" timeOffset="24818.76">1199 10479 584 0,'0'0'987'0,"0"-2"-826"0,-2 2 10 0,2-4 4 0,-2 2-34 0,2 0-30 0,2 2 29 0,-2 0-55 16,0 0-2-16,2-2 7 15,-2 4-15-15,2-2-32 16,-1 2-43-16,6 10 6 16,4 12 38-16,7 8-23 15,1 8-6-15,4-1 4 16,-3-3-19-16,2-2 1 16,-2-2-1-16,-6-6-57 15,-3-4 4-15,-7-8-133 16,-4-4-87-16,-4-2-67 15,-32-8-404-15</inkml:trace>
  <inkml:trace contextRef="#ctx0" brushRef="#br0" timeOffset="25015">1077 10694 1717 0,'0'0'264'16,"3"0"-32"-16,-2-2-37 0,4-2-109 15,10 0-28-15,4 0 2 16,12-4-30-16,4-2 30 16,7-1-60-16,3 0-8 15,2-1-155-15,69-23-397 16</inkml:trace>
  <inkml:trace contextRef="#ctx0" brushRef="#br0" timeOffset="25998.34">1409 13894 1900 0,'0'0'249'0,"0"-2"-27"0,0 2 27 0,2-2-138 0,2-2-52 0,8-4-37 0,7 0 8 15,8-6-6-15,10-2 1 16,7-6-24-16,0-2 27 0,1 0-22 15,-3 0-6-15,-9 8 0 16,-8 6-18-16,-14 6 12 16,-9 6-63-16,-11 10-21 15,-15 10 84-15,-10 10-47 16,-12 8-2-16,-1-10 55 16,-2 2 11-16,6-8 32 15,4-4-19-15,10-6 0 16,8-1 29-16,10-8-23 15,9-5-15-15,4 0-15 16,7-5-14-16,12-6-4 16,8-1 14-16,8-4-155 15,1-4-323-15,57-42-1191 16</inkml:trace>
  <inkml:trace contextRef="#ctx0" brushRef="#br0" timeOffset="26620.2">1895 13651 1930 0,'0'4'219'0,"2"5"-54"0,7 9 26 0,4 9-56 0,9 8-83 0,7-1-34 0,7 0 18 16,0-8-34-16,-7-4-2 15,-5-8 0-15,-8-4 8 16,-5-6 5-16,-7-4-5 16,-2-8 7-16,-2-6 66 15,3-14-35-15,-3-10 1 16,-3-8-8-16,3-4-23 15,-2-3 29-15,0 2-45 0,0-6-1 16,2 7-1 0,2 2-58-16,5 10-85 0,2 8-176 15,2 16-194-15,16 14-409 16</inkml:trace>
  <inkml:trace contextRef="#ctx0" brushRef="#br0" timeOffset="26968.89">2300 13615 1594 0,'2'-1'264'0,"0"1"-12"16,6 0-28-16,5-5-71 0,2 0-15 16,3-10-62-1,7-1-35-15,-6-4-13 0,4-2-26 16,-5 0 23-1,-9 6-24-15,-5 8 1 0,-4 6 37 16,-9 6-8-16,-7 8-22 16,-5 14-9-16,-2 6 8 15,-2 8-7-15,13-1-1 16,6-7-9-16,12-10 9 16,9-7 0-16,9-8-2 15,7-7 2-15,7-8 0 16,5-12 25-16,1-5-25 0,-4-8-12 15,1-7-27 1,-10-7-151-16,-5-7-314 0,10-110-685 16</inkml:trace>
  <inkml:trace contextRef="#ctx0" brushRef="#br0" timeOffset="27850.17">1639 10363 1344 0,'0'0'333'0,"-3"0"-159"0,3 0 52 0,0-2-79 0,0 2-57 0,3 2-7 0,1 4-17 0,7 4 21 16,5 12-18-16,1 8-27 16,8 2 46-16,4 2-61 15,0 0-15-15,0-4 8 16,0-1-10-16,-10-5-4 15,0-9-6-15,-11-7 1 16,-3-5 23-16,-5-3-23 16,2-3 8-16,-2-5 16 0,0-10 1 15,-2-7-19 1,-1-8-7-16,-1-9 15 0,-4-2-9 16,-4-2-6-16,1 0-22 15,0 12 11-15,2 10-26 16,0 10-20-16,5 12-14 15,2 2-16-15,-1 2-4 16,-1 6-118-16,0 4-121 16,-12 30-387-16</inkml:trace>
  <inkml:trace contextRef="#ctx0" brushRef="#br0" timeOffset="28699.62">2088 10365 1690 0,'0'0'218'0,"2"-2"-55"0,3-2 34 0,4-4-86 0,4-4-38 0,3-6-29 0,-1-2-2 0,2 0-32 15,-4 0-2-15,-2 2 56 16,-4 1-63-16,-5 2 18 15,-4 8 4-15,0 3 17 16,-8 4-31-16,-1 4-9 16,-7 13-3-16,1 6-8 15,1 8 11-15,5 5-9 16,9-4 9-16,6-4 0 16,11-6 1-16,3-4-1 15,7-8 0-15,2-6 30 0,6-6-21 16,3-8 1-1,1-8-10-15,-1-4-170 16,22-48-442-16</inkml:trace>
</inkml:ink>
</file>

<file path=ppt/ink/ink4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6T02:32:26.892"/>
    </inkml:context>
    <inkml:brush xml:id="br0">
      <inkml:brushProperty name="width" value="0.05292" units="cm"/>
      <inkml:brushProperty name="height" value="0.05292" units="cm"/>
      <inkml:brushProperty name="color" value="#FF0000"/>
    </inkml:brush>
  </inkml:definitions>
  <inkml:trace contextRef="#ctx0" brushRef="#br0">8236 8227 1004 0,'-2'0'134'0,"2"0"-106"0,0 0-4 0,0 0 8 0,0 2-13 0,-2-2 19 0,2 0 14 0,0 0 62 0,-3 2-40 0,3-2 38 0,0-2-13 0,-3 2-30 0,3 0-12 0,0 0-1 0,0 0-17 16,0 0 33-16,-1 2-42 15,1-4 15-15,0 2 0 16,-3 0 6-16,3 0-15 16,3 0 21-16,-3 0-50 15,4 0 36-15,1 0-43 16,8-2 0-16,14 0 16 15,6-3 1-15,9-6-11 16,1 3-6-16,1 0 6 16,-1-2-6-16,-3 4 0 15,-7 0-9-15,-6-2 9 16,-5 6-1-16,-11 0-9 16,-4 2-19-16,-5 0-28 15,-4 2 27-15,-7 0-7 0,-5 6 37 16,-7 0 15-16,-11 4-15 15,1-2 1-15,-4-2-2 16,4-2 8-16,-1-1 4 16,6-4-5-16,1 1-6 15,4 0 12-15,6 0 1 16,6-2-13-16,7 0-5 16,4 0-31-16,7-2 36 15,6-2-25-15,10-2 25 0,6-2 0 16,5 0 9-1,-1 2-9-15,-4-2-7 0,2 4 7 16,-7 0-14-16,-8 2 14 16,-10-2-10-16,-3 4 9 15,-7 0-1 1,-7 2-20-16,-6 0 20 0,-10 2 4 16,-8 4 10-16,-4 4-12 15,2-4 0-15,1 2 16 16,8-4-15-16,8-4 18 15,9 0-19-15,7-2-5 16,4-2-2-16,5 0-86 16,6 0-56-16,8 1-106 15,39-14-405-15</inkml:trace>
  <inkml:trace contextRef="#ctx0" brushRef="#br0" timeOffset="4145.54">9292 8959 798 0,'0'2'178'0,"0"-2"-23"0,-2 0-49 0,2 0-37 0,-3 0-3 0,3 0-42 0,0 2 8 0,-2-2 4 0,2 0 3 0,-2 0 27 16,2 0-9-16,0 0-21 16,0 0 54-16,0 0-12 15,0-2-24-15,0 2-2 16,0 2-28-16,0-4 27 16,0 2-31-16,0 0-10 15,0 0 22-15,0 0-22 16,0 0 8-16,0 0-1 15,0 0-17-15,0 0 45 16,0 0-44-16,0 0-1 16,0 0 26-16,0 0-26 15,0 0 11-15,0 0-4 0,0 0 2 16,0 0 2 0,0 0-11-16,-6 10 0 0,2 0 23 15,2 2-17-15,-2 5-6 16,2 1 4-16,0-3 2 15,4 3 15-15,0-1-21 16,2-5 0-16,-2 2 4 16,4-8-4-16,-4-1 0 15,0-2 0-15,0-3 0 16,3 4 25-16,1-8-24 16,12-4 0-16,2-10 63 15,11-10-22-15,8-15-27 16,0-1-6-16,6-6 11 15,-3 0-22-15,0 2 2 0,1-2-4 16,-3 2-14-16,-7 10 9 16,-4 5-29-16,-6 11-22 15,-12 15-126-15,-7 8-147 16,-31 24-1184-16</inkml:trace>
  <inkml:trace contextRef="#ctx0" brushRef="#br0" timeOffset="6595.42">7694 5382 873 0,'-2'-4'206'0,"2"4"-65"0,-4-2 15 0,-1 0-53 0,3 2-38 0,-2-2 35 0,-1 2-56 0,2-2 50 0,-1 2-59 0,2-2-2 16,-2 0 18-16,1 2-11 15,1 0-13-15,2 0 3 0,-2 2-21 16,2-2 45-16,2 0-40 16,-2 0-13-1,0-2 25-15,2 2 1 0,1-2-6 16,1 2-21-16,0 0 1 15,8 2 42-15,3 0-29 16,10 0-8-16,6-2 22 16,2-4-14-16,7 2-8 15,3-4 1-15,3-2-1 16,8-2 27-16,-8-2-33 16,2 2 0-16,-4-2 0 15,-6 4 2-15,-4 3-2 16,-12 1 0-16,-4 4 1 15,-12 0-23-15,-6 0 17 0,-2 3-23 16,-2-3 1 0,-9 6 27-16,-6 0 5 0,-10 6-5 15,-8-3-57-15,-5 4 56 16,-6-3-38-16,1 0 15 16,-1-2 6-16,-2 2-4 15,-6 2 4-15,4-2 12 16,2 2 4-16,4-4-8 15,5-2 10-15,11 0 0 16,12-2 4-16,5-4-3 0,5 2-1 16,8-2 0-16,3 0-7 15,-1 2-10-15,4 0 16 16,4 2-5-16,5 0 6 16,5 2 9-16,5-2 0 15,6-2-9-15,5 0 16 16,1-2 13-16,1-2-29 15,-3 0 15-15,4 0 10 16,-3 0-25-16,-7-2 6 16,-7 4-6-16,-7 0 1 15,-8 0 5-15,-5 4 5 16,-6-4-11-16,-1 0 28 16,-1 4 4-16,-10 0 16 15,-2 0-41-15,0 2 8 16,7 2-30-16,7-4 11 0,6 4-124 15,9 16-221 1</inkml:trace>
  <inkml:trace contextRef="#ctx0" brushRef="#br0" timeOffset="11712.21">18097 7008 1139 0,'-2'0'646'0,"2"0"-646"0,-2 0-55 0,2 0 35 0,0 4-40 0,0 4-130 0,-4 28-533 0</inkml:trace>
  <inkml:trace contextRef="#ctx0" brushRef="#br0" timeOffset="11928.03">18171 7080 1564 0,'-1'-2'182'0,"1"2"-124"0,-2 0-58 16,2 0 0-16,0 0-15 16,-2 4-210-16,4 4-25 15,5 11-765-15</inkml:trace>
  <inkml:trace contextRef="#ctx0" brushRef="#br0" timeOffset="12094.44">18197 7146 1463 0,'-4'-1'628'16,"0"-4"-541"-16,-3 1-55 15,3 3 11-15,1-2-37 16,-1 3-6-16,4 0-126 15,0 4-222-15,11 9-534 16</inkml:trace>
  <inkml:trace contextRef="#ctx0" brushRef="#br0" timeOffset="12270.59">18266 7164 1869 0,'-1'0'72'15,"-4"4"-72"-15,-2 5-338 16,-11 9-794-16</inkml:trace>
  <inkml:trace contextRef="#ctx0" brushRef="#br0" timeOffset="18295.34">18218 7113 1374 0,'0'-3'175'0,"0"3"-82"0,-3-1-48 0,6 1 54 16,-3-3-9-16,2 3-36 0,-2 0 24 0,0-2-27 0,2 2-16 0,-2 0 76 0,0-2-68 15,0 4-17-15,-2-2-26 16,2 9 3-16,0 6-3 16,0 10 0-16,0 8-1 15,2 3 1-15,2 0 0 16,8-1 0-16,-1-9 3 16,-3-6 5-16,1-6 1 15,-4-6-9-15,0-6 0 16,-1-2 54-16,5-2-3 15,4-6-2-15,5-6-11 16,13-8-14-16,7-8 1 16,11-8-25-16,7-4 0 15,8-8 8-15,5-3 5 0,-4 1-7 16,-9 2 6-16,-5 8-12 16,-11 4 39-16,-11 10-21 15,-4 8-12-15,-12 6 54 16,-5 4-42-16,-2 6-3 15,-6 4 7-15,0 0-21 16,0 0 19-16,0 0-20 16,0 0-9-16,-3 0-12 15,3 1 19-15,-3-1-7 16,3 0-1-16,0 0-47 16,0 0-60-16,-2 3-183 15,-29 7-332-15</inkml:trace>
  <inkml:trace contextRef="#ctx0" brushRef="#br0" timeOffset="21802.7">13665 5560 1151 0,'0'-1'110'0,"-2"1"-56"15,0-3-15-15,2 3-21 0,0 0 18 0,0 3-5 0,-2-6 19 0,2 3 34 0,0 0-23 0,0 0 46 16,0 0-65-16,0 0-23 15,0 0 31-15,0 0-29 16,0 0 6-16,2 0 28 16,-4 0-22-16,2 0 30 15,0 0-34-15,0 0-28 16,0 0 32-16,0 0-33 0,0 0 1 16,0 0 4-16,0 0-5 15,0 0 18-15,0 0-18 16,0 0 0-16,0 0 23 15,0 0-17-15,0 0 22 16,0 0-1-16,0 0-26 16,0 0 23-16,9-2-24 15,-7 2 0-15,10 0 24 16,-2-2-23-16,5 2 8 16,6 0-1-16,4 0-7 15,1 0 22-15,10-2-23 16,6 0-2-16,7-4 2 15,7 2 0-15,9 0-1 16,6 0 1-16,5 0 0 16,4-4 3-16,4 4-3 0,1-2 0 15,-3 2 1-15,-1-2-1 16,-5 4-2-16,-3-2 2 16,-4 2 0-16,-4 0-1 15,-7 0 1-15,-9 0 0 16,-5 0-5-16,-8 0 5 15,-3 0 0-15,-6-2-1 16,-9 4 2-16,-7-2 10 16,-5 2-11-16,-1 0 0 15,-5 0-9-15,0-2 9 16,-5 4-25-16,-1-2-31 0,-3 6-29 16,-7-2-22-16,-13 4-124 15,-73 16-129-15</inkml:trace>
  <inkml:trace contextRef="#ctx0" brushRef="#br0" timeOffset="22265.52">13730 5697 1256 0,'4'0'224'15,"4"2"-196"-15,5-1 38 0,9 2-7 0,5-2-16 0,6-2 25 0,7-2 49 0,12-2-6 0,1-4-24 0,11 4-35 0,10-3 40 0,6-2-38 16,9 4-17-16,7-2-13 15,5 4-23-15,-6-2 17 16,-1 2-18-16,-3 1 0 16,-9 2 8-16,-8-2-7 15,-9 2-1-15,-16-2 15 16,-11 3-15-16,-17 0 44 16,-11-1-4-16,-8 1 1 0,-2 0 100 15,-4 0-47-15,2 0-26 16,0 0 8-16,-2-3-38 15,4 3 2-15,0 0-40 16,0 0 0-16,0 3-15 16,0-3 6-16,0 1-84 15,-4 3-230-15,-38 21-242 16</inkml:trace>
  <inkml:trace contextRef="#ctx0" brushRef="#br0" timeOffset="25249.51">16713 9148 1865 0,'0'0'276'16,"0"2"-120"-16,0-2-49 0,0 0 32 0,0-2-2 0,0 2-46 0,0-2 11 0,3 2-70 0,-3 0-11 0,2-2 39 15,-2 2-55-15,7-4-5 16,4 2-12-16,20-3 4 16,32-6-91-16,95-21-256 15,147-37-466-15</inkml:trace>
  <inkml:trace contextRef="#ctx0" brushRef="#br0" timeOffset="34014.3">8334 11624 744 0,'0'4'97'0,"0"0"-55"0,0 4-15 15,2 0-27-15,2-6 6 0,-2 1-13 0,3-3-7 0,0 0-49 0,-1-5 53 0,3-5 8 0,-1 0 2 0,1-4 32 16,0 0-13-16,-5 2 7 15,-2 4-26 1,0 4-11-16,-2-2-1 0,-2 2-30 16,1 0-235-16,-2-2 46 15,3-12 51-15</inkml:trace>
  <inkml:trace contextRef="#ctx0" brushRef="#br0" timeOffset="34412.28">8379 11574 1230 0,'-3'0'490'0,"3"0"-403"16,-5 0-18-16,5 0 5 16,0 0-13-16,0-4-10 15,3 4-1-15,-3 0-8 16,2-2 45-16,-2 0-50 15,0 2-13-15,3 0-11 0,-3-2-13 16,4 2-15-16,-4 0 9 16,2 0-60-16,1 0 12 15,-3 0-65-15,4-2-8 16,-2 2 28-16,2-4-35 16,5 2-79-16,13-4-245 15</inkml:trace>
  <inkml:trace contextRef="#ctx0" brushRef="#br0" timeOffset="34611.46">8519 11532 1589 0,'-5'-2'267'16,"3"2"-110"-16,0-2-37 16,-2 0-64-16,1 2-40 15,3 0 14-15,0 0-30 16,0 0-15-16,3 0-6 15,1 2-70-15,3 0-49 16,-1 0-86-16,27 10-146 16</inkml:trace>
  <inkml:trace contextRef="#ctx0" brushRef="#br0" timeOffset="35164.35">8812 11592 712 0,'-3'2'234'0,"3"-2"-133"0,-1 4 52 0,1 0-75 0,-2 0 21 0,-3 0-54 15,5 0-38-15,-2 4 14 0,0-2-9 0,2 2-12 0,0 2 0 16,2 0-42-16,-2 2-117 16,2 13-440-16</inkml:trace>
  <inkml:trace contextRef="#ctx0" brushRef="#br0" timeOffset="35697.37">8806 11626 1613 0,'0'0'287'0,"-5"-2"-130"0,3 2-22 0,0-2-60 0,0 2-21 0,2-2-31 0,0 2-22 0,0-4-2 16,0 4-13-16,2 0-31 16,0 0-36-16,0 0-121 0,3 0-288 15,4-6-819-15</inkml:trace>
  <inkml:trace contextRef="#ctx0" brushRef="#br0" timeOffset="35930.21">8822 11608 1934 0,'-4'0'273'0,"1"0"-194"15,-6-2-46-15,2 2-1 16,3 2-22-16,2-2-10 15,4 0-10-15,-2 2 1 0,2 0-2 16,0 2-8-16,0 0-7 16,-2-2-77-16,5 2-5 15,-5-4-11-15,0 2 17 16,0-2 5-16,0-2-40 16,0 2-118-16,0-10-326 15</inkml:trace>
  <inkml:trace contextRef="#ctx0" brushRef="#br0" timeOffset="39635.11">7891 10716 794 0,'-10'2'134'0,"-1"-2"-120"15,-7-2-14-15,3 2-121 0,-1-6 121 0,7 2 144 0,5 0-29 0,0 0-70 0,2 2-1 16,-4 0-44-16,0 4 10 15,-3 0-7-15,3 0-3 16,-4 4-1-16,1 6 1 16,1 0-18-16,-3 2 17 15,5-4-122-15,9-4-260 16</inkml:trace>
  <inkml:trace contextRef="#ctx0" brushRef="#br0" timeOffset="40351.5">7640 10435 1538 0,'0'0'225'0,"0"0"-132"0,0 0 0 0,4 0-30 0,-2-2-54 0,2 2 42 0,5-6-3 0,9 0 11 15,1-2-1-15,10-6-8 16,5 2 2-16,-1 0-35 0,8 0-8 16,1 0 15-1,2 4-24-15,3 0 0 0,5 0 0 16,-4 2-3-16,-1 0 2 16,-3-2 1-16,-3 4-36 15,-5 0 27-15,-7 4-57 16,-10 0-50-16,-3 2-1 15,-9 2-10-15,-7 6-23 16,-27 24-99-16</inkml:trace>
  <inkml:trace contextRef="#ctx0" brushRef="#br0" timeOffset="40616.81">7734 10565 1300 0,'-13'4'257'0,"4"1"-140"16,-11 0-51-16,9-1-39 0,7-1 69 16,4-3-54-1,6-3-9-15,9 2 45 0,12-2 45 16,11-7-8-16,11 1-14 16,7-8-62-16,11 2 42 15,2-3-48-15,0-3 6 16,-2-1-17-16,-4 2 5 15,-1-4-18-15,-4 2-9 16,-5 4-21-16,-2-2 20 16,-15 8-147-16,-3 28-370 0</inkml:trace>
  <inkml:trace contextRef="#ctx0" brushRef="#br0" timeOffset="47645.74">17812 11993 1592 0,'-2'0'204'0,"2"0"-75"0,0 0-70 0,0 0 23 0,0-2 40 0,2 0-70 0,3-2-26 0,3-2 10 15,6-4-15-15,3-4 79 16,6-4-61-16,-1-2-37 15,7 0 22-15,0 2-24 16,0 2 0-16,-3 2-6 16,-1 4 4-16,-7 2-20 15,-9 6-5-15,-5 2-74 16,-8 2 29-16,-7 10 39 0,-5 4 32 16,-13 4 1-1,-4 10 0-15,-5-2 15 0,3-2-14 16,10-4 10-16,7-10 26 15,11-4-26-15,12-6-11 16,11 1 0-16,10-3-21 16,16-3-3-16,21-3-58 15,11-8-79-15,1-2-64 16,108-30-793-16</inkml:trace>
  <inkml:trace contextRef="#ctx0" brushRef="#br0" timeOffset="50263.51">15562 10578 658 0,'-2'0'829'0,"-1"-3"-668"0,-2 2-80 0,3 1 27 0,2-5 3 0,0 5-50 0,0-1 38 0,0 1-28 16,2 0-17-16,-2 0 1 15,0 0-46-15,0-3-3 16,3 3-7-16,-3 0 14 16,2 0-26-16,3 0 1 15,1 3-19-15,7-2 30 16,3 4 0-16,4-4-56 15,7 2 17-15,0-3-19 0,-1-3 8 16,3 3-43-16,-2 0-62 16,-4 0-104-1,12 8-421-15</inkml:trace>
  <inkml:trace contextRef="#ctx0" brushRef="#br0" timeOffset="50429.31">15566 10732 1669 0,'5'-2'255'0,"5"-2"-156"15,11-4-36-15,12-4 18 16,11 2-67-16,10-2-14 16,4 2-21-16,-2 0-69 0,73-4-179 15</inkml:trace>
  <inkml:trace contextRef="#ctx0" brushRef="#br0" timeOffset="53549.31">17460 13766 1564 0,'-3'0'215'0,"3"-6"-68"0,-2 4-38 0,2 2-14 0,0-2-19 0,2 2-23 0,-2 0-10 0,3-2 50 0,0 2-25 16,8-4-26-16,6 0 7 15,5-2-8-15,10-2-34 16,5 3-7-16,4 0 17 16,-1-1-35-16,0-1-27 15,-1 6-26-15,-4 1 11 0,-7 1-13 16,-6 2-92 0,-8 5-51-16,-12 2-92 0,-42 40-262 15</inkml:trace>
  <inkml:trace contextRef="#ctx0" brushRef="#br0" timeOffset="53664.78">17636 13880 821 0,'-13'4'583'16,"1"-4"-289"-16,-7 2-60 16,7-2-93-16,12-6-33 15,12-4-108-15,21-6-62 16,18-8-146-16,150-58-589 16</inkml:trace>
  <inkml:trace contextRef="#ctx0" brushRef="#br0" timeOffset="61666.55">13563 10601 728 0,'0'-1'597'0,"-2"-2"-443"0,-2-1-43 16,1 1 21-16,0 3-81 0,-1-3-19 0,0 2 16 0,2 1-12 0,0-3-11 0,-1 3 22 0,1 0-1 0,2 0 19 15,0 0-44-15,0 0 1 16,2 0 29-16,-2 0-24 15,3 0-15-15,-3 0-12 16,2 0 9-16,0 3-19 16,6 3 10-16,9 3-5 15,5 4 5-15,9 1 15 16,7-2-12 0,6 2 5-16,3-4-8 0,9 0 13 15,1-6-13-15,3-2-7 0,10-4-5 16,-1 0 24-16,-2-5-9 15,-1-2-3-15,-3 3 0 16,-3 0 3-16,-8 0-3 16,-8 4-29-16,-3 2 29 15,-8-3 1-15,0-1-1 16,-2 0 0-16,1 1 0 16,1-1 12-16,0 0-12 15,-4 0-2-15,5 0 2 16,-1 2 0-16,0 2-4 15,1-3 4-15,-2 2 7 16,-1-3-7-16,3 1 0 16,1-2 0-16,-6 3-7 0,2-2 7 15,0 1 0 1,-3 2 1-16,3-2 0 0,-2 2 22 16,3 1-23-16,-8 0-23 15,1 1 22-15,-2 2 1 16,-2-3-13-16,2 0 12 15,1 1 2-15,-1-2 14 16,-1 1-15-16,-4 0-2 16,0 0-10-16,-3 0 12 15,6 0 0-15,-6 0 10 16,5 0 6-16,5-4-10 16,2 0-6-16,-2-5 0 15,5 5-16-15,-4 0 14 16,-1 0-2-16,2 4-7 15,4 0 22-15,0 0-11 0,5 2 0 16,-5 0 0 0,-2-2-12-16,-4 0 4 0,2 0-16 15,-3-2 24 1,4 0 2-16,3-5 14 0,4 3-16 16,-4-1 0-16,4 1 15 15,3 0-5-15,-2 0 7 16,-1 0-17-16,1 2-2 15,-2 2-7-15,1-2 2 16,7 0 7-16,4 0 3 16,-2 2-3-16,2-2-19 15,-3 1 18-15,-3-4-17 16,-3 3 8-16,2-4 9 16,-6 2 2-16,1 0-1 0,-10 0 0 15,2 0-12 1,1 0 12-16,0-2 2 0,4-2 31 15,-2 0-33-15,-2-4 0 16,-2 4 25-16,-6-2-25 16,4 2 0-16,-1 2-1 15,3-4 0-15,2 6 1 16,-1-2 0-16,4 0 0 16,-2-4 0-16,-6 2 0 15,1-4-18-15,-5 4-6 16,4 0 24-16,-8-4 12 0,-4 4-12 15,-1 0 1-15,0-2 25 16,-4 0-19-16,4-5-7 16,-3 4 16-16,-2-3-15 15,3-1 15-15,0 4-16 16,0-3 1-16,1 3-19 16,0 0 3-16,-2 3 9 15,-1 2 5-15,-1-5-10 16,0 3 10-16,5-4-13 15,0-4-22-15,0 0 12 16,2 2 24-16,3 0-63 16,-3 4 14-16,-3 0 4 15,2 4 16-15,-6 0 19 16,0-4-1-16,1 2 11 16,-5-4 0-16,-2 2 9 15,-1-6 9-15,-3 2 1 0,2-6-17 16,-6-4 11-1,4 2-11-15,-3-2 32 0,-5 0-34 16,1 2 23-16,-4 1-2 16,1 2-15-16,-5 5 1 15,-1-3-7-15,-2 5 8 16,-3 0 12-16,-4 0-20 16,0 0 0-16,-7 0 30 15,-5-4-21-15,-1 0 1 0,-3 2 2 16,-7 0 3-1,4-4 24-15,-8 4-31 0,-3-4-2 16,-1 0 13-16,-9 4-18 16,-3 2-1-16,-1 2 0 15,-10 0 9 1,-2 2 11-16,-5 0-20 0,-1 0 0 16,-1 2 8-16,-2 0-7 15,-1-5 6-15,3 6-7 16,0-1 12-16,-1 2 14 15,-1-4-26-15,-1 5 0 16,6 3 12-16,1-1-11 16,0 5-1-16,5-3 0 15,3 6 9-15,2-3-4 16,2-1-5-16,0 4 0 0,2-3 4 16,1 4-4-16,0-2-11 15,0 2 10-15,-1 2 2 16,5-2 8-16,-2 4-9 15,-6-2-7-15,-4 4 6 16,-6 0 1-16,-7 4-38 16,3-2 16-16,4-2 22 15,14 0 39-15,1-2-39 16,0 4-2-16,-8 8-4 16,0 2-3-16,8 0 9 15,11-4 4-15,21-1 5 16,9-2 17-1,6 3-26-15,0 5-7 0,2 5 7 16,8 4 0-16,5 0-9 16,8 0 7-16,6-4 4 0,4-2 11 15,0 2-13-15,3-2-6 16,1 2 0 0,9 2 8-16,-3 3-2 0,5 1 0 15,0-2 7-15,3 2 1 16,3-4-8-16,5-2 0 15,3-6 3-15,7-4-3 16,10-8 7-16,10-6-10 16,2-8 20-16,14-8-11 15,3 0-6-15,-1 0-35 16,-5 0-26-16,-8 10-115 0,-11 6-101 16,29 12-523-1</inkml:trace>
  <inkml:trace contextRef="#ctx0" brushRef="#br0" timeOffset="72896.82">19209 12258 905 0,'-2'0'871'0,"2"0"-757"16,-2 0-82-16,2 0-20 0,0 0 16 0,2 0 7 0,-2 0-23 0,2 0-12 0,-2 0 30 0,2 0-20 0,0-2 4 0,5 0 1 0,2-4-14 0,4 0 7 15,12-8-8-15,6-2-4 16,14-5 4-16,10-8 0 16,5-1-13-16,8-5 13 15,3 2 2-15,2-2 5 16,2 3-7-16,8 2 1 15,4 2 20-15,7 2-21 16,8-2-1-16,1-2-7 16,4 2 7-16,2-1 1 15,2 2-2-15,-1 3 22 16,-6-1-13-16,-7 3-6 0,-11 7-1 16,-12 1 0-16,-17 1 0 15,-8 3 0-15,-7 0 0 16,-1 0 9-16,-1-4 7 15,4 2 31-15,1-2 26 16,-1 4-19-16,-3-2-34 16,-10 4-8-16,-4 2-12 15,-10 0 7-15,-1 2 5 16,-3 2-12 0,0-2 0-16,3 2 7 0,-3-2-6 15,-1 2 0-15,-5 2-1 0,-3-2 6 16,3 2-4-16,-7 0-2 15,0 0 0-15,0 0 0 16,-5 0 0-16,3 0-20 16,0 2-62-16,-5-2-94 15,-1 2 71-15,-8 0-76 16,-40-8-367-16</inkml:trace>
  <inkml:trace contextRef="#ctx0" brushRef="#br0" timeOffset="73230.07">21390 11376 1571 0,'0'0'254'0,"0"2"-139"0,0-2-65 0,0 0-43 0,7 1-5 0,1 6-4 0,9-1 4 0,5 0 14 0,2-3-15 0,0 6-1 16,6-5 9-16,-4 0-3 0,-3 0-6 0,-2 0 13 0,-4 4-4 0,-7-5 59 0,-2 6-37 0,-2 3 5 0,-6 4 33 0,-6 12-24 16,-6 0 26-16,-1 4-4 15,-7 0-47-15,2 2 29 16,2-2-47-16,-6 1-2 15,-3-1-1-15,6-3-132 0,-15 24-319 16</inkml:trace>
  <inkml:trace contextRef="#ctx0" brushRef="#br0" timeOffset="79231.42">15272 10379 651 0,'-2'0'681'0,"2"0"-585"15,0 0-92-15,2-2-2 0,0 0-4 0,0 0-46 0,8-2 35 0,-6 2 13 0,2 0 48 0,1 0 16 0,-1 0 13 0,2 0-16 0,3-4-2 0,-1 4-35 0,2 0-3 0,-1 0 3 0,3 0-23 0,-3-2 14 16,4-2-15-16,3 0 0 16,-3 0 1-16,5 0-1 15,1 0-1-15,-2-2 1 16,0 2 0-16,-1 0 16 16,-1-2-16-16,-1 1-9 0,-1 4 2 15,-6 1 7 1,-2 0-18-16,-5 2-6 0,-4 2-15 15,-5 2 7-15,-2 4-34 16,-37 24-298-16</inkml:trace>
  <inkml:trace contextRef="#ctx0" brushRef="#br0" timeOffset="79551.87">15212 10437 957 0,'2'0'454'0,"2"-2"-367"15,6 0-54-15,3 0 36 16,0-2-8-16,7 0-37 16,2 0-7-16,1-2-2 15,6 0-5-15,0-2 1 16,-3 0-11-16,3 2-25 0,-7 0-16 16,-3 6-187-16,-6 16-670 15</inkml:trace>
  <inkml:trace contextRef="#ctx0" brushRef="#br0" timeOffset="79752.67">15325 10579 1601 0,'5'-1'191'15,"1"-2"-122"-15,8-3 12 16,6 2 3-16,-2-1-49 15,7 0-34-15,-4 0 17 0,6-3-18 16,-5 1-12-16,1 1-85 16,13-6-268-16</inkml:trace>
  <inkml:trace contextRef="#ctx0" brushRef="#br0" timeOffset="83800.89">16622 13716 9 0,'-2'-4'1529'0,"2"1"-1284"0,0 2-121 15,2-2-25-15,-2 3-39 0,0 0-42 0,2 0-18 0,0 3-10 0,3-2 10 0,2 2 0 0,0 3 7 0,-1 2 25 0,1-7 19 0,4 8-3 16,4 3-33-16,2-2-6 16,0 6 19-16,7 0-26 15,6 0 11-15,-4-2-5 0,6-2-7 16,1-2 16 0,0-6-17-16,-4-4 0 0,2-2 7 15,-2-4-7 1,-6-2 0-16,-1 2 10 0,-4-2-3 15,-1-2 20-15,-1-2-27 16,-1-2 0-16,6 2 15 16,-3-2-14-16,-1 2 5 15,1-3-6-15,-5 0 0 16,8-1 6-16,-7 0-6 16,3-2 0-16,-3 3 0 15,-1-3 0-15,0 3-5 16,-2 1 5-16,0-3 0 15,-2 3 12-15,3 2-12 16,-8-2 0-16,2 0 9 16,-1 0-9-16,1 2 0 15,0 0-6-15,-2 4 16 0,-2-2-19 16,0 6 9-16,2 0 0 16,-4 0 5-16,3 0-4 15,-1-2-1-15,-2 0 0 16,0 0 1-16,2 0 25 15,-2-4-26-15,0 2 0 16,0 0 6-16,-2-2-6 16,0-2-1-16,-1-2 0 15,-1-2 2-15,0 0 8 16,0 0-9-16,-2-2 0 16,0 2-2-16,1-2 2 15,1 1-4-15,-2-1 4 0,-3 4 0 16,4-4 11-1,0 0-11-15,-1 0 0 0,-1 3-4 16,2-2 10-16,-1 3-6 16,-3 0 19-16,3 4-18 15,-4-2 30-15,4 4-29 16,-3 0 16-16,0 0 0 16,-3 2-18-16,4-4 0 15,-3 2 6-15,-5 0-6 16,5-4 8-16,-5 4-8 15,-1 0 0-15,-1-2 6 16,-3 4-6-16,2 0-6 16,-4-2 0-16,3 4-1 0,-4 2 6 15,4 2 1 1,-5 2 0-16,2 0-6 16,-2 6 6-16,0-2-6 0,-2 4 5 15,-2 2 2-15,0 0 3 16,-4 4-4-16,1 0 0 15,1-2-6-15,7 0 6 16,-3-2-7-16,5 0 7 16,0 0 2-16,-3 2 2 15,5-2-4-15,-4 1 0 16,3-4 12-16,-1 3-12 16,-1-2-5-16,4 4 4 15,1-5 2-15,3 5-2 0,-4-3-6 16,6 5 7-1,-1 5 6-15,-1-1-6 0,4-4 0 16,0 2 8-16,0-2-8 16,5 4 0-16,0-2 0 15,4 6 9-15,2 0-6 16,8 2-3-16,4 2 0 16,4 0 0-16,0-2 0 15,6-2 0-15,-1-4 0 16,7-4 1-16,-2-2 1 15,1 1-2-15,0-8 0 16,-2 1 6-16,2-4-5 16,-3 2-1-16,-4-2 0 15,-2-4 0-15,-1 0 9 16,-3 0-9-16,1 0-6 0,-1 0-18 16,-3 3-74-16,5-2-148 15,8 17-130-15</inkml:trace>
  <inkml:trace contextRef="#ctx0" brushRef="#br0" timeOffset="84743.62">17030 13934 1015 0,'-3'-2'358'0,"3"0"-89"0,-2-4-134 0,0 4 15 0,-2-4-47 0,-1 4 25 0,3 0-40 0,2-2-22 0,0 4-10 0,0-2 43 0,0 2-56 0,0 0-14 0,0 2-2 0,0 0-27 0,0 12 0 15,-2 16 7-15,0 14 2 0,2 19 33 0,2 5-28 0,7 2 13 0,-3 2 1 0,6 2-13 0,-3 3-7 0,-1-4-8 0,3-2 7 16,-1-5 15-16,-2-8-22 16,1-16-2-16,-2-8-8 15,0-16 1-15,-5-8 9 16,0-6-1-16,0-4 2 16,-2 0 11-16,2 0-12 15,-2 0 0-15,0-1-6 16,0 1-6-16,0-3-12 15,3-1 0-15,-1-2-38 16,2 1 10-16,-3-4-115 16,-2 0-175-16,-16-9-377 0</inkml:trace>
  <inkml:trace contextRef="#ctx0" brushRef="#br0" timeOffset="85158.15">16952 14642 1363 0,'0'0'557'0,"0"0"-422"16,0-2-56-16,2 4-65 15,0 8-2-15,7 6 18 16,3 8-20-16,1 6 5 16,3 5 32-16,-1 2-5 0,-2-6-18 15,3-4 13-15,-1-4-29 16,-1-5 40-16,-3-6-41 16,3-4-6-16,-6-4 20 15,1-2-15-15,3-2 6 16,1-6 15-16,1-8-26 15,1-2 71-15,5-15-56 16,-1-2-14-16,6-7 25 0,-7-3-27 16,0 9 0-1,-4 4-2-15,-8 8-98 0,-2 8-32 16,-1 10-129-16,-24 8-431 16</inkml:trace>
  <inkml:trace contextRef="#ctx0" brushRef="#br0" timeOffset="86331.86">16952 15244 1494 0,'-2'0'285'0,"2"0"-115"0,0-4-89 0,-2 4-33 0,2 0-8 0,2 0-32 0,-2 0-16 0,0-4 4 0,0 4 4 16,0 0 13-16,0 8 10 0,-2-2-17 0,0 6 22 0,-2 6-14 0,0 4 1 0,4 0-15 0,-2-4 0 0,0 2 12 15,2-4-12-15,0-2-12 16,-4-6 11-16,4-6 2 16,0 0-2-16,0-2-13 0,0-2-8 15,-3 2 20-15,3-2-8 16,-4-8-53 0,0-2 39-16,-4-10 24 0,4-2 5 15,0-2-5-15,2 0 0 16,2-4-5-16,0 6 6 15,2 2-1-15,0 4 1 16,0 5 5-16,1 3-3 16,1 6-3-16,1-4 0 15,-1 7-4-15,3 1 4 16,1 0 0-16,0 4 7 16,0 5-1-16,5 5 22 15,5 9-28-15,0 4 0 16,4 4 6-16,1 1-6 15,-1-2 1-15,-4-2-1 0,2-2 9 16,-5-8-12 0,-1-2 3-16,-1-10 0 15,-8-2 3-15,2 0-3 0,-3-4 15 16,-2 0 3-16,0 0-1 16,1-4 10-16,3 0-27 15,-2-2 1-15,8-6 20 16,-3-10-19-16,-5 0 4 15,2-2 1-15,2-2 7 16,1 4 37-16,-5 0-41 16,0 8-4-16,1-3 21 15,-3 12-27 1,-2 5-2-16,3-4 2 0,-6 8 0 16,3-4-1-16,0 0-22 15,0 0-47-15,-2 0 11 0,2 0-65 16,0 5-29-1,6 26-138-15</inkml:trace>
  <inkml:trace contextRef="#ctx0" brushRef="#br0" timeOffset="86834.95">17491 15254 163 0,'-2'0'1458'0,"2"-2"-1216"0,-3 0-131 0,3 2 42 0,0-2-59 0,0 2-43 0,0 0-42 0,0 0-3 0,0 2 3 0,0 2-7 0,-6 5-2 0,2 8 49 0,-1 5-25 0,-3 2-6 0,7-2 11 0,1 0-17 0,1-4 13 16,2-6-25 0,2 2 2-16,0-10 2 0,-1-4 5 15,5 0-6-15,-1 0 18 16,6-10 2-16,1-8 8 15,1-2 8-15,-3-6-10 16,1 2 52-16,-7 2-27 16,-7-4-14-16,-5 2 19 15,-5 2-34-15,-2 1 16 16,-1 6-41-16,-5 7 6 16,3 3-29-16,-8 10 13 15,0 0-88-15,-2 12-109 16,6 5-171-16,-3 22-586 15</inkml:trace>
  <inkml:trace contextRef="#ctx0" brushRef="#br0" timeOffset="87990.15">17964 15254 1304 0,'0'0'336'0,"0"0"-174"0,0 0-41 0,0 0-28 0,2 4-36 0,-2-4 0 0,2 0-12 0,0 0-27 0,0 0 27 0,1 0-13 0,-1 0-2 0,6 0 27 0,6 0-2 0,1 4 17 0,6-8-30 0,-1 4-41 0,2-4 37 15,-2 2-38-15,3-2 0 0,-8 1-36 0,-7 3-93 0,2 3-130 16,-8 3-11-16,-18 28-301 0</inkml:trace>
  <inkml:trace contextRef="#ctx0" brushRef="#br0" timeOffset="88177.54">17983 15396 714 0,'2'0'931'15,"-2"0"-705"-15,0 0-119 0,8 0-26 16,-4-4-8-16,7 2 8 16,2 0-40-16,3 0 29 15,2 0-14-15,-3 0-31 16,6-2-11-16,-4 4-14 16,5-4-64-16,-1 4-77 15,34-12-194-15</inkml:trace>
  <inkml:trace contextRef="#ctx0" brushRef="#br0" timeOffset="89078.37">18904 15061 579 0,'-3'0'1120'0,"-1"-4"-901"0,0 2-96 0,2 0-19 0,-1 2-46 0,6 0 25 15,-3 0-50-15,2 0-32 0,-2 0 38 0,0-2-10 0,0 2 7 0,0 0-6 0,0 2-20 0,-5 10 16 0,-6 6 29 0,0 10-31 0,0 8 5 16,-1 3-29-16,2-3 6 0,7-10-6 0,3 2 9 0,9-6-3 15,2 0-6-15,5 0 0 0,4-4 2 0,2 0-2 0,3-10 0 0,-1-2-2 0,3-6 16 0,-2-2-8 0,-6-6-3 0,0 0 3 16,-2-10 9-16,-5 4 3 0,-2-8-2 0,1-6 34 0,-1-1-14 0,-8-4 51 0,-2 3-32 0,-4 2-26 0,-8-3 23 0,-3 3-34 16,-4 4-6-16,0 4-6 15,-4 6 11-15,-1 2-26 0,-1 6 9 16,-4 4-3-16,0 10-11 16,-4 2 14-1,1 6-73-15,-1 12-127 16,0 0-262-16,-48 51-451 0</inkml:trace>
  <inkml:trace contextRef="#ctx0" brushRef="#br0" timeOffset="91524.3">16830 15972 892 0,'-3'0'317'0,"1"-4"-146"0,-3 4-93 0,1 0 28 0,1 0 13 0,1-5-38 15,2 5 21-15,2 0-39 0,-2 0 48 0,0-4-24 0,3 4-12 0,-3 0-9 0,0 0-18 0,2-1-26 0,-2 2-20 16,0-1 11-16,0 4-10 15,0 13 8-15,0 7-7 16,-2 6 31-16,4 10-20 16,-2-4-2-16,5 4 11 15,2-8-12-15,-1-2 7 16,3 2-18-16,0-4-1 16,-2-2 14-16,-1-4-13 15,-4-9-1-15,1-3-6 16,-3-6 6-16,2-3 2 15,-2-1-2-15,0 0 0 16,0-1 5-16,-2 1-5 16,-3-9-15-16,1-4-20 0,-5-10 28 15,-3-7-10-15,4-6 17 16,-1 0-10-16,-3-10 1 16,0-2-11-16,5 4 2 15,0 0 17-15,4 12-11 16,6 4 5-16,-1 6 7 15,1 4-9-15,1 9 9 16,1-3-15-16,3 10 0 16,-4-2 14-16,3 0-17 15,3 4 17-15,0 4-23 0,6 10 24 16,2 8 26 0,6 14-19-16,3 5 1 0,4 3-8 15,1-4 0-15,1 0 16 16,-4-8-15-16,0-6-1 15,-2-8 16-15,-6 0-10 16,2-10-6-16,-7-6 0 16,-5 0 1-16,0-2 11 15,-2-4 3-15,0 0 8 16,-3-12 5-16,1 0-5 16,0-6-11-16,0-4-1 15,-3-6-10-15,0 2 36 16,-1-2-36-16,-3 2 12 15,0 6 17-15,0 2-21 0,-3 9-2 16,-1 0-7 0,4 8-7-16,-2 5 1 0,2 0-48 15,-2 0-68-15,-5 0-119 16,-7 27-137-16</inkml:trace>
  <inkml:trace contextRef="#ctx0" brushRef="#br0" timeOffset="92052.13">17534 16012 1109 0,'0'0'317'0,"-2"0"-119"0,2 0-87 0,-4 0-26 0,-2 10 1 0,2 2-26 0,-5 6 4 0,3 4-31 0,0 2 33 0,4 2-16 0,0-4-29 0,4 0 43 0,6-4-52 0,0-4-11 0,1-6 11 0,7 6 9 0,1-10-3 16,6-4 16-16,-1-8 5 16,5-6 78-1,-3-4-51-15,-2-4-7 0,-5 0 8 16,-5 4-26-16,-9-4 5 15,-8-2-20-15,-11 4-17 16,-3 6 1-16,-10 4-10 16,-7 6-9-16,-7 4 9 15,-1 8-9-15,-4 8-44 16,7 0-74-16,5-2-136 16,14 0-40-16,20 0-511 0</inkml:trace>
  <inkml:trace contextRef="#ctx0" brushRef="#br0" timeOffset="92350.31">17788 15851 1844 0,'0'-4'291'0,"0"4"-55"16,4 0-142-16,7-6 7 0,11 0-76 16,12-4-19-16,11 0 3 15,10-8-9-15,-4 0-6 16,1 6-18-1,-6-2-140-15,-5 6-80 0,-15 6-95 16,-19 26-494-16</inkml:trace>
  <inkml:trace contextRef="#ctx0" brushRef="#br0" timeOffset="92550.97">18010 15900 1725 0,'2'9'245'0,"3"0"13"15,2 14-81 1,-1 8-59-16,7 5-1 0,1 8-54 16,-1-4-34-1,6 2-19-15,-9-2-10 0,-1-6-12 16,-5 2-273-16,-19 31-448 16</inkml:trace>
  <inkml:trace contextRef="#ctx0" brushRef="#br0" timeOffset="93578.79">17154 16763 1531 0,'0'0'281'0,"0"0"-124"0,1-1-44 0,-1 1-38 0,0 0-48 16,7 0 4-16,-3-4-29 0,5 4 11 0,4 0 14 0,1-9-7 0,6 4 41 0,7-8-27 0,5 0-33 0,5-6 30 0,-4 3-31 0,5 2 0 0,-1 0 0 0,-1 6-30 0,-5 2-40 0,-6 6-109 15,-7 4-125-15,-12 24-249 0</inkml:trace>
  <inkml:trace contextRef="#ctx0" brushRef="#br0" timeOffset="93784.97">17195 16914 1550 0,'0'0'330'0,"0"-4"-135"16,2 4-76-16,0 0-7 15,7-4-31 1,14-6-40-16,6 2-41 0,15-10 7 16,9-4 1-16,6-4-8 15,1 2-77-15,6-2-170 16,95-47-264-16</inkml:trace>
  <inkml:trace contextRef="#ctx0" brushRef="#br0" timeOffset="97917.42">15822 10651 709 0,'-4'0'740'0,"2"0"-653"0,-5 0-52 0,0 3-8 0,2 1 45 0,1 0-47 16,-2-2 11-16,4 2 18 0,-1-4 0 0,3 0 5 0,-2 1-17 0,0 2-18 0,-5 1-2 0,-2 4-22 0,-4 4 0 15,-5 2 11-15,1 4-11 0,-8 2 0 0,0 2 7 0,-8 0-6 0,-1 4 59 0,-1 0-39 0,-2-2-13 16,9 0 10-16,-6 2-17 0,3 0 18 0,-2 2-2 0,-3 11-11 0,3 3 9 16,-7 6-15-16,-3 8 0 0,-3 14 13 0,-4 8-5 0,2 11-8 0,1 1-1 0,5-10 1 0,2-6 0 0,6-9 0 0,4-10 0 15,-1-1 7-15,0-1-6 0,3 3 15 0,-7 4 2 0,0 8-9 0,-2 5 15 16,-3 5-24-16,-5 6 0 0,1 8 17 16,-6 7 7-16,6 3-11 0,0-6 11 15,5-12-18-15,6-16 24 16,4-14-28-16,9-10 35 15,-4-1 38-15,1-1-37 16,1 0-20-16,2 0-4 16,-2 10-13-16,3 8 36 0,-2 8-37 15,1 9 1-15,1 7 9 16,4 2-10 0,1 10 0-16,1 5-1 0,5-5 2 15,2-2 4-15,2-6-5 16,4-2-3-16,4-7 3 15,4-9 0-15,3 0 0 16,-3-1-4-16,6 4 16 0,-1 12-11 16,5-1-1-1,2 6 0-15,2 0 8 16,-1-7-8-16,3-7-8 0,-2-4 8 16,-2-4 0-16,-1-3 9 15,-4-6-9-15,-1 4 0 16,-4-11-12-16,3 2 12 15,1-6 0-15,4-2 4 16,4-2-2-16,1-3 7 16,1-1-9-16,2-4 0 15,-1 0 1-15,0-6-1 16,-3-2 0-16,1-2-6 16,-6-4 12-16,3-4 5 15,-2 0-11-15,9-8-12 16,2 2 12-16,9 2 6 15,11 0-6-15,4-6 1 0,-2 2-1 16,1-6 15-16,-1-4-15 16,1-4 0-16,-2-2-5 15,0 4 5-15,0 0-1 16,2 2 1-16,4-4 0 16,-3 0 8-16,0-2-8 15,-3 2 0-15,-6-4 1 16,-3 4-1-16,-10 0-4 15,-3 0 3-15,-10 2 2 16,0-2 6-16,-7 0-7 16,0 4 0-16,-2 0 4 15,0 0-4-15,-2 0-4 16,0 0 4-16,0-4 0 16,1 8 4-16,-1-4-4 0,3 0 0 15,2 0-2 1,1 0 3-16,7 0-1 0,-2 0 0 15,4 0 0-15,-1-4 12 16,-1 2-12-16,-7 0 0 16,-6 0 2-16,-3 2-2 15,-4 0 0-15,0 0 0 16,0 0 2-16,0 0 23 16,-2 0-25-16,4 0 8 15,-4 0 13-15,2 0-21 0,0 0 1 16,0-4-1-16,-2 0 6 15,-3-4-6-15,-1-2-3 16,-1-2 1 0,-2 2-5-16,0-4 7 15,3 2-1-15,-3 2-6 0,-1 2 7 16,2-2-8-16,-1 6 7 16,2-2 1-16,-2 2-2 15,2-4 2-15,1 0 0 16,-5 2 5-16,6-6-5 15,1 6 11-15,-1-2-11 16,5-2 0-16,-2 6 18 16,0 0-12-16,-2-2 2 15,2-1 16-15,-3 2-5 16,-4 1 13-16,4 0-32 0,3-1 9 16,0 1-3-16,2 3-6 15,0-3-6-15,0-1-5 16,0 4 16-16,-2 1-6 15,2 0 1-15,0 1-18 16,2 4 11-16,0 9-10 16,5 8 17-16,9 10 0 15,1 8 20-15,5-4-20 16,5 2 0-16,0-12 0 16,2 2 3-16,-9-10-3 15,-2-6 0-15,-7-2 6 16,-7-6 14-16,-3-2-1 15,-6 6 17-15,-6 4 18 0,-18 11 29 16,-13 9-78-16,-14 12-4 16,-4 2 0-1,2 2-1-15,6 0-82 0,12-2-209 16,-9 24-467-16</inkml:trace>
  <inkml:trace contextRef="#ctx0" brushRef="#br0" timeOffset="105073.84">22780 6445 1508 0,'0'0'219'0,"0"0"-151"0,0-2 34 0,0 2-14 0,0 0 7 0,0 0-8 0,3-2-50 0,-3 2-29 0,2 0 32 0,-2 0-16 0,0 0-4 0,0 0 4 15,0 0-6-15,0 0 25 16,0 0-25-16,-2 2-16 15,-1-2 31-15,3 2-33 0,0-2 0 16,-2 5 0-16,-4 12 7 16,2 5 25-16,-8 44-41 15,5-30 7 1,3 4 4-16,0 4-3 16,-1 5 1-16,-2 1 0 15,3 4 3-15,1 0-2 16,-1-4-1-16,4-4 9 15,-2-4-9-15,2-2 2 16,2-4-2-16,0-5 0 16,0-1 27-16,1-2-27 15,-1 4 0-15,-2-4 17 16,0 0-16-16,0 0 7 0,2 0-7 16,-2-2 7-1,0 2 2-15,0-4-10 0,-2 0 1 16,-3-2 0-1,1 2 0-15,2 1 0 0,-2-2 0 16,2-2-1-16,2 1 9 16,0 0-9-16,0-2-2 15,2 2 2-15,-2-2 1 16,2 0 0-16,-6 4 4 16,1 0-4-16,-2 0 12 15,1 0-13-15,-1 0 0 16,-1 0 2-16,2 0-2 15,4-1 0-15,-3-1-1 16,6-4 2-16,-1 1 2 16,-2 2-3-16,2 3-1 0,-2-1 0 15,-2 4 1 1,0 5-1-16,-1-2 1 0,1 0 0 16,-2 0 8-16,-1 4-8 15,0-6 0-15,3-4-5 16,0 2 5-16,0-3 0 15,2 0-1-15,-2 2 2 16,2 0 7-16,-5 4-8 16,3 1 0-16,-4 4 12 15,1 10-6-15,2 8 15 16,1-2 32-16,2 2-37 16,-2-8 4-16,4-5-20 15,0-7 0-15,1-4 5 16,-1-4-5-16,1-2 0 15,-1-2 0-15,2 0 6 0,-2-2 3 16,1 4-9-16,-1 2 0 16,-4-2 13-16,2 2 5 15,0-6 3-15,-3 4 0 16,1-1-21-16,2-2 18 16,0-1-18-16,0-1 0 15,0-1 28-15,2 2-20 16,-2-4 11-1,0 2-1-15,0 4-10 0,0 0 20 16,3 8-27-16,-1 12 38 16,0-2 55-16,2 0-74 15,-4-10-20-15,2-8 11 16,-2 0-11-16,0-2 12 16,-2 0-12-16,0 1 0 0,4-7 3 15,-2 6-3-15,2 10 0 16,1 6 39-16,-1 0-25 15,0 6 5-15,3-8-19 16,-5-4 0-16,0 4 5 16,2-2-5-16,-2 11 0 15,2-1 35-15,1 2-27 16,-1-4 11-16,4-12-19 16,-4 0 0-16,3-6 8 15,-3-2-8-15,0-6 0 16,-2 0 0-16,3-6 7 15,-3 0-1-15,0 0-6 16,0 2 0-16,0 2 5 16,0 4-5-16,2 2 0 15,3 12 1-15,-1 2 21 0,2-2 19 16,1-2-41-16,-3-12 0 16,2-10 5-16,-4-4-5 15,0 0-32-15,0-4-67 16,2-25-190-16,7-164-775 15</inkml:trace>
  <inkml:trace contextRef="#ctx0" brushRef="#br0" timeOffset="106318.02">21442 7258 1486 0,'0'5'207'0,"0"-5"-138"0,0 0-6 0,0 2 27 15,0-2-18-15,2 0-53 0,0 0-5 0,3 0 32 0,-3 0-4 0,0 0 3 0,0 0 15 0,4 0-13 0,-1 0 13 0,4-2-23 0,9 2-22 0,15-6 21 16,14 0 62-16,18-2-43 16,6-4-17-16,7 2-28 15,7-4 31-15,0 0-41 16,15-2 0-16,-4-1 7 16,-1 3-7-16,1 0-7 0,0 2 6 15,0 1 2-15,-5 1 6 16,0-1-7-16,-4 3 0 15,-4 2 0-15,-1 0-2 16,-4 0 2-16,0 0-6 16,-4-2 15-16,-7-4-6 15,-3 2-3-15,-6-4 0 16,-6 4-1-16,-6-4 1 16,-2 4 0-16,-1-2-1 15,3 2 3-15,4-4 1 16,1 4-3-16,2 0-9 15,7 2 8-15,-2 0-10 16,5 2 4-16,4 0-2 16,-7 4-3-16,2 0-2 0,-6 0 7 15,-9 0-11-15,-5 0 17 16,-9 2-22-16,-6-2 17 16,-6 2 0-16,-4-4 12 15,-5 4 0-15,-6 0-6 16,-2 0 0-16,-4 0 16 15,0 0-3-15,0-2 10 16,0 2 16-16,0 0-24 16,0 0 30-16,0 0-38 15,0 0-1-15,0 0 2 16,0 0 2-16,0 0-8 16,0 0 1-16,0 0 7 0,0 0-16 15,0 0 6-15,0 0-114 16,-24 22-469-16</inkml:trace>
  <inkml:trace contextRef="#ctx0" brushRef="#br0" timeOffset="109378.7">21887 7557 968 0,'-4'0'691'0,"4"0"-602"0,0 0-58 0,0 0 101 0,0 0-46 0,-2 0-37 0,4 0-28 0,-2 0 29 0,0 0 5 0,0 0 23 0,0 0-42 0,0 0 26 0,0 0-43 16,0 0-7-16,0 0-10 0,0 3-2 0,0-2-14 0,0 8-8 0,0 4 1 0,6 10 13 0,1 3 2 0,7-2 6 15,1 0 3-15,7-6-2 16,3-6 0-16,0-4 10 15,4-8-5-15,-2-2 15 16,1-6-21-16,-4 0-1 16,-1-6 1-16,-7 4 15 15,-3-4-9-15,-7 2 5 0,-1-2 2 16,-5 2 16-16,-2-2-10 16,-3 1-4-16,1 2-4 15,0 3 11-15,1 4 1 16,0 0-10-16,3 4-4 15,0 0 3-15,3 0-12 16,-3 4-33-16,0 0-4 16,0 10 0-16,-3 16 37 15,3 10 0-15,0 14 1 16,6 2 6-16,-2 2-7 16,2 7-3-16,1-3 3 0,-5-6 1 15,-2-4-1 1,-2-8 0-16,-2-6 0 0,-5-12 15 15,-4-6-15-15,3-8-1 16,2-2 1-16,1-8 6 16,1-2-5-16,0-6 32 15,-2-4-26-15,-3-8 43 16,-1-6-50-16,4-6 17 16,6-6-10-16,2 2 13 15,4 1-4-15,2 4-8 16,3 4 1-16,1 3 6 15,0 7-15-15,4-6-18 16,-1 6-39-16,-1 2-50 16,3 1-149-16,-2 8-62 15,18-12-815-15</inkml:trace>
  <inkml:trace contextRef="#ctx0" brushRef="#br0" timeOffset="110120.93">22286 7744 1300 0,'0'0'365'0,"0"0"-232"0,0-2-26 0,2 0-4 0,2-4 23 0,2 0-106 0,2-2-11 0,5-2 12 0,-2 0-2 0,3-4 4 0,1 4-7 0,-1-4-2 16,-1 2 32-16,-1-2-45 0,-2 2-1 0,-3-2 0 0,-3 6 12 0,-2-1 3 0,-4 4 32 0,0 0-47 0,0 4 33 15,-5-2-33-15,-1 6-19 16,-8 1 18-16,-5 7-11 0,0 4-5 16,0 5 5-16,6-2-3 15,6 2 6-15,4-8 8 16,5 2-1-1,5-6 2-15,-4-2-1 0,7 0-8 16,1-4 9-16,-3-2 8 16,8 0 27-16,-1-8-35 15,8 2-1 1,-6-6 0-16,3-2-8 0,-3 0-3 16,-3 2 11-16,1-2 1 15,-7 4-13-15,-2 2 13 16,2 2-1-16,-6 4 0 15,2 2 0-15,-2 0-10 16,0 0 2-16,0 2-1 0,0 4-2 16,2 0 12-16,3 4-2 15,-1 2 2-15,-2-2 0 16,0 0 1-16,2-2-1 16,-4-4 0-16,-4-2 15 15,4 0-15-15,-4-2-1 16,-3 4-1-16,-2 6 2 15,-6-2-34-15,-6 2-161 16,-29-2-644-16</inkml:trace>
  <inkml:trace contextRef="#ctx0" brushRef="#br0" timeOffset="116100.06">23128 7542 120 0,'0'-3'544'0,"0"3"-395"0,-2-1-76 0,2-4 25 0,0 4 13 0,0-2-41 0,-3 2 23 15,3-2 2-15,0-1-4 16,-2 4 17-16,2-4-9 16,-2 2 2-16,2 0 8 15,0 0-28-15,-2 2-16 16,2 0 29-16,0-1-4 16,-2 1 2-16,2 0-50 0,0 0-9 15,0 0 37-15,2-3-29 16,-2 6 2-16,0-6 4 15,0 3-11-15,0 3 30 16,0-3-59-16,2 0-1 16,-2 1-12-16,-2-2-7 15,2 8-22-15,0 5 35 16,0 5 0-16,-2 5 5 16,-2 2-5-16,8-2 0 15,-4-3 7-15,2-2-7 16,0-5 0-16,-2-2 0 15,0-4 8-15,0-4-2 0,-2 0-6 16,4-2 0-16,-2 2-2 16,0-2 2-16,0 0 0 15,-2-2 11-15,2 2-10 16,0-4 23-16,0-6-24 16,-2-10-64-16,-2-13 56 15,1 0-1-15,3-3-6 16,0 3 14-16,3 8 1 15,1 0 9-15,-2 9-9 16,0 6-27-16,2 4 18 16,5 0-15-16,3 6-13 15,10 6 10-15,6 2 27 16,9 6-17-16,5 4 17 0,2 3-1 16,-1 0-7-1,-3-2 8-15,-3-1 0 0,-4-8 1 16,-8-2-1-16,-8-2 15 15,-7-5-15-15,-3-1 0 16,-6 0 20-16,-2-1 5 16,1-5 13-16,-2-2 1 15,-3-6-23-15,1-3 35 16,-2-6-39-16,-1 0-1 16,0-1 14-16,-2 4-25 15,3 6-5-15,1 4 4 16,1 2-21-16,-4 2 0 15,0 2-110-15,-5 4-126 0,1 2-74 16,-1 8-1089 0</inkml:trace>
  <inkml:trace contextRef="#ctx0" brushRef="#br0" timeOffset="116463.67">23690 7455 1328 0,'-3'2'599'16,"-1"4"-554"-16,-3 5 9 0,1 4-12 0,-3 3-6 0,7 3-17 0,4-3-8 0,7 0-5 0,-1-3 39 0,1-4-27 0,3-4 49 0,3-2-2 0,-3-3 32 0,-4-4 4 16,3-3-11-16,1-6-8 15,-4 0-19-15,-1-4-34 16,-5-3 43-16,-2-3-60 16,-4 2-6-16,-3-2-6 15,-4 3 0-15,-7 4-15 16,-4 8-18-16,-14 6-78 15,-6 12-117-15,-87 50-348 16</inkml:trace>
  <inkml:trace contextRef="#ctx0" brushRef="#br0" timeOffset="119250.95">21827 8426 1204 0,'0'0'232'0,"0"-2"-154"0,-2 2 62 0,2-2-17 0,0 2-41 0,0 0-31 0,0 0-22 0,0 0-4 0,0-2 17 0,-2 2-30 0,2 0 69 0,0 0-40 16,0 2-20-16,0-4 18 16,-3 2-20-16,3 2 5 15,-2 0-24-15,-7 4 15 16,-4 4-22-16,-2 8 7 16,-6 4 0-16,-1 2 1 0,4 2 1 15,0-4 10 1,5-2-24-16,1-4 25 0,2-2 2 15,5-6-15-15,1-1-3 16,1-2 3-16,3-5 0 16,0 2 0-16,0-2-1 15,3 0 2-15,-3 0 23 16,2 0-24-16,-2-2 0 16,2 0 11-16,0-4 10 15,5 0-2-15,4-4-19 16,3-6 6-16,-1 0 13 15,3 4-19-15,-6-2-2 16,1 2 1-16,5-2 1 0,-5 4-1 16,1-2 0-16,-1 4 2 15,-2 2 3-15,0-2-4 16,-3 4 0-16,-1-2 8 16,-1 4-1-16,-2-2-6 15,0 0 23-15,0 2-23 16,1 2 54-16,-1-2-23 15,-2 0-31-15,5 2 33 16,-3-2-26-16,-2 2-8 16,0 0 0-16,0 0 12 15,0 0 1-15,0 0-13 16,0 0 0-16,-2 2 2 0,2 2-2 16,2 6-14-1,-2 14 7-15,2 12 14 0,1 14 16 16,-3 8-23-1,0-2 0-15,0-5 10 0,-3-3-9 16,3-8 0-16,0-10-1 16,-2-6-1-16,4-4-5 15,-2-2 6-15,0-4 0 16,0 2 6-16,-2-4-6 16,2-4 0-16,0-2-1 15,0-2 7-15,0 2-12 16,-2-4 6-16,2 0-6 15,-5 0 0-15,3 1 0 16,-1-3-2-16,3 1 7 16,-2-1 2-16,0 3 1 15,0-3-2-15,2 0 0 0,-2 0 10 16,2 0-10-16,-2 1 0 16,0 1 0-16,2-2 6 15,-3 2 2-15,1-2-8 16,0 4 0-16,2-4 8 15,0 0-7-15,0 0 9 16,2 0 20-16,3 0-16 16,-3-4 22-16,2 4-29 15,2-2-1-15,8 2 11 16,1-2-8-16,4 1-2 16,3-2 4-16,-4-1-10 15,4 2 6-15,-8-2-7 16,3 2 0-16,-6-2 9 0,-4 4-9 15,-4-2 0 1,-3 2-2-16,0 0 4 16,-3 0 18-16,3 0-20 0,0 0 0 15,-4 0 9-15,4 0 0 16,0 0-8-16,0 0-1 16,-1 2 6-16,-1-2-12 15,2 0-9-15,-4 0-16 16,-7 4 29-16,-5-2-4 15,-6 4 5-15,-5 1 1 16,-4-2 0-16,4 4-5 16,-2-4 5-16,0-1 0 0,5 2-9 15,-1 1 10-15,6-3-1 16,2-3 0-16,7 4 0 16,3-4 13-16,0 2-13 15,2-2 0-15,5 2 11 16,0-6-11-16,3 3 1 15,-1 0-1-15,0 0 15 16,0 0 11-16,1-1-26 16,-1 2 0-16,-2-2 11 15,3 1-6-15,-1 0-4 16,0-3-1-16,4 2 1 16,1-2 12-16,9 1-13 0,-5-2 0 15,5 0 2 1,3-2-2-16,-3 2-5 15,0 0 4-15,2 0 0 0,-6 0 1 16,7-2-100-16,-4 4-112 16,-1-4-68-16,33-22-440 15</inkml:trace>
  <inkml:trace contextRef="#ctx0" brushRef="#br0" timeOffset="120466.35">23636 8448 1494 0,'0'0'225'0,"-2"0"-144"0,2 0-30 0,0 2 14 0,0-2-50 0,0 0 10 0,-2 0-25 0,0 4-1 0,-6 0 1 0,-2 4 2 0,-1 0 22 0,-3 6-12 15,-1 2-11-15,1 0 43 0,1 4-19 16,-3 0 5-16,5 0-12 16,5 0 2-16,-1 0-10 15,4 5-10-15,3-7 0 16,3 4 0-16,1-3 1 16,3-2-1-1,4-5 6-15,0-2-5 0,0-2 0 16,-2-6-1-16,3 0 1 15,1-4 43-15,3-6-21 16,-1-2 11-16,3 0 25 16,-5-2-23-16,1 2 19 15,-3 0-11-15,-5-5-23 0,2 1 45 16,0 0-38 0,-1-1-19-16,1 0 8 0,1-1-7 15,-2 2-2-15,0 2-8 16,-1 0 7-16,-4 4 13 15,3 2-20-15,-5-2 25 16,0 4 17-16,0-2-6 16,-2 2-13-16,-1 0-13 15,1-2-4-15,-2 2 33 16,4 2-39-16,-2-2 2 16,0 0 16-16,0 2-17 15,-1-4 0-15,1 4-1 16,2 0 11-16,-3 0 2 0,1 0-13 15,0-2-1 1,-3 2 1-16,3-2 9 0,-4 2-8 16,4-4-2-1,-1 2 3-15,-1 2 14 0,2 0-16 16,-5 0-1-16,2 0 1 16,-3 0-17-16,-3 2 7 15,-5-2-5-15,-2 4-32 16,-12 2-38-16,-5 2-369 15,-71 0-556-15</inkml:trace>
  <inkml:trace contextRef="#ctx0" brushRef="#br0" timeOffset="125637.9">23977 6188 1361 0,'-2'0'363'0,"2"0"-265"0,-2 0-40 0,2 0 31 0,2 0-20 0,-2 0-8 0,2 4-52 0,0-4-1 0,-2 2 10 0,0-2-18 0,0 0 12 0,0 0-12 16,-2 2 1-16,2 2 24 16,-2 4-25-16,0 6-9 15,-3 10 1-15,2 6 8 16,-1 12 0-16,-2 8 8 15,3 7-7 1,1 7 58-16,0 4-16 0,0 6-10 16,2 6 3-16,0 6-25 15,-4 9-10-15,-1 3 2 16,-2 2 7-16,-2 5 11 16,-2-7-21-16,4 0 0 15,1-1 9-15,3-11-8 0,3-10-1 16,5-10 0-16,4-10 1 15,2-6 19-15,-2-4-20 16,2-1 1 0,-4-4 35-16,2 6-1 0,-1 7-16 15,0 2-5-15,-6 10-8 16,2 2 18-16,0-2-24 16,1-3 0-16,1-3 1 15,6-6-1-15,-1 12 1 16,0 4 45-16,0 1-45 0,4-1 61 15,-3-8-61 1,-3 4-1-16,-5 10 32 0,7 15-11 16,-4 11-12-1,2 4-9-15,0-4 15 0,2-11 7 16,4-11-22-16,-3-8 1 16,-1-8 8-16,-4-6-9 15,-1 0 40-15,-3 0-13 16,-8 5-21-16,-4 5 53 15,-2 12-44-15,-3 11-14 16,-1 3 7-16,-1-2-8 16,6-14 6-16,0-10-6 15,6-14 9-15,4-11 16 0,4-10-25 16,-1-2 0 0,-3-5 27-16,0-2-21 0,0 0-6 15,0-2 0 1,-3-4 11-16,-1 0 10 0,1-4-21 15,3-6 0 1,0-2-4-16,0-4 4 16,0-2-12-16,-2-2-60 0,-4-4-222 15,-30-62-441-15</inkml:trace>
  <inkml:trace contextRef="#ctx0" brushRef="#br0" timeOffset="127202.38">24062 7421 1601 0,'-2'2'215'0,"2"-2"-155"0,0 0 33 0,0 2 36 0,0-4-48 0,2 2-48 0,-2 2-20 0,0-2-12 0,0 4-1 0,2 0 0 16,-2 2 0-16,2 10 3 16,1 6-3-16,-3 3 0 15,0 2 16-15,2-3-15 16,-2-2 15-16,0-5-16 16,2-5 0-16,-4-6 18 15,2-4-18-15,0-2 9 16,0-2 24-16,0 0 0 15,0-6 62-15,0-9-95 16,0-6 3-16,2-8-17 16,0-3 10-16,2 0-25 15,1 2-7-15,4 2 18 0,0 6-1 16,2 10-23-16,-5 4 9 16,6 6 25-16,-4 6-28 15,4 10 15-15,3 2 8 16,8 6 13-16,4 4-1 15,-1-2 1-15,3-4 0 16,-5-6 1-16,-3-2 0 16,-5-8 0-16,-1-4 38 15,-4-5-31-15,3-4 11 16,-1-5-19-16,-3 0 11 16,2-4 4-16,-8 2-14 15,1 0 0-15,-3 6 28 16,-4 4-4-16,2 4-2 0,-2 4-23 15,4 0-39-15,0 2 33 16,2 0-20-16,8 6 14 16,-1 0 12-16,3 0 1 15,3 2 16-15,-3-4-17 16,-1-4 1 0,-2 2 2-16,-2-4-3 0,0 2 0 15,-3-4 0-15,2 2 0 16,7-4-76-16,-2 0-118 15,14-16-464-15</inkml:trace>
  <inkml:trace contextRef="#ctx0" brushRef="#br0" timeOffset="129921.2">24835 6200 1318 0,'0'0'132'0,"0"0"-68"0,0 0 1 0,0 4-4 0,2 4 23 0,0 8-28 0,1 6-7 0,1 4 19 0,4 10-37 0,0 6 26 16,-2 14-7-16,5 15-11 15,-2 21 27-15,11 74-15 0,-9 53-12 16,-17 8-8 0,-3-83-30-16,0-3 23 0,7-7-24 15,-6-10 6 1,0-3-3-16,-5-9-3 0,6-60-6 16,-4-2 6-16,4 0 0 15,-7 54 10-15,-3 65 1 16,13-109 91-16,4 54-53 15,6-14-10-15,1-15-28 16,1-17 3-16,2-16-13 16,-1-8 23-16,-1-12-24 15,2-2 1-15,-1-4 15 16,-3-2-16-16,0-2 9 16,-1-1 2-16,2-6-10 0,-5-4 21 15,1-1-22 1,-3-4 0-16,0 2 12 0,2 4-11 15,-2 0 0-15,2 6 16 16,0 0-16-16,0-6 27 16,0 2-28-16,3-6 0 15,-4 0 3-15,2-2-3 16,0-4-6-16,-3-2-32 16,0-2-170-16,-9-28-316 15</inkml:trace>
  <inkml:trace contextRef="#ctx0" brushRef="#br0" timeOffset="131016.57">24311 6824 1220 0,'0'0'361'0,"0"0"-274"0,3 1-37 0,-3-1 50 0,4 0-37 0,0 0-15 16,3-3-40-16,11 1-1 15,5 0 19-15,8-1-26 16,11 3 0-16,9 5 2 16,14-3-2-16,6 1-51 15,134 1-434-15</inkml:trace>
  <inkml:trace contextRef="#ctx0" brushRef="#br0" timeOffset="141152.91">21139 12198 1041 0,'0'0'284'0,"0"0"-121"0,0-2-58 0,0 2 5 0,2 0-64 0,-2-2 5 0,0 2-51 16,0 0 15-16,0 0 2 15,0 0-17-15,0 0 0 0,0 0 26 16,0 0 1-16,0 0 48 16,0-3-36-16,0 3 7 15,0 0 11-15,0 0 8 16,0 3-25-16,0-3-7 15,0 0-21-15,0 0 5 16,0 0-17-16,0 12-8 16,2 4 8-16,-2 10 2 15,0 8-2-15,2 4 0 16,0 4 10-16,1-4-4 16,3 1-6-16,-2-6 0 15,4-1 1-15,-6-3 0 16,-2-9 7-16,-2-7-8 15,-4 0 1-15,4-7 23 0,2-4-23 16,-2-2-1-16,0 0 24 16,0-2-11-16,-2-6 16 15,-3-8-2-15,-2-12-26 16,-5-11 56-16,8-1-42 16,0-8-13-16,3-4-1 15,6 2-1 1,-1 0-12-16,6 6-9 0,5 3-14 15,3 1 17-15,5 11-4 16,-2 2-13-16,6 7 34 16,-3 8-19-16,3 6 2 0,-5 8 8 15,0 4 10 1,-5 11-11-16,-1 5 11 16,-1 6 0-16,-7 2-1 0,0 2 1 15,-4-6 0-15,-4-2 0 16,-4-6 1-16,-2-4 31 15,-3 0-31-15,-3-4 12 16,1 4 4-16,0-4-17 16,1 0-7-16,2-2-11 15,-2 0-69-15,1 0-69 16,2-2-162-16,-7 2-1212 16</inkml:trace>
  <inkml:trace contextRef="#ctx0" brushRef="#br0" timeOffset="141567.19">21428 12370 1451 0,'-2'4'256'0,"-2"0"-155"0,-3 6-28 0,0 2-8 0,4 6-13 0,3 0-41 0,6 0 26 0,5-4-31 16,-3 1 6-16,8-8 51 16,1 0-16-16,6-7-28 15,2-4 8-15,2-4-15 0,-1-5 75 16,1-1-54-16,-9-4-19 15,-5 0 19-15,-6 2-24 16,-3-2 1-16,-10 2 1 16,-4-2-10-16,-5 6 28 15,-5 0-29-15,-3 6-25 16,-1 2 16-16,2 6-3 16,-1 0-41-16,10 4-62 15,6 0-143-15,10 6-238 16</inkml:trace>
  <inkml:trace contextRef="#ctx0" brushRef="#br0" timeOffset="142018.6">21862 12234 1704 0,'-2'0'311'16,"2"0"-106"-16,0 0-115 15,-2 0-73-15,2 2 13 16,-2 2-30-16,-5 4 0 16,-2 2-1-16,0 4 2 0,3-4 7 15,1 6-8-15,8-2 0 16,1-2 2-16,2 4-2 15,8-2-6-15,-1 2 6 16,1-2-18-16,3-4 18 16,-1-1-23-16,-3 0-17 15,1-5 39-15,-5 2 1 16,-5-6-1-16,-2 0 1 16,-4 2 0-16,0-2 43 15,-4 2-43-15,-10 2 0 16,-2 2 21-16,-11 1-12 15,0 0-8-15,0 1 7 16,5-5-7-16,3-2 8 0,4 1-9 16,6-4-17-16,1 2 16 15,8-1-171-15,7-3-50 16,44-23-578-16</inkml:trace>
  <inkml:trace contextRef="#ctx0" brushRef="#br0" timeOffset="142272.37">22113 12306 1510 0,'0'0'314'0,"0"0"-179"0,3 2-101 0,0 6 1 0,-1 6 47 0,5 6-13 0,-1 6-33 0,3 4-12 0,1-4-24 0,-6-4 17 16,0-4-17-16,-2-4-5 16,1-3-10-16,-6-5-57 15,-1-5-115-15,-31-20-594 16</inkml:trace>
  <inkml:trace contextRef="#ctx0" brushRef="#br0" timeOffset="142450.87">22036 12083 2016 0,'0'0'379'0,"0"0"-235"16,-2 0-111-1,4 0-30-15,-2 3-3 16,0 4-85-16,3 10-128 0,11 28-325 15</inkml:trace>
  <inkml:trace contextRef="#ctx0" brushRef="#br0" timeOffset="143539.43">22290 12498 1522 0,'0'0'311'16,"0"-1"-100"-16,5-3-67 16,1-3-43-16,8-4-22 0,3-3-44 15,6-4-5 1,1-3-30-16,5-3 0 0,1-2-11 16,-4-2 11-1,-1-2 0-15,-10-6 4 0,-2 0-3 16,-3-10 21-16,-8-4-22 15,-2-5 0-15,-2 3 5 16,0 6-5-16,-1 10 0 16,-4 4-1-16,5 10 2 15,-3 8 6-15,3 4-7 16,-2 6 9-16,2 4-21 16,2-2 11-16,0 2-9 15,0 0 9-15,0 0 2 16,0-2 0-16,2 2-1 0,-2 0 2 15,2 0 37 1,-2 0-26-16,0 0-2 0,0-2 11 16,0 4-13-16,-2-4 6 15,2 2 6-15,0 0-19 16,0-2 50-16,-2 0-43 16,2 0-8-16,0-2 14 15,0 4-3-15,0 0 5 16,0 0-16-16,0 0 8 15,0 0 17-15,0 0-26 16,-2 0-15-16,2 4 8 16,-5 8-8-16,1 12 15 15,-3 14 0-15,-4 10 13 0,9 2 1 16,2 2-14 0,4 1 0-16,5 1 0 0,-2-8 0 15,0-6 1 1,-3-4-1-16,2-6 0 0,1-6 12 15,-3-6-12-15,6-6-8 16,-6-2 1-16,0-4 14 16,3-4-7-16,-3 2 0 15,1-4 2-15,0 0 25 16,-1 0-27-16,7-4 0 16,-3-2 7-16,4-3-7 15,-1-4 0-15,1-1-1 16,-4 2 3-16,-1-2 16 0,-3 2-18 15,3-2-8 1,-2 4 8-16,-1 0-1 0,1 4 1 16,-3 0 0-16,-2 2 1 15,2-2 3 1,0 4-4-16,-2 2-7 0,0 0 5 16,0 0 2-16,-2 0-9 15,2 4-7-15,-2 10 14 16,0 4-7-16,-1 6 9 15,3 0-6-15,5-2 6 16,-1-5 0-16,3-2 0 16,2-1 0-16,-2-6 1 15,3-2 8-15,-1-2-9 16,-1-4-44-16,-2-4-128 16,0-3-175-16,-8-42-430 0</inkml:trace>
  <inkml:trace contextRef="#ctx0" brushRef="#br0" timeOffset="143753.07">22458 12108 1570 0,'4'-3'304'0,"3"-1"-136"0,10-4-117 0,5 2 20 0,10 2-4 0,3 3-35 0,2-3-31 0,0 1-1 0,-6 1-33 0,-4-2-97 0,2-5-251 15</inkml:trace>
  <inkml:trace contextRef="#ctx0" brushRef="#br0" timeOffset="143987.57">22620 12186 1720 0,'2'0'363'15,"-2"0"-126"-15,0 1-127 0,0-1-61 16,0 0-23-1,5 0-26-15,-1 4-21 0,3-1-87 16,0 1-177-16,4-6-484 16</inkml:trace>
  <inkml:trace contextRef="#ctx0" brushRef="#br0" timeOffset="144383.6">22872 12222 1872 0,'0'2'347'0,"4"-2"-229"15,3 2-71-15,9 4-11 16,6 6 6-16,4 2-18 15,4 6-17-15,-4 0 4 16,-3-2 4-16,-3-6-15 16,-9-2 0-16,-3-6 8 15,-5-2-1-15,2-2 19 0,-1-2 50 16,1-4-25-16,1-6 17 16,6 0-68-16,-1-6 9 15,-1-2 3 1,-3 0-10-16,-4-2-1 15,-2 2-1-15,-2 2-16 0,-2 2 14 16,1 4-73-16,-1 8-81 16,1 2-33-16,-2 4-105 15,-7 20-30-15</inkml:trace>
  <inkml:trace contextRef="#ctx0" brushRef="#br0" timeOffset="144705.47">23235 12246 1498 0,'7'0'279'0,"1"0"-153"0,11-4-30 0,7-2 28 15,8-2-49-15,-3-2-51 16,4-2 36-16,-1 4-12 16,-7-6-30-16,-7 2 0 15,-7 0-9-15,-7 3 26 16,-10 5 20-16,-2 4-53 15,-13 4 47-15,-7 5-49 16,-10 7-3-16,1 6-3 16,1 2 6-16,10 2 0 15,8-4 0-15,10-2 6 16,8-4 27-16,7-2-32 16,4-2 0-16,5-2 11 15,5-4-11-15,8-4-1 16,2-2-6-16,3-4-225 15,53-24-402-15</inkml:trace>
  <inkml:trace contextRef="#ctx0" brushRef="#br0" timeOffset="144985.56">23630 12202 1750 0,'0'0'232'0,"4"0"-139"0,7 0 15 0,5 0 3 16,7 0-46-16,5 0-40 0,-4 0-13 0,-1-2 5 0,-6 2-17 0,-1-2-77 0,-5 2-217 0,1-2-710 0</inkml:trace>
  <inkml:trace contextRef="#ctx0" brushRef="#br0" timeOffset="145184.31">23680 12318 1753 0,'4'-2'263'0,"6"0"-143"0,10 0-11 15,2 2-35-15,9-4-32 16,1 2-35-16,3-4-7 16,-4 2-142-16,41-24-206 15</inkml:trace>
  <inkml:trace contextRef="#ctx0" brushRef="#br0" timeOffset="146318.01">24093 12060 1564 0,'2'0'267'0,"-2"1"-144"15,0-1 17-15,3 0-61 0,-3 0 14 0,0 0-52 0,2 0-15 0,0 3-26 0,0-3 0 0,2 1 6 0,-2 2-5 0,3 2-1 16,2 5 12-16,4 7 6 16,-2 6 16-16,2 5-34 15,5 1 0-15,2-3-1 16,1-4 1-16,6-4-1 15,-3-10 1-15,1-2-26 16,-6-8 13-16,1-2-17 16,-2-2-6-16,0-2 30 15,-6-6-9-15,1-2 15 16,-1 6 15-16,-6-3 0 16,-2 10 30-16,-2 3-45 15,5 10-9-15,-3 14 9 16,-4 16 9-16,2 22 4 0,-9 14 1 15,5 11 5-15,2-5-8 16,-4-6-11-16,0-10 0 16,-5-16 6-16,-9-11 1 15,0-17 14-15,-2-12 50 16,1-9-28-16,2-11 28 16,3-10-38-16,7-14-24 15,9-14 7-15,15-12-16 16,16-4-21-16,14 1-33 15,8 1 1-15,5 4 29 16,0 4-42-16,-4 12 26 16,-8 4 32-16,-7 10 8 15,-12 6 0-15,-14 4 0 16,-9 6 7-16,-4 2 7 16,-4 2-14-16,-5 2-14 0,-9 6 14 15,-6 6 1-15,-4 7-1 16,5 6 5-16,0 3 2 15,14 2-1-15,7-2-6 16,9-2-1-16,6-2 1 16,7-8 0-16,5-4 0 15,2-2-1-15,2-10 7 16,-6-2 0-16,2-2-6 16,-4-8-3-16,-4-2 3 15,-5 0 1-15,-6-2-1 16,-4 2 0-16,-6 4 9 15,0 4 27-15,-4 4-36 16,2 5-22-16,1 3 22 16,-1 7-19-16,2 4 10 0,-1 4 7 15,0 1 2-15,5-2 8 16,3 2-8-16,-3-2 0 16,-6-4 0-16,2-2 0 15,-6 2-1-15,-9 0-1 16,0 2-107-16,-49 8-448 15</inkml:trace>
  <inkml:trace contextRef="#ctx0" brushRef="#br0" timeOffset="149050.41">23656 13289 1937 0,'0'0'315'0,"0"0"-111"0,0-5-12 0,3 5-123 0,3-1-24 0,3-2 5 0,9 3-37 0,4-1-12 0,2 1-1 16,3 0 14-16,-4 1-34 15,-2-1 20-15,-4 4-67 16,-2 1-41-16,-10-1-66 16,-7 4 10-16,-6 0 40 15,-9 8 17-15,-3 4 47 0,-7 2 0 16,4-4 48-16,4-4 12 15,7-4 1-15,8-8 28 16,4 0 56-16,4 0-26 16,6-2 59-16,5 2-8 15,12-2-70-15,4 0 16 16,9 0-56-16,5-2-24 16,-3 2-176-16,54-6-137 15</inkml:trace>
  <inkml:trace contextRef="#ctx0" brushRef="#br0" timeOffset="149668.18">24131 13240 1501 0,'2'0'531'0,"-2"3"-413"16,0-2-62-16,2 3-22 16,0 9 1-16,3 5-7 15,-1 4 11-15,1 2-39 16,-3 0 0-16,1-6 3 16,-3-8-3-16,0 0 10 15,-3-8-10-15,1-2 0 0,-1 0 22 16,-3-2-11-1,-3-6-11-15,-5-2-8 0,5-8-19 16,3-4 26-16,4-4-26 16,2-2 27-16,0-3 3 15,4 5-3-15,0 2-1 16,3 6 1-16,0 6-7 16,4 4 6-16,-2 5-4 15,3 4-4-15,5 5 7 16,-1 8 2-16,1 5-7 0,6 0 7 15,-1 9 0 1,5-2 8-16,2-1-8 16,-3-4-8-16,-1-6 8 15,-3-3 1-15,-3-6 14 16,-7-4 8-16,-3-2-13 0,3-4 19 16,-6-5-20-16,3-2-9 15,-3-3 28-15,4-2-4 16,-3-5-10-16,-5 2 20 15,0-4 5-15,-2 4 9 16,-2 4-48-16,0-1 0 16,-3 7 0-16,3-2 0 15,0 5-20-15,-3 5-10 16,2-2-81-16,-1 3-9 16,-2 3-102-16,-5 6-226 15</inkml:trace>
  <inkml:trace contextRef="#ctx0" brushRef="#br0" timeOffset="150021.84">24588 13230 1183 0,'-2'2'742'0,"-1"2"-564"0,-3 4-25 0,3 2-108 0,-1 7-13 0,4-4 46 0,6 6-57 0,6-1-3 15,5-2 3-15,3-6-11 0,7-4 46 16,2-6-10-16,3-4-20 16,-1-4 32-16,-2-6-28 15,-6-4 0-15,-4 2 14 16,-11-5-1-16,-2 2 1 15,-12-4-44-15,-7 4-33 16,-11 2 33-16,-10 3-21 16,-10 8-55-16,-10 8-73 15,-8 8-146-15,-112 29-442 16</inkml:trace>
  <inkml:trace contextRef="#ctx0" brushRef="#br0" timeOffset="150895.47">21519 13189 1739 0,'0'-3'297'0,"0"3"-120"0,0 0-84 0,3 7-87 0,1 4 39 0,2 14-16 0,4 11 8 16,1 4-7-16,-5 4-22 15,2-4 14-15,-4-10-22 16,-2-8 11-16,-2-8-16 15,0-10 7-15,-2-2-2 16,0-2 30-16,-6-6-30 16,0-8 6-16,-5-6-6 15,1-10-23-15,3-6 22 0,3-3 1 16,2-5-9-16,4 2-4 16,2 6 13-1,6 10-1-15,1 6 1 0,3 10-3 16,5 8-14-16,3 12 17 15,9 4-10-15,3 8 10 16,5 7 0-16,-1 0 0 16,5 0 0-16,1-5 1 15,-3-2 0-15,0-10-1 16,-6-2 0-16,-8-8 5 16,-10-4 3-16,-4-6 26 15,-2 0 17-15,0-6-28 16,-5-2 55-16,-1-4-48 0,-6-4-3 15,1-5-12-15,-2 0-15 16,-6 2 6-16,6 1-6 16,0 8-43-1,2 6-47-15,-1 6-141 0,3 6-102 16,5 24-371-16</inkml:trace>
  <inkml:trace contextRef="#ctx0" brushRef="#br0" timeOffset="152287.43">22110 13331 1592 0,'3'0'267'0,"5"0"-163"0,1-4 17 0,11 0-2 0,-2-3-23 0,6-2-48 0,1-1-29 0,-3-4 24 0,-4 3-43 16,-2 0 0-16,-10 3 0 15,-3 3 19-15,-8 1 20 16,-2 3-18-16,-8 1-9 16,-4 1 2-16,-10 8-14 15,-3 4-1-15,10 5 1 16,-3 3 1-16,10-1-1 16,12 0 0-16,5 0 10 15,10-2 7-15,8-6-17 16,11-4-11-16,11-4 10 15,8-8-87-15,4-6-34 16,2-6-29-16,0 0-17 0,-3-6 22 16,-8-1 11-1,-9-2 39-15,-14 0 61 0,-11 3 35 16,-11 4 57-16,-9 8 36 16,-7 5 5-16,-8 5-8 15,-5 5-38-15,-4 5-5 16,4 7 1-16,7-2-2 15,3 3-7 1,13 3-5-16,6-6-33 0,4 2 18 16,8-3-19-16,5-4 0 15,4-2 9-15,5-6 6 16,6-4-15-16,-1-4-33 0,2 2-18 16,0 2 49-16,-4 12-13 15,-4 6 10-15,-3 16 5 16,-10 10 0-1,-2 16 15-15,-8 10 40 0,-4 7-25 16,-2 2 51-16,-7-6-58 16,-3-13 2-16,-8-14 19 15,-2-14 7-15,-3-14 4 16,-2-8-14-16,4-8-10 16,1-12 64-16,9-12-52 15,3-14-26-15,16-12-1 16,14-8-5-16,14-9-11 15,7-1-16-15,11 4-43 0,-1 4-25 16,2 10-25 0,-8 8 29-16,-8 10 53 0,-13 10 20 15,-6 4 6 1,-12 6-5-16,-8 2-13 0,-5 4 13 16,-5 1-11-16,-1 5 17 15,-7 5 0-15,-1 5 35 16,4 6-26-16,3 0-9 15,9 0 0-15,7 2 3 16,2-4-3-16,7-2 0 16,3 0 5-16,1-8-5 15,1 0 0-15,-4-6 8 16,3-4-7-16,1-4 14 16,-3 2-15-16,0-2 0 15,-2 0 0-15,-2 4 1 16,-5 4 5-16,0 0-6 15,-2 2-9-15,0 6 0 0,0 2 6 16,0 6 3-16,2 2 0 16,1-4-2-16,-1 0 1 15,2-6 1-15,1-2 0 16,-3-2 19-16,3-4-18 16,-1-6 4-16,3-4 1 15,-5-6-6-15,2 0 8 16,1-4-8-16,-3 0 10 15,-2-4 1-15,3-1-11 16,-6-2-1-16,3 0 0 0,0 4-7 16,0-4-12-16,5 5-4 15,-3 4 24 1,0 4-10-16,0 6 10 0,0 6 0 16,1 0 4-16,-3 4-4 15,0 0-7-15,0 4 6 16,0 6 1-16,-3 8 25 15,3 10-24-15,3 2 5 16,5 2 8-16,2-1-14 16,1-5 1-16,3-4-1 15,-2-6 6-15,-3-10 15 16,1-2-15-16,0-4-5 16,3-4 22-16,1-7-14 0,-1-2-9 15,3-5 0 1,-5-2 6-16,-1 3 6 15,-4 2-12-15,-1 7-2 0,-1 5-5 16,-2 3 5-16,0 4-31 16,5 5 32-16,2 4 1 15,2 4-22-15,2 1-70 16,-3-3-146-16,-10 14-94 16</inkml:trace>
  <inkml:trace contextRef="#ctx0" brushRef="#br0" timeOffset="152447.47">22899 13172 2000 0,'13'-8'342'0,"1"2"-199"0,19-2-107 0,7-2-30 0,5 4-6 0,-1 2-32 0,-6 4-207 0,5-2-846 0</inkml:trace>
  <inkml:trace contextRef="#ctx0" brushRef="#br0" timeOffset="159174.57">16161 10792 479 0,'0'2'156'15,"2"-2"-94"-15,2 4 5 0,4-2-2 16,-4-2 56-16,-2 2-71 16,0-4-11-16,-2 4-24 15,0-2 51-15,-2-2 64 16,0 2-62-16,-2-2 40 15,-6-2-59-15,4 0-35 16,-1-2 13-16,-1 0-21 16,-2 2 4-16,-1 2-1 15,-1 0 32-15,2 0-28 16,1 2 4-16,-6 0-1 16,10 0 43-16,0 0-2 0,1 0-5 15,0 0 1-15,2 2-22 16,2-2-2-16,-3 0 17 15,6 0-8 1,-1 0 38-16,2-2-34 0,2 2-3 16,8-4 0-16,10-6-18 15,7 0-10-15,8-2-11 16,-6 2 9-16,-2 4-5 16,-11 0-4-16,-11 6-12 15,-9 8 11-15,-11 2 1 16,-17 8 4-16,-11 2 25 15,-13 4-13-15,2-2 41 16,-2-6-39-16,12 0 29 0,14-8-5 16,10-2-5-16,11-6 13 15,7 0-12-15,17-4-37 16,12-2 21-16,15-2-22 16,20-4-44-16,5 4-220 15,93-22-607-15</inkml:trace>
  <inkml:trace contextRef="#ctx0" brushRef="#br0" timeOffset="168002.06">19523 10604 1095 0,'-2'-3'805'0,"2"2"-644"0,-2-6-98 0,2 7-15 0,-3-1 4 0,6-1-8 0,-3 2-44 0,2 2-44 16,3-1-62-16,10 11-56 16,41 16-750-16</inkml:trace>
  <inkml:trace contextRef="#ctx0" brushRef="#br0" timeOffset="172510.54">17584 13852 1521 0,'0'0'195'0,"0"0"-114"0,0 0-18 0,2 2-11 0,4-2-20 0,0 0 28 0,7 0 1 15,5-2-11-15,11-2 40 16,3-2-21-16,7-4-42 16,6 2 0-16,4-4-20 15,-2 6 8-15,-9 0-15 16,-13 6-10-16,-12 8-1 15,-18 10-14-15,-15 10 14 16,-18 6-7-16,-13 0 6 16,-10 1-1-16,-5-6 13 15,-7 1-42-15,-127 55-248 16</inkml:trace>
  <inkml:trace contextRef="#ctx0" brushRef="#br0" timeOffset="176836.03">20356 2733 1603 0,'0'0'216'0,"-2"0"-168"0,2 2 43 0,2 2 65 0,-2-4-58 0,2 0-7 0,-2 2-31 0,8-2-19 0,-2 2-8 0,5-2 3 15,5 0 13-15,6-2-23 16,0-4 5-16,5 0 19 16,2-2-31-16,-4-2-5 15,2 2-2-15,-8-4 0 16,1 0 0-16,-7 2-12 15,-3 2 9-15,-6 4 13 16,-8 2-20-16,-1 2 4 0,-2 0 0 16,-4 0-6-1,-11 0 0-15,-5 6-4 0,-11 8 4 16,-6 6 2-16,-1 8-2 16,1 2-4-16,3 4 2 15,6 4 4-15,1 0 1 16,12-3-3-1,5 2-2-15,8-5-11 0,1-1 13 16,8-4-9-16,3-2 8 16,4-9 1-16,4 0 5 15,7-6-5-15,-1 0 0 16,8-6 25-16,2-4-24 16,0-4-1-16,4-2 1 15,-4-4-1-15,2-2-8 16,-1-2-94-16,-3-4-94 0,2-3-97 15,-1-2 28-15,41-36-294 16</inkml:trace>
  <inkml:trace contextRef="#ctx0" brushRef="#br0" timeOffset="177203.34">20704 2859 1442 0,'-2'0'250'0,"2"0"-133"0,-4 2-10 0,1-2-32 0,-2 2-33 0,1 4-9 0,-5 0 49 0,3 6-22 0,-6 2 29 0,1 4-37 15,3 2-26-15,0 0 29 0,6-2-29 16,4-3-8 0,3-4-17-16,6 0 19 0,5-5 22 15,2-5-3-15,4-1-15 16,3-4 27-16,-1-3-24 15,-4-7-11-15,1 2 13 16,-11-2-7-16,-3-3 22 16,-7 2-25-16,-2-2-10 15,-7 3 26-15,-9 1-35 16,1 4-22-16,-12 1 13 16,0 6-3-16,-3 8-24 15,5-2-104-15,7 5-115 16,11-2-61-16,38-3-629 0</inkml:trace>
  <inkml:trace contextRef="#ctx0" brushRef="#br0" timeOffset="177551.25">20933 2835 1724 0,'3'2'232'0,"-3"-2"-169"15,2 2 42-15,2 4-36 16,6 6-30-16,5 4 11 16,1 6-5-16,5 2 13 0,0 2-5 15,1-4-22 1,-4-1 16-16,2-6-23 0,-9-2 18 16,1-4-17-16,-6-4-14 15,-2-3 35-15,-2-4-7 16,3-3 17-16,-1-4 11 15,4-9-44-15,0-9 7 16,-1 0-30-16,-1-4 7 16,4-1-10-16,-6 0 3 15,0 6-40-15,-1 4-47 16,-1 8-29-16,0 6-77 16,0 2-89-16,4 4-53 15,31 0-353-15</inkml:trace>
  <inkml:trace contextRef="#ctx0" brushRef="#br0" timeOffset="177752.1">21326 2743 1575 0,'0'0'256'15,"0"0"-113"-15,0 0 74 16,0 2-74-16,2-2-97 16,0 4-46-16,0 10 18 15,7 2 33-15,1 8 9 16,0 2-17-16,-1 4-34 15,5-6 13-15,-6 2-22 16,1-5-23-16,-5-7-101 16,-1-5-127-16,-8-9-104 15,-30-32-1224-15</inkml:trace>
  <inkml:trace contextRef="#ctx0" brushRef="#br0" timeOffset="177938.41">21245 2588 1921 0,'0'0'212'0,"0"0"-136"15,0 3 86-15,-2-2-51 16,4 3-111-16,0 6 5 16,8 7-17-16,-1-1-63 15,4 0-150-15,29 6-126 16</inkml:trace>
  <inkml:trace contextRef="#ctx0" brushRef="#br0" timeOffset="178381.07">21515 2667 1617 0,'-6'10'220'0,"-4"0"-128"16,-3 10 31-16,0 6-8 15,3 0-67-15,4 4-24 16,8-4-18-16,7-2 23 16,0-6-22-16,2-8 14 15,2-4 29-15,5-6-8 0,-2-8-14 16,2-4 11 0,0-6-19-16,-5-4-4 0,3-4 11 15,-10-4-7-15,-3 2 35 16,-8-2 4-16,-3 0-20 15,-6-2 1 1,1 5-17-16,1 8-7 0,3 6-7 16,1 4 0-16,3 4 8 15,5 5-17-15,0 0-28 16,5 2 10-16,-3 10-23 16,4 9 30-16,1 7 10 15,2 12 2-15,2-2 6 16,5 2-7-16,4-4 0 0,2-4 11 15,0-4-10 1,-2-6-1-16,-1-8 0 16,-7-4-51-16,0-6-120 15,-5-8-174-15,-3-36-472 0</inkml:trace>
  <inkml:trace contextRef="#ctx0" brushRef="#br0" timeOffset="178704.07">20853 3473 1671 0,'5'-2'228'0,"2"0"-154"0,11-4 139 0,3-2-39 0,13-2-101 0,7 2-16 0,0-4-3 0,5 6-7 0,0-2-10 16,-6-3-28-16,-5 3-9 15,-10 5-78-15,-9-1-132 16,-10 1-55-16,-10 8-89 15,-41 22-301-15</inkml:trace>
  <inkml:trace contextRef="#ctx0" brushRef="#br0" timeOffset="178835.14">21023 3487 1454 0,'0'2'314'0,"2"-2"-107"16,-2 2 10 0,6 0-64-16,8 0-28 15,10 4-43-15,12-4-10 0,9-2-31 16,4-8-41-16,3-2-114 15,67-43-436-15</inkml:trace>
  <inkml:trace contextRef="#ctx0" brushRef="#br0" timeOffset="185942.02">21604 8043 1228 0,'0'0'212'0,"-2"0"-161"0,2-2 10 0,0 2 25 0,-2-2-14 0,2 2-38 0,0 0-8 0,0 0 16 0,2 0 27 0,-2 2-27 16,2-2-5-16,-2-2-22 15,2 2 12-15,1 0-7 16,1 0-14 0,2 0 16-16,15-2-1 0,8-2 3 15,15 0 0-15,14-4-22 16,6 2 37-16,11-1-39 15,2 2 1-15,6-1 31 16,-3 2-22-16,-2 1 1 16,-9 2-4-16,-7-2-5 15,-15 3 10-15,-13 0-12 16,-16 0-18-16,-12 3 18 16,-6-3 0-16,-4 0 1 15,-4 1-3-15,-4 2 4 0,-11-1 16 16,-6 4-18-1,2 0 1-15,-2-2 3 0,-2 0-4 16,-3 0-1-16,-5 3-5 16,-5 0 4-16,-8 1 2 15,-4 0 0-15,-6 0 1 16,-7 0 10-16,0 0-10 16,9-2 5-16,8-2-5 15,13-2 0-15,8-2 12 16,12 2-13-16,11-2 0 15,10 0-13-15,9 0 13 16,5 0-17-16,13-2 11 0,13 0 12 16,9 2 5-1,7-2-11-15,5 0 0 0,-1 0 0 16,0 0 0 0,-1-4 1-16,-11 4-2 0,-7 0 2 15,-16 0-1-15,-16 2 0 16,-11 2-12-16,-13 2 12 15,-18 6 2-15,-19 0-2 16,-10 6 7-16,-11 0-6 16,-3-4 16-16,7 0-17 15,7-4 0-15,12-2 3 0,13 0-3 16,20-2 0-16,9-2-6 16,8-2-6-16,13-2 12 15,16-2-1-15,16 2 1 16,20-4 6-16,4 2-6 15,5 0 0-15,2-4-1 16,-2 4 1-16,-9 0 4 16,-7 0-4-16,-18 0 0 15,-15 4 0-15,-13-2 0 16,-12 2 0-16,-4 0 31 16,-8 0-30-16,-3-2 31 15,-3 2-32-15,-3-4 0 16,0 2 8-16,4 2-1 15,1-2-6-15,6 2-1 16,1 0 0-16,3 0-7 0,1 0 7 16,3 2-8-16,-3-2 7 15,3 0 0-15,3 0-6 16,-3 0-11 0,0 0-24-16,-3 2 31 0,-1 2-52 15,2 0-42-15,-4 0-57 16,-10 6-114-16</inkml:trace>
  <inkml:trace contextRef="#ctx0" brushRef="#br0" timeOffset="189409.74">23063 7900 1146 0,'0'0'242'0,"0"0"-118"16,0-1-31-16,-2 1-3 0,2-3-13 0,-2 2-61 0,2 1 17 0,-2-3-15 0,0 3-1 0,2-2 16 0,0 2-14 0,0 0 1 0,0 0 43 16,0 0-21-1,0 0-9-15,2 0 18 0,0 0-9 16,2-2-12 0,6 0-18-16,3 1-6 0,9-6 4 15,10 6-9-15,7-4-1 16,3 1 2-16,6 3-2 15,-4-3 1-15,1-5-1 16,-5 5 1-16,-3 0 7 16,-2 3-8-16,-7-2-1 15,-8 1 0-15,-9 2 1 16,-2 0-1-16,-9 0-1 16,-5 0 2-16,1 0 5 15,-3 2-5-15,-3 1-1 0,-7-2 1 16,-4 3 0-1,-4 4 0-15,-2-2-1 0,-2 0 1 16,-2 1 11-16,0 1-11 16,-5-5-8-16,-1 4 8 15,-2-2 0-15,4 2-1 16,1-4-9-16,10 1 10 16,6 0 21-16,10-1-21 15,5-2-16-15,10-1-13 16,8 0 17-16,8-1 12 15,12-2 0-15,9-1 0 16,10 0 6-16,2 2-6 16,-2-3-7-16,-6 2 7 0,-1 2 10 15,-5-2-10 1,-8 3-1-16,-10 0-6 16,-13 3-7-16,-9-2-31 15,-6 2-7-15,-13 4 11 0,-12 0 41 16,-9 1 9-16,-11 2-9 15,-3-6-1-15,6 0 1 16,4 2 0-16,5-5 1 16,12 3 14-16,0-1-14 15,11-2 5-15,10-1-6 16,4 3 0-16,6-3-1 16,8 0 1-16,10 2 0 15,12-4 12-15,6-1-5 16,4 2-1-16,4-6-6 15,-1 4 0-15,-2-1 9 0,-5 1-9 16,-14 2-5 0,-14 1 4-16,-9 0-10 0,-12 1 2 15,-11 6 8 1,-15 3-22-16,-9 0-52 0,-10 2-55 16,-79 12-338-16</inkml:trace>
  <inkml:trace contextRef="#ctx0" brushRef="#br0" timeOffset="199449.74">7064 4263 1151 0,'-2'0'527'0,"2"0"-449"0,-2-4-60 0,2 4 56 0,0 0-5 0,2 0-44 0,-2 0 22 0,0-2 10 0,0 2-29 0,2-2 41 0,-2 0-42 15,0-2 15-15,-2 2-3 16,2 0-19-16,2 2 5 16,-2 0-25-16,0 0-22 15,0 0 10-15,0 4-9 16,2 2 3-16,5 6 17 0,-1 2-9 15,3 2 10-15,3 2 0 16,3-2 1-16,-4-2-1 16,2 0 0-16,-4-4 0 15,3-4-1-15,-8 2 2 16,0-6 7-16,-2 0-8 16,1-2-3-16,-3 0 3 15,2 0 0-15,-2 0 11 16,3 0-1-16,-2-2-9 15,7-2 53-15,7-6-8 16,5-8-31-16,11-8 36 16,5-6-40-16,1-4 1 15,4 0 18-15,-3-5-30 16,-1 4 34-16,-1 1-32 0,-5 5-1 16,-4 5 42-1,-2 2-35-15,-6 4-8 0,-3 0 17 16,-5 6-11-16,-4 8 27 15,0 2-23-15,-7 2-10 16,-4 4 36-16,4-2-22 16,-3 0-2-16,3 0 15 15,0 0-14-15,0 0 31 16,0 0-43-16,0 0 11 16,0 0 3-16,0 0-15 15,0 0 1-15,0 0-2 16,0 0 9-16,0 0-3 15,0 0-5-15,0 0 0 16,0 0-1-16,0 0 1 16,0 0-2-16,0 0 2 0,0 0 0 15,0 0-7-15,0 0 7 16,0 0-26 0,0 0 25-16,0 0-39 0,0 0-68 15,0 0-168-15,-3 8-193 16,-23 2-1101-16</inkml:trace>
  <inkml:trace contextRef="#ctx0" brushRef="#br0" timeOffset="202974.1">7122 4177 1321 0,'0'0'132'0,"0"-2"-94"0,0 0 67 16,2 0-36-16,-2-1-36 0,2 3 12 0,-2 0-27 0,0-4 78 0,0 3-50 0,0-1-28 0,0 2 26 0,0 0-8 0,0 0 0 0,0 0-11 15,0 0-23-15,0 0 34 16,0 0-28-16,0 0-7 16,0 0 22-16,0 2-11 15,0-2 1-15,0-2 1 16,0 2-14-16,0 0 34 0,0 0-34 16,-18-4-10-16,10 2 2 15,-4-3-25 1,-1 5-13-16,-2 0 8 15,1 3-41-15,1-3 46 0,-1 0-9 16,3 0 28-16,3-3 14 16,0 3 1-16,2-1 0 15,-1 1-1-15,5 0 2 16,2 0 28-16,0 0-29 16,2-3 4-16,-2 3 20 15,2 0-2-15,-2 0 2 16,0 0-4-16,0 0-15 15,0 0 33-15,0 0-31 16,0 0-7-16,-2 0 10 16,2 0-10-16,0 0 15 0,0 0-7 15,0 0-7-15,0 0 22 16,0 0-24-16,13 4-3 16,-5 1 3-16,0 3 16 15,3 2-15-15,3-1 3 16,-3 4 5-16,2-3 4 15,5 2-13-15,-2-2 0 16,-3-2 3-16,2 0-3 16,-3-2 1-16,1-2-1 15,1 2 1-15,1 0 28 16,-1-2-29-16,1 2-5 16,-1 2 5-16,-1 2 0 15,3-2 0-15,-3-4 0 16,-3 2 0-16,0-2 13 0,3-4-13 15,-7 0 0-15,2 0 36 16,-4 0-10-16,0-2-11 16,-1 2-3-16,-1-2-6 15,0-2 37-15,4 0-35 16,1-2-7-16,0-2 32 16,2-6-16-16,0-2-1 15,7-4-16-15,-1-4 11 16,5-6-2-16,3 2-9 15,4 2-5-15,-4-3 5 16,6 1 0-16,0 2 1 0,-2 2-2 16,-2 2 2-16,-3 4 2 15,2 0-3-15,-3 2-3 16,3 4 2-16,-1-4 1 16,-2 4-1-16,4-2 1 15,-2 2 0 1,-2-2 3-16,-5 4-3 0,-3 2-3 15,-1 2 3-15,-5 2 1 16,-1 2 0-16,-4 0-1 16,0 0 1-16,0 0 34 15,-2 2-34-15,0 0 5 16,0 0 23-16,0-4-10 16,0 4 8-16,0 0-27 15,-2 0 11-15,2 0 11 16,0 4-22-16,0-4 0 0,0 0 14 15,0 0-14-15,0 0 1 16,-2 0-2-16,4 0 2 16,-4 0 6-16,2 0-7 15,0 0 0-15,0 0 2 16,0 0-2-16,0 0-7 16,0 0 5-16,0 0 2 15,0 0-12-15,0 0-7 16,-8 2-134-16,-3 4-128 15,-54 10-422-15</inkml:trace>
  <inkml:trace contextRef="#ctx0" brushRef="#br0" timeOffset="205696.84">7083 4200 742 0,'0'0'465'0,"-2"-1"-348"0,0-1-12 0,0 0 9 0,2 0-27 0,-2 0-25 0,0-2-49 0,-1 2-4 0,-1-2 9 16,2 2 20-16,2-2-4 0,-2 2 5 0,2 0-7 0,-2-1 17 0,-1-1-29 0,1 3 7 0,2 1 19 0,-5 0-13 0,5 0-16 15,0 1-17-15,-2 3 9 16,2 3-18-16,0 11 9 16,-2 4-17-16,4 6 17 15,0-2 1-15,8 0-1 16,-4-4-1-16,5-4 1 16,-2-4-1-16,-2-2 1 15,0-6 0-15,-3-2-1 16,0 0 2-16,3-2-1 15,-3-2 0-15,-1 4 0 0,-1-4 4 16,-2-4-3-16,2 4 4 16,-2 0 6-1,0 0-10-15,0 0-1 0,3 0 0 16,-1 0 2-16,2 0 2 16,0-2-4-16,1 0 0 15,-1-2 0-15,6 0 11 16,-4 0-11-16,0-4 0 15,3 0 0-15,1-2 6 16,1-4-6-16,-2 0 0 16,4-2 3-16,3 0-2 15,1-4 4-15,4 0-5 0,-4 2 0 16,1 0-3-16,3 1 3 16,-4 3-4-1,3 1 3-15,-2 3 1 0,4-3 0 16,-5 4 0-16,-1-4 0 15,3 5-1-15,-8-2 1 16,-1 6-3-16,-2-2 3 16,0 5 0-16,-1-3 1 15,-3 0-1-15,0-1 1 16,0 3 1-16,-3 0-2 16,2 0 0-16,1 0 1 15,1 1-1-15,1-3 1 16,-2-1-1-16,1-1 1 0,2 3-1 15,0-1 0-15,-1-3 0 16,3 3 2-16,2-2-2 16,0 0 0-16,1 2 0 15,5-4 0-15,-4 0 2 16,-1 2-2-16,1 0-6 16,-1-4 6-16,-2 4 0 15,1-2 5-15,3 0-5 16,-5 2 0-16,-3 0 6 15,0 2-6-15,0 2-17 16,1 0 17-16,1-2 0 16,-4 4 4-16,1-2-4 15,-3 2 0-15,-2-2 15 0,0 2-15 16,0 0-9 0,0 0 9-16,0 0 6 0,0 0 0 15,0 2-6-15,0-2 0 16,0 0 3-16,0 0-3 15,0 0 0-15,0-2 2 16,0 2-2-16,0 0 8 16,0 0-8-16,0 0 0 15,0 0 3-15,0 0-3 16,0 0-8-16,0 0 7 16,0 0-5-16,0 0-9 15,0 0-74-15,-4 12-82 16,-28 16-307-16</inkml:trace>
  <inkml:trace contextRef="#ctx0" brushRef="#br0" timeOffset="209844.51">7527 4369 1230 0,'3'-2'616'0,"-3"0"-563"0,2 0 8 0,-2 2 71 0,0 0-25 0,4 0-52 0,-4 0-34 0,0 0 3 15,0-2-24-15,2 2 1 0,-2 0 17 0,0 0-18 0,2 0-14 0,-2 0 14 0,2-2-9 0,2-2-50 16,4 2-98-16,1-2-131 15,5-16-1195-15</inkml:trace>
  <inkml:trace contextRef="#ctx0" brushRef="#br0" timeOffset="210692.44">8200 4267 1722 0,'-2'-2'262'0,"2"2"-182"0,0-6-17 0,0 4 78 0,2 2-81 0,-2-2-50 0,0 2 37 0,0 0-37 0,0 0 11 0,0 0 27 0,0 0-28 16,0 0 2-16,0 0-22 0,0 0 0 0,0 0 8 0,0 0-8 0,0 0-2 0,0 0-4 0,0 0 6 0,0 0-1 0,0 0-23 0,0 0-48 15,0 0-23-15,0 0-143 0,-26 16-343 16</inkml:trace>
  <inkml:trace contextRef="#ctx0" brushRef="#br0" timeOffset="211420.65">7696 4377 1652 0,'0'0'190'0,"0"-2"-109"16,0 0-31-16,0 2 13 0,0-4-63 0,10 2-6 0,-4-2-12 0,5-4-29 0,7 4-107 0,40-20-506 15</inkml:trace>
  <inkml:trace contextRef="#ctx0" brushRef="#br0" timeOffset="211724.52">8225 4279 1634 0,'-3'0'467'0,"1"0"-466"16,-2-2 44-16,4 2-45 0,0 0-27 0,0 2-64 0,0 6-68 0,-16 8-494 0</inkml:trace>
  <inkml:trace contextRef="#ctx0" brushRef="#br0" timeOffset="211934.99">7608 4416 1626 0,'0'0'163'0,"0"0"-163"0,6 1 16 15,7 1-16-15,0 0-9 16,6 2-57-16,3 1-139 16,11-16-681-16</inkml:trace>
  <inkml:trace contextRef="#ctx0" brushRef="#br0" timeOffset="-206762">20283 15169 1528 0,'-2'-4'192'0,"-5"4"-96"0,2-2-8 0,3 2-44 0,0 0 2 0,2 0-37 0,0-4-7 0,0 4 10 0,0 4-5 0,0-4 10 0,0 0 2 0,0 0 5 0,0 0 48 0,0 0-39 0,0 2-24 0,-2 15 20 0,-5 5 7 15,1 14-3-15,1 8-9 0,1 0-15 16,1 2 48 0,6-2-45-16,-1-4-12 15,0-12 2-15,3-6-1 0,-3-10 9 16,0-6-10-16,0-6 0 15,-2 0 20-15,0-6-4 16,2 2 26-16,0-14-27 16,3-4-6-16,-1-6-6 15,-1-2-3-15,-3-2-30 16,-3-2 30-16,1 6-24 16,0-2-8-16,0 4 31 15,2 6 1-15,-3 2 0 16,1 0-27-16,0 1 27 0,0-1-6 15,0 4 6 1,2 2-6-16,0 2 6 0,0 6 1 16,0 3-1-16,0-2-1 15,0 6 1-15,0-6-18 16,0 3 18-16,0 0 0 16,0 0 0-16,0 0 0 15,0 0 11-15,0 0-11 16,0 3 0-16,2-3-18 15,2 5 7-15,5 13 10 16,11 5 1-16,3 4 10 16,4 8 1-16,4-3-11 15,-2-4 0-15,2-2 3 16,-2-6-3-16,-3-6-3 16,-1-4 3-16,-5-2 18 15,-3-4-6-15,-3-2-7 16,-5-2-4-16,-1 0 36 15,-4 0-36-15,-2 0 0 0,-2 0 17 16,0 2 8-16,-2-2 1 16,2-2-12-16,0 2-2 15,0 0 37-15,2-6-19 16,2-8-16-16,-2-4 0 16,3-4 5-16,-1-2 7 15,-2 0-17-15,0-2-9 16,0-2 37-16,1-3-37 15,-3-1-1-15,2 2 23 16,1 2-13-16,-3 2 8 16,2 8-18-16,2 0 2 15,-4 10 2-15,0 4-4 16,2 4-11-16,-4 0 10 0,2 0-12 16,0 0 12-16,-4 2-12 15,4-2 11-15,4 0-13 16,-4 0 15-16,2 0-43 15,-4 2-38-15,2-2-89 16,0 2-128-16,-14 16-283 16</inkml:trace>
  <inkml:trace contextRef="#ctx0" brushRef="#br0" timeOffset="-206195.67">20867 15123 1493 0,'-2'0'309'0,"-3"0"-158"0,-2 0 2 0,-2 6-99 0,-2 6 3 0,-5 10-13 15,6 1-28-15,1 4 11 0,7 4-18 0,2-5-9 0,4-4-6 0,5-6 6 0,1 0 5 0,7-10-4 0,-1-4 11 0,7-6 39 0,2-4 11 0,2-10-1 0,-2-4-29 0,2 0-5 0,-6-9 31 0,-3 4-20 16,-3-4 7-16,-3 3 13 0,-3 6-10 0,-9 4 5 0,-2 6-2 0,-3 6-39 0,-1-2 18 16,-4 2-30-16,-1 2-11 0,1 4 4 0,-6 4-4 0,1 4 10 0,-4 4-43 0,-3 4-77 0,4 4-109 0,0 2-256 15,-22 18-1035-15</inkml:trace>
  <inkml:trace contextRef="#ctx0" brushRef="#br0" timeOffset="-205157.44">20545 15785 975 0,'0'0'933'0,"0"-2"-678"0,8-4-38 0,5-4-79 0,7-4-6 0,7-4-64 0,2 0-44 0,4 0 10 0,3-2-33 0,-1 4-1 0,-4 4 0 0,-4 2-8 0,-12 6-15 0,-1 4-95 16,-11 0-140-16,-8 14 42 0,-13 4-14 0,-7 12-92 0,-86 68-546 0</inkml:trace>
  <inkml:trace contextRef="#ctx0" brushRef="#br0" timeOffset="-205012.47">20545 15873 1171 0,'-10'4'457'0,"1"2"-279"0,-5 2-50 16,8-4 16-16,6-4 28 0,8 0-49 0,13-8-24 0,10-4 12 0,9 2 23 0,5-4-73 15,2 0-22 1,-5-2-10-16,-2 2-28 0,-5 4-1 16,-8 2-9-16,-7-2-202 15,-9-2-321-15</inkml:trace>
  <inkml:trace contextRef="#ctx0" brushRef="#br0" timeOffset="-202498.1">21696 14508 1696 0,'-2'-6'274'0,"-1"-2"-74"16,1-2-5-16,2 2-42 0,0 0-41 0,-3 4 1 0,6 2-53 0,-3 2 0 0,0 0-60 0,2 4-8 0,5 20 8 0,6 32 1 0,22 96 32 0,8 77 10 0,-7 30-17 0,-21-71 43 0,7 17-59 0,3-49-2 0,-7 4 4 0,-11 3-12 16,6-3 0-16,-4-13 2 0,-2-31 9 15,-5-72-13-15,-2-4 2 16,2-8-4-1,2 30-8-15,-4-22 12 0,3-13-41 16,-3-17-83-16,-3-15-131 16,3-17-305-16,10-112-1021 15</inkml:trace>
  <inkml:trace contextRef="#ctx0" brushRef="#br0" timeOffset="-201422.72">22267 15109 1648 0,'0'0'258'0,"3"0"-61"0,-3 0-107 16,3 0-36-16,-3 0-42 0,2 0-12 0,0 0 0 0,0 0 0 0,1 0 8 0,-1 0-7 0,-2 0-1 0,0 0 27 0,-2 0-8 0,2 2 8 0,-5 10-13 0,1 6-7 0,-8 23 44 0,1 3-42 15,3 6-7-15,-2-6 5 0,6-8-6 0,4-8-1 0,-2-4 0 0,4-10 6 0,-2-4-1 16,2-6-5-16,-2-4 0 16,-2 0 19-16,2 0-11 15,0-6 5-15,0-2-4 0,-2-10-3 16,-7-4-12 0,3-12 0-16,-4-2-1 0,-1-6 7 15,-1-1 0-15,2 2 0 16,3 2 0-16,1 3 1 15,1 8-1-15,5 2 0 16,0 4-4-16,5 8 2 16,-3 0 2-16,2 2-10 15,1 6-2-15,1 6-18 16,0-4 24-16,8 8 0 16,1-2 4-16,6 6 2 15,-1 6 0-15,5 4-9 16,-1 0 3-16,3 0 12 15,-3 2 3-15,7 0-9 16,1 0 1-16,-5-6 13 16,-3 4-9-16,-4-8-4 15,-6-3-2-15,-6-6 2 0,-4 4 13 16,3-5-13-16,0 0 0 16,-4-5 44-16,-1 4 6 15,0-6-7-15,2-3-13 16,3-8-16-16,1 2 27 15,0-8-22-15,-4 2-8 16,0 4 21-16,-4 0-9 16,0 2 6-16,0 4-9 15,0 0-21-15,-4 0 28 0,4 2-28 16,0 0 0-16,-2 6-10 16,0-4 1-1,0 6-54-15,-1 0-81 0,0 4-156 16,-10 8-311-16</inkml:trace>
  <inkml:trace contextRef="#ctx0" brushRef="#br0" timeOffset="-201039.12">22772 15013 1624 0,'0'0'486'0,"-2"2"-393"0,0 8-49 0,-4 4 17 0,4 8-42 16,2 4-18-16,2-4 15 0,6-2-16 0,2-2 0 0,3-6-6 0,-1-8 13 0,3-4 25 0,-1-4 8 0,-1-4 1 0,3-6 22 0,-3 0 16 0,1-4-4 0,-1-4-3 0,-6 4-18 0,-5-4 9 0,-7 6-40 0,-5-2-22 0,-6 4-2 0,-9 8-14 16,-1 2-34-16,-11 8-71 15,-2 10-152-15,-3 4-62 0,-56 44-667 16</inkml:trace>
  <inkml:trace contextRef="#ctx0" brushRef="#br0" timeOffset="-200389.44">22500 15579 1643 0,'4'-9'314'0,"3"1"-73"0,7-7-20 0,3-2-52 0,10-1-41 0,0 4-16 0,6-4-50 0,0 0 16 0,1 0-53 0,-5 4-7 0,0 2 5 0,-7 4-22 0,-9 0-1 0,-5 6-20 0,-6 2-128 0,-2 2-161 0,-12 10-187 0,-55 36-339 16</inkml:trace>
  <inkml:trace contextRef="#ctx0" brushRef="#br0" timeOffset="-200197.98">22388 15713 1706 0,'0'0'459'0,"2"-4"-222"0,12 4-86 15,1-6 20-15,14 2-48 16,5-4-39-16,1-2-19 16,2 2-26-16,-2 0-11 15,-6 2-22-15,-4 2 3 16,-6 4-18-16,-7 0-10 16,-6 0-187-16,-1-4-284 15,-14-9-373-15</inkml:trace>
  <inkml:trace contextRef="#ctx0" brushRef="#br0" timeOffset="-196360.87">20965 16222 1776 0,'-5'0'225'0,"5"0"-154"0,-4-4-71 0,8 4-26 0,5 4-80 0,7 4 35 0,11-2-137 0,40 10-533 0</inkml:trace>
  <inkml:trace contextRef="#ctx0" brushRef="#br0" timeOffset="-195553.14">20920 16258 1752 0,'0'0'217'16,"0"0"-19"-16,7 0-142 16,4-4-56-16,13 4 0 15,16-2-147-15,108 2-228 16</inkml:trace>
  <inkml:trace contextRef="#ctx0" brushRef="#br0" timeOffset="-195295.97">22656 16218 2154 0,'-13'-8'216'0,"5"8"-112"0,-5-2-104 0,5 2-54 0,3 4-197 0,-8 16-407 0</inkml:trace>
  <inkml:trace contextRef="#ctx0" brushRef="#br0" timeOffset="-193155.14">13964 10427 354 0,'-6'32'0'0</inkml:trace>
  <inkml:trace contextRef="#ctx0" brushRef="#br0" timeOffset="-192286.13">14833 10650 1594 0,'0'0'249'0,"0"-2"-162"0,0 0 6 0,0-2 9 0,4-1-81 0,3 4-21 0,2 1 0 0,9-3-1 0,-2 6 0 0,1-2-14 0,-1 2-32 0,-3-1-2 0,1-2 1 0,-8 4 13 15,-1-4 26-15,-7 0 9 16,-3 0 9-16,-11 2-8 15,-3 4 9-15,-12 2 64 16,-6 4-32-16,6-2 36 16,7-2 6-16,12-4-5 15,8-4-4-15,8 0-25 0,15-8-41 16,16-4 22-16,19-4-31 16,15-4-9-1,6 2 8-15,-1 0-4 0,-1 1 4 16,-8 5-12-16,-18 2-3 15,-20 9 4-15,-18 2-26 16,-24 9 16-16,-24 2 22 16,-17 6 8-16,-15 3 10 15,-9-1-13-15,2-6-4 16,-3 2 39-16,8-4-19 16,13-4 7-16,14-4 14 15,23-2 17-15,15-2-1 0,10 0-53 16,8-4 7-16,15 2-6 15,11-2-6-15,15-6-21 16,2 4-44-16,5-2-32 16,-4 0-25-16,-5 2-5 15,-11 3 31-15,-13 2 64 16,-10 1-7-16,-13 0 30 16,-11 1 9-16,-5 2 21 15,-7 1 9-15,-10 0-24 16,-3 3 0-16,5 2-12 15,9 1-9-15,-14 10-340 0</inkml:trace>
  <inkml:trace contextRef="#ctx0" brushRef="#br0" timeOffset="-191962.94">15651 10710 1687 0,'-3'0'195'0,"3"2"-182"0,0 4-13 0,3 22-211 0</inkml:trace>
  <inkml:trace contextRef="#ctx0" brushRef="#br0" timeOffset="-191490.06">15702 10654 1804 0,'0'0'305'16,"0"0"-178"-16,0-3-25 15,0 3-42-15,0 0-60 16,4 0-3-16,-4 3-7 16,3 1-61-16,-6 22-230 0</inkml:trace>
  <inkml:trace contextRef="#ctx0" brushRef="#br0" timeOffset="-191297.46">15838 10614 2247 0,'-5'0'253'0,"1"4"-253"0,-5 6-48 0,-38 16-514 0</inkml:trace>
  <inkml:trace contextRef="#ctx0" brushRef="#br0" timeOffset="-185453.35">13387 12494 1547 0,'0'0'247'0,"0"0"-164"0,0 0-25 16,0 0 11-16,2 0 56 15,-2 0-23-15,0-1-26 16,0-6-22-16,-2 4-15 16,2-5 20-16,0 1-25 15,-2 0-14-15,4-4 40 16,-2 1-2-16,2-4-31 15,5 0 2-15,2-6-13 16,11-4-1-16,2 0-15 16,7-4 2-16,5 2-5 15,3-4 3-15,6 4-5 16,-1 2 5-16,-4 5 0 0,-3 4 0 16,-6 5-2-16,-10 4-17 15,-7 8 8-15,-4 5-11 16,-2 6-1-16,-3 13 23 15,-3 8 0-15,-5 4 0 16,-5 8-1-16,4 2 14 16,-5 4-8-16,5 2-5 15,-4-1 0-15,-1 1-6 16,-1-4 12-16,2 0-5 16,1-4-1-16,5-6 0 15,0-10 14-15,4-5-14 16,2-7-10-16,0-9 10 0,2-3 0 15,-2-2 10-15,5-4-10 16,3 0 0-16,2-1 19 16,4-4-18-16,-2-3-2 15,0 0-7-15,1 1-118 16,-3-1-132 0,0 1-81-16,-17 4-665 0</inkml:trace>
  <inkml:trace contextRef="#ctx0" brushRef="#br0" timeOffset="-185174.19">13670 13086 630 0,'0'0'1262'0,"0"0"-962"0,0-2-92 0,4 2 17 0,-4-2-40 0,0 0-61 0,0 2-11 16,0-2-47-16,0 2-45 0,0 0 23 0,0 0-44 0,0 0-27 0,-4 2-192 0,-22-12-802 0</inkml:trace>
</inkml:ink>
</file>

<file path=ppt/ink/ink4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4095" units="dev"/>
          <inkml:channel name="T" type="integer" max="2.14748E9" units="dev"/>
        </inkml:traceFormat>
        <inkml:channelProperties>
          <inkml:channelProperty channel="X" name="resolution" value="2155.72363" units="1/cm"/>
          <inkml:channelProperty channel="Y" name="resolution" value="3449.15796" units="1/cm"/>
          <inkml:channelProperty channel="F" name="resolution" value="4.31053E-6" units="1/dev"/>
          <inkml:channelProperty channel="T" name="resolution" value="1" units="1/dev"/>
        </inkml:channelProperties>
      </inkml:inkSource>
      <inkml:timestamp xml:id="ts0" timeString="2024-11-26T03:38:35.920"/>
    </inkml:context>
    <inkml:brush xml:id="br0">
      <inkml:brushProperty name="width" value="0.05292" units="cm"/>
      <inkml:brushProperty name="height" value="0.05292" units="cm"/>
      <inkml:brushProperty name="color" value="#FF0000"/>
    </inkml:brush>
  </inkml:definitions>
  <inkml:trace contextRef="#ctx0" brushRef="#br0">2175 3691 1015 0,'0'-3'304'0,"-2"0"-149"0,0 2-22 16,2-2-19-16,-2 2-7 0,2-2-19 0,0-1-25 0,-2 2 38 0,2 0-8 0,0 0 7 0,0-2-11 0,-2 3-35 0,2 1 54 15,0 0-45-15,0-3-36 16,-3 3 22-16,0 0-37 16,3 3-12-1,-4 8-21-15,-3 7 21 16,1 12 2-16,-3 9-2 0,2 5 0 15,3-2 10-15,-1 0-10 16,-1-8 1-16,4-2-1 16,0-8 2-16,2-6-16 15,-3 0-68-15,3-6-143 16,3-6-39-16,3-14-256 0</inkml:trace>
  <inkml:trace contextRef="#ctx0" brushRef="#br0" timeOffset="432.33">2352 3667 1419 0,'-12'8'245'0,"1"2"-173"16,-16 11-9-16,-4 3-30 15,0-2-12-15,0 0 12 16,2-4-20-16,4-6 11 0,6-2 5 16,7-4-13-16,1-4 40 15,7-2-38-15,2-2-18 16,-1-2 21-16,3-2-21 15,0 0-7-15,5 2-6 16,5 4 13-16,2 0 22 16,8 6-21-16,4 8-1 15,5 4 46-15,0 4-20 16,3 2-20-16,1-2-3 16,-2 2 9-16,-4-6-2 15,2-2-10-15,-11-2 0 16,4-6-1-16,-8-2-15 15,-3-4-151-15,15-12-370 0</inkml:trace>
  <inkml:trace contextRef="#ctx0" brushRef="#br0" timeOffset="1156.58">2547 3778 1521 0,'3'-3'237'0,"-3"3"-147"0,2 0-63 0,3 0-26 16,6 3 14-16,6-1-7 0,-1 0 1 0,1 4-9 0,2-1-26 0,-4 4-79 0,3 13-591 0</inkml:trace>
  <inkml:trace contextRef="#ctx0" brushRef="#br0" timeOffset="1327.66">2585 3926 327 0,'-2'0'1361'0,"4"0"-1187"0,1 0-139 0,8 4-17 16,2-2-2-16,5 2-16 15,-1 0-27-15,4 0-100 16,21-10-489-16</inkml:trace>
  <inkml:trace contextRef="#ctx0" brushRef="#br0" timeOffset="1931.88">3056 3780 1528 0,'0'-2'280'0,"0"4"-172"0,2-4-42 0,0-2 8 0,2 1-49 0,5-2-24 0,0-4 45 0,5 4-34 0,-6-4-11 0,-1 0 11 0,-3 2-12 0,-1 1 32 0,-3 2-22 0,-5 3 7 0,-2-3 13 15,-5 4-30-15,-9 5 5 0,-4 3 1 16,-4 6-6-16,-2 4 25 16,2 7-25-16,10 5 0 15,3-2-13-15,7-2 11 16,11-2 2-16,9 0 12 16,3-4-4-16,3-4-2 15,8-2 0-15,4-6-6 16,6-8-15-16,4-4-156 15,70-30-159-15</inkml:trace>
  <inkml:trace contextRef="#ctx0" brushRef="#br0" timeOffset="2232.19">3391 3567 1207 0,'0'0'609'0,"0"0"-508"16,0 6-64-16,0 4 8 16,-4 10 104-16,0 10-41 15,-3 4-66-15,3 1 33 16,2-2-54-16,0 2-14 0,2-3 4 15,0-4-10-15,0-6 18 16,0-2-19-16,-2-4-21 16,-1-4 0-16,3-2-281 15,7-10-538-15</inkml:trace>
  <inkml:trace contextRef="#ctx0" brushRef="#br0" timeOffset="2647.36">3499 3731 1668 0,'0'4'258'15,"0"4"-213"-15,-2 5 15 16,2 6 3-16,0 4-18 15,2 1-2-15,4-2-11 16,3-2-31-16,1-2 59 16,0-8-42-16,-3-2-17 15,2-2 17-15,2-6 5 16,0-6 29-16,3-2-8 16,4-2-26-16,-1-8 40 15,6-2-43-15,-8-2-7 16,1-2 16-16,-3 1-12 0,-6 4 15 15,-3 5-18-15,-1 2 0 16,-7 3 41-16,-4 4-50 16,4-2-9-16,-7 4 9 15,4 0 0-15,0 2 0 16,1 2-7-16,1 2-40 16,-1 0-101-16,-1 5-221 15,-2 0-643-15</inkml:trace>
  <inkml:trace contextRef="#ctx0" brushRef="#br0" timeOffset="3049.63">4010 3680 1746 0,'-4'0'269'0,"2"0"-191"0,0 1-47 0,-4 6-10 0,-1 3-21 0,-2 1 1 0,0 4-1 0,7-5 0 0,2 4 0 0,4-2 0 0,6 2 12 16,-4 0-2-16,3-2-10 15,3 2 0-15,0-3 4 0,-3 6-3 16,1-5 0-16,-6 0 5 16,-4-4 10-16,-2 0 13 15,-3-2-16-15,-2-2-11 16,-2 0 55-16,-9 0-42 16,-1-2-14-16,-6-2-1 15,-2-6-15-15,5-4-150 16,-2-36-210-16</inkml:trace>
  <inkml:trace contextRef="#ctx0" brushRef="#br0" timeOffset="3350.46">4321 3409 1715 0,'-2'0'274'16,"2"2"-202"-16,0 4-48 16,0 12 56-16,-5 8 1 15,5 8-9-15,-2 8-17 16,4 2-37-16,3-4 25 15,-1-4-43-15,3-8-4 16,-3-4 2-16,1-3-4 0,-1-8-97 16,-4-4-215-1,-15-8-543-15</inkml:trace>
  <inkml:trace contextRef="#ctx0" brushRef="#br0" timeOffset="3562.78">4125 3597 1251 0,'6'-6'644'15,"6"2"-519"-15,15-6-38 16,6 2 76-16,5 2-53 16,4 0-76-16,3 0-34 0,-3 0-40 15,-1 6-290 1,25-4-1282-16</inkml:trace>
  <inkml:trace contextRef="#ctx0" brushRef="#br0" timeOffset="4384.99">4504 3771 1547 0,'9'3'193'0,"-3"-2"-85"16,12 2-22-16,0-6 49 15,0 2-68-15,0-6-16 0,-3-3 2 16,3 1-19-16,-2-5-14 16,-6 4-14-16,0-5 1 15,-8 5-2-15,-2 4-5 16,-2 1 0-16,-8 2 11 15,2 6-11-15,-10 4-1 16,-2 4-11-16,2 7-11 16,1 1 22-16,7-2-35 15,4-2 2-15,6-2 11 16,2-5 1-16,2-2-8 16,1-2 21-16,0-4 9 0,5-2 22 15,2-4-12-15,1-3-9 16,5-5 9-16,0-1-9 15,2 1 1-15,-3-7-2 16,6 2 6-16,-5-2-15 16,1 7 9-16,8 2-21 15,0 6 10-15,-2 6 2 16,2 4 2-16,-6 8-7 16,4 4 14-16,-2 5-9 15,-4 0 9-15,-3 1 0 16,-4-1 0-16,-6-7 0 15,-4-5 0-15,-2-4 8 16,-5-3-6-16,2-2 86 16,0-2-2-16,-4-3-10 0,3-4-32 15,4-5-25-15,2-7-19 16,10-1-6-16,9-2-30 16,6 1-18-1,4 2-42-15,-2 5-12 0,-2 4 23 16,-8 8 11-16,-4 0 19 15,-9 4 8-15,-4 0 22 16,-2 0 24-16,0 2 2 16,-2-2 25-16,0 0 29 15,0 0 20-15,0 4-1 16,-7 0 2-16,3 2-26 16,0 6 8-16,2 0-35 15,6 5 7-15,6 1-6 16,9 0-24-16,3-3 14 0,8 3 2 15,3 0 10-15,-2-1 47 16,0 1 11 0,-8-4-37-16,-8-6-19 0,-8-4-16 15,-13-2-12-15,-11 6 0 16,-18 2-1-16,-17 0-173 16,-129 2-554-16</inkml:trace>
  <inkml:trace contextRef="#ctx0" brushRef="#br0" timeOffset="11969.7">2262 4485 346 0,'-2'0'377'15,"4"0"-149"-15,-4 0-15 0,2-1-68 0,-2 1-28 0,2-3-36 0,-2 2-9 0,2-2 65 0,0 0-67 0,-3 3-25 0,3 0 8 0,-2-3-1 0,0 2-22 16,2-2 20-16,0 2-13 16,-3-2 29-16,3 1-36 15,-2 0-13-15,2 0 14 16,-4 1-11-16,4 1 2 15,-2 0-2-15,-3 0-20 16,-3 1 51-16,-8 5-51 16,-9 5 0-16,-8 4 12 15,-1 10-10-15,-5 3-1 16,1 5-1-16,2 0 9 16,10-1 0-16,5-2-9 15,12-6-11-15,2-6 5 16,9-4 5-16,6-6-7 0,0-2 8 15,5-6 0-15,10-6 28 16,-1-4-28-16,7-6-9 16,3-6 9-16,-8-4 1 15,5-2 13-15,-7 0-14 16,3-1 10-16,-7 0 2 16,-3 0-12-16,-6 5 0 15,-2 2 2-15,-3 7 10 16,-4 0 10-16,2 5-11 15,-2-2 2-15,0 2 15 16,3-1-28-16,-3 0 0 16,0 1 10-16,2 4-2 15,-2 2-7-15,6 2-2 0,-6 0 7 16,0 2-9-16,0 0 3 16,0 0-27-16,0 0 27 15,0 2 0-15,0-2 0 16,0 0-1-16,0 0 1 15,0 0 6-15,-4 0-6 16,8 0-2-16,-4 0 2 16,0-2 0-16,0 2 1 15,0 0-2-15,0 0 2 16,0 0 25-16,0 0-26 16,0 0 0-16,0 0 6 15,0 0 2-15,0 0 1 16,0 0 4-16,0 0-4 0,0 0-15 15,-8 12 6-15,1 6 0 16,-2 8 26-16,0 8-19 16,5 1-1-16,1-3-6 15,6 2 11 1,3-8 3-16,1 0-14 0,2-6-3 16,-2-6 3-16,3-2 0 15,-3-4 1-15,0 0-2 16,0-4 10-16,-1 0 5 15,-1-2-14-15,4 0-11 16,-7 0 11-16,0-2 0 16,1 0 1-16,-3 0-1 0,2 0 6 15,-2 0 12 1,0-2-18-16,2 2-12 0,2-2 12 16,1-2 9-16,1 0-3 15,1-2-6-15,2 4 0 16,-2 0-7-16,1 0 7 15,0 2-12-15,-2 0 10 16,1 0 2-16,-1-2 0 16,-2 0 0-16,6-2-10 15,-4 0 9-15,3-4-65 16,1 2-74-16,0-4 29 16,-1-2-70-16,-2 0 61 15,2-2 48-15,-2 2 0 16,-3 0 71-16,-2 2-29 0,0-2 15 15,0 2 15-15,2-1 10 16,-4 4-10-16,1 0 32 16,-1 2-16-16,0 5 61 15,0 0-22 1,-1 0-31-16,1 5 8 0,-6 6-11 16,4 3 49-16,2 4-16 15,-2 4-48-15,4 0 41 16,2-2-40-16,1 0-1 15,0-4 12-15,2-4-18 16,-3-2-1-16,0-6-73 16,-2-2-121-16,-8-14-130 15</inkml:trace>
  <inkml:trace contextRef="#ctx0" brushRef="#br0" timeOffset="12201.3">2431 4435 1500 0,'-2'0'544'0,"2"0"-446"0,0 2-98 0,0 2-18 0,0 3-10 0,2 2-59 0,19 11-368 0</inkml:trace>
  <inkml:trace contextRef="#ctx0" brushRef="#br0" timeOffset="12531.58">2672 4516 1652 0,'-4'4'273'16,"-3"1"-170"-16,-2 4-28 16,2 0-25-16,1 4-43 15,1-3 18-15,8 2-24 16,1-4-1-16,2 2 0 16,8 0 12-16,5-2 6 0,-2 0-18 15,0 0 9-15,-5-2 1 16,-4-2-9-1,-5 2 0-15,-1-4 10 0,-4-2-4 16,2 0 70-16,-3 0-56 16,-1 2-20-16,-2-2 49 15,-7 2-31-15,-6 0-18 16,-3 0-1-16,-1-2-6 16,4-6-1-16,3-4-170 15,9 2-144-15,12-34-701 16</inkml:trace>
  <inkml:trace contextRef="#ctx0" brushRef="#br0" timeOffset="12820.24">2942 4297 1633 0,'0'0'354'0,"0"0"-174"0,0 0-60 0,0 0-9 0,0 0-63 0,0 2-20 0,0 6-22 0,-2 8 8 0,2 8 44 0,-2 6-44 0,2 6-8 0,2-4 12 0,2 3-18 16,0-8 0-16,1 0 0 0,-5-4-48 15,-2-2-174 1,-14 11-281-16</inkml:trace>
  <inkml:trace contextRef="#ctx0" brushRef="#br0" timeOffset="13006.04">2826 4448 1613 0,'11'-5'273'16,"-2"1"-201"-16,16-4 9 0,0-2 8 15,9 2-56-15,0 2-33 16,-2-2-66-16,45-6-221 16</inkml:trace>
  <inkml:trace contextRef="#ctx0" brushRef="#br0" timeOffset="13334.56">3113 4481 1626 0,'-4'7'216'0,"1"-2"-123"15,-3 12-42-15,0-2 19 0,-1-1 26 16,4 3-54-16,6-1-9 16,4-6 20-16,1-2-28 15,1 0 32-15,3-6-34 16,0-2 2-16,2-4 40 16,-1-4-41-16,0 0-2 15,-3-4 2-15,-4 1-13 16,-1-3-4-16,-7 3-7 15,-5-4-66-15,-3 5 3 16,-7 5-127-16,-1 1-191 16,-30 2-631-16</inkml:trace>
  <inkml:trace contextRef="#ctx0" brushRef="#br0" timeOffset="13651.84">3374 4441 1676 0,'9'7'189'16,"3"1"-120"-16,3 6 5 0,9 5-2 15,-4 3 18 1,0 1-38-16,-2-3-32 0,-9-2 29 15,-3-8-34-15,1-2-3 16,-11-2 5-16,4-4-8 16,-3-2 28-16,-1-6-4 15,0-2-7-15,-3-8 14 16,5-9-40-16,4-2-39 16,11-5-88-16,12-3-140 15,62-39-285-15</inkml:trace>
  <inkml:trace contextRef="#ctx0" brushRef="#br0" timeOffset="13946.38">3938 4243 924 0,'0'-2'1039'16,"0"2"-848"-16,0-2-101 16,0 6-71-16,0 8-13 15,-7 8 56-15,1 10-13 16,1 10-11-16,3 4 17 16,2 2-35-16,7 0 6 0,1-2-26 15,2-5 0 1,1 1 12-16,-5-6-12 0,1-2-20 15,-5-4-139-15,-9 0-565 16</inkml:trace>
  <inkml:trace contextRef="#ctx0" brushRef="#br0" timeOffset="14167.61">3811 4409 866 0,'8'-2'907'15,"6"0"-763"1,11-2 45-16,6 1-26 0,7-2-56 16,-1 1-101-16,5-2-6 15,1-4-12-15,-5 0-282 16,26-26-660-1</inkml:trace>
  <inkml:trace contextRef="#ctx0" brushRef="#br0" timeOffset="14430.15">4272 4401 1678 0,'-2'0'534'0,"2"4"-457"0,0 0-44 16,0 8 57-16,2 6-36 16,2 6-36-16,1 2 25 15,2 1-43-15,-1-1-16 16,1-7-145-16,-5-6-194 15,-13-19-827-15</inkml:trace>
  <inkml:trace contextRef="#ctx0" brushRef="#br0" timeOffset="14630.01">4141 4117 2173 0,'0'0'287'16,"0"0"-190"-16,0 4-37 15,2-2-60-15,6 2-23 16,-1 4-198-16,26 18-363 16</inkml:trace>
  <inkml:trace contextRef="#ctx0" brushRef="#br0" timeOffset="15562.39">4660 4477 1657 0,'-10'0'574'0,"2"0"-502"0,-10 3-40 0,-4 2-32 0,-3 6 0 0,-6 7 9 0,2 3-9 0,2 1-13 0,7 3 12 0,9-7-11 0,9-4-5 0,8-2-88 15,6-6-10-15,5-8 77 16,6-6-5-16,2-10 13 16,-4-4 15-16,4-3 15 0,-7 2 31 15,2-1-25 1,-4 2-5-16,-3 5 51 0,0 7-52 15,-4 8-19-15,0 2-1 16,-2 11 14-16,2 4 5 16,-1 7-4-16,2 5 5 15,-1-1 8-15,-1-4-8 16,6 0 0-16,-5-6 7 16,-3-6-6-16,-1-4 28 15,-5-4 11-15,2-2 74 16,-2-4 48-16,2-4-69 15,1-8-76-15,6-6-6 0,-3-5-11 16,5 0-6-16,3-1-28 16,6-1-23-1,2 9 55-15,5 4-20 0,2 12 5 16,-5 6 17-16,5 8-6 16,1 12 0-16,-6 5-12 15,6 5-38-15,3-2-64 16,-5-2-51-16,38 20-310 15</inkml:trace>
  <inkml:trace contextRef="#ctx0" brushRef="#br0" timeOffset="15845.27">5421 4554 1550 0,'2'0'706'16,"4"0"-601"-16,7 0-83 0,7 2 28 0,4-2-1 0,5 1-35 0,2 3-5 0,-2-4-9 0,-2 0-131 0,-9 3-113 0,-14 5-273 0</inkml:trace>
  <inkml:trace contextRef="#ctx0" brushRef="#br0" timeOffset="16011.22">5392 4674 1615 0,'2'0'541'16,"2"0"-470"-16,2 2 32 16,5-2-14-16,5 2-29 15,-1 0-20-15,1-2-23 16,-1 0-17-16,-1-2-84 16,17-22-420-16</inkml:trace>
  <inkml:trace contextRef="#ctx0" brushRef="#br0" timeOffset="17014.91">6445 4395 1099 0,'0'0'782'16,"0"0"-650"-16,0 0-40 0,0 0 1 0,0 0-56 0,-2 4-26 0,-2 6-10 0,-4 4 79 0,3 6-38 0,1 7-17 0,2-4 1 0,2 4-26 15,4-5 7-15,3-4-7 16,-1-3 8-16,2-6 15 15,-4-3-23 1,3-4 0-16,-1 2 3 0,3-8-3 16,2 0 2-16,2-4-10 15,1-6 22-15,1-2-25 16,1-4 11-16,0 0-46 16,0 2 17-16,1 0 5 15,1 5-4-15,-5 8 4 16,3-2 13-16,-1 11-7 15,-3 2 15-15,-3 2-28 0,-1 9 31 16,2 1 0-16,-6 0 1 16,3 0-1-16,-5-4 15 15,0-5-1-15,2-4-7 16,-4-3-5-16,2-2 29 16,-2-2 5-16,7-3 30 15,0-4-39-15,11-9-18 16,0-5-18-16,1 0 5 15,4-2-47-15,2 7 3 16,-3 4 4-16,3 6-2 16,-4 8 28-16,2 7 6 15,-3 2-2-15,0 8 14 16,-2-2-6-16,-1 3-19 16,-3 0-94-16,-3-4-109 15,-1 4-353-15</inkml:trace>
  <inkml:trace contextRef="#ctx0" brushRef="#br0" timeOffset="17217.37">6337 4193 1591 0,'0'-2'808'0,"0"2"-652"0,0-4-85 0,2 4-16 0,1 0-11 0,8 4-44 0,0 0 0 0,10 4 0 0,4 6-159 0,50 12-422 0</inkml:trace>
  <inkml:trace contextRef="#ctx0" brushRef="#br0" timeOffset="17883.74">7129 4511 2152 0,'2'0'230'16,"2"0"-164"-16,2 0-14 15,13-1-22-15,-1-3-9 16,8 0-19-16,3-5 31 16,-2 0-33-16,-5-4-6 15,-4 3-3 1,-9 2 9-16,-5 0-29 0,-4 0 13 16,-6 2-23-16,-6-2 39 15,-7 4-1-15,-4 4-2 16,-8 6 3-16,2 6 0 15,2 4-1-15,5 2-7 0,9 7 8 16,8-4-3-16,12 4 3 16,6-1 0-1,9-4 3-15,3-2 15 0,6-8-6 16,5-4-10-16,1-6 7 16,2-10 7-16,-1 0-16 15,-3-8-18-15,-4 0-10 16,-4-4-38-16,0 0-5 15,-4 0-43-15,-4 1-1 16,-6 1 100-16,-3 2-26 16,-4 4 32-16,-2 8 9 15,1 4 0-15,1 2 1 16,2 4 17-16,0 6-12 16,3 2 30-16,3 4-24 15,-3-1-6-15,1-1 15 16,-4-4 1-16,-4-2 41 0,3-4 2 15,-5-3-43-15,-2-1 47 16,2-1-43-16,3-6 2 16,0-4-1-16,3-4-27 15,3-3-9-15,3-2-48 16,1-2-103-16,4-2-52 16,29-44-395-16</inkml:trace>
  <inkml:trace contextRef="#ctx0" brushRef="#br0" timeOffset="18345.64">7968 4044 1745 0,'0'4'265'0,"0"-2"-191"0,0 4 2 0,0 6 40 0,0 12 44 0,0 8-59 0,0 5-35 0,7 2 15 0,-1 4-20 0,6-3-26 0,1 2-2 0,1-2-32 16,-1-4 42-16,3-3-43 16,-5-10 0-16,-5-3 0 15,1-8 1-15,-2 1-1 0,-1-5-1 16,3-2 1-16,-5-2 2 15,0 1-2-15,2-2-11 16,-2-3 11-16,1 2 0 16,2-4 1-16,4-1-9 15,3-5 17 1,5-2 5-16,-2-5-14 0,5 0-24 16,0-5 10-16,-2 4-25 15,-2 5-3-15,-3-3-3 16,3 7-43-16,-1-1 65 15,1 8-43-15,6 0-9 16,-2 6 23-16,7 0-22 16,2 2-80-16,-2 2-68 0,17 2-366 15</inkml:trace>
  <inkml:trace contextRef="#ctx0" brushRef="#br0" timeOffset="18577.88">7883 4187 1438 0,'16'0'348'0,"2"-2"-237"16,15 2 9-16,10 2 57 0,9 4-121 0,0 0-22 0,4 0-34 0,4 0-24 0,1 0-211 0,61-6-705 0</inkml:trace>
  <inkml:trace contextRef="#ctx0" brushRef="#br0" timeOffset="18828.91">8369 4271 1750 0,'0'0'584'0,"0"2"-473"16,0-2 38-16,2 0 10 0,-4 0-80 15,2 0-8-15,0 0-71 16,0 0-6-16,0 0 6 15,0 0-34-15,0-2-200 16,0 8-356-16</inkml:trace>
  <inkml:trace contextRef="#ctx0" brushRef="#br0" timeOffset="19228.38">8320 4081 1179 0,'0'-3'903'0,"0"3"-777"0,0 0-75 0,0 3-36 0,0-2-13 0,3 5-2 0,3 5-18 0,10 3-179 0,37 23-373 0</inkml:trace>
  <inkml:trace contextRef="#ctx0" brushRef="#br0" timeOffset="19599.27">8641 4265 1687 0,'-4'2'291'15,"-6"4"-204"-15,-5 8-27 16,-9 4 31-16,-3 12-29 15,3-2-40-15,4 2 17 16,3 0-19-16,11-5-20 16,8-3 22-16,8-4-14 0,5-10-1 15,7-2-7 1,7-15 0-16,5 0-6 0,-1-12-42 16,-2-1 12-16,-4 0 36 15,-6 2 8-15,-6 6-7 16,-9 4 31-16,-2 6-1 15,-4 4-2-15,0 4-29 16,3 8-49-16,1 12 49 16,6 6 0-16,5 10-118 15,38 43-239-15</inkml:trace>
  <inkml:trace contextRef="#ctx0" brushRef="#br0" timeOffset="24806.85">2379 11883 1633 0,'-7'-4'514'0,"7"4"-350"0,-5-2-25 0,3 2 31 0,-1 0-89 0,3 0-20 0,0 0 4 0,0 0-23 0,3-2 3 0,-1 2-30 0,6 0-14 0,4 0 44 0,11 0-16 0,10-4-5 15,7-2-15-15,3-4-8 16,1-4-1-16,-6 0-38 15,-5 2-95-15,-11 0 26 16,-6 6-73-16,-12 3 2 16,-11 6 46-16,-14 5 45 15,-8 6 85-15,-14 8 2 16,-11 4 2-16,-1 2 134 16,1 0-50-16,6-4-10 15,16-6 17-15,12-8-10 16,16-4-16-16,6-4-41 15,9-4-26-15,10 0 94 16,12-6-29-16,9-2-41 0,5-4-2 16,-5 2-2-16,-6 0-11 15,-12 4-9-15,-7 4 1 16,-7 2 4-16,-8 2-5 16,-4 4-44-16,-12 6-10 15,-10 10 23-15,-10 6-70 16,-6 6-71-16,7-2-104 15,-42 36-102-15</inkml:trace>
  <inkml:trace contextRef="#ctx0" brushRef="#br0" timeOffset="26520.14">9697 16102 1963 0,'-2'-4'466'0,"2"4"-262"0,0 0-24 0,2 0-93 0,0 4-87 0,0 4 6 0,6 10 28 0,0 4-28 0,3 6-6 0,5 2 24 0,-1-2-6 16,-3 2-7-16,1-8-11 15,-6 1 6-15,-7-4-5 16,-5 3-1-16,-5 5-63 16,-9-9-202-16,-27 4-484 15</inkml:trace>
  <inkml:trace contextRef="#ctx0" brushRef="#br0" timeOffset="26933.68">9987 16013 1375 0,'-8'9'359'0,"-2"3"-206"0,-8 12-59 16,-8 6-71-16,-3-2-17 15,2 6 18-15,-6-12-24 16,4 0-2-16,4-6 2 16,0-4 11-16,12-4-4 15,3-6 14-15,4 0-12 16,4-2 62-16,4 0-28 0,0 2-4 15,10 6 20 1,-1-2 20-16,9 6-10 0,12 2 14 16,3-2-46-16,7-2 28 15,1-2-35-15,-1 2-18 16,-4-6 22-16,-5 1-22 16,-6-1-10-16,-3-4-2 15,-8 0 9-15,0 0-26 16,-4-4 5-16,3-1-178 15,16-13-302-15</inkml:trace>
  <inkml:trace contextRef="#ctx0" brushRef="#br0" timeOffset="27780.98">10420 16168 1398 0,'0'-4'777'16,"0"4"-576"-16,0 0 23 0,2 0-62 0,0 0-122 0,2 0-32 0,7 0-8 0,7 4 9 0,5 0-24 0,3-2 9 0,-2 0-183 0,1 0-141 15,11-2-237-15</inkml:trace>
  <inkml:trace contextRef="#ctx0" brushRef="#br0" timeOffset="27954.07">10464 16311 1566 0,'2'0'329'0,"4"0"-101"15,6 1-35-15,8 3-74 16,4-4-47-16,1 4-44 15,0-4 5-15,4 0-33 16,0 0-114-16,48-30-220 0</inkml:trace>
  <inkml:trace contextRef="#ctx0" brushRef="#br0" timeOffset="28380.6">11074 16094 1577 0,'2'-2'217'15,"5"2"-127"-15,5-4-52 16,1 0-2-16,-3-4-27 0,2 2-9 16,-3-2 0-16,-5 2 0 15,0-2 27-15,-4-2-27 16,-4 6 2-16,-2-4 31 16,-7 0-17-16,-1 6 7 15,-3 8-23-15,-10 6 6 16,-7 6 2-16,0 8-8 15,3 8-3-15,5 4-5 16,10 4 8-16,5-4 0 16,15-2-21-16,9-8-3 15,6-2 18-15,7-8-28 0,6-9 34 16,-3-9-9-16,8 0-29 16,53-41-269-1</inkml:trace>
  <inkml:trace contextRef="#ctx0" brushRef="#br0" timeOffset="28713.78">11388 15851 1822 0,'0'0'467'0,"0"0"-240"0,-4 0-127 0,4 4-91 0,4 10 29 0,-2 8 2 0,3 10 1 0,2 8-17 0,4 5-24 0,2-1 18 0,5-4-18 0,-5-4 0 0,-1-8-16 15,1-2 11-15,-5-8-140 16,2-10-221-16,9 2-441 16</inkml:trace>
  <inkml:trace contextRef="#ctx0" brushRef="#br0" timeOffset="29097.96">11673 16074 1223 0,'0'2'580'0,"2"6"-406"15,2 0 33-15,2 14-113 16,0 2 5-16,3 2-70 0,1 2-13 15,3-8 5-15,7-2-19 16,-3-4 29-16,4-8-22 16,-2-4 5-16,4-4 61 15,-3-4-36-15,0-6 16 16,-2-2-2-16,0-4-5 16,-7-4 9-16,-3-2-21 15,-3 2-14-15,-5-4 17 16,-2 8-39-16,-5 0-16 15,-2 4 1-15,1 6-38 16,-4 4-46-16,3 4-202 16,-4 8-343-16</inkml:trace>
  <inkml:trace contextRef="#ctx0" brushRef="#br0" timeOffset="29449.94">12097 16012 1790 0,'-2'0'348'16,"-1"6"-142"-16,-5 6-52 16,-4 6-77-16,-1 4-56 15,2 0 35-15,8 2-55 16,6-4 0-16,6 0 0 15,6-4 6-15,3-6 14 16,7 2-21-16,-3-2 0 0,2-4 5 16,-5 2-5-1,-4 0-8-15,-8-4 7 0,-3 0 2 16,-1 6-2-16,-8-4 1 16,-1 2 0-16,-8 6-4 15,-4-2 4-15,-2-2-11 16,0-2 11-16,7-4-50 15,-1-4-85-15,7 0-163 16,10-30-325-16</inkml:trace>
  <inkml:trace contextRef="#ctx0" brushRef="#br0" timeOffset="29729.38">12477 15847 1330 0,'0'0'758'16,"0"0"-484"-16,4 4-104 15,-2 10-62-15,-2 8-23 16,2 4-38-16,2 6-19 15,-4 4-28-15,5 1 8 0,-3 1 5 16,4-2-13-16,2-8-21 16,-4-2-106-16,0-8-254 15,-6 8-466-15</inkml:trace>
  <inkml:trace contextRef="#ctx0" brushRef="#br0" timeOffset="29928.14">12429 16088 1755 0,'4'-4'381'0,"9"4"-130"15,5-6-118-15,9-2-104 0,0 4-29 16,0 0-159-16,31-14-312 15</inkml:trace>
  <inkml:trace contextRef="#ctx0" brushRef="#br0" timeOffset="30529.95">12730 16186 831 0,'0'0'1007'16,"2"4"-737"-16,0 0-11 15,3 2-122-15,3-2-71 0,-1 0 10 16,5-2-53-16,-2-4-13 16,4 2-1-16,-1-8-1 15,-4-2-1-15,-2-2-7 16,-5 2 2-16,-7-2-2 15,1 6 0-15,-5-6-11 16,1 6 10-16,-6 2 0 16,9 4-8-16,1 0 9 15,4 0-22-15,2 6 8 16,5 6 14-16,2 2-36 16,2 4-43-16,0 4 2 0,1-4 22 15,3-4 10-15,-7-2 42 16,2-4 1-16,-6-2 2 15,1-6 0-15,-5 0 8 16,6-6 28-16,4-2 9 16,0-6-4-16,5-4-40 15,4-4 28-15,-3-4-29 16,5-6 1-16,0 2-1 16,3-2 1-16,-6 10-1 15,2 4-10-15,-11 10 10 16,-5 4-12-16,-2 8 7 0,1 0 5 15,2 8 32 1,-3 4 17-16,4 4-8 16,5 0-2-16,3 2-38 0,1 4 68 15,6-4-67-15,-9 0 19 16,-2-4-2-16,-10 0-8 16,-14 0-11-16,-17 0-17 15,-15 0-262-15,-106 17-424 16</inkml:trace>
  <inkml:trace contextRef="#ctx0" brushRef="#br0" timeOffset="33762.37">3285 15570 528 0,'0'-4'326'0,"-2"8"-194"0,2-4-80 0,-2 0-37 0,-1 5 6 0,1-5-20 0,0 4 28 0,2-4-8 0,0 0 16 0,0 0 47 15,0 0-3-15,2-4-24 0,-2 4 14 16,2 0-32-16,-2 0 24 16,0 0 52-16,0 0-37 15,0-5-1-15,0 5-41 16,-2 0-2-1,2 0 5-15,0 0-1 0,0 0 17 16,0 0-4 0,0 0 36-16,2 0 8 0,-2-4-41 15,0 4-8-15,0 0 10 16,0 0-17-16,0-1 24 16,-2 2-35-16,2-2 2 15,0 1 21-15,0 0-30 16,2 0-15-16,-4 0 15 15,2 0-15-15,0 0 33 16,-2 0-39-16,2 1 8 0,0-1 1 16,0 0-9-16,0 4-14 15,-2 1-2-15,-3 7 16 16,0 6 8-16,-3 4-8 16,-1 2 0-16,2-2 10 15,5-8-9-15,-3 0-1 16,5-2 0-16,-2-6 1 15,0-2 2-15,2 0-3 16,0-4-22-16,2 0 21 16,0 0-23-16,3-6-24 15,2-2 18-15,4-6-5 16,4-4 29-16,-1-2 0 16,-3 4 5-16,2 0 0 0,-4 6 1 15,-5-2 0 1,1 3 17-16,-3-1-17 0,-2 5 33 15,2 1-32-15,-2 0 5 16,2-1 41-16,-2 5-46 16,3 0 17-16,-3 0-4 15,0 0-13-15,0 0 27 16,0 0-28-16,2 5 10 16,-2-1 4-16,5 5-13 15,3 14 15-15,1 3 20 16,5 6-34-16,1 0 32 15,1 2-34-15,-3 2 1 16,3-8 3-16,-3 2-4 16,-4-4 0-16,-2-4-7 15,-2-4 16-15,-3 0-17 0,-4-8 8 16,-1 3-7 0,-3-8 1-16,1 4 6 0,-2-4-17 15,1 3 1-15,-1-3 16 16,-4-1-2-16,2-4 2 15,-2 1 0-15,5-1 17 16,-2 0-17-16,2 0-6 16,1 0 6-16,5 0 8 15,0-1 20-15,0 1-28 16,2 0 0-16,-2 0 16 16,3 0-7-16,-3 0 11 15,2 0-14-15,-2 0-5 16,4 0-2-16,6-4-3 0,3-1 4 15,11 1 44-15,3-1-44 16,4-4 0-16,-2 5-1 16,-5 0 15-16,1 3-16 15,-9 1 2-15,-1 0 0 16,-9 0-9-16,-2 0 9 16,-4 0 0-16,-4 0 1 15,1 0 0-15,2 0 27 16,-1 0-28-16,2 0 9 15,-2 1 3-15,-2-1-12 16,1 0 0-16,3 0 2 16,-2 0-2-16,2 0 0 0,2 0-3 15,-2 0-82 1,0 0-28-16,0 0-182 0,0 0-194 16,-8-10-200-16</inkml:trace>
  <inkml:trace contextRef="#ctx0" brushRef="#br0" timeOffset="34928.11">3310 16200 870 0,'0'0'906'0,"0"0"-730"0,2 0 31 0,0 4-86 0,2-4-80 0,7 4-5 0,12 6 51 0,6-6-62 16,6-4 19-16,8 0-4 15,3-10 2-15,2 2 9 16,0-10-34-16,1 0-17 16,-1-8 45-16,-4 4-45 15,-2-4-5-15,-7 2 5 16,-6 2 1-16,-6 0 8 16,-7 0-9-16,-3-6-15 0,-9 2-2 15,1-6 7 1,-8 1-22-16,-1-5 13 0,-7 4-16 15,-1-2 25-15,-3 6-8 16,-5 2 18 0,3 4-8-16,-6 0 8 0,3 0 0 15,-3 2 6-15,6-5 2 16,-6-2 1-16,4 0-9 16,1 1 0-16,-5 2 3 15,6-4-3-15,-6 6-1 16,3 2 0-16,-2 10-4 15,2 0 5-15,-2 8 0 16,-1 0 0-16,-1 2 6 16,-3-4-6-16,5 4 0 15,-5-4 11-15,3 0-2 0,-3 2 22 16,0-2-31-16,1 4 1 16,-3 6-4-16,-5 2 3 15,1 0-8-15,-4 6 8 16,-2 4 1-16,-1-4 10 15,0 8-11-15,-3 0 0 16,5 2 4-16,1 6-4 16,1 7 0-16,0 7 15 15,0 10-4-15,7 12 41 16,10 2-52-16,11 6 1 0,22-6-8 16,15 3 7-16,13-13-12 15,12-4-6-15,13-6-47 16,4-6-19-16,9-8-171 15,126 8-268-15</inkml:trace>
  <inkml:trace contextRef="#ctx0" brushRef="#br0" timeOffset="40617.83">10283 3282 863 0,'-4'0'688'0,"2"-2"-513"0,-5 0-83 0,1 0-4 0,-4 2 31 0,4 0-23 0,-3-2-12 0,2 1-2 0,2-2-8 15,1 3 17-15,2-1-35 0,0 1-37 16,-1 0 23-16,3 0-16 15,0 0-11-15,0 0-8 16,3 0-1-16,-1 0-12 16,6-3-1-16,15 1 7 15,8-4 27-15,16 0-27 16,4 0 0-16,3-8 6 0,-1 4-4 16,-4-4 16-16,-2 4-18 15,-11 0 0 1,-5 2 4-16,-9 6-4 0,-13 0-6 15,-5 2 6-15,-4 0 0 16,-2 2 7-16,0 0-7 16,-2 4 0-16,-3 8 11 15,-1 8-4-15,0 4-7 16,4 4 0-16,-1 5 0 16,3-3 7-16,0 5-7 15,0-2 0-15,0-3 0 16,2 0 0-16,-5-6 0 15,3-6-2-15,-1-4 4 0,3-2 4 16,0-8-6 0,0-2 0-16,0-4-17 0,0 0 17 15,3 0-138-15,2-4-142 16,14-38-245-16</inkml:trace>
  <inkml:trace contextRef="#ctx0" brushRef="#br0" timeOffset="41295.08">10872 3170 1228 0,'0'-6'309'0,"-1"4"-211"0,-1 0 64 0,2 0-48 0,0 2-41 0,0 0-17 0,-2 0 7 0,2 0 39 0,-2 0-45 0,2 0-26 16,0-2 58-16,2 4-46 15,-2-4-1-15,2 2-18 16,4 0-18-1,11-2 20-15,7 0-16 0,10 0-10 16,8-4 38-16,1 0-38 16,-4-2-1-16,-1 2 0 15,-5 2 1-15,-6-4 7 16,-6 2-7-16,-8 4 0 16,-8 0 3-16,-2 4 4 15,-3-2-7-15,-3 2 1 16,2 0-1-16,-1 10-1 0,-5 6-13 15,1 12 14-15,1 4 8 16,-2 4-8-16,4-2-5 16,3 1 5-16,0-8 2 15,0 2 4 1,-1-5-6-16,-2-2 0 0,-1-4-2 16,4-4 2-16,-2-2-9 15,0-2 0-15,2-4-136 16,0 0-139-16,11-6-244 15</inkml:trace>
  <inkml:trace contextRef="#ctx0" brushRef="#br0" timeOffset="41816.75">11602 3102 1384 0,'-2'0'327'0,"-2"0"-208"0,-1 0-11 0,3 0 67 0,-3-2-53 0,5 2-14 0,0 0 0 0,3-2-60 0,-1 2-23 0,0-2 35 16,3 2-59-16,8-6-1 16,3 2 15-16,8 0-6 15,2 0 12-15,3 0-21 16,-4 4 0-16,-4 0 6 15,-6 0-6-15,-1 4-4 16,-4 0 2-16,-3 2 4 16,-3 8-7-16,-1 6 5 0,-3 6 0 15,-3 0 2 1,-1 4-2-16,2 0-1 0,-1 0 1 16,1-6 0-16,2-2 6 15,0-5-6-15,0-3-19 16,0-3 10-16,0 4-92 15,-2-4-128-15,-6 6-274 16</inkml:trace>
  <inkml:trace contextRef="#ctx0" brushRef="#br0" timeOffset="42414.68">12175 3204 1270 0,'0'0'643'0,"0"-2"-580"0,0 0 1 0,5 0 77 0,1-4-75 0,10-2-37 0,1 0 16 15,4 2-23-15,0 6 37 0,4 2-49 0,-2 4 4 0,1 8 1 16,-4 2-15-16,-2 4-6 16,-9 4 6-16,-5 2 0 15,-5-2-12-15,-7-2-14 16,-5 0-28-16,-7-4 20 15,0-4-7-15,-2-3 37 16,4-9 3-16,3-6 2 0,3-9 37 16,5-1-37-16,3-8 9 15,6-6 8-15,5-2-18 16,7 2-7 0,7 2-25-16,6 4-154 0,6 0-12 15,59-22-374-15</inkml:trace>
  <inkml:trace contextRef="#ctx0" brushRef="#br0" timeOffset="42746.77">12634 3078 1552 0,'0'0'270'0,"0"0"-175"15,-3 2 16-15,1 4-41 16,-2 8 20-16,-1 8-69 16,1 4-21-16,6 2 9 15,9-2-8-15,5-4-1 16,9-4 17-16,0-4-16 16,0-4 57-16,2-7-19 15,-2-8-12-15,2-3 6 16,-5-4-24-16,-2-4-8 15,-4 4-2-15,-7-4 2 0,-5-2 7 16,-11 0-8-16,-3 0-33 16,-11 0-3-1,-6 0-38-15,-2 6-101 0,4 2-67 16,-23-6-521-16</inkml:trace>
  <inkml:trace contextRef="#ctx0" brushRef="#br0" timeOffset="43445.43">12977 2977 1893 0,'0'0'183'0,"0"3"-169"15,5 2 43 1,-1 6-12-16,9 9-18 0,-1 6 60 16,3 6-41-16,3-2-11 15,-3-2-4-15,1-2-16 16,1-6 30-16,-5-6-45 16,-3-6 1-16,-5-4 17 15,-2-4 6-15,6-2-12 16,-2-6 15-16,5-10-27 15,0-4 27-15,5-4-27 16,-8 0-15-16,2 0-2 16,-3 7-16-16,-5 4-6 0,0 9 5 15,-2 4-20-15,2 4 34 16,5 1-17-16,2 6 23 16,4-1 14-16,7 0 2 15,0 0 4-15,5-6-9 16,-5-4 13-16,-1-4 13 15,0-3-23-15,-6 0 1 16,3-7 15-16,-3-2-8 16,-2-4-7-16,-4 0-1 15,-1 1 6-15,-10 2 24 16,0 1-30-16,-1 5 1 16,-2 3 3-16,3 6-4 15,1 4-8-15,1-2 8 0,4 4-32 16,4 0 31-1,5 2-33-15,6 3 34 0,1 0 21 16,5-3-20 0,-4 0 0-16,1-1 8 0,-1-3-7 15,-4 0 58-15,3-3-14 16,-5 2-17-16,-4 1 23 16,0 0-23-16,-14 0-1 15,4 1-23-15,-7 2 5 16,-5 12-10-16,-9 10 8 15,-5 4-8-15,-11 11-114 16,-66 51-359-16</inkml:trace>
  <inkml:trace contextRef="#ctx0" brushRef="#br0" timeOffset="46528.58">10593 4010 363 0,'0'-2'367'0,"0"2"-202"0,-2 2-78 0,2-4 0 0,0 4 21 0,0-2-30 0,-3 0 12 0,3 0 41 15,0 0-10-15,0 0 7 16,0 0-34-16,0 0-38 16,0 0 28-16,3-2-44 15,-6 2-13-15,3 0 8 16,0 0-2-16,0 0-5 15,0 0-10-15,0 0-10 16,0 0 44-16,0 0-37 16,0 0-6-16,0 0 33 15,0 0-10-15,0 0-5 16,0 0 7-16,0 0-28 16,0 0 51-16,0 0-45 0,0 0-4 15,0 0 11-15,0 0 7 16,0 0-17-16,0 0-9 15,-8 12 1-15,3 5-21 16,3 8 20-16,-3 12 0 16,5 3 6-16,0 2-5 15,5-4 0-15,-3-8 0 16,-2-4 11-16,3-4-6 16,-6-6-6-16,-1-4-72 15,-1 2-193-15,-6-10-280 0</inkml:trace>
  <inkml:trace contextRef="#ctx0" brushRef="#br0" timeOffset="47132.66">10907 3888 1664 0,'0'2'224'0,"0"-2"-154"0,-4 0 59 0,4 2-10 0,-1 0-38 0,-1 6-74 0,-2 8 17 16,-5 10 51-16,-3 10-21 16,2 2-25-16,-5 4-25 15,-1-6 10-15,0-5 5 16,5-5-19-16,2-8-2 16,0-7 2-16,5 2 0 15,4-8-7-15,2 2 5 16,7 1-4-16,2-2-9 0,5 0 15 15,5-2-37 1,2-6 37-16,2-2-24 0,-3-4-21 16,0-4 34-16,-2-2-10 15,-2 0 8-15,-5 0 11 16,-2 1 2-16,-1 0 8 16,-4 3 5-16,-4 0-5 15,0 6 10-15,-2 1 4 16,-2 3 50-16,0 0-51 15,0 3-15-15,2-2-12 16,0 9 0-16,0 5 6 16,4 10-7-16,1 8 20 15,0-1-1-15,4-2-12 16,-3-2-7-16,3-8-4 16,-7 0-103-16,-2 8-353 15</inkml:trace>
  <inkml:trace contextRef="#ctx0" brushRef="#br0" timeOffset="47612.56">11473 3978 1183 0,'5'-6'331'0,"-3"4"-257"0,6-2-26 0,0 0 81 0,-2-2-54 0,1 0-39 0,-5 4 4 0,-2 0-2 16,0 2 44-16,-4 0-29 15,1 2-28-15,-5 4 14 0,-6 6-24 16,-9 6 5 0,0 8 10-16,-9 6-23 0,1 4 34 15,6-4-34-15,9-3 7 16,8-5-28-16,8-6 1 15,4-2 13-15,5-4-12 16,7-2 25-16,6-6-34 16,10-4 2-16,5-12-149 15,7-2-104-15,68-44-815 16</inkml:trace>
  <inkml:trace contextRef="#ctx0" brushRef="#br0" timeOffset="47981">11756 3966 1417 0,'-4'8'327'15,"-3"0"-214"-15,-5 6-41 16,-1 4 40-16,5-2-22 16,3-4-69-16,2 1 12 15,3-8-31-15,6-1-1 16,0-2 8-16,1 0-2 16,8-2 41-16,-1-4-22 0,-1-1-14 15,5-4 34-15,-7-3-32 16,-2 2-8-16,0-4 13 15,-7 4-18-15,-8-2 8 16,-6 4-9-16,-3 2-67 16,-8 2-43-16,-2 4-133 15,-39 6-312-15</inkml:trace>
  <inkml:trace contextRef="#ctx0" brushRef="#br0" timeOffset="48285.49">11872 3684 1778 0,'0'7'171'0,"2"1"-114"0,3 9 19 16,-1 6 44-16,3 5 2 16,4 5-73-16,-2 1-26 15,2 0 4-15,0-2-14 16,2-2 4-16,-1-2-17 16,-6-6-8-16,-1-8-5 15,-1 0-112-15,5-6-181 16,13-10-334-16</inkml:trace>
  <inkml:trace contextRef="#ctx0" brushRef="#br0" timeOffset="49212.04">12117 3846 1591 0,'-2'6'205'0,"2"2"-140"15,-2 4 28-15,2 4 36 16,0-2-65-16,4 2-28 0,3-2 51 16,-1-4-22-16,8-2-20 15,1 0 4-15,3-6-7 16,3 0-1-1,-4-4-41-15,3-4 12 0,-2-4 13 16,-2-2-25-16,1-6 0 16,-3-2 10-16,-5-2-9 15,-3-2 7-15,-2 1-8 16,-8 2-20-16,0 5 2 16,-1 6 17-16,1 3-29 15,0 6 19-15,2 1 1 16,0 0 2-16,-3 5-20 0,5 8 28 15,0 3-5-15,5 4 5 16,1 0-9-16,3-2 9 16,7-6 0-16,-3 0 4 15,1-4-4-15,1-4 0 16,-7-4-3-16,4-2 3 16,-3-2 0-16,-1-4 6 15,-1-6 2-15,0-2-2 16,0-2-6-16,-3-2-5 15,2 0-14-15,5 2-19 16,1 7-14-16,1 0-20 16,-1 8 0-16,3 3 45 15,-1 7 0-15,-3 4 27 0,1 2-3 16,-2 5 3-16,-3 0 0 16,-1-2 24-16,-2-6 13 15,-1-4 2-15,-3 0-16 16,1-6 10-16,-1 0 31 15,0 0-19-15,0-4 23 16,3-2 10-16,2-6-48 16,-1-6-18-16,3-4-12 15,2 1-6-15,2 2-15 16,2 5-15-16,3 2-36 16,-5 3 25-16,4 8 10 15,-1 1 16-15,-1 4-9 16,3-1 1-16,-1 0 29 15,-1-2 0-15,3-2 2 16,-5-2-1-16,-1 1 0 0,-5-3 23 16,1 1-7-16,-4-5-17 15,-1 4 65-15,0 1-28 16,-2-1-2-16,0 3 14 16,0 2-32-16,0 2-11 15,3 3-6 1,3 3 0-16,3 6 33 0,2 1-33 15,-2 3-9-15,-7 4 9 16,-18 5 0-16,-12 7-22 16,-119 52-516-16</inkml:trace>
  <inkml:trace contextRef="#ctx0" brushRef="#br0" timeOffset="55059.51">15020 3473 96 0,'-2'0'121'0,"0"4"-76"0,0-2-37 0,2 2-8 0</inkml:trace>
  <inkml:trace contextRef="#ctx0" brushRef="#br0" timeOffset="55219.85">15018 3459 343 0,'0'-2'534'0,"-2"2"-400"0,-3-4-110 16,5-2-24-16,0 4-39 15,3 0-20-15,-1 0 19 16,0 4 13-16,2-2-126 15,3 0-47-15,0-2 179 16,-2-4 21-16,1 2 74 0,-2-2-25 16,1 2-49-1,11-6-379-15</inkml:trace>
  <inkml:trace contextRef="#ctx0" brushRef="#br0" timeOffset="56751.36">15615 3072 1312 0,'0'0'186'0,"0"0"-84"16,0 0 89-16,0-4-92 0,0 4-44 0,-2 0 28 0,2-2-11 0,0 2 0 0,-3 0 33 0,3 0-41 0,0 0-29 0,-2 2 2 16,0 2-26-16,-2 0 16 15,-3 4-26-15,3 6 7 16,-3 0 10-16,2-2-18 15,5-4-20-15,2-4 19 16,3 0 2-16,4 2 18 16,0-4-19-16,2-2 13 15,7-2 2-15,-3-8-13 16,8 2 5-16,-7-6-7 16,-1 2 0-16,-3-2-11 15,-8 6 5-15,-6 2-24 16,0 0 29-16,-6 2-8 15,-3 4-29-15,-2 4 31 0,-5 4 7 16,-2 0 3-16,0 4-3 16,4 0-3-16,10-4-3 15,1 0 6-15,8-2-1 16,-3-2-1-16,4 0 2 16,2 2 12-16,-1-4-9 15,4 0 5-15,0-2 13 16,-3 0-15-16,1-4 9 15,0-2 0-15,-2 0-14 16,-3 0 16-16,2 2-17 16,-8-2-15-16,2 2 5 15,-8 0-79-15,1 4-136 16,-33 4-232-16</inkml:trace>
  <inkml:trace contextRef="#ctx0" brushRef="#br0" timeOffset="57515.86">16117 2985 1354 0,'0'0'186'0,"0"0"-94"0,-2 0 46 0,2 0-36 0,0 0-57 0,0 0 19 0,0 0 49 0,-4 0-38 0,1 4-36 0,0 10 19 16,-4 3 5-16,-3 7-19 15,-1-2-44-15,10 0 6 16,1-6 18-16,4-4-24 16,4-2 0-16,0-4 11 0,3-2-4 15,7-4 20-15,3-4-27 16,-2-6 0-16,2-2 13 16,-9 0-13-16,-4-4 0 15,-4 2 12-15,-4 2 2 16,-4 0 4-16,-4 2-18 15,-2 6 0-15,-3-5-3 16,-8 8 3-16,5-2-9 16,-3 6-3-16,7-2 9 15,3 6-8-15,3-3-50 0,4 0-140 16,0-1-39 0,8 8-635-16</inkml:trace>
  <inkml:trace contextRef="#ctx0" brushRef="#br0" timeOffset="58102.28">16703 3002 1526 0,'0'-4'220'0,"-2"4"-121"0,2 0 99 0,-3 0-22 0,3 0-53 0,-3 4-74 0,-1 0-41 0,0 4 44 0,-3 3-43 0,-2 3-7 0,7-1-2 16,2-5 0-16,2-2 15 16,1-4-15-16,-1-2 0 15,4 4 29-15,-1-8-28 16,1 0-1-16,2-3 16 16,0 0 1-16,-1-7-4 15,-1 3-13-15,-6-2 1 16,-6 3-1-16,1 0 0 15,-3 2-20-15,0 4-34 16,-3 1-37-16,1 7-85 0,0 3-98 16,-3 12-465-16</inkml:trace>
  <inkml:trace contextRef="#ctx0" brushRef="#br0" timeOffset="58584.51">17206 2938 1172 0,'-4'0'599'0,"-1"0"-518"0,-1 1 34 0,-6 4 61 0,1 4-79 0,3 0-50 0,0 0-22 0,4 4 4 0,4-3-29 0,2-1 0 16,3-2 15-16,4-1-9 0,-3-5 0 15,5-1 12 1,1-1-6-16,1-3 16 0,-1-2-28 16,-4-6 1-16,3 2 44 15,-4-3-45-15,-2 4 0 16,-4-4 3-16,-2 5-3 15,-2 2-28-15,-4 2-40 16,-6 4-206-16,-34 26-197 16</inkml:trace>
  <inkml:trace contextRef="#ctx0" brushRef="#br0" timeOffset="59190.28">16364 3643 1181 0,'-4'0'609'0,"1"2"-531"0,-2 1-16 0,1 0 41 0,2 3 13 0,-3 4-88 0,1-4-26 0,4 1 22 0,0-2-5 16,4 1-2-16,1-2-16 0,-1-1 7 15,3-2 27 1,0-1-34-16,2-1 21 0,3-4-3 16,0-4-10-16,-3-4 1 15,0 1-10-15,-5 2 0 16,-4-2-19-16,-3 4 17 16,-3 4-38-16,-2 0 28 15,-1 4-3-15,-9 6 9 16,3 2-8-16,1 6-20 15,-1 0-65-15,9 21-201 16</inkml:trace>
  <inkml:trace contextRef="#ctx0" brushRef="#br0" timeOffset="59622.36">16959 3513 1622 0,'-3'0'252'0,"3"0"-159"16,-2 2 129-16,0-2-66 0,-4 4-84 0,-4 4-49 0,-5 2 40 0,1 8-53 0,3 0-9 0,3-4 7 0,5-4-7 0,3-6 4 15,0 0-5-15,3-4 0 16,1-2 33-16,-2 2-24 15,0-2 0-15,0 0 35 16,-2-6-29-16,5 0 1 16,-3-6-16-16,-2 2-45 15,-2 0-49-15,-3 4-172 16,-14-8-112-16</inkml:trace>
  <inkml:trace contextRef="#ctx0" brushRef="#br0" timeOffset="60314.83">16076 4096 1402 0,'0'0'520'0,"-2"0"-462"0,0 0-5 0,-1 3 85 0,3-3-83 0,0 0-16 0,0 1-39 0,0-2 0 0,3 1 5 0,-1 0 1 0,0-3-6 0,-2 3 0 16,1-4-12-16,2 3-4 0,-3-2 16 16,3-3-14-16,2 2 14 15,-3-1 17-15,-2-2-7 16,-2 5-10-16,2 2-1 16,-5 0-10-16,-1 2-19 15,1 0 17-15,0 3-7 16,-1 0-7-16,2-1-72 15,1 2-168-15,10 8-555 16</inkml:trace>
  <inkml:trace contextRef="#ctx0" brushRef="#br0" timeOffset="60747.82">16422 4211 1563 0,'-3'0'318'0,"3"0"-197"16,-3 0-37-16,3 0 54 16,0 4-70-16,0-4-59 15,0 0-2-15,3 0-7 0,0 0 14 16,1-4-8 0,-1 4-6-16,-3-2 0 0,2 0-5 15,0-2 14-15,0-2-1 16,2-4-4-16,-2 2 8 15,-2 2 10-15,0 1-22 16,-4 1-22-16,2 3 13 16,-4 1 1-16,-4 0-25 15,3 1-75-15,-1 8-96 16,-13 5-156-16</inkml:trace>
  <inkml:trace contextRef="#ctx0" brushRef="#br0" timeOffset="61097.28">17023 4127 1773 0,'0'0'270'0,"0"0"-179"0,0 0 22 0,-2 0 14 0,2 0-47 0,0 1-59 0,0-1-9 0,2 0-12 0,-2 0 10 0,0 0-5 0,0 0-5 15,2 0-2-15,-2-1-16 16,2 1-28-16,4-3-212 16,25-21-201-16</inkml:trace>
  <inkml:trace contextRef="#ctx0" brushRef="#br0" timeOffset="61463.84">17386 4164 1620 0,'0'0'227'15,"0"0"-176"-15,0 0 91 0,0 0-17 16,0 0-79-1,0 0-1-15,0 0-45 0,3 0-16 16,-3 0-79-16,0-1-151 16,-11-7-991-16</inkml:trace>
  <inkml:trace contextRef="#ctx0" brushRef="#br0" timeOffset="61814.67">17594 4557 2084 0,'0'0'213'0,"0"0"-169"0,0 0 14 16,0 0-58-16,0 0-9 15,-5 3-207-15,-23 11-166 16</inkml:trace>
  <inkml:trace contextRef="#ctx0" brushRef="#br0" timeOffset="62245.32">16689 4750 1659 0,'-2'4'193'16,"-1"-2"-139"-16,-1 6-9 15,0-4 5-15,4 2-50 16,0-4 0-16,4 2 11 16,-2-4-11-16,-2 0-10 15,2 0 1-15,-2 0-165 16,-10-10-1191-16</inkml:trace>
  <inkml:trace contextRef="#ctx0" brushRef="#br0" timeOffset="62531.75">16154 4891 1706 0,'0'0'455'15,"0"0"-434"-15,0 0 22 16,3 0-43-16,-3 0-29 0,0 0 16 16,0 0-119-1,-3-2 4-15,-5-10-395 0</inkml:trace>
  <inkml:trace contextRef="#ctx0" brushRef="#br0" timeOffset="62763.23">15880 4600 1801 0,'0'0'509'0,"0"0"-467"15,2 0-19-15,-2-2-23 0,3 2-24 16,-1 0-15-16,0-2-165 16,1-6-51-16,3-28-563 15</inkml:trace>
  <inkml:trace contextRef="#ctx0" brushRef="#br0" timeOffset="62995.86">15776 4193 2123 0,'-3'0'295'16,"3"0"-220"-16,-2 0-34 0,2 2-17 16,2-2-24-16,-4 0-17 15,-1 2-203-15,-3 4-64 16,-27 8-601-16</inkml:trace>
  <inkml:trace contextRef="#ctx0" brushRef="#br0" timeOffset="63213.52">15475 3950 2410 0,'0'0'315'0,"0"0"-300"15,2 4-15-15,0-4-1 16,0 0-101-16,5 4-120 16,-1 0-88-16,-3 0-354 15</inkml:trace>
  <inkml:trace contextRef="#ctx0" brushRef="#br0" timeOffset="63753.5">15693 3437 2221 0,'-2'-2'243'0,"0"2"-168"0,-2 0 36 0,4 0-72 0,0 2-5 0,0-2-34 0,0 4-40 0,-3 4-64 0,-4 30-377 0</inkml:trace>
  <inkml:trace contextRef="#ctx0" brushRef="#br0" timeOffset="77263.38">16383 2673 877 0,'0'0'625'16,"0"0"-531"-16,0-2-26 16,2 2 14-16,-2 0 19 15,0 0-62-15,0-2-14 16,0 2 1-16,0 0 5 0,-2 0 23 16,-2 2-7-16,4-2-31 15,0 0 53-15,0 0-33 16,0 2 12-16,0-4 18 15,-2 2-36-15,2 0 35 16,-2-2-44-16,0 2-11 16,-1 0 26-16,1 0-36 15,-2-2 9-15,-3-2-19 16,-9 2 2-16,-4-2-11 16,-7 0 5-16,3 2 14 15,0 0-3-15,-1 2 3 16,0-3-1-16,6 6 0 15,-6-3 1-15,5 0 5 16,-4 0-5-16,12 0 0 16,-1 2 3-16,7-2-3 0,3 0 0 15,1-2-1 1,-1 2 2-16,-1 0 17 0,0 0-18 16,-3 0 1-16,2-3 29 15,-4 3-29-15,3 0 0 16,-1 0-1-16,1-1 1 15,2 1 19-15,-2 0-20 16,2 0 0-16,-5 0 4 16,3-4-3-16,1 8-1 15,0-4 5-15,-1-4-4 16,2 4 17-16,-3 0-18 0,-2 4 0 16,4-4 6-1,1-4-6-15,0 4-8 16,-1 0 7-16,1 0 2 0,0 0 8 15,0 0-9 1,1 0 0-16,3 0 11 0,0 0-11 16,0 0 0-16,-3 0 9 15,-3 0-7-15,1 0 10 16,-1 0-12-16,-2 4 0 16,2-4 0-16,-3 0 0 15,1 0-5-15,0 0 4 16,2 1 2-16,-1 2 6 15,1-3-7-15,-1 0 0 16,-2 0 2-16,0 0-2 0,3 0-1 16,-1 2 1-1,0-2 0-15,-2 0 8 0,-2 2-8 16,2 0 0-16,0-2-3 16,2 2 3-16,-3-2-5 15,0 0 5-15,1 0 0 16,1 0 14-16,-1 0-14 15,-3 0 0-15,4 0 1 16,1 0-1-16,-2 0-6 16,-4 0 5-16,4 0 1 15,-3 2 6-15,2-2-6 16,-4 0 0-16,5 0 1 16,0 0-1-16,-2 2-7 15,-2-2 7-15,4 0 0 16,-3 0 4-16,2 2-4 15,-1-2 0-15,1 0 2 16,2 4-2-16,-1-2-6 0,2 0 6 16,-4 0 0-16,6 0 0 15,-1 0 0-15,2 0 0 16,-4 1-2-16,2 0 2 16,-3-1-6-16,0 2 6 15,0 0 1-15,-2-2 3 16,-2 2-4-16,1-2 0 15,-1 0 5-15,-1 2-5 16,1 2-7-16,3-4 7 16,0 2 1-16,-3 0 2 15,1-2-3-15,2 2 0 16,1 4-1-16,-5-4 1 0,5 4-12 16,1-2 12-16,-4 2 1 15,1-2 5 1,3-2-6-16,-2 2 0 0,-1 0 3 15,3 0-3-15,-1-2-8 16,1 0 8-16,6-2 1 16,-2-2 2-16,2 2-3 15,-2 0 0-15,1 2 4 16,-1 0-4-16,0-2-9 16,-4 0 9-16,2 0 1 15,2 2 7-15,-1-2-8 0,-1 2 0 16,0 0 7-1,0 0-7-15,-3 0-6 0,3 0 6 16,-2 0 1 0,0 4 5-16,-1-2-6 15,-5 2 0-15,1 4-6 0,0-2 6 16,-3 2 0-16,3-3 0 16,2-4 1-1,0 5 8-15,0-2-9 0,1-2 0 16,2 2-3-16,1-4 3 15,3 1-10-15,-3-1 10 16,4 0 1-16,-1 0 7 16,0 2-8-16,-1-1 0 15,1 2-12-15,0-1 12 16,-2 2-9-16,2 0 2 0,0-1 6 16,0 2 0-16,1-3 1 15,-1 2 0-15,2 0 11 16,0-3-11-16,0 0 0 15,-1-1 0-15,3 2 0 16,0 0 0-16,-3-2-6 16,0 4 6-16,0 2 8 15,-1 2-8-15,-3 4-2 16,1-4 2-16,1 4 0 16,-1-2 0-16,5 2 0 15,-4 0 0-15,1-2 7 16,0 0-7-16,0 0 0 15,1-4 6-15,-1 2-6 0,-3-2 1 16,2 5-3-16,1-6 4 16,2 5 4-16,-2 0-6 15,-1 0 0-15,1-1 0 16,0 3 0-16,-4 0 0 16,2 0 0-16,-1 0 1 15,3 0 6-15,-1-2-7 16,-2 2-3-16,5-2 3 15,-2-2 0-15,1 2-5 16,1-2 4-16,0 2 2 16,0 0 2-16,-4 4-3 15,1 0-5-15,2 4 5 0,-1-2 1 16,-1 2-1 0,-1 0 0-16,2-1 0 0,-5 0 7 15,4 0-7-15,0-2-3 16,1 2 3-16,0-3 1 15,0-2-1-15,1-2 0 16,-1-2 1-16,1 0 8 16,1 0-9-16,-3 2-5 15,3 2 5-15,-4 0 0 16,1 6 0-16,1 0 0 16,1 0 0-16,2-2 3 15,-2-4-3-15,1-4-6 16,2 0 6-16,-3-1 1 15,3-4-1-15,-2 4 0 0,2-4 0 16,-2 5 6-16,0-2-6 16,0 2 0-16,0 2 0 15,-1 0 0-15,1 1-1 16,0 1 1-16,-3-3 0 16,4 0 1-16,-2 1-1 15,0-4-3-15,1 2 3 16,0 0 2-16,2 0-2 15,-4-2 0-15,2 2 1 16,-1 0 7-16,-1 0-8 16,2 2-5-16,-3 2 5 15,2 2 0-15,-1-2 0 16,-2 4 0-16,4 0 0 16,-3-2 6-16,1 3-6 0,2-8-2 15,-1 1 2-15,-1 0 1 16,3-1-1-16,-1-4 0 15,0 4 2-15,2-3 5 16,-2 4-7-16,0 2-6 16,0 2 6-16,2 2 0 15,0 0 0-15,2 2-12 16,0-2 24-16,0-2-1 16,0-2-11-16,0 0-1 15,-1-2 0-15,3 0 1 16,1-2 0-16,-1 4 0 15,-2 0 0-15,5-4 12 0,1 2-12 16,0-2-6 0,-4 0 6-16,3 1 1 15,-3-2 1-15,0 2-2 0,3-1 6 16,0-2 3-16,0-1-9 16,-3 1-6-16,0 1 6 15,-1-4 0-15,3 2 1 16,-1 0-2-16,2-2 2 15,1 3 8-15,-1 2-9 16,0-4 0-16,0 2 3 16,1-2-3-16,1 0-1 0,-1 2-5 15,0-2 6 1,1 0 23-16,-2 2-23 0,6-2 0 16,-4 2 7-1,-1-2-7-15,2 4 0 0,3-2-1 16,-3 0 7-16,-2 2 9 15,1-4-15-15,-1 4 0 16,6-4 13-16,-5 2-13 16,2 2-1-16,5-2 0 15,-5 2 2-15,3 0 15 16,3 1-16-16,-3 0 0 16,1 1 8-16,3-4-7 15,-1 3-1-15,-1-5 3 16,4 2 11-16,0-2 8 15,3-3-22-15,-1 5 0 0,4-1 9 16,-1-3-9 0,-2-3-6-16,1 4 4 0,-7-1 4 15,6-2 14-15,-3 0-16 16,2 2 0-16,-2-4 6 16,1 2-6-16,-4-2-9 15,-1 2 2-15,-1-2 7 16,-1-2 14-16,-1 2-14 15,1 0 0-15,-1 0 12 16,3 2-12-16,1 2 0 16,-1-2 1-16,4 2-1 15,-2-2 12-15,2 4-12 16,-2-4 0-16,4 2 3 0,-4-2-3 16,0-2-6-1,2 4 6-15,-5-6 0 16,3 4 16-16,-5-4-16 0,1 2 0 15,1-2 9-15,-4-2-9 16,3 0-14-16,2-2 14 16,1 0 0-16,6-2 12 15,1 2-12-15,8-2 0 16,1-6 3-16,7 2-3 16,0-6 0-16,3 2-1 15,-6-2 2-15,1 0 3 16,0 3-4-16,-5-1 0 15,0 6 0-15,-8-2 0 16,4 2-1-16,-4 2 0 16,0-3 1-16,-1 0 8 15,-2 4-8-15,0-6 0 0,1 4 0 16,-4 0 0-16,0 5-9 16,-1-4 8-16,-3 6 1 15,1 4-6-15,1-4 6 16,-1 2 0-16,4 3 0 15,0-4 0-15,3 3-8 16,-4 2 7-16,2 1 2 16,-3-2 2-16,3 3-3 15,0-2 0-15,1 2 3 16,0 1-3-16,0-4-1 16,-3 4 1-16,0-4 0 0,-3 2 4 15,2-3-4 1,0 6 0-16,0-4-7 15,1 2 7-15,2 2 0 0,3-1-1 16,-1 2 2-16,3-3 6 16,3 0-7-16,-4 2 0 15,4-4 6-15,-9 2-6 16,-1 2-14-16,-2-2 14 16,-7 0 1-16,6 0 10 15,-5-2-11-15,3 0 0 16,3 2 6-16,-2-4-6 15,6 0 0-15,-1 0 6 16,3 0-6-16,-4-2 6 0,4 0-6 16,-1 4 0-1,-2-2 3-15,0-2-3 0,3 2-7 16,-4 0 7 0,6-2 1-16,-3 4 7 0,5-4-8 15,0 2 0-15,-3 0 0 16,5 2 0-16,-4-2 0 15,1 2 0-15,3-2 0 16,0 0 6-16,3-4-6 16,-1 2 0-16,2-2 4 15,-4-2-4-15,4 0-1 16,-1 0 1-16,-3 2 0 16,2-2 5-16,0 0-5 15,0 0 0-15,0-4 7 0,5 4-7 16,-1-2 0-16,3-2 0 15,5-4 0-15,-1 0 9 16,3-4-9-16,-3 0 0 16,3 0 2-16,-5 4-2 15,0-2-9-15,-5 4 9 16,1 0 0-16,-5 0 2 16,3 0-2-16,-6-2 0 15,3 0 9-15,-4-2-9 16,6-4 0-16,-5-4 7 15,-4-2 1-15,5-3 19 16,-2-1-27-16,-4 1 12 16,-2-2 24-16,-2-1-36 0,-4 4 0 15,3-8 3 1,-2 2-1-16,1-2 9 0,-1-2-11 16,-3 4 0-16,5 0 6 15,-7-2-6-15,2 2-3 16,-1 6 3-16,-3-1 6 15,-3-1 3-15,0 2-9 16,0-2 0-16,0 0 28 16,-4 0-28-16,1-2 0 15,1-4 2-15,-2 2-1 16,0-1 6-16,-2-1-7 16,2 3 0-16,1 4 11 15,0 2-11-15,-3 2 0 0,2 1 4 16,-2 4-3-1,-2-4 16-15,2 0-17 0,-3-2 9 16,3-2 10-16,-3-2-19 16,3 2 0-16,0-2 2 15,3 0-1-15,0 0-1 16,-1-1 0-16,-2 8 1 16,0-2 12-16,-2 3-13 15,-1-1 0-15,-2 2 0 16,1-2 1-16,-3-2 0 15,3 1-1-15,0 0 1 16,4 0 8-16,-2 2-9 16,2-2-3-16,2 0 3 15,-4-2 1-15,-2 2 0 16,2 4-2-16,0-4 7 16,-4 2-5-16,-3-2-1 15,-3 0-4-15,4-3 3 0,-1 1 2 16,0 4-1-16,2-1 0 15,-4-2 1-15,5 3 7 16,-1-2-8-16,-2 4-6 16,-4-6 6-16,4 0 0 15,-5-2 0-15,1 0-1 16,-3-2 1-16,3 2-4 16,-1 4 4-16,-1 2-27 15,3 6 27-15,2-2 12 16,-5-3-3-16,-2-1-9 15,2-4 8-15,-5-1 4 16,1 0-12-16,2 5-8 0,1 2 8 16,6 5 1-16,-9-6 0 15,4-1-2 1,-5 0 2-16,0-4 10 0,-2 2-11 16,4 0-8-16,0 4 8 15,0 2 0-15,3-2-9 16,-1 4 8-16,3 0 2 15,1 2 14-15,4-2-15 16,-5 2-3-16,3 0 3 16,-1 2 0-16,5-1 0 15,-8 1-1-15,5 1 1 16,3 0 3-16,-4 0-3 16,4-1-4-16,-3 1 4 0,0 0 0 15,1 0 0 1,-4 2-1-16,1-1-6 0,3-1-14 15,0 2 21-15,0 0 0 16,1 0 12-16,0-4-11 16,-6 1-1-16,0-2 0 15,1-2 0-15,-5 2 12 16,5-2-12-16,-1 4-15 16,0 0 15-16,1-4 7 15,-1 6-6-15,-1-6-2 16,2 4 2-16,0 2 0 15,1-4-1-15,-5 4-10 16,3 2 9-16,0 0 1 16,-3-2-9-16,3 2 9 15,-7 0 0-15,1-2 2 0,-4-4-2 16,0 0-2-16,-6 2 2 16,4-2 0-16,-4 4-16 15,2 0 15-15,2 2 0 16,-2-2-11-16,-4 4 12 15,1 2-27-15,1-4 27 16,0 2 0-16,5 0-9 16,-3 0 9-16,0 0 0 15,2 2-14-15,-3 0 14 16,-3 2-6-16,2-2 5 16,0 2 1-16,-4 0-7 0,2 0 1 15,-4 0 6-15,3 0-3 16,-3-2 3-1,2 2-9-15,6 0-2 0,-3 2 11 16,10-2-10 0,-1 0 9-16,3-2 1 0,1 2-1 15,-1-2 1-15,-4 2 0 16,4 0 1-16,-5 0-1 16,6 0-6-16,-3 2 5 15,1 2 2-15,6-4 4 16,-5 0-5-16,5 0 0 15,2 2 1-15,-7-2-1 16,5 2-1-16,-1 0 1 16,-3 0 0-16,3-4 5 0,1 2-5 15,-3-2 0 1,5 2 6-16,-3-2-6 0,-1 0-5 16,5 0 4-16,-4 2 2 15,-2-2 2-15,3 2-3 16,-3-2 0-16,3 2 3 15,2-4-3-15,2 4 0 16,2-4-6-16,0 2 12 16,-1-2-1-16,1 2-5 15,0-2 0-15,0 0 4 16,1 2-4-16,1-2 0 16,-1 2-1-16,2-4 2 15,-2 2 1-15,2 0-2 0,0-2 0 16,-1 2 4-1,3 0-4-15,-2-2 0 0,-4 0 0 16,2-2 0-16,4 2 0 16,-2 0 0-16,-1 0 0 15,3 0-3-15,0 2 3 16,-2-4 0-16,1 6-6 16,0-2 12-16,-1 0-2 15,2 0-4-15,-3 0 0 16,-1 0 2-16,2 0-2 15,2 0 0-15,-1-2-6 16,1 4 12-16,2-4-6 0,0 4 0 16,-3 0 0-1,3 0 3-15,0 0-3 0,0 0-5 16,0 0 4-16,0-2 2 16,0 2 11-16,-2-3-12 15,-2 0 0-15,1 1 3 16,1 0-3-16,0 2-18 15,0-2 16-15,0 2-2 16,-2 0-10-16,1 0 10 16,3 0 4-16,-4 0-6 15,4 0 6-15,-3 2-5 16,0-4 4-16,-1 4 2 16,0-2 5-16,0 0-6 0,0 2 0 15,1-2-9 1,3 0 9-16,0 0-10 0,0 2 10 15,0-2 0-15,0 0 5 16,0 2-5-16,0-2 0 16,0-2 1-16,3 2-1 15,-3 0-9-15,0 0 8 16,0 0-129-16,0 6-229 16,-7 34-222-16</inkml:trace>
  <inkml:trace contextRef="#ctx0" brushRef="#br0" timeOffset="79250.39">15768 3760 619 0,'0'0'697'0,"0"0"-613"0,-2-3-36 0,2 2 117 0,0-2-56 0,0 3-49 0,0-1-19 16,0 1 28-16,-2 0-33 0,2 0-8 0,0 0 32 16,-2 0-6-16,0 1 8 0,2-1 10 15,-2 0-23-15,2 0 34 16,-3-1-62-16,-1-2-20 15,2 2 14-15,-5-1-6 16,2 2-9-16,1 2 0 16,0-2 1-16,-3 1 6 15,1 6-7-15,-4 1-4 16,1 2 4-16,3 4 0 16,0-4 0-16,3 2-1 15,3-2 1-15,3-2 14 16,-1 0-14-16,4-4 0 15,1 0 7-15,3-2-5 16,2-2-1-16,-1 0 2 0,1-2 9 16,1-2 9-16,-5-2-21 15,-1-4 0 1,0 2 16-16,-2-4-5 0,-3 1-10 16,-2 0-1-16,-2 0 7 15,-3 4-7-15,-2-1 0 16,0 4-19-16,-1 4 11 15,-5 1 2-15,-1 6-6 16,1 4 11-16,4 6 1 16,0-3 2-16,9 4-2 15,2-2-8-15,6-4 8 16,2 0 0-16,3-6-6 16,3-2 0-16,-3-2 12 0,3-4 3 15,3-2-9-15,-2 0 0 16,-5-4 6-1,2 0-6-15,-5-2 1 0,-2-2-1 16,-7 2 11-16,-3-2 25 16,-1 3-36-16,-5 4 0 15,-7-1-13-15,1 4 13 16,-7 6-15-16,-1 4 15 16,-3 4 0-16,6 6 3 15,-1 0-3-15,11 0-3 16,2-4-3-16,8 2 6 15,6-4-8-15,0-2 8 16,5-4 0-16,5-4 6 16,1-2 5-16,1-4-11 15,-3-2 37-15,2-4-23 16,-2 0 1-16,-4-2-1 0,0 2-13 16,-7-2 41-16,3 4-30 15,-7 4-10-15,-4 0 7 16,4 2-9-16,-3 2 0 15,3 0-1-15,0 0-12 16,0 0 13-16,0 0 0 16,0 0-17-16,0 0 16 15,0 0-52-15,-2 0-78 16,-4 0-155-16,-27-16-444 16</inkml:trace>
  <inkml:trace contextRef="#ctx0" brushRef="#br0" timeOffset="80349.14">15876 3521 653 0,'-7'-2'908'0,"5"2"-800"0,-5 0-19 0,3 0 29 0,-1 0-41 0,-1-2-41 0,1 2 79 0,-6 0-28 0,4 2-19 0,-1-2-2 0,-1 0-18 16,-3 2 19-16,-1 2-38 16,-1-2-20-16,-3 0 51 15,-3 2-39-15,0 0-6 16,-4 2-8-16,-1 0 8 0,4 0 14 15,-3 2-29 1,4 2 0-16,-4 0 20 0,5 0-20 16,-4 4 0-16,2-2 1 15,3 0 0-15,1 2 11 16,1 0-12-16,-2 2 0 16,4 2 3-16,2 1-3 15,-2 0-5-15,3 3 5 16,0 0 1-16,4 1 10 15,-2-3-11-15,7-2 0 16,0-2 3-16,2 0-3 16,2 2 0-16,2-4 0 15,5 4 0-15,-2-2 15 0,0-2-15 16,1 2 0-16,8 0 3 16,-3-2-3-16,3 2 0 15,2 0 11 1,0-1-10-16,1-4 7 0,4-3-8 15,-1 0 0-15,3 1 21 16,-1-5-21-16,1 2-1 16,4-5 1-16,4-1 9 15,1-1 1-15,-1-4-10 16,3 0 0-16,0-4 8 16,-3 1-8-16,0-2-1 15,-6-2 1-15,0 2 1 16,0-2 8-16,-10 4-9 15,-1-4 0-15,1 4 12 16,-5 0-12-16,-3 0-6 0,-3 2 6 16,2-2 1-16,0-4 16 15,-3 2-17-15,-1-4 0 16,0 0 9-16,3-2-9 16,-1 0 0-16,2 0 2 15,-4 0-1-15,-2 0 5 16,0 4-6-16,0-4 0 15,1 0-3-15,-3 3 3 16,-3-1 0-16,1 3 5 16,-2-5-4-16,-5 3 4 15,3-2-5-15,1-2 0 16,-4 3 0-16,0-2 0 0,-7 4 0 16,3-4 9-16,-7 0 11 15,-5 2 7-15,-2-4-27 16,0 2 0-16,-7 6 18 15,5 0-18-15,-8 8-16 16,2 6 15-16,-5 12-15 16,-11 12-130-16,-94 82-529 15</inkml:trace>
  <inkml:trace contextRef="#ctx0" brushRef="#br0" timeOffset="81754.81">16027 3906 75 0,'0'0'630'15,"0"0"-630"-15,0-4 15 0,3 4-17 0,-3 0 4 0,2-2 38 0,-2 2-32 0,0 0 7 0,0 2-30 0,0-2-30 0,0 0-104 0,0 0 149 0,0-2 56 0,2-2 76 16,0 2-11-16,0-2-23 15,-2 4-43-15,2 0 4 16,-2 0 8-16,-2 0 25 16,2 0-92-16,0 0-11 15,-2 0-106-15,-2 0-117 16</inkml:trace>
  <inkml:trace contextRef="#ctx0" brushRef="#br0" timeOffset="82685.33">16121 3753 1151 0,'0'0'216'0,"0"0"-163"0,-2 0 94 16,2 0 25-16,-2 3-83 0,2-3-32 0,0 0 7 0,-2 0-20 0,2 0 26 0,0 0-46 0,0 1-22 0,0-2 52 0,0 1-39 16,0 0 12-16,0 0 0 15,0 0-26-15,0 0 19 16,-4 1-20-16,8-2 0 15,-4 1 13-15,2 0 19 16,0-3-32-16,4 2 7 16,5-2-2-16,1 0 32 15,3-4-37-15,3-1 2 0,-5 4 5 16,3-2-7 0,-1 2 0-16,1-4 0 0,2 2 0 15,-4 2 3 1,-4 0-3-16,-3 2 0 0,-5 0-3 15,0 2 4-15,-2 0-1 16,0 0 14-16,-2 0-8 16,2 0 27-16,-2 0-22 15,2 0-10-15,0 2 44 16,0-4-44-16,2 2-1 16,0 0 0-16,-2-3 0 15,8 0 18-15,-2-1-18 16,1 3 6-16,-1-4 7 15,-2 3-13-15,2 0-5 16,-2 2 5-16,-2-2 0 0,2 2 0 16,-1 0 0-16,-3 2 0 15,0-2-6-15,-3 0 6 16,3 0-23-16,0 0 22 16,0 0-10-16,0 0 11 15,-4 0-39-15,4 0-77 16,0 0-29-16,-4 0-224 15</inkml:trace>
  <inkml:trace contextRef="#ctx0" brushRef="#br0" timeOffset="84349.84">16061 3936 1092 0,'0'0'237'0,"0"0"-159"15,0 0-20-15,0-2 49 0,0 2-26 0,0 0-45 0,0 0 70 0,0 0-41 0,0 0-40 0,0 0 13 0,0 0-2 0,0 0-11 0,0 0 13 0,0 0-37 16,0 0 47-16,0 0-34 16,0 0-7-16,0 0 35 15,0 0-16-15,8 4 44 16,-3-2-8-16,-2 4-38 15,8-4 39-15,-7 4-51 16,2-2-11-16,1 2 20 0,5 0-3 16,-4 4-12-16,5-2-6 15,-1 0 8 1,-1 4 1-16,5-4-9 0,-3 2 0 16,0 1 6-16,3-6-6 15,-5 8 0-15,0-6-1 16,0 4 2-16,2-2 5 15,-1 1-6-15,-1 0 0 16,0-2 0-16,-2 3 0 16,-2-8-1-16,-3 4 0 0,2-1 2 15,2-2 11-15,0 0-12 16,-1 0-2-16,-3-3 2 16,-2 2 0-16,4 1-7 15,-4-2-2-15,-2 0 9 16,4-2 10-16,-4 2-10 15,2-2 0-15,0 1 0 16,1 3 0-16,-1-1 0 16,2-1 3-16,0-2 5 15,-2 2 25-15,4-2-33 16,-6 0 0-16,2 0 30 16,-2 0-18-16,-2 2-12 15,2-2 7-15,0 0 2 0,2 0 18 16,-2 0-27-16,0-2 1 15,0 2 32-15,0 0-33 16,0 0-18-16,-2 0-60 16,2 0-228-16,-34-14-389 15</inkml:trace>
  <inkml:trace contextRef="#ctx0" brushRef="#br0" timeOffset="87399.57">15820 3597 537 0,'-2'-4'326'0,"4"4"-167"0,0-4-95 0,-2 0 35 0,2 2 5 0,0 0-50 0,-2 0 52 0,0 2-31 0,0 0-7 16,0 0-25-16,0 0 20 15,0 0 20-15,0 0-29 16,0 0-18-16,0 0 30 15,0 0-6-15,0 0-24 16,0 0-6-16,0 0-18 16,0 0 31-16,0 0-35 15,0 0-1-15,0 0 41 16,0 0-18-16,0 0 6 16,0 0 5-16,0 0-17 15,0 0 34-15,0 0-35 16,14-14-22-16,-5 4 38 15,2-4-37-15,1 4-2 0,1-2 0 16,-6 2 1-16,6-4 9 16,0 2-10-16,-5-2 0 15,2 2 5-15,-1 0-5 16,-3 2-5-16,6-2 4 16,-6 3 2-16,1-2-7 15,3 3 6-15,-2 0 0 16,3-2-6-16,-5 2 6 15,4-2-5-15,-4-3 4 16,-1 4 2-16,-1-1 6 16,-2-1-7-16,5 5 0 0,-3-4 2 15,-1 2-2 1,2-4-6-16,-1 2 5 0,0-2 1 16,-2 4 2-1,3 0-2-15,-3-2 0 0,0 4 3 16,-2 0-3-16,0 2-1 15,1-2 1-15,-1 2 0 16,3 0 3-16,-3 0-3 16,3 0 0-16,2-2-4 15,-5 2 4-15,2 2 0 16,-2 2-1-16,-2 0 9 16,2 0-2-16,0 0-6 15,0 0 0-15,0 0 12 0,0 0-11 16,0 0-1-1,0 0 0-15,2 0 9 16,-2 0-7-16,0 0-2 16,-2 0 0-16,2 0 17 0,0 0-17 15,8-10 0-15,-6 10-6 16,1-2 12-16,-6 2 15 16,3 0-21-16,5-2 0 15,-3-4 26-15,1 2-25 16,4-2 5-16,-5 4 3 15,0 2-7-15,-2-2 18 16,0 4-20-16,0-2 0 16,-2 2 12-16,2-2-12 15,-2 0-11-15,-2 0 10 16,4 0-11-16,-3 0 5 0,3 2-68 16,0 2-129-16,-3 6-36 15,-22 10-576-15</inkml:trace>
  <inkml:trace contextRef="#ctx0" brushRef="#br0" timeOffset="89066.28">15633 3627 831 0,'0'0'155'0,"0"0"-40"0,0-2 25 0,2 2-55 0,-2 0-14 16,0 0-17-16,0 0 42 0,0 0 1 0,0 0-43 0,-2 2 24 0,2-4-52 0,0 2-14 0,0 0 27 0,0 0-18 0,0 0-11 15,0 0 4-15,0 0-13 16,0-12 53-16,0 8-54 15,0-2 1-15,0 0 12 16,0-4-7-16,0 2-6 16,0-4 0-16,2 2 0 15,-2 2 4-15,0-4-4 16,0 4-1-16,2-4 1 16,3 2 0-16,-1-2 0 15,-2 2-1-15,1-2 2 16,-1 4 35-16,0 0-36 15,1 0 0-15,-1 0 15 16,2 2-6-16,-2 0-9 0,-2-2 0 16,2 1 6-16,1 2 0 15,-3-5-6-15,2 2-1 16,-2-1 1-16,2 0 7 16,1 3-7-16,-3-1 0 15,1-3 9-15,-1 2 14 16,0 0-23-16,-1-3-5 15,1 2 5-15,-3-3 2 16,1 2-2-16,2 0 0 0,0 2 2 16,2 0-1-1,-2 4-1-15,0-4-1 0,0 4 1 16,0 0 0-16,0-2 1 16,0-2-2-16,3-2 2 15,-3 4 11-15,-3-6-12 16,3 6 0-16,0 0 6 15,0 0 5-15,0 2 26 16,0 4-1-16,0 0-19 16,-2-2 52-16,2 2-57 15,0 0-12-15,0-2 21 16,0-2-21-16,-2 2 1 16,2 0 0-16,-3 2 10 0,3 0 14 15,0 0-25 1,0 0 1-16,0 2 2 15,0-4 3-15,-2 2-5 0,4 0 5 16,-2 2 3-16,-2-2 23 16,2 0-32-16,0 0 1 15,-2-2 3-15,2 2-4 16,0 2-5-16,0-2 5 16,0 0-6-16,0 0-3 15,0 2 9-15,0-2-28 16,-4 0 20-16,2 6-112 15,-3 2-51-15,-15 28-343 16</inkml:trace>
  <inkml:trace contextRef="#ctx0" brushRef="#br0" timeOffset="91558.26">16092 3631 1137 0,'2'0'171'0,"-4"0"-106"0,2 0 22 0,0 0 6 0,0 0-2 0,0 0 8 0,0 0-1 0,0 0-50 0,0 0 3 0,0 0 6 0,0 0-5 0,0 0 17 16,0 0-6-16,0 0-31 15,0 0 49-15,4-8-35 16,3-2-29-16,1 2 4 15,4-4-9-15,1 0-11 16,1 0-1-16,1 0 7 16,3-4 5-16,-3 2-12 15,6-4-1-15,-3 4 1 16,2 0 0-16,-2 0 0 16,-3 0 0-16,5-2 1 15,-5 0-3-15,4-2 2 0,-3 4 0 16,-1-2 3-16,1 3-3 15,-1-1-6-15,-2 2 5 16,5-2 2-16,-5 0-6 16,-1 4 5-16,3-4-6 15,-1 5 6-15,-5 0 8 16,1-1-8-16,-4 4 0 16,0-2 1-16,3-2 6 15,-1 2-7-15,2-4-6 16,-1 2-1-16,-1-2 7 15,-1 4 0-15,0 2 0 16,0 0 6-16,-3-4-11 0,2 4 5 16,-1 0 0-1,0-4 5-15,-3 4-4 0,2 0-1 16,1-2 0-16,-3 2 0 16,-2 2 6-16,2-2-6 15,0 2-14-15,0-2 8 16,1 0 3-16,-1 2 3 15,0 2 0-15,-2 0 1 16,5 0 5-16,-5 4-6 16,0-4-6-16,0 2 6 15,2 0 2-15,-2 0-2 16,0 0-1-16,0 0 1 16,0 0 1-16,2-2-1 0,3-4 0 15,-3 4 2-15,2 0-2 16,-4 2 0-1,0 0-1-15,0 0 3 0,0-2 8 16,0 2-10-16,2 0 0 16,-2 0 16-16,0 0 1 15,0 0-5-15,0 0 0 16,0 0-2-16,0 0 16 16,-2 0-26-16,2 0-5 15,0 0-4-15,0 0 3 16,0 0-108-16,-6 8-78 15,1 4-25-15,-37 36-384 16</inkml:trace>
  <inkml:trace contextRef="#ctx0" brushRef="#br0" timeOffset="93055.73">15733 4159 663 0,'0'2'679'0,"0"-2"-590"0,0-2-61 0,0 2 68 0,2 0 26 0,-2 0-16 0,0 0-20 0,0 0-16 0,0 0-19 16,0 0 3-16,-2 0-16 0,2 0-14 0,0 0 51 0,0 0-27 0,0 0-12 0,0 0 25 0,0 0-14 16,12 9 8-16,-6-6-49 15,-2 1 3-15,1 0 32 16,-1-1-41-16,0 2 0 15,1 3 3-15,0-3-2 16,-1 2 5-16,1 3-6 0,-1-4 0 16,0-2 16-1,-2-2-16-15,1 0-4 0,-1-2-5 16,-2 0 10-16,0-2-2 16,3 2-103-16,3-4-157 15,1-2-15-15,20-28-1140 16</inkml:trace>
  <inkml:trace contextRef="#ctx0" brushRef="#br0" timeOffset="95559.93">15479 4056 476 0,'0'0'375'0,"0"0"-288"0,0 0-35 15,0 0-4-15,-2 0-48 0,2 0-1 0,0 0-17 0,0 3-6 0,-2-2 17 0,2-1 7 0,-2 2 25 0,2-2 22 0,0 2 16 0,2-2 63 16,-2 0-29-16,0 0-19 16,-2 0 20-16,2 0-23 15,-2 0 6-15,2 0-35 16,0 0 8-16,0 0 42 15,0 0-55-15,0 0-5 16,0 0 1-16,0 0 8 16,0 0 17-16,0 2-45 15,0-2-16-15,2 0 33 16,-2 0-34-16,-2 0 0 16,2-2 6-16,0 2-4 15,0 0 22-15,2 13 49 0,0-8-53 16,-2 0 23-1,0-1-8-15,0-3-1 0,2 3 1 16,0 0-23 0,0 1 45-16,0-1-38 0,-2 0-19 15,0 0 59-15,3 3-44 16,-1 4 0-16,4 0 4 16,-3 2-19-16,0 3 33 15,1 4-33-15,0 0 1 16,1-2 11-16,-1 4-11 15,-2-2-1-15,3-2 0 16,2 0 9-16,1-2-9 16,-1 2 0-16,2 0 0 0,-4-4 3 15,-1 2-3 1,-2-4-8-16,0-1 2 0,3-4 12 16,-3 4-1-1,2-6-5-15,1-1 0 0,-1 2 1 16,1 2-1-1,2-2-8-15,-3-2 7 0,0 0 2 16,1-1 6-16,-3 3-7 16,7-2 0-16,-7 0 3 15,5 0-3-15,-3 0-7 16,1 2 7-16,1-2 0 16,1 0 3-16,2 0-3 0,-2-1 0 15,-3 0-1-15,0-2 1 16,4 6-1-16,-4-5 1 15,2-2 0-15,-1 2 4 16,2 0-4-16,-2 2 0 16,-3-3 8-16,2 2-8 15,0-2-8-15,1 2 7 16,-1 1 2-16,1-2 13 16,6-2-14-16,-7 0 0 15,3 2 3-15,-3-2-3 16,-2 0-7-16,0 2 7 15,-2-2 0-15,3 0 7 16,-1 0-7-16,3 0 0 16,-3 0 2-16,5 0-1 15,-3 0-1-15,-2 0 2 16,2 0 4-16,-4-2 13 16,0 2-19-16,3 0 0 0,-6 0 8 15,3 0-8-15,0 2-1 16,0-2 1-16,0 0 0 15,3 0 2-15,-3 0-2 16,2 0 0-16,3 1 7 16,-3-1-7-16,3 0 0 15,-5 0 2-15,0 0 8 16,-3 0 22-16,3 0-32 16,0 3 1-16,-2-3 42 15,4 0-43-15,-2 0 1 16,0 0 5-16,0 0-4 15,0 0 10-15,0 0-12 16,0-3 0-16,0 3 7 0,0 0-7 16,0 0 0-16,0 0 18 15,0 0 6-15,0 0 19 16,0 0-43-16,0 0 2 16,0 0 14-16,0 0-16 15,0 0-46-15,0 0-70 16,-6-15-245-16,1-34-444 15</inkml:trace>
  <inkml:trace contextRef="#ctx0" brushRef="#br0" timeOffset="97753.62">15951 4048 810 0,'0'0'341'0,"0"0"-182"0,0 0 4 0,0 0 7 0,-2 0-65 0,4 0-66 0,-2 0 43 0,0 0-44 0,0 0-10 0,0 0 7 0,0 0-14 15,0 0 4-15,0 0 8 0,0 0-6 0,0 0 54 0,0 0-60 0,0 0 8 0,0 0-7 0,0 0-1 0,0 0-20 0,0 0 11 0,0 0-10 0,0 0 32 16,0 0-34-16,0 0 0 15,0 0 5-15,0 0 4 16,0 0-9-16,0 0 0 0,0 0-13 16,0 0 13-1,2 11 0-15,6-4 0 0,-4 5 32 16,5 1-31-16,-3 1 12 16,4 2-13-16,3-5 18 15,-5 3 8-15,4-3-20 16,-3 0 3-16,-3-2 9 15,2-4-9-15,-2 0-9 16,-1 1 2-16,-1-2 8 16,0-1 13-16,0 2-23 15,1-1 0-15,-2 2 5 16,3 0-5-16,1-2 0 16,-1 2 0-16,-1 2 18 15,-1-4 0-15,2 0-18 16,-2 0 0-16,0 0 9 0,-2-2 9 15,0 0-6 1,-2 2 5-16,2-2-16 0,3 0 47 16,-1 2-48-16,-2-2 0 15,2 2 17-15,2 0-11 16,-4 2-6-16,2 0 0 16,1-2 11-16,1 0 4 15,3 2-15-15,0 4 0 16,2-4 1-16,-3 2-1 15,7 2 0-15,-5-2 0 16,4 2 1-16,-3-2 8 16,1-2-9-16,-1 4 0 0,-3-4 8 15,1 0-8 1,3 4 0-16,-2-4-6 0,-1 0 12 16,3 0 0-16,1 2-6 15,-2 0 0-15,0 1 0 16,0 0 0-1,3 0-6-15,-5-1 5 0,-1-1 2 16,1 1 6-16,3-1-7 16,-4 0 0-16,1-3 4 15,-2 0-4-15,2 1-7 16,2-1 6-16,-2 4 2 16,0-2 5-16,0-1-6 15,1 2 0-15,0 1 5 16,-3-5-5-16,-1 1-8 15,-2 3 7-15,4-1 2 0,-2-2 10 16,-1-2-11-16,1 2 0 16,-2 0 1-16,1 4-1 15,0-6 0-15,-1 2-1 16,1 0 2-16,-1-2 20 16,0 2-21-16,1-2 0 15,-1 0 28-15,-1 2-27 16,1-2-1-16,-2-2 0 15,1 2 8-15,-1 0 8 16,0 0-16-16,2 0 0 16,1 2 18-16,-1 0-18 15,5 2 0-15,-4-4-1 16,-1 2 3-16,3 0 14 0,-3-2-16 16,-2 2 0-16,0-2 8 15,3 0-8-15,-2 2 0 16,3 2-8-16,-2 0 16 15,1 0 7-15,1 6-15 16,0-4 0-16,0 2 11 16,-2-4-11-16,-2-2 0 15,1-2-6-15,-3-2 12 16,0 0 4-16,2 0-10 16,-2 0 0-16,-2 0 5 15,2 2-5-15,0-2 0 16,0 0 0-16,0 0 1 15,0 0 11-15,0-2-12 16,0 2 0-16,0 0 16 0,0 0-16 16,0 0 0-16,0 0 9 15,0 0-8 1,0 0 37-16,0 0-38 0,0 0 0 16,0 0 29-16,0 0-29 15,0 0-1-15,0 0 0 16,0 0 2-16,0 0 11 15,0 0-12-15,0 0 0 16,0 0 12-16,0 0-12 16,0 0-13-16,0 0-52 15,-7-8-95-15,-1-4-191 16,-42-50-601-16</inkml:trace>
  <inkml:trace contextRef="#ctx0" brushRef="#br0" timeOffset="99159.22">16144 3886 75 0,'0'0'892'0,"0"-2"-706"0,0 0-55 0,0 2-16 0,0-4-20 0,0 4 29 0,0 0-49 0,2 0 8 0,-2 0-20 0,0 0-24 0,2 0 18 0,-2 0-27 0,2 0-21 0,0 0 42 0,3 0-33 0,3-2 39 16,8 2 19-16,-1 0-35 0,4 0 22 16,-3 2-38-16,5-2-23 15,0 6 50-15,-2-4-51 16,6 0 14-16,-7 0 15 16,1 0-29-16,0 0 0 0,1 0 11 15,2-2-2-15,2 0 27 16,-1 2-37-1,4 0-2-15,0 0 2 0,-2 2 1 16,2 0-1-16,-4-2 0 16,4 0 0-16,0 0 6 15,-6-2-6-15,4 2-6 16,-3 2 6-16,-1-4 0 16,-4 4 6-16,4 0-6 15,-9-4 0-15,2 2 2 16,-3 0-2-16,-2 0-8 15,-2 2 7-15,0-2 2 16,-1 2-1-16,1 0 0 16,2 4 1-16,-2-4 2 0,-3 2-3 15,5-2-5 1,0 2 5-16,2-2 0 0,-2 0-5 16,-2-2 4-16,2 2 2 15,-3 0 5-15,5 2-6 16,-5-2-7-16,4 0 7 15,-3 0 0-15,-3 0-2 16,0 2 1-16,6-4 2 16,-8 0 11-16,2 0-12 15,1-2-11-15,-3 2 11 16,0-2 0-16,0 2 1 16,-2-2-2-16,2 0 13 0,-2 0-14 15,0 0 2 1,0 0 0-16,0 0 7 0,0 0-7 15,0 0 0 1,0 0-1-16,0 0 7 0,0 0 21 16,0 0-16-16,-2 3-10 15,2-3 10-15,2 0-10 16,-2 0-1-16,-2-3 0 16,2 3 7-16,0 0-2 15,0 0-5-15,0 0-9 16,0 0 9-16,0 0 5 15,0 0-4-15,0 0-2 16,0 0 2-16,0 0-1 0,0 0 0 16,0 0-2-1,0 0 2-15,9 7 12 0,-6-6-12 16,-1-1-6-16,-2 0-26 16,0 0 26-16,0 2-190 15,2-2-122-15,13-14-991 16</inkml:trace>
  <inkml:trace contextRef="#ctx0" brushRef="#br0" timeOffset="104035.34">19882 2913 871 0,'0'-1'300'0,"-2"1"-168"0,2 0 18 0,0 0 11 0,0 0-73 0,2 0-19 0,-2 0 41 0,0 0-65 0,-2 0-12 0,4 0 18 0,-4 0-8 0,2 0 29 0,0 0-9 16,0 0-30-16,0 0 66 15,0 0-81-15,0 0-9 0,0 0 5 16,0 0-13-16,0 0 23 16,0 0-24-16,0 0 0 15,0 0 6-15,0 0-6 16,0 0 0-16,-9-3 3 16,6-1-3-16,0 0 0 15,2-2-13-15,-2 5 13 16,-1-4-15-16,2 3 15 15,-2 2-11-15,-1-2 10 16,1 0 2-16,-1 0-16 16,0-2 9-16,3 4 6 15,2 0 2-15,0 0-2 16,-2 0-6-16,2 0 6 16,-2-2 0-16,-2 4-9 0,-1-2-2 15,-6 4 8-15,2-2-7 16,3 0 10-16,-1 0-8 15,-3 0 8-15,0 3 1 16,1-4 7-16,-1 3-8 16,2 2 0-16,-5-2 0 15,0 0 0-15,5 4-14 16,-2 1 13-16,-4 0 2 16,5 1-1-1,0 0 0-15,0 2 0 0,2 2-9 16,-1-3 9-16,3-1-17 0,5-2 16 15,0-2-6 1,3 4 5-16,5-1 2 0,0 2 0 16,-2-4 14-1,1 0-14-15,1-3-8 0,-1 2 8 16,2 0 2-16,-2-4 10 16,-1 0-12-16,1 0 0 15,-4 0-6-15,3-2 6 16,-1 0-24-16,1-2 24 15,1 2 9-15,-1-4 13 16,4 0-22-16,-4 0 6 16,1-2 11-16,1 2-17 15,-6 0-2-15,4 1 2 16,-4 2 2-16,-2 1-2 16,2-2-6-16,0 0 6 0,3-2 12 15,-1 0-12 1,-2-1-9-16,0 2 8 0,0 1 2 15,0 0-2-15,1 0-4 16,-3 2 5-16,0 0-29 16,3 0 29-16,-3 0-4 15,0 0 4-15,0 0 1 16,0 0 1-16,0 0-2 16,4-2-19-16,0-5 17 15,-1 2 2-15,3-1 0 16,-2-2 10-16,0 0-9 15,4-1 5-15,-4 4-6 16,5-5 0-16,-5 6 8 16,-2 0-8-16,1 1-2 0,-3 1 2 15,1 1 3-15,-1-6-2 16,0 3-2-16,3-2 2 16,-3-2 8-16,0-2-9 15,3 2-11-15,-3-4 10 16,0 2-9-16,-3 0-3 15,0-2-16-15,2 2 19 16,-4-2-13-16,3 4 23 16,0-4-31-16,2-2 19 15,0 0-6-15,2-2 1 16,0 2-31-16,3-2 24 16,-4 2 11-16,2 0-20 15,0 6 1-15,-3-2 5 0,2 4 18 16,0 0 9-16,-2 2-1 15,3-2 1-15,-3 3 5 16,0 0-5-16,2 1 0 16,-2 0 4-16,2 0 3 15,0-2-6-15,0 2-2 16,-2-4 2-16,0 4 11 16,2 0-12-16,-2 2 0 15,0 0 3-15,0 0 8 16,0 0-5-16,0 0-3 15,-2 2 4-15,2-2 26 16,0 0-33-16,0 0 0 16,2 0 27-16,-2 0-8 0,0 0 4 15,0 0-5 1,-2-2-17-16,2 2 50 0,0 0-50 16,0 0 11-16,0 0 26 15,0 0-13-15,0 0-17 16,0 0-8-16,0 0 0 15,-4 22 12-15,4-4 40 16,0 10-40-16,2 0 26 16,0 0-20-16,3 2 15 15,0-4-33-15,1 0 16 16,-1-4 1-16,-1-2-17 16,-2-4 0-16,2 1 6 15,-1-6-6-15,-1 2 0 16,0-5 0-16,0-4 1 15,2 2 11-15,-1-5-12 0,4-1 0 16,-1 3 14-16,1-3-3 16,-1 0-11-16,2 0 0 15,0 0 0-15,1-3-4 16,-5 3 4-16,2-1-126 16,-4-5-27-1,0-2-144-15,-9-35-1285 0</inkml:trace>
  <inkml:trace contextRef="#ctx0" brushRef="#br0" timeOffset="104765.47">20071 2617 1141 0,'0'0'479'0,"0"0"-434"0,4-3 68 0,3 2 7 0,0-2-62 0,4-2 1 0,0 3-31 0,1-2-5 0,-4 1 41 0,-1-1-35 0,-3 4-20 0,-2 0-9 0,-2 7 7 15,0-3 7-15,0 6-14 0,-2 5 13 0,-4 8 19 0,-3-1-10 0,-3-2-20 0,1-2-2 0,1-4 12 0,3 0-5 0,2-8-7 0,3-4 0 0,2 0 5 0,2-4-5 0,0 2 0 16,3 0 0-16,8-4 13 0,10 0 52 16,12-6-65-16,9-2 12 15,6-6-2-15,1 0-10 16,-2 4-36-16,-2-4-138 16,35-21-309-16</inkml:trace>
  <inkml:trace contextRef="#ctx0" brushRef="#br0" timeOffset="105754.36">19830 3495 1559 0,'-2'0'197'0,"2"0"-116"0,0 0 27 0,0 0 7 0,2 0-53 0,-2-2 79 0,0 2-66 0,2 0-20 0,0-2-1 0,-2 4-34 0,3-4-11 0,2 2-9 0,4-2 0 0,5-2 33 0,5 0-33 0,1 0-52 0,-7-2-109 0,-2 4-70 15,1 0-3-15,-10 4-84 16,-18 16-167-16</inkml:trace>
  <inkml:trace contextRef="#ctx0" brushRef="#br0" timeOffset="105965.79">19753 3643 1183 0,'4'2'157'0,"3"-4"8"16,9 2-31-16,-1-4 41 0,-1 0-85 16,1 0-21-16,-2 2 15 15,-4-2-13-15,2 2-1 16,-4 0-53-16,0 2-5 15,-3-2-5-15,3 2-7 16,2 0-114-16,2-4-57 16,11-14-510-16</inkml:trace>
  <inkml:trace contextRef="#ctx0" brushRef="#br0" timeOffset="110103.29">20312 3392 12 0,'0'0'1085'0,"0"0"-929"0,0 0-15 15,0 0 58-15,2-1-76 0,-2 1-31 0,0 0-20 0,-2 0 33 0,2 0-29 0,2 0-14 0,-4 0 29 0,2 0-37 0,0 0 15 0,0 0-24 0,0 0-33 0,0 0 46 0,0 0-58 0,0 0-6 0,0 22 6 0,0-4 22 0,2 4 4 16,0-2-26-16,3 0 9 16,-3-2 3-16,2-4-12 15,0-2-3-15,0-4 3 0,-2-2 0 16,2-2 0-16,-2 0-8 15,2 0 8-15,-1-2 6 16,-1 0-6-16,0 0-10 16,0 2 8-16,-2-2-4 15,2 0-1-15,-2 0-11 16,0-2 13-16,0 0-20 16,0 2 25-16,0-4-29 15,6 2 29-15,-6 0-17 16,0-2 2-16,2 2-30 15,0-2-1-15,2-6 44 16,3-2-29-16,-3-4 9 0,5 2 21 16,-2-6-32-16,4-2 19 15,0-4-14-15,0-2-37 16,0 0 38-16,5 1-28 16,-3 6 4-16,-2 6 37 15,3 2 1-15,-5 7 4 16,-3 4 3-16,1 1 6 15,-2 8-6-15,-1 5 6 16,3 6 0-16,-3 0 31 16,-2 3-8-16,2 0-11 15,2-5-2-15,-4-4-4 16,0-8 17-16,0-2-17 16,-2-4-6-16,2 0 31 15,0-2-16-15,3-4 17 16,4-4 1-16,0-12-27 0,2-3 31 15,0 0-37 1,2-5-12-16,-2 2-21 0,3 3 6 16,1 7-4-16,-3 10-1 15,-3 6 22-15,1 8-8 16,-2 8 18-16,5 4-15 16,0 0 15-16,1 7 1 15,5-6 19-15,-1 2 1 16,3-7-12-16,-4-8 30 15,1-4-29-15,-3-6 5 16,-1-6 41-16,6-4-32 0,-2-6 3 16,-1-2 9-1,-1-5-36-15,-5 1 63 0,-4-3-15 16,-4-4-41-16,-6 1 10 16,-3-6-7-16,-1 2-2 15,-4-4 5 1,1 6-5-16,-3 4 65 0,7 11-47 15,1 6-17-15,3 4 18 16,2 8-14-16,0 1-13 16,0 1-2-16,0 8-35 15,2 7 28-15,1 8 9 16,1 10 0-16,0 8 1 16,3 2 0-16,4-4-1 15,-2 2 0-15,2-5 1 16,-2-8 12-16,2-4-13 15,-9-10 0-15,1-4 0 0,-1-5 9 16,-2-6-9-16,0 1-1 16,2-1 1-16,-2 0-5 15,0 0 5-15,0 0-4 16,0 0 4-16,2 0 0 16,-2 0 2-16,0-1-2 15,2 1 6-15,-2-3 12 16,6 0-18-16,-2-8 0 15,2-4 1-15,5-3-1 16,-4 1-1-16,2-5 1 16,-5 0-12-16,-1-2-2 0,-3-6 1 15,0 4-43-15,-5-6 43 16,-1 2-10-16,-2-2 10 16,-2 4 12-16,3 3-33 15,1 6 22-15,-2 1-11 16,2 1-59-1,-1 2 55-15,-1 4-2 0,-2 1 17 16,1 5 6-16,1 2-10 16,1 0 7-16,-4 3 9 15,4 1 0-15,-4 1-6 16,2 5 6-16,-6 4 0 16,3 7-2-16,1 3 11 15,-2 11 20-15,-1 0-28 0,3 8 7 16,7 2 35-1,2-2-22-15,6 4-15 0,3-2-4 16,1 2 4-16,8-6 9 16,-3 2-15-16,6-7 0 15,0-5 24-15,4-10-23 16,1-6 35-16,5-6 3 16,0-4-27-16,2-4 32 15,3-6-23-15,-1-6-20 16,-2 2 48-16,3-6-48 15,-5-2 0-15,-7-1 16 16,5-2-16-16,-10-4 21 16,2 0-22-16,-9-4 0 15,-3 1 15-15,-5 4-14 16,1 2 12-16,-6 4-13 16,-1 6 12-16,2-2-24 15,-5 2 0-15,3 0-27 0,-3 4 32 16,0 2-7-16,-2 4-8 15,3 2 13-15,-1 2-24 16,3 2 31-16,-4 2-14 16,2 0 13-16,2 2-26 15,4 2 7-15,2 0-4 16,2 4 2-16,3 2 21 16,4 6-4-16,2 0 7 15,8 6 0-15,1 2-14 16,4 1 14-16,1-2-5 15,-4-4 4-15,-1-5 2 16,-2 0 18-16,-2-6-19 0,-5-5 1 16,1 0 28-16,-1-6-19 15,1 2 13-15,-4-6 2 16,6-1 7-16,-3-1 17 16,-2-8-41-16,1 2-2 15,1-6 49-15,-4-2-43 16,-2-7 8-16,-3-5 2 15,-4-3-5-15,-2-6 20 16,-4-2-37-16,-4-4 1 16,1 0 34-16,-4 1-35 15,2 8 0-15,2 2 0 0,3 9 1 16,-2 8 7 0,6 4-8-16,0 6 0 0,2 2-1 15,0 4 1 1,2 2-11-16,-2 0 10 0,-2 0 1 15,2 0-10-15,0 0 8 16,0 0-5-16,0 0-17 16,0 0 24-16,-2 2-12 15,2-2 11-15,0 0 2 16,2-2 15-16,-2 2-16 16,0 0 0-16,0 0 39 15,0 0-39-15,0 0 0 16,0 0 17-16,0 0-17 15,0 0 0-15,0 0 0 16,0 0 0-16,0 0-2 0,0 0 2 16,0 0-22-1,0 0 14-15,-7 16 7 0,1 5-7 16,-1 11 8-16,3 9 0 16,4 8 5-16,7-1-5 15,1 0 0-15,5-4 0 16,3-6 1-16,-3-4 11 15,-1-7-12-15,-1-9 0 16,-5-4 9-16,2-5-9 16,-2 1-5-16,1-3 5 15,-1 0 6-15,4 0-3 16,-8-6-3-16,2 3 0 0,-2-4 0 16,0 2 0-16,1-2-16 15,-1 0 15 1,0 0 1-16,-2-2-2 0,4 1-14 15,3-6 16-15,4-4 37 16,0-4-37-16,-2-1-1 16,5-4 0-16,-1 4 2 15,1-2-2-15,1 0-5 16,3 6 6-16,-2-2-12 16,1 6 12-16,-2 0-24 15,-1 4 23-15,-1 2-10 16,-3 0 10-16,-4 4-16 15,-1-2-34-15,-1 0 15 0,-4 2-124 16,0-2-98-16,2 0-26 16,-10 0-379-16</inkml:trace>
  <inkml:trace contextRef="#ctx0" brushRef="#br0" timeOffset="110331.9">21488 3034 1724 0,'11'-6'174'16,"7"-1"-107"-16,13-2 31 0,3-1 4 0,6 2-48 0,0 2-44 0,0 2 4 0,-2 0-14 0,36-19-216 0</inkml:trace>
  <inkml:trace contextRef="#ctx0" brushRef="#br0" timeOffset="110508.87">21781 3120 1941 0,'0'0'354'0,"0"0"-267"0,-4 2 60 0,4-2-50 15,0 2-19 1,-1-4-78-16,-2 2-48 0,-6-2-162 16,-49-10-322-16</inkml:trace>
  <inkml:trace contextRef="#ctx0" brushRef="#br0" timeOffset="110783.53">20648 2998 1890 0,'0'0'241'0,"-2"0"-175"0,2 4 137 15,-2-4-80-15,2 0-66 16,-2 0-6-16,2 0-47 16,0 0-4-16,-2 1-30 15,-8 2-219-15,-30-20-601 16</inkml:trace>
  <inkml:trace contextRef="#ctx0" brushRef="#br0" timeOffset="111838.26">21847 3116 1704 0,'0'-2'237'0,"0"2"-186"0,0 0-33 0,0 0 41 0,2-2-59 0,1 0 12 0,-3 0-3 0,4 0-9 0,-2 0-7 0,2 2 7 0,-2-2 0 0,6-2 3 0,-2 2-3 16,-3-2 0-16,7 2 33 0,-1 0-24 0,1-2 18 0,0 2 6 0,0 0-25 16,-9 2 43-16,4 0-31 15,-5 0-19-15,0 2 57 0,0-2-42 16,-2 0 10-1,2 0 5-15,-3 2-19 0,3 0 35 16,0 4-47-16,0 8 36 16,0 6 40-16,-1 8-37 15,1 4-19-15,0 4 8 16,0 0-28-16,4-2 25 16,1-3-25-16,1-5 0 15,1-6 14-15,-1-11-14 16,-2 0 0-16,2-9 2 15,2 0 5-15,1-9 14 16,5 4-21-16,1-5 0 16,-1-7-3-16,-3-1 3 15,-1 3-7-15,-2-6 7 16,-4 2-13-16,-4 0 12 0,0 3-35 16,0 6 3-16,-2 4 24 15,2 4-17-15,-2 4 4 16,-2 2-14-16,-4 8 36 15,2 2-5-15,1 8 5 16,1 0 0 0,6 1-1-16,2-5 1 0,5-5 0 15,3-3 13-15,-3-6 4 16,3-4 40-16,5-1-27 16,1-7-9-16,3-1 48 15,4-6-57-15,-6 3-3 16,2-2-8-16,-5 7 8 15,1 5-18-15,-1 8-1 16,3 11-109-16,9 6-167 16,54 35-768-16</inkml:trace>
  <inkml:trace contextRef="#ctx0" brushRef="#br0" timeOffset="119035.76">19846 4315 366 0,'-2'-2'856'0,"2"2"-741"0,0 0-53 0,0 0-29 0,0 0 13 0,-2 0 37 0,2 2-40 0,0-2-4 0,0 0 21 0,0 0-13 0,-2 0 17 0,2 2-2 15,-3-4-53-15,3 2 67 16,0 0-49-16,0 2-6 0,0-2 18 16,0 0-25-1,0 0 58-15,0 0-42 16,3 0-23-16,-3 0 52 0,2 0-44 15,-2 0-15-15,4 0 0 16,1 2 0-16,5-2 41 16,2 2-41-16,-3 0 6 15,0 0-11-15,2-2 5 16,-4 0-124-16,-1 0-34 16,-1 2-25-16,-1-2 32 15,-2 2-103-15,-13 12-232 16</inkml:trace>
  <inkml:trace contextRef="#ctx0" brushRef="#br0" timeOffset="119237.14">19824 4417 1172 0,'0'0'152'0,"0"-1"-59"0,0 1 33 15,0 0 15-15,2 0 28 16,2 0-104-16,3 0-16 15,0 1-7-15,0-1-30 16,1 2 20-16,-2-2-32 16,2 0-28-16,3 0 27 15,4 0-130-15,35-12-343 16</inkml:trace>
  <inkml:trace contextRef="#ctx0" brushRef="#br0" timeOffset="121246">20408 4421 969 0,'0'2'462'0,"-3"-2"-409"0,3 0-37 0,-4 0 31 0,2 0 47 0,2 0 23 0,0 0-55 0,0 0-47 0,0 0 46 0,2 0-44 0,-2 0 13 0,4 0 22 0,-4 0-8 0,0 0-2 0,0 0-2 16,0 0-39-16,3 0 40 15,-3 0-41-15,0 0-16 16,4 2 16-16,0 3 33 0,8-5-8 16,1 1 13-16,10-1-13 15,3-1 47-15,1-4-60 16,7 1-3-16,-1 0 6 16,0 0 0-1,1 0-15-15,-3 0 0 0,0-3 2 16,2 0 5-16,-4 1-7 15,3-2-7-15,1 4 7 16,-2-2 4-16,0 2 4 16,5-4-16-16,-3 4 16 15,3 0 1-15,-6 0-9 16,2 0-6-16,2 2 6 16,-3-4 0-16,-5 4 1 15,3-2-2-15,-2 2 3 16,-4-2 4-16,4 2-6 15,-5-2-8-15,2-2 8 0,-4 4 0 16,3 0 1-16,-4 0-2 16,-1 0 2-16,1-2 11 15,-2 2-12-15,-1 0-12 16,3 0 12-16,-2 0 5 16,2-2-5-16,1 2-1 15,1 0 1-15,3 0 2 16,-4 0-2-16,2 2-9 0,-1-2 9 15,-2 2 7 1,-3-2-6-16,6 2-2 0,-4-2 2 16,5 0 9-1,-3 0-10-15,2 2-6 16,0-2 6-16,3 2 0 16,-1-4 1-16,0 2-2 0,-5 0 7 15,-1 0-9-15,-7 2 3 16,-5 0-3-16,-2 0 2 15,-1 0 2-15,-3 0 9 16,0 0-10-16,0 0 13 16,0 0 33-16,0 0-46 15,0 0 0-15,0 0 15 16,2 0-3-16,-2 0-10 16,5 0-2-16,-4 0 12 0,-1 0 4 15,0 0-16 1,0 0 0-16,0 0 2 0,0 0 10 15,0 0-11-15,0 0-1 16,-1 0 17-16,1 0 22 16,1 2-39-1,-2-2 0-15,1 0 26 0,0-2-10 16,0 2-15-16,0 0-1 16,0 0 8-16,0 0 19 15,0 0-27-15,0 0 0 16,0 0 4-16,0 0-4 15,0 0-6-15,0 0 6 16,-12 0-18-16,10 0-3 16,0 0-12-16,-5 0-63 15,-4 0-44-15,-11 4-118 16,0-2-39-16,-39-4-335 0</inkml:trace>
  <inkml:trace contextRef="#ctx0" brushRef="#br0" timeOffset="129785.7">3844 7445 1312 0,'0'-2'165'0,"-2"2"-127"16,2 0 34-16,0 0-14 0,0-2-22 0,0 2 95 0,0 0-85 0,0-2 8 0,2 2-1 0,-2 0-26 0,0 0 4 0,0 0-10 0,0-2-13 15,0 2 53-15,2 0-56 16,0-2-4-16,3 2 17 15,0-2-17-15,4-6 7 16,-1 4-6-16,6-2 11 16,3 0 16-16,-1-2-29 15,4 2 0-15,-4-4 6 16,1-2-6-16,4 2 6 16,-1-6-15-16,7 0 21 15,-1 2 6-15,-4-4-18 16,5 2-6-16,-6 4 6 15,2-6 2-15,0 4-2 0,2-4 0 16,-1 0 1-16,-1 1 11 16,1 2-12-1,-4-3-7-15,0 1 7 0,-2 3 1 16,0 1-1-16,-1-4 0 16,-1 5 1-16,-1 0 8 15,-3 4-9-15,-6 0-1 16,-1 0 1-16,-3 2 7 15,0 0-7-15,-2 2 1 16,0-4 11-16,-2 2 17 16,0 0-20-16,0 0-9 15,-1-4 22-15,1 2 2 0,-2-2-23 16,0 0-1 0,-4 2 14-16,0-4-19 0,-1 2 6 15,-5-2-1-15,1 0 1 16,-5-4 11-16,5 6-12 15,-3-4 0 1,3 4 8-16,0-4-1 0,-5-3-7 16,2 6-1-16,-2-5-7 15,-2 2 8-15,3 0 0 16,-6 4 0-16,5-2 15 16,-1 5 7-16,2 1-22 15,2 1-12-15,-1 5 5 0,1 0 7 16,-5 1-6-16,2-1 6 15,2 4 0-15,0 0 11 16,6-2-11-16,-3 2-8 16,-1-1 8-16,1 2 0 15,0 2-1-15,-1-1 1 16,0-1 0-16,1 2 7 16,0 0-7-16,1 0-3 15,2-1 3-15,1-1 0 16,-1 3 0-16,0 1-2 15,1-1 2-15,-5 3 8 16,-1 4-8-16,1-3-17 16,1 4 17-16,-3-6 5 15,5 2-5-15,-2-2 0 16,-1 4 0-16,1-2 13 0,2 2-13 16,2-4-7-16,0-4 6 15,5 2 1-15,-1 0 0 16,-2 0-2-16,1 6 2 15,-1-4 5-15,1 4-5 16,-4-6-6-16,4 2 6 16,1-2 0-16,3 2-25 15,0-2 25-15,2 2 0 16,-2 6 14-16,2 0-14 16,-2 1-15-16,2-2 15 15,2-1 1-15,0 0-1 16,2 3 0-16,1-5 1 15,3 4 10-15,4-3-11 16,-1 2 0-16,3-1 28 16,3-4 1-16,1 2-23 0,5-6 25 15,-2-4-31-15,11-2 71 16,1-6-71-16,8-8 4 16,5-7-19-16,6 2-133 15,0-7-221-15,76-48-967 16</inkml:trace>
  <inkml:trace contextRef="#ctx0" brushRef="#br0" timeOffset="140708.51">5203 15316 1045 0,'-2'0'352'0,"0"0"-119"0,-3 0-146 0,3 0-50 0,-2 0-13 0,2 0-6 0,2 0-12 0,-2 0 2 0,-4 0-2 0,6-4 73 0,-3 4-1 16,3-4-3-16,0 4 27 15,0-2-31-15,-1 0-19 16,1 4-26-16,0-2-20 16,0 0 36-16,0 0-36 0,0 0-5 15,0 0 12-15,0-2-11 16,0 2 19-16,1 0 0 15,-1 0 0-15,0-2 36 16,0 2-14-16,3-4-17 16,-3 4 4-16,0-4-15 15,3-2-8-15,-3-2-7 16,3 4 6-16,-1-9 3 16,0 2-9-16,0-1-9 15,0-2 9-15,0-7 1 16,3 2-1-16,-1-12 0 0,6 3 1 15,-2-2-3 1,-1-2 2-16,-1 0 0 0,-2 2 2 16,0 0-2-16,-4 2 1 15,0 0-1-15,-4 2 2 16,0 0 5-16,0-9-7 16,2 6-7-16,2-2 7 15,0-3-7-15,0 6 6 16,0 0 0-16,-2 2 1 15,-1-2 2-15,-3-4-2 16,2 2 0-16,-6 2 8 16,1 0-7-16,3 2 7 15,-1 2-8-15,-2 2 1 0,2 0 24 16,-1 3-24-16,-2 1-1 16,6 2 20-16,-3 2-2 15,1 4-2-15,2-8-8 16,-6 2-1-16,1 2 23 15,3-6-24-15,-1-2-6 16,1 0 23-16,2-4-23 16,-4 4 7-16,4-4 15 15,-1 4-21-15,1 0 34 16,-2-1-35-16,0 1 0 16,4-1 12-16,0-4-6 15,2 4-5-15,2-4-2 16,0 1 2-16,1 2 4 0,-3-4-5 15,3-2 0 1,-3 0-2-16,0-4 3 0,0-2-1 16,0 4 0-16,-3 0 1 15,3 0-1-15,-3 1 0 16,1 4-3-16,-2-4 3 16,2 1 1-16,-3 2 8 15,-1-4-9-15,4-2 6 16,0 0 2-16,2-2-8 15,2 4-12-15,2 1 12 16,0-1 5-16,-1 5-5 16,1-4 0-16,-2 2 0 15,2-6 3-15,-1 1-3 16,0 2-3-16,-3 2 3 16,0 0 0-16,-3 0-2 0,-2-4-4 15,5 3 12 1,-4-6-18-16,4 1 3 0,-2-5-7 15,0-1 16-15,2 4-1 16,0-4-12-16,2 2 12 16,-4 0-8-16,2-2-3 15,-3 4 12-15,-1 5-3 16,0 0 3-16,0 2 1 16,-2 1 5-16,2-2-6 15,0-2-3-15,1 2-9 16,3-4 12-16,0 2-6 15,0-4 6-15,3 3 3 16,-1-1 3-16,-2 4-12 16,0 2 12-16,0 1 7 0,0 8-13 15,2-3-14-15,0 4 14 16,0-2 7-16,4-2-7 16,-2 2-8-16,-2-2 8 15,4 2 5-15,-3-2-5 16,1-2 0-16,-2-6 13 15,0-2-13-15,-2-5 1 16,0 5-3-16,2 6 8 16,-2 2-4-16,3 2-2 15,2 0-9-15,-3 2 9 16,-2-2 5-16,0 2-5 0,0-2-6 16,0 0 6-1,0 1 6-15,0 0-6 16,-2-4-2-16,2 1 2 0,-2-3 6 15,2-3-6 1,0 3-8-16,0 1 8 16,2 2-7-16,-2 4 7 0,2 6-3 15,0 0 3-15,-2 6 0 16,2 2-2-16,-2-2 2 16,0 4 0-16,2-2 12 15,-4-4-12-15,2 0-3 16,0-6 2-16,0-2 1 15,0 0 0-15,-2 0 0 16,2 0 1-16,-2 4 9 16,2 0-10-16,-2-2 0 15,0 4 3-15,-4 0 3 16,2-1-6-16,0 1 0 0,2-2 10 16,-1 4-8-16,-3-4-2 15,6 0-3-15,-2 0 1 16,0-2 2-1,2 2 0-15,0 0-7 0,0-2 19 16,0 0-15-16,2 4 3 16,-2-2-6-16,2-2 5 15,-2 0 1-15,0 0 0 16,2-2 0-16,-2 4 2 16,0-2-5-16,4 5 3 15,-4-2 0-15,0 2 3 16,0 1 2-16,0 4-5 0,0 5-2 15,0-6 2-15,0 3 2 16,0 0-2-16,0 2 0 16,0-2-5-16,0 4 5 15,0-2-5-15,3 2 4 16,-3 2 2-16,0-2 3 16,0 2-4-16,0 0-8 15,2 0 7-15,-2-2 1 16,0 0-1-16,2-2 0 15,0-2 1-15,-2 4 11 16,2-2-11-16,-2-2-6 16,2-4 5-16,4 0 2 15,-4 4 0-15,0-2-1 0,-2 4 7 16,2-2 0 0,-2-2-7-16,0 0 0 0,0 4 4 15,0-2-4-15,0 6-1 16,0-2-5-16,-2 2 6 15,2 0-3-15,0 2 3 16,0-4 0-16,0 2 3 16,0 0-3-16,0 0-6 15,0 0 4-15,0 2 4 16,2-4 24-16,-4 2-26 16,2 0-8-16,0 0 1 15,0 0 7-15,0 0-6 16,0 0 4-16,0 0-8 15,0 0 8-15,0 0-44 0,9 0-188 16,-3 0-77-16,8-10-601 16</inkml:trace>
  <inkml:trace contextRef="#ctx0" brushRef="#br0" timeOffset="142430.97">16703 4227 1153 0,'-5'2'336'0,"2"0"-336"0,-3 18-623 0</inkml:trace>
  <inkml:trace contextRef="#ctx0" brushRef="#br0" timeOffset="143583.06">18748 5257 1638 0,'0'0'261'15,"0"-1"-188"-15,0 1 98 16,2 0-72-16,-2-3-48 16,4 3 8-16,-4-1-26 15,2 1 45-15,0-3-42 16,-2 3-9-16,4-1 19 16,-2 1-19-16,-2-3-9 15,2 3 2-15,-2 0-19 16,4 0 30-16,3-2-31 0,3 2 0 15,11 0 22-15,1 0-2 16,3-1-14-16,-3 1-6 16,7 1 10-16,0 1 4 15,4 2-14 1,3 7-6-16,11 4 5 0,-1 6 1 16,10 5 0-16,0-2-1 15,6-2 3-15,-4 0 4 16,2-4-6-16,-6-4-11 15,-5 4 11-15,-2-2 2 16,-7-2-1-16,-3 2-1 16,-1 0 7-16,-2-6 2 15,-6-2-9-15,0 0-10 16,2-2 10-16,-3 1 8 0,2-4-7 16,-2 7-2-16,-4-5 2 15,3 2-6-15,-2 4 5 16,1-6 0-16,0 4 8 15,-3-1-8-15,-3-3-1 16,2 1-7-16,-3 4 16 16,-1-3-11-16,-3-2 3 15,-3-1-6-15,0 1 5 16,-4 3 1-16,0-4-7 16,-1 0 6-16,-1-1 2 15,1 5 0-15,-2-3-1 16,4-3 0-16,-6 2-6 0,0-2 6 15,0-1-7 1,-4 3-88-16,-4 5-193 0,-50 7-422 16</inkml:trace>
  <inkml:trace contextRef="#ctx0" brushRef="#br0" timeOffset="144492.06">20031 5402 1598 0,'0'-4'283'0,"-2"0"-161"16,2-4 23-16,-4-2-47 0,-2 2-14 0,2 0-3 0,2 2-38 0,0 2 59 0,2 0-46 0,-2 4-40 0,2 0 32 15,0 0-28-15,2 0 8 16,-2 0 14-16,-2-4-28 16,2 0 22-16,-2 0-24 15,2-2 0-15,0 6 40 16,0-3-32-16,0 2-7 15,0 1-13-15,0 0 9 16,0 1-19-16,0 2-5 16,2 5-41-16,4 2 56 0,8 12-2 15,1 6-10-15,10 6 11 16,0-2 2-16,8 2 7 16,-4 0-8-16,-2-4 0 15,-3-2-1-15,-6-3 1 16,0-3-1-16,-7-4-7 15,-5-3 16-15,-1-4-11 16,-3-5 3-16,-2-2 0 16,-2 0-6-16,2-4 6 15,0 2-7-15,-5 0 6 16,1 0 2-16,-2 2 18 16,-3 0-19-16,-3 0 0 15,4 2 4-15,-3 0-4 16,-5 0-2-16,-5 0-4 0,4 2 12 15,-8 0-4-15,3-2-2 16,-7 0 0-16,-1-2 18 16,-5-2-18-16,2-2 0 15,-5-2-1-15,1-2 2 16,-2-4 6-16,5-2-7 16,3-4 0-16,6 0 31 15,2-6-30-15,5-4 5 16,5-3-6-16,9-2 6 15,4 0-3-15,4 1-3 16,9 2 0-16,5 2-6 16,1 0 6-16,4 2 0 0,4 0-6 15,-7 0 16-15,1 2 10 16,-2 4-20-16,-4 2 0 16,-3 4 32-16,-6 2-32 15,-1 4 1-15,-5 2-1 16,0 2 9-16,0 0-9 15,-2 0 0-15,2 0-3 16,0 0-10-16,0 2 13 16,-3-2-26-16,3 2-16 15,0 0-130-15,-4 6-287 16,-21 8-484-16</inkml:trace>
  <inkml:trace contextRef="#ctx0" brushRef="#br0" timeOffset="149105.51">21646 5671 1251 0,'-2'-7'221'0,"0"6"-85"0,-2-3-47 0,-5-1-23 0,2 1 13 0,-2 0-26 0,0-1 1 0,3 0-27 0,-8 1 24 16,7 0-26-16,-3-1-10 16,0-1 24-16,-3-1-18 15,1 3 8-15,-1 2-29 16,0-2 13-16,-1 3 13 15,2-2-11-15,-2-1-14 16,1 3 20-16,-1-2-15 16,-1 1 5-16,-4 0 7 15,0 2-3-15,-6 0 34 16,3-2-36-16,-5 2-12 0,3 0 16 16,4 0-3-1,-3 0-13-15,6 0 5 0,-6 2 5 16,3 2 16-16,-3 0-27 15,4 0 0 1,-4-1 12-16,6-2 1 0,3 1-5 16,-1-2 11-16,3 0-18 15,-1 2 43-15,1 0-44 16,-5 2 0-16,4 3 12 16,-7 0-6-16,2 1-6 15,-5 5 0-15,6-4 1 16,-5 0 7-16,6 1-8 15,0-2 0-15,-1 0 1 16,3 0 0-16,-1-1 0 0,-1 0-1 16,3 3 6-16,-1-4 22 15,-3 0-28-15,1 6 0 16,-4-2 19-16,0 4-11 16,-5 4-8-16,3-4 0 15,0 4 1-15,2 0 25 16,-1-2-26-16,4 4 0 15,-5 0 9-15,2 0 5 16,0 4-14-16,2 2 0 16,-3 4 0-16,6 2 22 15,2 0-22-15,-3 3 0 16,1 1 7-16,-3-2-7 16,2 2 1-16,3-8-9 15,4-4 17-15,3-6-9 0,-2-4 0 16,6-2 0-16,0-4 0 15,2 4 0 1,-2-2 1-16,-1 7-2 0,1-4 7 16,0 7 3-16,0 1-9 15,0-2-6-15,-2 2 6 16,-2 1 5-16,2-7-5 16,-5 2 0-16,7-3 0 15,-2-2 10-15,2 0-10 16,-3 0-1-16,2 2 1 15,1-2 0-15,-2 2 1 16,2-2-2-16,-3 4 2 0,3 4 12 16,-2 0-13-1,-3 2 0-15,5 0 4 0,-1-4-4 16,1 2-3 0,0-2-3-16,2 0 12 0,0-5 14 15,0 1-20-15,0-3 1 16,0 1 14-16,0-2-15 15,-2 5-1-15,2 3 0 16,-3 6 1-16,1 2 11 16,-2 4-11-16,-3 4 0 15,3 0 5-15,2-4-5 16,-1-7 0-16,3-8-2 0,0-9 8 16,0 0-1-1,3 0-5-15,-3 2 1 16,0 1 8-16,0 2-9 15,0 1 0-15,0 5-1 0,0-2 3 16,0 6 10-16,2-2-12 16,2 2 0-16,1-6-1 15,-1-2 1-15,3 1 0 16,-1-4 0-16,4 0 8 16,-2 0 7-16,1-2-15 15,0 4 0-15,0-2 8 16,2 4-8-16,-1-4-1 15,-2 4 0-15,1 0 1 16,3 0 8-16,-4 0-8 16,3 0 0-16,1 0 3 0,3 0-3 15,-4 2-6-15,0-4-2 16,0-1 16-16,0-2 1 16,-1 4-9-16,-2-3-3 15,1 2 1-15,3-2 2 16,-6 1-3-16,3 0-3 15,-3 0 12-15,4 4-4 16,3-1-2-16,-5 2 0 16,4-4 0-16,-1 4 0 15,5-4-1-15,-5 2-5 16,2-2 12-16,3 0-12 16,-5 0 6-16,5-2 0 15,-1 0 7-15,1 2-7 16,4-4-6-16,-3 0 5 15,8 0 1-15,-2-2 22 0,4-2-22 16,-6 0 1 0,6 0 8-16,-2 2 0 0,-1-2-3 15,0 0-1-15,-3 2-4 16,1 0 23-16,-1 0-24 16,-2 0 0-1,-1 0 10-15,-1 0-10 0,2-4-5 16,1 2 4-16,2 1 2 15,2-1 9-15,3-1-10 16,2 3 0-16,0-1-2 16,0 0 2-16,0-1-10 15,-5 1 8-15,3 0 4 0,0-2 5 16,-5-2-7-16,3 3-1 16,-6-4-20-16,4-2 27 15,0 0-6-15,-1 1 6 16,2-2 0-16,1-1 4 15,-3 4-10-15,1-1 0 16,-4-2 4-16,1 1-4 16,-4 0 0-16,2 0-1 15,-5 1 9-15,3-3-11 16,1-1 3-16,-1-1 0 16,2 3-3-16,0-1 3 15,4-1 0-15,-1 3 2 16,0-2 4-16,0-2-8 15,1 0 2-15,-5 0-7 16,-1 0-14-16,5-4 27 0,-4 2-6 16,3-4 16-16,0 0-15 15,5-2 8-15,-3 0-9 16,3-2 0-16,0 0 2 16,0 0-2-16,0-2-14 15,2-4 13-15,0-4 2 16,0 0-6-16,-4-6 5 15,4 3 0-15,-2 0-4 16,-2 0 4-16,-4 1-14 16,4 0 14-16,-5 0 1 15,1 0 10-15,2-2-11 16,3-4-17-16,-1 0 4 16,-2-6 13-16,0 4-27 0,-1 0 27 15,-5 1 0 1,4-1-1-16,-6 2-6 0,-3-6 7 15,0-2-6-15,1 0 6 16,-3-2-2-16,0 0 2 16,-2 2 0-16,1-1 6 15,-3 3-6-15,6-2 0 16,-4 0-3-16,1 0 3 16,-1 4-6-16,1 0-1 15,-5 4 5-15,1 0-7 0,-6 5 3 16,-2 3 6-16,1 4-7 15,-5-2 7 1,3 0-5-16,-4 2 5 0,2-2 7 16,1 0-5-16,-1 0-2 15,0 0 0-15,0 0-2 16,-3 0 2-16,-1 2-16 16,-3 0 2-16,-3 2-2 15,0-2 14-15,-4 2-23 16,6-1 25-16,-1-1-5 15,0 4 5-15,2 0-14 16,-3 4 14-16,5-2 1 16,-3 4 11-16,1-1-12 15,-1-4 0-15,1 3-5 16,-3-2 5-16,2 0-6 16,0 4 6-16,3-2 1 0,2 2 2 15,0 0-3-15,0 4 0 16,1 0-5-16,0-2 5 15,1 6-20-15,-1-2 20 16,0 2 2-16,1-2 4 16,0 0-6-16,0 2 0 15,-4 0-8-15,-2 2 8 16,3-4-10-16,-5 4 9 16,1 0 1-16,-3 0 0 15,4-2-3-15,-1 2 3 16,1 0 4-16,-3-2-4 15,-2-4-9-15,-4 3 9 16,-3 0 1-16,0 1-1 16,-6-2-7-16,2 2 7 0,-3 0-9 15,5 0 9-15,2-2 0 16,3-1 9-16,1 2-9 16,4 0 11-1,3 4-11-15,5-2 0 0,-5 2-9 16,5 2 9-16,-2 2-11 15,-3 1 11-15,3-1 0 16,1 5 0-16,1 3-9 16,-5 3-124-16,10 4-113 15,8 34-339-15</inkml:trace>
  <inkml:trace contextRef="#ctx0" brushRef="#br0" timeOffset="152143.81">23955 6164 1487 0,'-3'-2'218'0,"1"0"-95"0,-2-2 1 0,0 2-89 0,-1 0 37 0,0 0-18 0,-1 0-38 0,-5 0 2 0,4-4 20 0,0 4-16 0,-2 2 44 16,-4-2-25-16,-3 2-32 15,-1 0 24-15,-6 0 7 16,3 0-11-16,-9 2 2 15,0-2-19-15,2 2 50 16,1 4-41-16,1-4 1 16,1 2 2-16,-1 2-3 15,6-2-20-15,-6 6 8 16,2-4-3-16,1 2 39 16,0 2-45-16,-2 0 0 15,-3 4 8-15,-2 0 9 0,-3 2-16 16,1 2 4-16,7-4 2 15,-3 2 26-15,7-2-33 16,0-2 0-16,2 2 6 16,0-2-5-16,2 5 7 15,3-6-8-15,-4 3 1 16,5 3 12-16,-1-1-13 16,-5 2 0-16,1 4 0 15,1 2 0-15,-7 2 1 16,6 0-8-16,-3 6 17 15,1 0-11-15,2 0 1 16,1 4 0-16,3-4 4 16,0 2-4-16,1-6 2 15,6-2-13-15,-3-4 25 0,0 1-7 16,4-1-7-16,-1 2 0 16,2 0 2-16,-3 2-1 15,0 0-1-15,-2 2 0 16,0 2 6-16,2 4-2 15,1-4-4-15,-1-2-7 16,1 1 7-16,-1 3 0 16,0-6 0-16,2-1 0 15,3 0 6-15,0-3-9 16,2 0 3-16,0 0 0 16,0 0 2-16,2 2-2 15,0 0-9-15,3 0 8 16,2-2 2-16,-3-4 16 0,1 5-17 15,-1-1-3-15,3-1 3 16,-3 1 0-16,3 0 0 16,-2 3-1-16,1-1 2 15,1-2 8-15,-3 2-9 16,1-4-3-16,-1-4 3 16,1 2 6-16,-1 0-6 15,3 0-1-15,0-2 1 16,-1 4 12-16,3-2-12 15,0 2 2-15,-1-2-2 16,8-2 0-16,-5 2 8 16,3 2-8-16,6-1 1 15,-4-4 11-15,6 3-12 16,1 0 0-16,0-4 0 0,2 3 21 16,4-1-13-16,0-4-7 15,-2 2 13-15,4-4 14 16,0 0-28-16,3-2 0 15,-3-4 17-15,7 2-16 16,-1 0-1-16,4-4 0 16,-3 0 10-16,-1 0 17 15,1 0-27-15,-5 0 1 16,-4 0 8-16,0-2-3 16,-6 2-6-16,0 0-1 15,-6-2 1-15,3 0 1 16,3 0-1-16,0 0 0 0,4-2 8 15,0 0-1-15,2 0-7 16,0 0 0-16,-2 0 1 16,2 0 12-16,0 2-13 15,-4-2 8-15,-1 2-2 16,-2-2-6-16,-1 0 7 16,-4-2-16-16,5 2 20 15,1-4 5-15,2 0-16 16,0-4 6-16,3 2 0 15,3 2-6-15,-5-4 0 16,3 6-1-16,-2-2 10 0,-6 0 3 16,-1-2-12-1,2 0 6-15,-4 0-6 16,-1-5 0-16,4 2 0 0,-5-3-7 16,3-2 23-16,4 3-17 15,-5-2 1-15,8 1 0 16,-6-3 7-16,3 3-7 15,-4 2 0-15,4-3-1 16,-8 2 2-16,3-3-7 16,-2 0 6-16,1-2 0 15,-1 0 3-15,-1-2-3 16,4-2-8-16,-6 4 7 16,-3 0 2-16,4-2 18 15,-3 0-19-15,-3-2 6 16,-2 2-4-16,3-5-2 0,-1 3 0 15,0-2 0 1,0 2 11-16,-1-1-8 0,-1 0-3 16,1-1 0-16,0 2 2 15,-2 0-2-15,-3 2-9 16,2-4-3-16,-2-4 24 16,0 0-13-16,-2 0 1 15,0-2 0-15,3 2 1 16,-1-5-1-16,-2 4-1 15,0 0 0-15,0 4 1 16,-2 0-3-16,-1 1 3 16,1 0 0-16,-2 2-4 15,0-2 4-15,-3 2-2 16,-1-2 1-16,2 2 1 0,-2-3-7 16,-3 6 7-16,1-3 0 15,-1 4-3-15,3 0 3 16,0-3-1-16,0 3 0 15,-3-2 2-15,3 0 4 16,2 4-5-16,2 0 0 16,-1 2 9-16,3 2-9 15,-2 0-7-15,2 2 5 16,0-2 4-16,-4 4 4 16,2 0-6-16,0-2 0 15,-1 2-8-15,-1 0 8 0,-1-4-1 16,2 4-7-1,-1-2 16-15,1 0-1 0,-1 2-7 16,4-2 0-16,-3 2 9 16,3-4-9-16,-3 4-10 15,1 0 10-15,-3-2 0 16,1 4-8-16,-3 0 8 16,3-3 0-16,-2 4-7 15,-1-1 7-15,3-1-8 16,-4-3 7-16,2 5 2 15,3-3 16-15,-1-2-17 16,2 3 0-16,-4-3 0 16,2 0 0-16,-3 2-6 15,0-2 5-15,2 2 2 16,-2 3-1-16,1-6 0 16,-5 5-2-16,3 0-5 15,2 2 7-15,-3-4-9 0,-1 4 7 16,1 0 4-1,3-2 2-15,-2 0-4 0,-1-2 0 16,2 2-9-16,0 2 9 16,0-4 0-16,1 4-8 15,-6-2 8-15,1 2 0 16,-1-2 0-16,-3 0 0 16,1 2-21-16,-2 0 21 15,4 2-19-15,-1-2 17 16,1 0 2-16,1 0-13 0,2 0 8 15,2 2 5 1,-2 0 2-16,2 2-2 0,2-2-3 16,1 0-3-1,-1 0 12-15,1 0 1 16,-1 2-7-16,0-2 0 0,3 0 4 16,-3-2-4-1,3 2-16-15,-5 2 16 0,0-2 7 16,0 0-1-16,-3 2-6 15,3-2 0-15,-3 2-6 16,2 0 6-16,1-2 0 16,5 2 7-16,0-2-7 15,2 2 2-15,-1-2-2 16,-1 2 0-16,-3-2 6 16,2 2-6-16,-1 0-9 15,-3 0 0-15,-5-2 18 16,1 2-5-16,5 0-4 0,-2 0 0 15,1-2 5-15,-3 2-5 16,2-4-5-16,1 4 4 16,3-2 2-16,-2 2-2 15,4-2-4-15,-2 0 5 16,-1 2-27-16,-2 0-48 16,-2 4-201-16,-38 14-403 15</inkml:trace>
  <inkml:trace contextRef="#ctx0" brushRef="#br0" timeOffset="154104.68">20842 6188 1358 0,'-2'4'340'0,"2"0"-266"0,-4 6-26 0,4 0-29 0,2-2 13 0,2-4 5 0,0 0-23 0,3-4 32 16,0 0-35-16,4 0-11 16,-2-2-12-16,11-10-280 15</inkml:trace>
  <inkml:trace contextRef="#ctx0" brushRef="#br0" timeOffset="154285.7">20730 6364 1799 0,'0'-1'372'16,"0"1"-221"-16,-1 0-121 15,-2 0-30-15,-1 5-234 16,-34 18-326-16</inkml:trace>
  <inkml:trace contextRef="#ctx0" brushRef="#br0" timeOffset="154486.15">20584 6673 2067 0,'-2'-2'336'16,"2"2"-203"-16,0 0-83 16,0 2-50-16,6 6-104 15,3 8-202-15,34 26-228 16</inkml:trace>
  <inkml:trace contextRef="#ctx0" brushRef="#br0" timeOffset="154669.31">20902 6932 2081 0,'-2'-2'303'16,"2"-2"-171"-16,-4 4-44 16,4 0-74-16,2 0-14 15,2 6-86-15,3 0-184 16,7 10 12-16,42 16-480 15</inkml:trace>
  <inkml:trace contextRef="#ctx0" brushRef="#br0" timeOffset="154834.07">21089 7040 1872 0,'-2'-2'336'0,"0"0"-202"0,0-2 11 16,2 4-113-16,0 0-32 15,0 0-6-15,2 0-142 16,2 4-188-16,25 16-238 16</inkml:trace>
  <inkml:trace contextRef="#ctx0" brushRef="#br0" timeOffset="154989.41">21274 7050 2044 0,'-2'-2'283'16,"2"-2"-119"-16,-4 2-76 0,4 0-82 16,2 2 18-1,0 0-24-15,2-2-82 0,3-2-184 16,47-38-591-16</inkml:trace>
  <inkml:trace contextRef="#ctx0" brushRef="#br0" timeOffset="155151.18">21457 6818 1935 0,'-4'-3'312'0,"-1"2"-240"15,-1-2-3 1,-2 3-58-16,6 0-1 0,0 3-10 16,4-3-82-16,0-3-166 15,12-34-711-15</inkml:trace>
  <inkml:trace contextRef="#ctx0" brushRef="#br0" timeOffset="155332.81">21355 6413 877 0,'-4'-4'1253'0,"0"-2"-976"16,0-1-137-16,2 7-125 15,2 0-15-15,-2 7-261 16,2 3-90-16</inkml:trace>
  <inkml:trace contextRef="#ctx0" brushRef="#br0" timeOffset="155501.66">21237 6178 919 0,'-9'-4'1067'16,"-1"2"-885"-16,-7-2-103 15,3 8-79-15,6 6-16 16,-13 40-199-16</inkml:trace>
  <inkml:trace contextRef="#ctx0" brushRef="#br0" timeOffset="155706.03">21023 6472 1941 0,'0'-1'375'0,"-3"1"-210"16,3 0-50-16,0 0-67 15,3 0-42-15,1 6-5 16,2 0-2-16,13 6 1 0,3 4-47 15,9 4-152 1,51 32-325-16</inkml:trace>
  <inkml:trace contextRef="#ctx0" brushRef="#br0" timeOffset="155854.03">21374 6637 1953 0,'-4'-2'458'0,"0"-2"-335"15,-5 0 54-15,5 2-135 16,-2 2-42-16,4 0 0 16,2 6-57-16,6 4-219 15,29 42-98-15</inkml:trace>
  <inkml:trace contextRef="#ctx0" brushRef="#br0" timeOffset="156035">21789 6599 2159 0,'-4'-6'309'0,"0"4"-142"16,-1-2-128-16,2 4-39 16,6 4-12-16,-2 8-60 15,5-2-153-15,34 18-314 16</inkml:trace>
  <inkml:trace contextRef="#ctx0" brushRef="#br0" timeOffset="156207.07">22053 6461 1801 0,'0'-2'358'16,"-4"2"-164"-16,4 0-58 15,4 0-136-15,0 4-10 16,-2 0-193-16,-8-22-488 16</inkml:trace>
  <inkml:trace contextRef="#ctx0" brushRef="#br0" timeOffset="157250.17">20829 7349 2152 0,'0'0'303'0,"0"0"-216"0,2 0-19 0,-2 0-41 0,2 2-27 0,1-2-41 0,-1 4-83 0,4 2-58 0,3 0-55 0,18 10-591 16</inkml:trace>
  <inkml:trace contextRef="#ctx0" brushRef="#br0" timeOffset="157435.67">20846 7465 2292 0,'-2'0'279'0,"2"-2"-198"16,2 2-81-16,8 7-198 0,14 4-57 15,110 21-123-15</inkml:trace>
  <inkml:trace contextRef="#ctx0" brushRef="#br0" timeOffset="157634.65">21538 7521 2016 0,'-8'-6'472'0,"4"4"-394"0,-7-5 24 16,5 3-13-16,-2 4-89 16,4 0-19-16,2 1 13 0,-1 2-90 15,3 1-117-15,5 1-123 16,30 8-440 0</inkml:trace>
  <inkml:trace contextRef="#ctx0" brushRef="#br0" timeOffset="157766.47">21559 7433 1942 0,'-2'-4'562'0,"0"-2"-406"16,-2 0-3-16,1 4-72 15,3 2-30-15,0 0-51 16,0 0-21-16,3 0 20 16,3 6-246-16,35 14-385 15</inkml:trace>
  <inkml:trace contextRef="#ctx0" brushRef="#br0" timeOffset="158417.37">23379 6860 1890 0,'-3'-2'325'0,"3"-2"-131"0,-1 0 5 0,1 4-124 0,1 0-75 0,-1 2-9 0,3 4-126 0,1 1-54 15,-4 4-123-15,0 19-451 16</inkml:trace>
  <inkml:trace contextRef="#ctx0" brushRef="#br0" timeOffset="158616.91">23191 7337 1050 0,'-1'-8'1512'0,"1"4"-1323"16,0-6-116-16,0 10-73 16,1 0-13-16,2 4-61 15,7 4-137-15,-1 6-172 0,32 18-215 16</inkml:trace>
  <inkml:trace contextRef="#ctx0" brushRef="#br0" timeOffset="158790.15">23306 7489 2116 0,'0'0'282'16,"0"0"-149"-16,2-1-7 16,-2 1-126-16,3-3 18 0,2 3-36 15,1 3-84 1,14-2-196-16,65 12-205 0</inkml:trace>
  <inkml:trace contextRef="#ctx0" brushRef="#br0" timeOffset="158970.37">23692 7525 1501 0,'-5'-8'888'0,"2"6"-752"16,-3-3 14-16,2 2-88 15,2 2-55-15,2 2-7 16,2-1-34-16,0 0-64 16,5 3-256-16,53-6-428 0</inkml:trace>
  <inkml:trace contextRef="#ctx0" brushRef="#br0" timeOffset="159134">23961 7391 2037 0,'0'-2'348'0,"-4"0"-209"16,4 2-4-16,-2-2-90 15,2 2-45-15,0 2-36 16,2-2-201-16,-2 2-230 0,11-24-302 16</inkml:trace>
  <inkml:trace contextRef="#ctx0" brushRef="#br0" timeOffset="159321.29">23799 7154 1832 0,'-5'-4'602'16,"5"0"-458"-16,-2-2-6 15,2 5-91-15,0 1-47 16,2 1-149-16,1 5-221 15,-3 5-372-15</inkml:trace>
  <inkml:trace contextRef="#ctx0" brushRef="#br0" timeOffset="159483.84">23538 7044 2079 0,'0'0'304'0,"0"-2"-184"16,7 4-69-16,4 2-27 16,7 0-24-16,9 3-93 15,4-2-243-15,44-17-808 16</inkml:trace>
  <inkml:trace contextRef="#ctx0" brushRef="#br0" timeOffset="159683.91">23863 6587 2119 0,'2'-2'303'16,"-2"2"-102"-16,2-2-178 15,8 4-23-15,-1 2-192 16,6 0-191-16,45-6-945 15</inkml:trace>
  <inkml:trace contextRef="#ctx0" brushRef="#br0" timeOffset="159854.94">24144 6268 1951 0,'0'-8'461'0,"-2"6"-292"0,-1-6-10 15,1 8-120-15,2 2-39 16,0 12-9-16,0 6-9 16,7 10-36-16,7 13-222 15,70 55-454 1</inkml:trace>
  <inkml:trace contextRef="#ctx0" brushRef="#br0" timeOffset="160036.31">24441 6829 2222 0,'0'-1'255'0,"-3"1"-120"15,1 4-73-15,0 6-47 16,-2 6-26 0,-4 4 11-16,4 12-259 0,2 54-301 15</inkml:trace>
  <inkml:trace contextRef="#ctx0" brushRef="#br0" timeOffset="160166.84">24385 7247 2233 0,'0'-2'310'0,"0"0"-74"0,2 2-140 15,0 0-96-15,4 4-93 16,4 4-170-16,28 28-223 15</inkml:trace>
  <inkml:trace contextRef="#ctx0" brushRef="#br0" timeOffset="160335.51">24360 7433 2102 0,'-2'-2'298'0,"2"0"-197"0,0 2-101 16,0 4-102-16,-2 24-416 16</inkml:trace>
  <inkml:trace contextRef="#ctx0" brushRef="#br0" timeOffset="160474.31">24356 7574 2315 0,'0'-4'257'0,"-3"9"-257"15,-68 10-638-15</inkml:trace>
  <inkml:trace contextRef="#ctx0" brushRef="#br0" timeOffset="162566.97">21662 6184 1115 0,'0'-2'273'0,"-2"0"-189"0,0 0 55 0,-1 0-47 0,3 0-29 0,0 2 3 0,0 0-36 15,0 0 13-15,0 0 4 16,0-2-28-16,0 2 46 15,0 0-20-15,0 0 30 16,0-2 0-16,-2-4-54 16,0 4-8-16,-1-2 7 0,3 2-20 15,-2 0 18 1,0 2-18-16,0 0 0 16,-2 0-5-16,-1 0 5 0,-4 4 0 15,0 0-1-15,0 2 2 16,1 2 3-16,-4 2-4 15,3 4 0-15,3 6 15 16,2 0-15-16,-2-2-6 16,9 2-1-16,0-2 7 15,3-2 12-15,3-4-12 16,5 0 0-16,-1-6 7 16,0-2-7-16,5-1-7 15,-3-3 5-15,1-4-16 16,2 0 6-16,-5-7 12 15,3 3-22-15,-7 0 13 16,-3-6-14-16,-1 2-1 16,-3-6-19-16,-2 2-35 0,-5-2 67 15,-1 4-5-15,0 0 16 16,-6 4 4-16,5 0-4 16,-1 2-6-16,-2 2 0 15,-1 0 12-15,-2 2 7 16,2 4-13-16,-2 4 0 15,-3-2 12-15,5 4-12 16,2 0 0-16,3 4 0 16,1 2 0-16,0 2 16 15,5-2-16-15,6 2 0 0,4-4 8 16,-1 0-1-16,7-2 4 16,1-4 8-16,3-4-19 15,0 0 6 1,-4-4-6-16,-3 0-38 0,1-4 26 15,-6 0 11-15,-5 0-14 16,-3-2 0-16,-3 4 1 16,-5 0 5-16,-6 2 6 15,-3 4 2-15,-2 2 0 16,0 0 1-16,3 2 0 16,1 2 0-16,7-2 1 0,4 4 14 15,4 0-15 1,2-2 0-16,5 2 11 0,4-2 1 15,2-2-11-15,1-4 49 16,1 0-22-16,2-4 13 16,-9 0-13-16,1 0-27 15,-2-2 64-15,-7 0-43 16,0 2-22-16,-5-2-5 16,1 0 5-16,-3 2-12 15,-4 2 11-15,0 2-1 16,-7 2-19-16,2 6 17 15,3-2-56-15,-1 0-113 16,-1 14-119-16</inkml:trace>
  <inkml:trace contextRef="#ctx0" brushRef="#br0" timeOffset="163791.63">21740 6064 1111 0,'0'-3'508'0,"-2"3"-372"0,2-1-1 0,-3-2-51 0,1 2-21 0,-2-3-4 0,0 2 58 0,-1-5-66 0,-4 6 6 16,2-3-23-16,1 0-13 15,-3 2 2-15,-3-1-8 16,-1 2-14-16,2-2 40 16,-2-1-41-16,-5 4-5 15,2 0 5-15,1 4 2 16,-5-4 13-16,0 0-15 16,-3 3 0-16,4-2 39 15,-2 2-24-15,3 0-2 16,1 4 2-16,-2-3-4 15,2 6 1-15,3-2-12 16,3 3 6-16,1 0 21 0,-2 0-26 16,5 0-1-16,-1 5 9 15,0 0 0-15,2 2-3 16,2 0-6 0,-1 2 1-16,5-4 17 15,5 4-18-15,-3 0-12 0,2-2 12 16,4 3 17-16,-2-8-16 15,0 3-1-15,3 0 0 16,5-3 10-16,-3 1-10 16,3-7 0-16,1 0 9 15,-2 2-8-15,1-4 8 16,1-1-9-16,1 0 1 16,-1 0 17-16,1 2-18 15,1-1-5-15,2-1 5 0,-1-1 0 16,-1-2 1-1,3-1-1-15,-4 0 9 0,4-4 8 16,-7 3-17-16,1-2 0 16,1 2 0-16,-5-2 0 15,0 2-7-15,-1-1 6 16,3-2 1-16,-6 1 16 16,1-1-16-16,0-1 1 15,0-1 2-15,1-2-3 16,1 1 0-16,-2 1-2 15,0 1 10-15,-1-4-1 16,1 1-7-16,-1-4-3 0,1 2-4 16,0-4 7-16,-3 2 0 15,1-2-1-15,-1 6 2 16,-2 0 9-16,0 0-10 16,-2 2-3-16,0 0 3 15,-2-2 0-15,0 0-5 16,0-4 5-16,0-2 0 15,-3-2 5-15,-1 2-5 16,-4-2-17-16,0 0 16 16,-3 4 1-16,-6-2-17 15,-5 6 11-15,-3 2 2 16,2 3-5-16,-3 2 9 16,-1 1-14-16,9 1 7 15,2 2-2-15,2 3-89 0,5 2-154 16,0 22-341-16</inkml:trace>
  <inkml:trace contextRef="#ctx0" brushRef="#br0" timeOffset="165200.29">23591 6472 1710 0,'0'-1'252'15,"0"1"-92"-15,-2 0-4 0,2 0-124 0,0 0-31 0,-2 1 27 0,2-1-22 0,-2 0-6 0,0 5 12 0,-1-1 19 16,-5 2 35-16,-2 2-31 16,4 6-10-16,-3-2 37 15,7 6-47-15,2-2-14 16,4-2 2-16,5 0 5 16,0-4 2-16,-2-2-10 15,4-4 0-15,-3-2 20 16,0-2-19-16,0-4 0 0,-1 0 20 15,2-6-10-15,-2-2 10 16,-3-2-21-16,-2 2-3 16,-2-2-14-16,-4 4 17 15,0 2-22-15,-4 4 8 16,-5 4 5-16,-1 2 2 16,4 0 4-16,-3 8-6 15,3-2-6-15,6 4 15 16,0-4-8-16,4 0 8 15,2 0 0-15,2-6 12 16,0 0-12-16,2-2 0 16,-2-4 46-16,7-2-45 15,-5 0 12-15,4-2 23 0,-4-2-22 16,-1 4 31 0,-5-2-45-16,0 4 6 0,-3-2-32 15,-1 4 14-15,-6 2-61 16,0 0-79-16,-11 2-91 15,0 6-67-15,-23 4-922 16</inkml:trace>
  <inkml:trace contextRef="#ctx0" brushRef="#br0" timeOffset="166104.31">23738 6395 1610 0,'-2'-3'171'0,"0"2"-137"0,-2-1 11 0,-3-1-44 0,-2 3 14 16,-4-1-3-16,4 1 21 0,-3-3 35 0,4-1-19 0,-5 4-20 0,1-1 49 0,3-2-33 0,3 3 16 15,-1-2-22-15,-2 2-21 16,0 0 6-16,1 2-24 15,-4-2 8-15,-3 4-8 16,-1 3 0-16,-2-1 0 16,-2-1 4-16,-3 6 13 15,2-1 7-15,-4 0-10 16,5 6-13-16,-3-2 55 16,6 1-51-16,1 2-4 15,1-1 9-15,1-2-9 16,3 2 10-16,-2 4-11 15,4 0 7-15,4 2 16 0,3-2-23 16,2 2 0 0,4 0 0-16,1-2 5 0,-1 1 12 15,6-2-17-15,-2-1 0 16,1-4 17-16,3 3-16 16,3-5-1-16,-1-1 15 15,1-1 7-15,7-2 28 16,-1-1-26-16,6-1-9 15,-2-2 34-15,2-3-49 16,5 2 0-16,1-3 13 16,-2-3-13-16,4 2 14 15,2-3-14-15,-4-2 0 16,-1-1 4-16,-11-2-4 0,2 0-7 16,-7 4 7-1,-8-4 1-15,3 5 17 16,-7-1-18-16,4-1 1 0,-4-6-1 15,1 2 0-15,-3-7 0 16,-2-3 0-16,0 0 1 16,0-2 0-16,-2-2-1 15,-1 6 1-15,-1-4-3 16,0 2 2-16,-2 2-3 16,-2 0 2-16,-1 0 1 15,-3 0-8-15,0-2 2 16,-7 1 6-16,4 5-16 0,-5 1 16 15,0 4-31 1,-7 2 30-16,-2 7-8 0,-8 6-50 16,-8 6-103-16,-86 30-440 15</inkml:trace>
  <inkml:trace contextRef="#ctx0" brushRef="#br0" timeOffset="168674.37">21259 6372 1253 0,'0'-2'210'0,"0"2"-87"0,-2 0 9 0,2-2-66 0,2 2-32 16,-4 0 56-16,4-1-58 0,-2 1 2 0,0 0 4 0,0 0 4 0,0 0 19 0,2-3-1 0,-2 2-24 15,0-2 45-15,0-3-49 16,0 2 1-16,0 3 24 16,0-2-23-16,0 3 4 15,0-1-38-15,-2 1 15 16,2 0 1-16,0 0-16 15,0 0-1-15,0 0 1 16,2 0 1-16,-2 0 10 16,0 0-11-16,0-3 0 15,-2 3 8-15,2 0-8 16,-2 0-5-16,-4 0 5 16,-8 0 1-16,-9 7 5 15,-15 3-6-15,-7 1 0 16,-1 4 4-16,2-4-4 0,5 3-1 15,2-6 1-15,3 1 0 16,7-1 1-16,6-4-1 16,3 0 1-16,9-2 8 15,5-2-9-15,0 2-9 16,2 0-1-16,2-2 10 16,2 0-2-16,-2 0 1 15,0 0 1-15,0 0 7 16,0 0-7-16,0 0 0 0,0 0 10 15,0 0-9 1,0 0-1-16,0 0 0 16,-2 0 0-16,4 0 9 0,-2 0-9 15,0 0 0-15,0 0 9 16,0 0-9-16,0 0 0 16,0 0 0-16,0 0-10 15,0 0-5-15,0 0 0 16,0 16-161-16,-4-2-152 15,-18 12-1321-15</inkml:trace>
  <inkml:trace contextRef="#ctx0" brushRef="#br0" timeOffset="169607.05">21592 6468 1269 0,'-1'0'364'0,"1"-1"-230"0,0 1-20 0,-5-2-59 0,5 2 19 0,0 0-13 0,-2-2 19 0,2 2 17 0,-2 0-25 0,2 0-22 16,0-2 14-16,2 2-40 15,-2 2 51-15,0-4-49 16,0 4-14-16,0-2 31 16,0 0-43-16,2 5-1 15,3 6-11-15,2 3 24 16,6 8-3-16,5 2-9 16,6 0 0-16,5 0 18 15,-2-2-11-15,2-4-6 0,-7-4-1 16,-5-4 0-1,-3-4 2-15,-9-2-2 0,-3-2-3 16,-2 2-20 0,-4-2-20-16,-3 2-64 0,-7 2-59 15,1 2-157-15,-24 14-128 16</inkml:trace>
  <inkml:trace contextRef="#ctx0" brushRef="#br0" timeOffset="171569.04">21405 6435 905 0,'0'0'196'0,"0"0"-71"0,0-3-25 0,3 3 2 0,-3 0 5 0,0-1 26 0,0 1-71 0,3-4-22 0,-3 2 26 0,0 2-40 16,2-3 5-16,-2 3 14 15,2 0-15-15,-2-1 21 16,0 1 5-16,0 0 26 16,0 0 32-16,-2 0-42 15,2 0-19-15,-2 1 1 0,2-1-24 16,-3 0-20-16,0 9-10 15,1 1 6-15,-2 12 59 16,-5 8-56-16,1 6 3 16,-6 2-5-16,3 2-7 15,1-2-1-15,0-2 1 16,-1 0 0-16,-1-4 8 16,3-3-8-16,-1-4 0 15,0-4 5-15,4-5-5 16,-1-2-1-16,3 0 1 15,-1-4 0-15,1 4 10 16,2-4-10-16,2-2-11 16,0-2 11-16,0-4 8 15,0 0-8-15,0-2 0 0,2 0 6 16,-2 0 0-16,-2 0-6 16,2 0-22-16,0 0 14 15,0 0 7-15,2 2-11 16,-2 0-27-16,-2 4-114 15,-4 2-103-15,-22 2-934 16</inkml:trace>
  <inkml:trace contextRef="#ctx0" brushRef="#br0" timeOffset="172585.69">21752 6288 817 0,'0'0'693'0,"0"0"-577"0,-3 0 37 0,3 0-57 0,0 0-32 0,0 0 67 0,3 0-44 0,-1 0-5 0,6 3 29 0,1 0-40 16,7 1 38-16,6 4-65 0,0 4-31 15,7 0 22-15,0 7-35 16,-2 0 1-16,2 5-1 16,-2 2 6-16,-9-1 6 15,6-3-12-15,-10-4 0 16,-3-6-21-16,-5-2 21 15,-2-6-96-15,0 0-63 16,0 0-103-16,-4 0-58 16,-10-4-1139-16</inkml:trace>
  <inkml:trace contextRef="#ctx0" brushRef="#br0" timeOffset="173400.62">21422 6014 1407 0,'-7'-4'228'16,"3"1"-114"-16,-4-1 4 0,0-2-73 0,-1 2-7 0,-5 0 4 0,1 0-8 0,-1 0 64 0,-3 0-55 0,1 1 14 0,1 0 17 0,-10 2-10 0,-4-3-16 15,0-1-37-15,-9 3 1 16,-1 0 27-16,-7 0-39 16,2 2 0-16,-1 0 6 15,8 0-5-15,5 2-2 16,11 0 1-16,7 2-19 16,3 4 11-16,4 5-88 15,2 0-117-15,10 33-258 0</inkml:trace>
  <inkml:trace contextRef="#ctx0" brushRef="#br0" timeOffset="175119.18">21509 6513 1368 0,'0'0'248'0,"2"-2"-124"0,2 2-64 0,0-4-48 0,3 2 5 0,-1-2-17 0,-3 0 49 0,2 2-7 0,-5 0 2 15,0 2-1-15,0 0-4 16,0 0 0-16,0 0 6 16,0 0-34-16,0-2 32 15,2 2-35-15,-2 0-7 16,2-2 19-16,-2 0-11 15,0 2-2-15,0 0 14 16,0 0-19-16,-2 2 25 16,0 2-27-16,-6 8 0 15,0 10 48-15,-5 12 4 16,-8 10-25-16,6 6 4 0,-3 4-30 16,3 7 43-16,3-2-44 15,-1 4 0-15,4-9 2 16,2-6-2-1,1-10 0-15,-1-6 0 0,3-8 1 16,0-6 4-16,-4-2-5 16,6-6-3-16,-2-2 3 15,1 1 0-15,1-5 1 16,2 0-2-16,-2-4 13 16,2 2-3-16,0-4-9 15,0 2 0-15,0 2 1 16,0-2 0-16,2 0-2 15,-2 0 0-15,0 0 1 16,0 1 6-16,-2-1-6 16,2 4 0-16,0 0 0 0,-2-1 1 15,2-2-1-15,0-1 0 16,0 0 0-16,0 0 3 16,0 3-3-16,0-1-8 15,-2 2 8-15,0-3 0 16,2 3-1-16,0 3-8 15,0-5 18-15,0 0-5 16,0-2-4-16,0 2 0 16,0-2-14-16,0 0 14 15,0 0-100-15,0 0-76 16,0 1-106-16,-6-1-379 16</inkml:trace>
  <inkml:trace contextRef="#ctx0" brushRef="#br0" timeOffset="176355.86">23342 6824 1592 0,'0'-2'249'0,"0"0"-126"0,-2-4 17 0,2 3-7 0,0-2-58 0,0 2 5 0,2 0 40 0,0 0-63 16,-2 2 10-16,1-2-7 0,-1 3-27 0,0 0-9 16,-1 4-24-16,-3 5 0 15,-5 13 9-15,-6 14 14 16,-6 12-10-16,-3 6 2 16,-1 2-1-16,0 2-14 15,-2-7 0-15,8-7 0 0,3-8 3 16,-1-4-3-1,3-8-15-15,-6-8-33 0,4-2-62 16,3-8 5-16,2 2-61 16,6-8-22-16,3-6 1 15,4-18-358-15</inkml:trace>
  <inkml:trace contextRef="#ctx0" brushRef="#br0" timeOffset="176855.61">23726 6792 1291 0,'0'0'203'0,"2"0"-104"0,-4 0 7 0,4 0 26 0,-2 0-16 0,0 0-4 0,0 0 20 0,0 0-37 0,0 4-14 0,2 7-14 0,-2 11 13 0,2 13 32 0,0 11-71 0,2 4-20 16,7 2 0-16,1-2-12 15,-1-6-2-15,3-5-7 16,-3-7 0-16,-3-9-18 16,0-2-55-16,-4-7-375 15,15-4-429-15</inkml:trace>
  <inkml:trace contextRef="#ctx0" brushRef="#br0" timeOffset="177306.44">23859 6695 1662 0,'0'0'284'0,"0"0"-82"0,4 0-20 0,10 2-86 0,3 3-20 0,10 4 13 0,7 9-17 0,5 5-51 0,4 0 39 0,-1 4-60 0,-2-1 1 0,-1 0-2 15,-4 2-33-15,-1-8-175 16,-10 0-241-16,41 24-353 15</inkml:trace>
  <inkml:trace contextRef="#ctx0" brushRef="#br0" timeOffset="178367.95">23580 6806 1608 0,'3'0'266'0,"-3"-3"-134"0,0 3-26 0,0-1-23 0,0 1-8 0,-3 1-18 0,3-2 37 15,0 2-37-15,0 2-27 16,0 9-13-16,-4 10 13 0,0 20 75 16,-4 16-23-16,-2 12-46 15,-1 4 23-15,-2 2-46 16,8-3-13 0,-4-3 0-16,5-8 6 0,-3-8 13 15,0-6-19-15,-2-9 0 16,5-13 2-16,-1-8-2 15,5-8 0-15,0-6-6 16,0 0 12-16,0 2-18 16,3-5 7-16,-1 2-101 15,0 1-47-15,2-3-161 16,17 4-262-16</inkml:trace>
  <inkml:trace contextRef="#ctx0" brushRef="#br0" timeOffset="179051.4">23807 6811 1437 0,'2'0'280'0,"4"0"-173"0,2 0 10 0,7 3 25 0,4-2-31 0,3 4 17 0,-2 3-29 0,4 4-8 15,1 10-13-15,4 8-36 16,4 12-21-16,3 10 45 16,-1 10-52-16,3-1-13 15,1 1 13-15,-2-6-13 16,3 0 12-16,3 0-13 16,-1-10 0-16,-4-10 2 0,-5-4-2 15,-10-15-50-15,-3-4-124 16,-7-7-207-16,1-12-501 15</inkml:trace>
  <inkml:trace contextRef="#ctx0" brushRef="#br0" timeOffset="202991.99">14615 5536 679 0,'-9'14'982'16,"-7"0"-828"-16,-9 18-109 0,-4 3 21 15,-2-2 5-15,4-2-46 16,1-8 38-16,4-8-39 16,6-3 20-16,5-6-10 15,5-4 2-15,-1-2 36 16,11-2-22-16,-1 0-44 16,1 2 42-16,-2-2-48 15,4 4-17-15,6 0 17 16,8 4 9-16,4 6 6 15,8 0-15-15,-3 4 0 0,-3 2 6 16,1-4-6 0,0 4-7-16,-7-2 7 15,-4-2-1-15,-1 4-32 0,-10 3-240 16,-35 29-457-16</inkml:trace>
  <inkml:trace contextRef="#ctx0" brushRef="#br0" timeOffset="203748.62">14376 5506 1319 0,'0'-8'338'16,"0"4"-200"-16,0-4-92 0,0 4 38 0,0 0 35 0,0 4-14 0,-2 0-8 0,2 2-28 0,-2-2-16 0,2 0 29 0,-2 2-52 0,-1 0-22 0,3-2-8 0,-2 4 0 0,0 2-3 0,2 10-3 0,-4 10 12 15,1 6 37-15,3 6-43 16,0 2 2-16,5-1 4 16,-1-1-5-16,3 2-1 15,-1-2 0-15,1-2 10 16,2-2-7-16,-4-4-3 15,-1-2-1-15,0-8 1 16,-2-2 1-16,1-6 0 16,-3-3-1-16,2-5-81 15,3-4-93-15,22-43-1250 16</inkml:trace>
  <inkml:trace contextRef="#ctx0" brushRef="#br0" timeOffset="204116.23">14885 5631 1549 0,'-3'0'313'0,"3"0"-185"16,-6 0-2-16,6-3 25 16,0 6-23-16,0-3-85 15,0-3 38-15,3 6-45 16,0-6-35-16,4 3 12 15,6-1 1-15,5-3-13 16,11-5-1-16,2 5-18 16,3 0-83-16,-3 2-214 0,11 0-380 15</inkml:trace>
  <inkml:trace contextRef="#ctx0" brushRef="#br0" timeOffset="204389.71">14945 5765 1666 0,'0'0'232'0,"2"2"-194"16,0 0-20-16,2 0 34 16,5 0-14-16,3-2 26 15,7 0-41-15,4-4-22 16,10 0-2-16,5-8-164 15,53-23-863-15</inkml:trace>
  <inkml:trace contextRef="#ctx0" brushRef="#br0" timeOffset="204809.97">15336 5550 1500 0,'0'0'478'0,"-2"0"-420"15,2 0-49-15,0 2 137 0,2-2-76 16,-2-2-58-1,2 2-3-15,4 0 3 0,0 0 11 16,7 2-23-16,12 0 6 16,2-2 22-16,2 0-28 15,2-2 11-15,-2 0 3 16,-4 0-13-16,-4-4 26 16,-3 5-27-16,-7-2 0 15,-6 3 12-15,-3 0-12 16,-4 3 13-16,-1-2 44 15,1 1-37-15,-2 2 11 16,4-2-31-16,-2 4 0 16,0 11 14-16,-3-2-13 15,-1 10-1-15,-2-2 0 0,2 1 6 16,-3 1 2-16,-3 1-8 16,0 2 0-1,-1 0-11-15,-10-2 11 0,-2 2-150 16,-2-2-136-1,-44 20-208-15</inkml:trace>
  <inkml:trace contextRef="#ctx0" brushRef="#br0" timeOffset="206590.57">16063 5859 1230 0,'0'0'339'0,"0"-4"-225"0,-2 4-9 0,2-2 41 0,0 2-28 0,0 0 8 0,-2 0 2 0,2 0-38 0,0 0 33 0,0 0-72 16,0 2-41-16,0 2-10 0,0-2-3 0,0 8-25 0,2 6 20 0,4 6 16 0,3 3-5 0,7-2-3 0,-3-1-2 0,3-8 1 15,-3-1 1-15,-1-8-13 16,-4-2-7-16,-1-3 20 16,-3-3 3-16,8-5-1 15,-3-7-1-15,-1-7 18 16,4-5-19-16,1 4 6 16,-2 2-12-16,0 5-19 15,0 6 14-15,5 6-1 16,-1 4-28-16,4 6 29 15,-4 8-10-15,1-2-9 16,-1 4 23-16,-3 2 7 16,-6-6 1-16,-2 0-1 15,1-4 11-15,-1-4-7 0,-4-1-4 16,4-3-2-16,-4-3-4 16,2 2 12-16,6-6-12 15,3-9-6-15,4-4-37 16,7-4 41-16,-1 2 5 15,1 6-18-15,-6 2 9 16,0 6-1-16,-6 6 2 16,-1 4 5-16,-3 2-6 15,0 0 12-15,2 0 0 16,-3 0 1-16,1-4 4 16,1 4 3-16,0-4 1 15,4-8-9-15,5-2 0 16,-1-4 19-16,1-6-18 15,-3 2 0-15,-2-6 17 16,-4 0-17-16,-2 0 38 0,-3-4-16 16,2 10-17-16,-4 1 97 15,-4 12-46-15,4 2-16 16,-2 3-29-16,2 0-5 16,-3 3-14-16,6 2-40 15,-1 14 47-15,4 3 3 16,3 6-3-16,3 2-1 15,3-2-5-15,3-2-5 16,-5 2-64-16,3-8-229 16,-7 4-690-16</inkml:trace>
  <inkml:trace contextRef="#ctx0" brushRef="#br0" timeOffset="206789.26">16404 5671 1998 0,'0'-3'266'0,"2"-1"-215"0,-2-1 31 16,4 0-67-16,-2 0-15 0,1-3-81 0,1-2-208 0</inkml:trace>
  <inkml:trace contextRef="#ctx0" brushRef="#br0" timeOffset="206923.81">16152 5685 1689 0,'13'4'196'0,"5"0"-151"0,18 2-45 16,86 2-214-16</inkml:trace>
  <inkml:trace contextRef="#ctx0" brushRef="#br0" timeOffset="207413.9">16861 5883 1727 0,'8'-4'173'0,"6"2"-119"15,13-4 34-15,4-2 31 16,0-4-59-16,0-2-42 16,-1 0 58-16,-9 2-71 15,2-2-5-15,-10 8-6 16,-7 4 0-16,-6 4-3 15,-6 0-28-15,-3 8 11 16,-8 6 26-16,-6 8 1 16,3 2-1-16,2-2 0 0,13-4-15 15,8-2-18-15,8-6 5 16,11 0 22-16,0-8-5 16,7-2 13-16,0-6-2 15,-6-6 21-15,-5 2 3 16,0-6 21-16,-3 0-8 15,-4-6-22-15,-2-2 26 16,-3 2-36-16,-1 0-4 16,-2 4 15-16,-3 2-16 15,0 4-1-15,4 0-20 16,1 4 9-16,-3 4-6 0,-2 2 4 16,2 0-79-1,4-2-21-15,2 2-90 16,5-2-1434-16</inkml:trace>
  <inkml:trace contextRef="#ctx0" brushRef="#br0" timeOffset="-189154.13">3169 10108 966 0,'-2'0'295'0,"2"0"-187"0,0-2-6 0,0 2 3 0,0 0-10 0,0 2 22 0,0-2-72 0,0-2-3 0,0 2 4 16,0 0-5-1,0 0-1-15,0 0-28 0,0 0 2 16,0 0 35-16,0 0-26 15,0 0-10-15,0 0 4 16,0 0-10-16,0 0 4 16,0 0-11-16,0-2 0 15,2 2 1-15,4 0-1 16,2-2-1-16,0 2 0 16,3-2 1-16,1 0 9 15,3 0-9-15,-1-4 0 16,-1 4-2-16,3-2 2 0,-1 2-7 15,5-2 7-15,-2 0 2 16,4-2 5-16,-1 0-7 16,1 2 0-16,-2 0-9 15,2 0 9-15,-5-4-8 16,6 4 7-16,-5 2 2 16,-1 0 0-16,4 0-1 15,-1 0 0-15,2 0-8 16,-2 0 8-16,3-2 0 15,-4 2-6-15,4 0 12 16,-3-2-10-16,3 0 4 16,-2-2 0-16,2-2 3 15,-1 0-3-15,2 0-7 16,1-2 7-16,-3 2 1 0,-1 0 3 16,-2 0-4-16,-3 4 0 15,2 0 2-15,-2 2-2 16,-1 0-7-16,-1 0 7 15,-4 0 1-15,1 2 9 16,5 0-10-16,-5 0 0 16,1 0-4-16,1 0 4 15,1 0-8-15,-1 2 8 16,-1 0 10-16,3-2-10 16,0 2-5-16,1-2 5 15,1 2 13-15,3-2-13 16,-1 2-8-16,-2-2 7 15,3 0 2-15,-3 2 0 0,6 0-1 16,-3 2 1-16,3 2 3 16,-4-2-4-16,4 2-6 15,-3 0 5-15,2-2 2 16,-2 4 5-16,1-2-6 16,-2 2 0-16,4 2-2 15,-5-2 2-15,1 4-3 16,-5-4 3-16,-1-2 0 15,-2-2 0-15,1 2-1 16,-4-6 2-16,1 0 5 16,-2-4-6-16,4 2-9 15,-4 0 9-15,1 0 6 0,2 0-6 16,-4 2 0-16,5-2 0 16,-3 4 1-1,-4-2-1-15,2 0-3 0,1 0 3 16,-1-2 0-16,6 0 1 15,-1-2-2-15,-2 2 3 16,0-4 4-16,4 4-6 16,-2 2-6-16,-1-2 6 15,-2 0 0-15,4 2 0 16,-3-2-1-16,-1 0 2 16,1 0 8-16,5-2-9 15,-4 2-3-15,3-4 3 16,1 4 0-16,0 0 0 0,4 0 0 15,-8 2 6 1,2-2 12-16,-3 2-12 16,-1-2-6-16,-1 0 35 0,0 0-11 15,2 0-12-15,-3 2-11 16,2-2 13-16,-2 2 14 16,1 0-28-16,-3-2 0 15,-2 2 18-15,3 0-5 16,-3 2-5-16,-2-2 1 15,2 2-2-15,-1-2 34 16,2 2-41-16,2-2-2 16,-2 2 2-16,1 0 6 15,-2 0 6-15,0-2-12 16,3 2 0-16,-5-2 6 16,2 0-6-16,0 0-6 15,0 0 6-15,-2 2 0 0,1-2 1 16,6 2-1-16,-7 0 1 15,2 2 22 1,0-2-23-16,0-2-4 0,0 2 4 16,0 0 12-16,0-2-12 15,1 2 0-15,-1-2 0 16,0 2 1-16,2 0-1 16,-3 0-4-16,6 2 4 15,-5 4 4-15,2-4-4 16,3 2 0-16,-3 2 0 15,0 0 1-15,-2-4-1 16,4 0 0-16,-2-2 1 16,-2 0-1-16,0 0-1 0,0 0 0 15,1-2 1-15,-3 0 3 16,0 0-3 0,0 0 0-16,0 0 16 0,0 0-15 15,0 0 0-15,0 0-1 16,0-2 0-16,0 2 6 15,2 0-6-15,0 2-3 16,0-2 2-16,2 0 2 16,0 0 0-16,0-2-1 15,-2 4 0-15,0-2 5 16,0 0-5-16,3 0-8 0,-3 4 8 16,2-2 2-1,-2-2 4-15,3 2-12 0,-4-2 12 16,2 0 3-16,0 2-9 15,-3-2-11-15,0 0 11 16,4 2 0 0,-4-2-1-16,3 0-6 0,-3 0 7 15,0 0-2-15,0 0 2 16,2 0 0-16,0 0 2 16,-2 2 3-16,2-2-4 15,-2 2-2-15,0-4 9 16,2 2-4-16,-2 0-4 15,0 0 0-15,0 0-6 0,0 0 6 16,0 0-1 0,0 0 1-16,0 0 0 0,0 0 7 15,0 0-7 1,0 0 0-16,0 0 26 0,0 0 7 16,0 0-23-16,0 0 2 15,0 0-6-15,0 0 24 16,0 0-30-1,0 0 0-15,0 0 0 0,0 0 0 16,0 0-5-16,0 0-76 16,-18 22-197-16,-57 34-796 15</inkml:trace>
  <inkml:trace contextRef="#ctx0" brushRef="#br0" timeOffset="-187624.83">21878 8175 1580 0,'-2'0'287'0,"2"0"-89"0,-2 0-60 0,2 0-12 0,0 0 4 0,0 2-41 0,0-2-5 0,0 0-59 0,-2 6-24 0,-3 6 70 0,0 8-71 0,-1 8 0 16,-5 4 19-16,-7 8-3 15,3-1 4 1,-3-1-20-16,7-6 0 0,1-2 1 16,10-6-1-16,4-6-15 15,8 2 14 1,11-6-14-16,5-6 1 0,13-8-29 15,3-10-26-15,9-6 45 16,-1-6-47-16,-6 0-10 16,-6 0 60-16,-3 0 21 15,-15 4 5-15,-2 2-5 16,-12 8 0-16,-6 0 87 16,-2 4-18-16,-2 4 21 0,0 2-20 15,0 0-34-15,-2 2-14 16,-3 14-22-1,-7 10 0-15,3 10 16 0,3 6-16 16,3 0 0-16,5-4 6 16,3 1-5-16,3-4-1 15,-4-5-12-15,3-7-150 16,-5-5-189-16,-9-10-740 16</inkml:trace>
  <inkml:trace contextRef="#ctx0" brushRef="#br0" timeOffset="-187393.22">22330 8398 249 0,'-2'0'2221'0,"-2"0"-1935"16,-1 2-188-16,3-2 8 0,0 1-106 0,2 4-12 0,-2-3-36 0,-5 4-150 0,5-2-392 0,15-10-1169 15</inkml:trace>
  <inkml:trace contextRef="#ctx0" brushRef="#br0" timeOffset="-186936.8">22718 8289 1382 0,'0'0'823'0,"-2"-1"-667"15,2-5-54-15,0 3-2 16,0 2 32-16,-2-2-87 15,0 3-30-15,-5 4 12 16,-7 6-10-16,-6 4-17 0,-8 8-1 16,1 4 1-16,4 5 9 15,13-12-9-15,4 2-30 16,12-7 12-16,2-8-3 16,7-4-11-16,1-4 23 15,5-4 9 1,0-8-13-16,-2 0 13 0,-2-6-14 15,-3-3 14-15,-6 4 13 16,-1 1-7-16,0 5 23 16,-7 5 1-16,0 7 72 15,0 2-69-15,-3-1-32 16,6 7-1-16,-6 4 0 0,6 14-4 16,-3 11 2-1,5 4 4-15,5 2-28 0,4 0 7 16,6-6-200-16,-6 2-319 15,5 36-1256-15</inkml:trace>
  <inkml:trace contextRef="#ctx0" brushRef="#br0" timeOffset="-186642.68">22134 9188 1956 0,'0'-2'457'0,"2"0"-296"0,6-4-41 0,11-3 55 0,10-4-98 0,9 1-40 0,9-4 4 0,4-2-17 0,3 0-18 0,-5 0-6 0,-5 0-83 0,-11 5-79 16,-8 5-195-16,-14 8-171 15,-33 34-235-15</inkml:trace>
  <inkml:trace contextRef="#ctx0" brushRef="#br0" timeOffset="-186502.56">22205 9336 527 0,'0'0'1655'15,"-2"0"-1175"-15,2-2-323 0,12-2-65 16,15-4 29-16,17-10-76 16,25-6-45-16,14-8 0 15,8-6-169-15,109-54-771 16</inkml:trace>
  <inkml:trace contextRef="#ctx0" brushRef="#br0" timeOffset="-179474.25">22059 9154 1402 0,'0'0'276'0,"0"0"-236"0,4 2 22 0,1 2 14 0,3 4-1 15,4-4 32-15,5 4-16 0,2 0 34 0,4 0-40 0,2 0-7 0,4-2 14 0,2 2-34 0,4-4 11 16,13-2-10-16,8 0-5 16,11-4-11-16,6-2-14 15,7-4-28-15,5 0 39 16,-3-4-40-16,-1-6 0 16,-6-2 15-16,-5-4-6 0,-8-2 10 15,-7-3-19-15,-6-3 8 16,-8 0 11-16,-1-2-19 15,-11-2 0-15,-10 2 5 16,0-2-4-16,-9 6 8 16,-2 0-9-16,-4-5 0 15,-2 2 5-15,3-6-5 16,-3-2-8-16,0 4 7 16,0-1 1-16,-4 4 0 15,2 2-1-15,-4 0-3 0,-1 4-10 16,0 0 14-1,1-5-13-15,-5 4 12 16,3-3 0-16,-6-5-6 16,-5 1 7-16,2-2 0 0,-10 0-15 15,0-4 14-15,-8 2-16 16,-7 4 7-16,-5 2-2 16,-7 3 4-16,-4 6 7 15,-1 7-14-15,-10 7 3 16,-4 4 12-16,-12 7-21 15,-8 2 20-15,-12 3 0 16,-5 2 0-16,-75 4-5 16,-25 12 9-16,-22 13-5 0,88-6 2 15,84-12-6-15,9 0 6 16,5 0 0-16,-43 26-1 16,11 6-11-16,12 12 12 15,4 7 11-15,10 3-11 16,11 4-11-16,10 8 11 15,10 1 9-15,13 3-8 16,8 2-1-16,16-6 6 16,16-2 12-16,18-5-18 15,20-11 0-15,17-10 11 16,12-6-10-16,3-8 2 16,-1-12-3-16,1-10-99 15,-4-14-136-15,151-52-528 16</inkml:trace>
  <inkml:trace contextRef="#ctx0" brushRef="#br0" timeOffset="-178909.53">23661 8704 1802 0,'-2'-1'213'0,"2"-2"-45"0,0-1-28 0,0 1-68 0,0-1 39 0,2 0-18 0,2 0-24 0,1-2-30 0,5-9-32 0,4 4 34 0,6-6-34 15,2 2-7-15,5 0 12 16,2 1-7-16,0 4-4 0,0 0-2 15,0 6 3 1,-7 4-16-16,0 12 14 0,-8 12-31 16,-7 21 31-16,-7 10 5 15,-7 10-4-15,-9 1-1 16,-4-6 6-16,3-6 5 16,-4-6-11-16,4-8 0 15,-1-5 4-15,7-6-4 16,1-4 0-16,6-3 0 15,2-4-30-15,4 2-92 16,4 0-190-16,6 0-1 16,19 22-281-16</inkml:trace>
  <inkml:trace contextRef="#ctx0" brushRef="#br0" timeOffset="-178708.31">23894 9467 1269 0,'-2'1'286'15,"2"2"-61"-15,0-3-31 16,0 0-17-16,0 0 37 16,0-3-44-16,0 2-5 15,0-3-39-15,0-2-63 16,-2-7-23-16,0 1-40 16,-2-3-45-16,-8-3-69 15,-1 4-341-15,-45-21-772 16</inkml:trace>
  <inkml:trace contextRef="#ctx0" brushRef="#br0" timeOffset="-174069.94">14601 6124 1270 0,'9'-2'78'0,"0"-4"-78"0,7 0-34 0,4-2 17 0,0-2-68 0,-1 4-79 0,-5-1 113 0,-3 6 44 0,-9-2 7 16,-2 6 115-1,-6 1 26-15,-7 2 36 0,-8 6-46 16,-3 0 26-16,-5 4-13 16,1-4-39-16,3 0 0 15,7-6 30-15,9-4-36 16,7 0-31-16,2-4-26 16,4 0-42-16,1-2-21 15,5-4-53-15,6-6-122 16,4-4-38-16,36-30-368 15</inkml:trace>
  <inkml:trace contextRef="#ctx0" brushRef="#br0" timeOffset="-166984.25">21771 9818 1164 0,'-2'-3'313'0,"0"3"-235"0,-1-1-27 0,1 1 11 0,-4-3-20 0,4 3 13 0,0-4-22 0,-4 4 8 0,2-1 7 0,0 1-24 15,-1-3 25-15,1 3-8 16,0-2-7-16,-3 2 29 15,-5-1-27-15,4 1-10 16,-4-3-7-16,-3 2-5 16,-1 1 40-16,-4-3-39 15,-6 6-9-15,-3-2 49 16,-3 3-20-16,-5 6-2 16,-4 4 7-16,-1 4-29 0,0 8 14 15,3 3-24 1,8 3-1-16,12 2 32 0,7-4-31 15,12 2 6-15,10-4-7 16,3-4 6-16,7-4 0 16,7-6-6-16,0-4 0 15,2-8 19-15,2-4-7 16,2-8-7-16,1-4 6 16,-3-6-10-16,0-6 18 15,-4-4-13-15,-10 0-6 16,1-6 42-16,-11-4-41 15,-5-4 18-15,-2 1 7 16,-4 3-13-16,-1 4 10 0,-1 8-23 16,3 4 1-1,1 4 46-15,2 8-35 0,2 0-11 16,-2 6 22-16,0 4-6 16,0 2-2-16,0 4-15 15,0 8-38-15,3 18 38 16,-1 10 9-16,9 18 5 15,-3 0-3 1,6 1-10-16,4-9 19 0,-2-4-20 16,-3-10 1-16,1-4-10 15,-6-6 1-15,-4-4-176 16,-1-6-310-16,-18 6-1200 0</inkml:trace>
  <inkml:trace contextRef="#ctx0" brushRef="#br0" timeOffset="-166673.15">21903 10020 1041 0,'-3'0'891'0,"3"0"-648"0,-4 0-139 0,4 0 29 0,-2 0-4 0,2 0-84 0,2 2-44 0,-2-4-1 0,3 2-27 15,-3 2-283-15,-5-6-1008 16</inkml:trace>
  <inkml:trace contextRef="#ctx0" brushRef="#br0" timeOffset="-166503.3">21869 10164 2235 0,'0'0'324'16,"0"0"-254"-16,0 4-70 0,0-4 0 15,-2 0-236-15,-20-22-560 16</inkml:trace>
  <inkml:trace contextRef="#ctx0" brushRef="#br0" timeOffset="-165047.75">21519 6695 1340 0,'-2'2'162'0,"-2"0"-147"0,0 1-7 0,-4 2-8 0,6-1-37 0,0 5-113 0,-5-2-980 0</inkml:trace>
  <inkml:trace contextRef="#ctx0" brushRef="#br0" timeOffset="-164899.56">21791 6806 1652 0,'-2'9'0'0,"2"18"-534"15</inkml:trace>
  <inkml:trace contextRef="#ctx0" brushRef="#br0" timeOffset="-164703.95">21920 7124 1974 0,'3'0'0'0,"-1"3"-63"16,29 6-260-16</inkml:trace>
  <inkml:trace contextRef="#ctx0" brushRef="#br0" timeOffset="-164471.45">22498 7086 2250 0,'-2'0'231'0,"2"0"-172"15,-5-2-37-15,5 2-22 16,2 0-6-16,-2 2-142 16,5 0-146-16,-5 2 30 15,0 8-482-15</inkml:trace>
  <inkml:trace contextRef="#ctx0" brushRef="#br0" timeOffset="-164301.47">22921 7113 780 0,'-2'-3'1201'15,"2"6"-1201"-15,-5-3-153 16,-4 23-119-16</inkml:trace>
  <inkml:trace contextRef="#ctx0" brushRef="#br0" timeOffset="-161207.78">21559 7245 1269 0,'5'0'120'0,"0"-2"-95"0,3 2 34 0,7-3-22 0,-3 2-4 0,1-5-23 0,5 4-10 0,-2 0 0 0,33-2-240 0</inkml:trace>
  <inkml:trace contextRef="#ctx0" brushRef="#br0" timeOffset="-161030.86">21738 7172 1673 0,'-5'-1'370'0,"3"-2"-263"0,-2-2-77 16,2 5 7-16,4 0-10 15,-2 0-27-15,2 0-33 16,2 0-102-16,5 0-78 16,9-3-76-16,47-12-922 15</inkml:trace>
  <inkml:trace contextRef="#ctx0" brushRef="#br0" timeOffset="-160839.79">22028 6910 1836 0,'-2'-2'211'16,"-1"2"-151"-16,-2-2-30 16,3-2-18-16,2 4-4 15,2 0-16-15,0-2-37 16,8 2-61-16,1-2 1 16,9-2-30-16,4-2-99 15,34-32-262-15</inkml:trace>
  <inkml:trace contextRef="#ctx0" brushRef="#br0" timeOffset="-158842.25">21437 6739 1055 0,'-3'-4'215'0,"1"3"-127"0,0-4 40 0,0 1 23 0,0 0-74 0,-2 0-11 0,-3 2-18 15,0-2-2-15,2 2-10 16,-1 0 8-16,1 0 32 15,-1 2-4-15,2 2-31 16,-10 2 10-16,-3 9-38 16,-8 8 14-16,-2 8 17 15,0 4-11-15,9 2-6 16,7-3-27-16,9-6 0 16,2-6 23-16,4 0-22 15,8-6 6-15,-3-4 19 16,4-4-1-16,5-2 20 0,4-4-4 15,4-2-26-15,1-4 25 16,4-4-40-16,-2-2 0 16,-4-2 2-16,0-2-1 15,-6-4 4-15,-1 0-5 16,-7 0-14-16,-6-2 13 16,-2 4-31-16,-11 0-7 15,0 0 24-15,-3 0 15 16,-8 3 5-16,4 1-5 15,-5 7 0-15,5 0-12 16,-1 5 12-16,-5 7-15 16,2 4 14-16,-6 11-4 15,-4 9 5-15,7 8 0 16,7 0 1-16,3 1 11 16,12-4-12-16,12-2 0 0,-2-4 9 15,9-6 1-15,0-6 7 16,1-4 2-16,5-8-17 15,-2-4 37-15,0-10-32 16,0-4-5-16,-3-4 13 16,-5-4-14-16,-1-4-1 15,-11 0-21-15,-13-4-33 16,-1 3 29-16,-11 8-2 16,-12 9 3-16,-3 6 24 15,-5 12-1-15,3-1 0 0,6 8-5 16,11 1 6-1,6 0 28-15,10-2-28 0,3 2 0 16,8 0 3-16,3 0 4 16,8-2 2-16,4-2 5 15,7-6-13-15,0-4 43 16,-3-4-25-16,1-2-11 16,-8-8 2-16,-3 2-8 15,-1-2 7-15,-9 4-9 16,-4 0 7-16,-4-4 5 15,-2 4-12-15,-5 0-12 16,-1-2 12-16,-1 6 2 16,-3-2-1-16,3 4-1 15,1 0 6-15,4 2-4 16,-1 0-2-16,7 0-14 0,-2 0 14 16,-1 4-66-16,0 4-163 15,-1 6-80-15,-3 10-271 16</inkml:trace>
  <inkml:trace contextRef="#ctx0" brushRef="#br0" timeOffset="-158508.65">21339 6942 2028 0,'0'0'227'0,"0"0"-142"0,0 0-25 0,0 0-30 0,0 0-30 0,2 0-51 0,0 2-106 0,-6 26-218 0</inkml:trace>
  <inkml:trace contextRef="#ctx0" brushRef="#br0" timeOffset="-157375.41">23794 7178 1514 0,'-2'0'223'0,"-2"-1"-166"0,2 1 5 0,-4 0 14 0,0 0-43 0,-3 1-6 0,-4 3 3 0,-9 7-10 0,1 0 23 15,4 3-22-15,3 1-6 16,6-1 5-16,5-3-2 15,3 2-6-15,5-5-12 16,1 2 7-16,3-4 17 16,7-2 0-16,4-4-22 0,-2-2 11 15,4-2 17 1,-7-2-30-16,-1-6-21 0,-9 0 21 16,-8-2 10-16,-7-2-10 15,-4 1-12-15,-7 1 12 16,-2 5 5-16,-7-1 16 15,4 6-2-15,1 4-13 16,5 1 18-16,7 3-24 16,6 3-9-16,3-1-1 15,2 2 1-15,4-2-57 16,9 16-219-16</inkml:trace>
  <inkml:trace contextRef="#ctx0" brushRef="#br0" timeOffset="-154122.53">22622 10140 1605 0,'0'4'537'0,"5"-2"-534"0,3 5 26 0,11-2-26 0,3 1 21 0,4-2-17 0,5-10 1 15,4-2 7-15,0-6 1 16,3-2-16-16,-1-4 1 15,-3-2 11-15,-7-2-12 16,-9 4-6-16,-12 2 6 16,-6 6 0-16,-8-2 0 15,-13 6-15-15,-8 4 15 0,-11 4 4 16,-11 8-2-16,-1 6 8 16,0 8 11-16,2 4-10 15,8 4 7-15,7 2 31 16,8 3-22-16,11-3 32 15,11-1-35-15,10 4-3 16,9-7 16-16,9 0-11 16,12-4 2-16,7-6-11 15,4-2-17-15,5-12-24 16,1-8-225-16,66-38-409 16</inkml:trace>
  <inkml:trace contextRef="#ctx0" brushRef="#br0" timeOffset="-153766.45">23094 10120 1710 0,'10'2'205'0,"5"0"-140"0,8 6 1 0,8 9 55 0,-2 2-11 0,-4 7-73 0,-4 6 40 0,-7 0-56 0,-7 4-2 0,-5-5-2 0,-2-9-10 16,-5-8-5-16,3-10 7 15,0-2 12-15,0-8 87 16,0-8-42-16,-1-8-33 15,3-9 1-15,3-6 0 16,3 1-34-16,3 1-9 16,4 5-33-16,1 9-60 15,2 3-159-15,39-1-316 16</inkml:trace>
  <inkml:trace contextRef="#ctx0" brushRef="#br0" timeOffset="-153418.12">23466 10171 1391 0,'0'1'756'0,"0"-1"-711"15,4 4-45-15,2 9-8 16,1 5 8-16,5 8 35 15,2 6-13-15,-1-3 16 16,-2 2-17-16,1-1-20 16,-8-2 32-16,-4-8-33 15,-2-4 0-15,-2-8 15 16,2-4-3-16,-1-4 5 16,-5-6 29-16,3-2-28 0,-2-10 41 15,3-8-13-15,2-6-46 16,2-4 0-16,6 4-7 15,3 6-98-15,9 1-125 16,1 10-218-16,45-7-535 16</inkml:trace>
  <inkml:trace contextRef="#ctx0" brushRef="#br0" timeOffset="-153120.52">23755 10243 1549 0,'-12'10'327'0,"3"2"-251"0,-7 10-32 16,5 2-19-16,5 0-14 16,8-6 20-16,11-2-2 15,5-6 14-15,9-2 52 16,6-8-50-16,1-12-18 15,3-2-12-15,-5-8-14 16,-6-2 32-16,-7 0-33 16,-9 0-20-16,-10 0-13 15,-6 2-114-15,-17 5-52 0,-85 12-356 16</inkml:trace>
  <inkml:trace contextRef="#ctx0" brushRef="#br0" timeOffset="-152823.65">23910 10226 1911 0,'5'5'378'16,"3"0"-290"-16,11 8-26 15,0 5 53-15,4-2-43 16,-3 4-55-16,-7-4-16 0,-4 0 44 16,-2-10-29-1,-3-2-5-15,1-4 41 0,1-8 53 16,6-10 2-16,1-10-74 16,5-10-32-16,-3-7-1 15,-4-1-4-15,3 4-158 16,-8 4-327-16,-28-14-1056 15</inkml:trace>
  <inkml:trace contextRef="#ctx0" brushRef="#br0" timeOffset="-152473.25">23010 10814 2180 0,'5'-2'457'0,"3"-2"-415"0,15-2-27 0,8-2 2 0,13-2-7 0,8 2-10 0,2 2-1 0,-2 0-52 0,0 2-100 0,-14 2-190 0,5 10-403 15</inkml:trace>
  <inkml:trace contextRef="#ctx0" brushRef="#br0" timeOffset="-152291.85">22936 10979 1778 0,'0'1'555'0,"3"-1"-452"16,-1-1-80-1,7 2 58-15,6-2-33 0,14 1-6 16,13-4-42-16,10 0-27 15,2-3-317-15,50-14-1535 16</inkml:trace>
  <inkml:trace contextRef="#ctx0" brushRef="#br0" timeOffset="-145951.52">21653 11765 1074 0,'0'0'242'0,"0"0"-139"0,-2 2-47 0,2-2 64 0,2 0-30 0,-2 0-26 0,0 0 5 16,0 0-34-16,0 0-10 0,0 0-4 16,0-2-15-16,0 2 5 15,0 0 1-15,0 0-12 16,0 0 47-16,0 0-28 15,0 0 2-15,0 0 48 16,16 10-16-16,-1-6-17 16,1-3-24-16,9 4-12 15,-1-1 37-15,10-2-37 16,-1 0 0-16,7-2 7 16,0 0 5-16,5 0-11 15,3-2-1-15,6-4 1 16,6 4 11-16,-2-1-12 0,7 2 0 15,-5 1 0-15,0 0 1 16,2 0-1-16,-3 1-17 16,1 4 17-16,-4 1 14 15,-4-4-14-15,-2 3-1 16,-6-2 1-16,-3 1 13 16,-4 2 10-16,-1-2 4 15,-5 0-27-15,2-2 44 16,-4 0-32-16,3 0 3 15,-3 0 3-15,-5-2-2 16,3 2-16-16,0-2 0 16,-1 0 9-16,1 0 3 15,7 0-12-15,-5 0-3 16,7 0 2-16,-1 2 2 16,1-2-2-16,-3 0 1 0,-4 0 0 15,4 4 9-15,-2-4-9 16,1 2-11-16,-1-2 10 15,2 0 2-15,3 0-2 16,-1 0 1-16,-1 0 0 16,-6 2 6-16,-1-2-6 15,-6 2-8-15,-1 0 8 16,-5 2 1-16,1-4-1 16,-5 4 0-16,-4-4 0 15,-1 2 4-15,-4-2-4 16,4 0 0-16,-4 2 19 15,6-2 0-15,-1 4-10 16,-1-2-9-16,0-2 12 0,-4 0 4 16,2 2-16-1,-4-2-5-15,0 2 5 16,2-2 0-16,-2 0-1 0,0-2 0 16,0 2 2-16,0 0 2 15,-2 0-3-15,0 0 0 16,2 0 10-16,0 0-8 15,0 0-1-15,2 0-1 16,-2 0 7-16,0 0 8 16,0 0-15-16,0 0-12 15,-14-14-9-15,6 6-67 16,-1-4 14-16,-1 2 2 16,2-2 14-16,-3 3 31 0,1 2 6 15,-3-5 18 1,5 4 3-16,-2-2 9 0,6 2 9 15,-1-1 25-15,-1-2-34 16,2 3 26-16,1 1-11 16,3 1-12-16,0 5 34 15,0 1-8-15,0 0-4 16,-2 1 11-16,2-1-31 16,2 0 32-16,-2 0-17 15,-2-1-29-15,4 2 41 16,-2-1-41-16,3 5-11 15,5-1 11-15,1 4 1 0,5 3 26 16,5 2-27-16,-1-1 0 16,1-2 9-16,0 4-9 15,-1-5 0-15,-3 5-1 16,-1-3 2-16,-3 1 0 16,-4-6-1-16,-5 0-1 15,3-2-8-15,-5-2 9 16,0-2-6-16,-5 2 4 15,0 4 4-15,-3 4 67 16,-5 4-24-16,-7 0-15 16,1 2 25-16,-2-4-37 15,5 4-7-15,3-2-11 16,1-4 6-16,5-2 4 0,3-2-10 16,2-4-22-1,-2 0 21-15,-1 0-126 0,-2-4-136 16,-17-16-229-1</inkml:trace>
  <inkml:trace contextRef="#ctx0" brushRef="#br0" timeOffset="-144374.36">22373 12661 1305 0,'0'0'272'0,"0"0"-208"16,4 0-38-16,-2-2-10 0,7 2 29 0,1 0 90 0,0-2-70 0,1 2-29 0,1-2 7 0,1-2 7 15,1 2 32-15,-1-6-32 16,5 2-2-16,-3 0 1 15,6-6-23-15,-8 4-14 16,-3-2-5-16,0 0-5 16,-4 4-1-16,-10 0-1 15,-2-2-22-15,-6 1 20 16,-3 6 2-16,-6 2 0 16,-1 3 0-16,-2 7 12 15,4-3 35-15,-1 6-2 16,4 0-32-16,1 4 49 15,7 0-29-15,5-2-17 0,2 2-10 16,6-2 9-16,3-2 2 16,7-2-17-16,1-6-107 15,5-2-58-15,4-6-184 16,46-20-1242-16</inkml:trace>
  <inkml:trace contextRef="#ctx0" brushRef="#br0" timeOffset="-133222.98">5867 9544 1850 0,'0'0'282'0,"0"0"-221"16,-2 0-49-16,2 9-12 0,-2 1 35 0,-2 8 22 0,-4 8 3 0,2 6-9 0,-5 10 27 0,0 6-74 0,2 1-2 0,4-3 3 15,5-6-4-15,5-6-2 16,1-10-3-16,4-2 4 16,5-6-3-16,-1-8 3 15,5-2-14-15,10-8 4 16,2-6 10-16,3-8-15 16,-3-2 7-16,0-4 8 15,-4-3 1-15,-7 6-1 16,-5-2 0-16,-10 10 10 15,-5 4 22-15,0 7 43 16,-5 3-8-16,1 1-56 16,-2 10 25-16,-5 5-36 0,-3 8 0 15,1 0-1 1,6 0 1-16,3-3-11 0,4-4 11 16,0-2-126-16,0-4-144 15,-14 4-513-15</inkml:trace>
  <inkml:trace contextRef="#ctx0" brushRef="#br0" timeOffset="-133014.78">6258 9723 2261 0,'0'-2'354'15,"0"4"-275"-15,0-2-79 0,0 0-9 16,0 2 2-16,0 2-34 16,-6 6-86-16,4-2-80 15,-15 16-282-15</inkml:trace>
  <inkml:trace contextRef="#ctx0" brushRef="#br0" timeOffset="-132587.66">6609 9376 1997 0,'0'0'351'0,"0"0"-254"16,-4 2-83-16,-3 6-14 15,-2 5 0 1,-6 10 26-16,-3 5-26 0,5 5 10 16,6-9-14-16,7-5 4 15,2-6-2-15,3-9 1 16,-1-3 1-16,0-1 3 16,7-5 4-16,1-8-6 15,3-6 27-15,3-7-28 16,-3-1 1-16,-5-1 11 0,-4 10-1 15,-1 4 49-15,-5 10 15 16,0 4-56-16,-3 4-16 16,3 15-2-16,3 11-1 15,1 13 0-15,5 15 1 16,4 1 1-16,2-1-2 16,6 4-191-16,-10 2-155 15,-24 89-505-15</inkml:trace>
  <inkml:trace contextRef="#ctx0" brushRef="#br0" timeOffset="-132388.12">6092 10389 2012 0,'0'-2'363'16,"8"2"-285"-16,5-2 5 15,13-8-20-15,10-2 18 16,14-8 9-16,6-2-66 16,-2-2-24-16,-4 3-34 15,-11 10-245-15,-1 15-372 16</inkml:trace>
  <inkml:trace contextRef="#ctx0" brushRef="#br0" timeOffset="-132273.22">6106 10533 2375 0,'2'-4'351'16,"9"0"-228"-16,22-10-83 0,23-6-7 16,27-10-33-16,195-104-292 15</inkml:trace>
  <inkml:trace contextRef="#ctx0" brushRef="#br0" timeOffset="-122970.21">6553 15552 1564 0,'0'0'279'0,"0"0"-159"0,-2-5 41 0,2 2-34 0,0 3-41 0,0 0 5 0,0 0-26 15,0-1-23-15,0-2 12 16,0 1-20-16,0 2 38 16,0 0-34-16,0 0-13 15,0 0 31-15,0-4-25 0,0 4-11 16,-2 0 10-16,2 0-15 15,0 0 8-15,0 6-23 16,0 11 0-16,0 6 18 16,0 17-18-16,2 9 1 15,3-1-8 1,1-6 16-16,-1 0-9 0,-3-10 0 16,3-10-41-16,-3 0-41 15,0-4-265-15,-11 14-519 16</inkml:trace>
  <inkml:trace contextRef="#ctx0" brushRef="#br0" timeOffset="-121919.58">6507 16298 1342 0,'-2'0'240'0,"2"0"-78"0,-3 0-61 0,3 0 8 0,0 0-40 0,3 0-1 0,-3-4 31 15,0 3-33 1,4-4-23-16,3-3-13 16,1 0-10-16,6 2-2 15,-1-8-5-15,5 10-13 0,-2-4 28 16,0 2-28-16,1 6 0 16,1 2 8-16,-1 6-8 15,-1 6 0-15,-5 4-2 16,-7 4 2-16,-4 0-10 15,-2 1 10-15,-6-1-3 16,-3-4 3-16,-3-4 0 16,-1-2 0-16,5-6-1 15,4-6 2-15,4 0-2 0,4 0-12 16,2-4-74-16,6-2 0 16,5-2 54-16,1-1 25 15,3 8 2-15,4 1 8 16,-3 0-2-16,0 4 0 15,-2 6 7 1,-3 4 4-16,-7-2 13 0,-6 2 63 16,-10 4 7-1,-5-4 22-15,-5 8 25 0,-8-4-57 16,-3 0-20-16,-9 4-16 16,0-4-32-16,-2-6-15 15,7-2-2-15,4-6-14 16,10-8-23-16,4-4-137 15,4-2-70-15,8-8-231 0,20-36-399 16</inkml:trace>
  <inkml:trace contextRef="#ctx0" brushRef="#br0" timeOffset="-119201.27">6355 12017 1501 0,'0'0'291'0,"-2"0"-210"0,2-2-37 0,0 2-11 0,0 0 16 0,0 0-22 0,0 0 0 0,0 0 2 0,0 0-20 15,2 4 22-15,1 2 40 16,-1 0-2-16,0 4 40 16,0 2-52-16,2 3-13 15,-1 3 11-15,1 4-19 16,-3 6 5-16,8 2-2 15,-1 4-27-15,-1 2 48 16,-1 4-43-16,4 2-16 16,-4 0 12-16,1-4-4 15,3 4-9-15,0-2 0 16,1-1 7-16,-3 1-1 0,6-2-6 16,-3 0 0-16,1 6 6 15,-1 2 71-15,6 4-47 16,-3-2-17-16,1 1-11 15,-3 1 28-15,-4-2-29 16,3 2 7-16,1 0 11 16,-3-4-17-16,-1-2 5 15,2-1-14-15,-2-3 14 16,1-3 2-16,-2 4-9 16,0 1-4-16,-3-2 4 15,3 0 0-15,-3-2 1 0,0-2-2 16,6-2 2-1,-4 1 2-15,-1 1-3 0,-1 0 0 16,0 4 1-16,-1 4-1 16,1-2-7-16,-1 0 7 15,-1-4 0-15,-4-12 5 16,-1-2-5-16,-1-4 0 16,-1 3-1-16,1-5 1 15,2 4-2-15,-3-3-4 16,1 2 12-16,-6-1-18 15,4 2 12-15,0 0-12 16,-3 2 5-16,-1 0 4 0,0 4-18 16,1-4 10-1,-1 4 7-15,2 0 2 16,-1-4 2-16,0 0-6 16,2 0-4-16,1-2 5 0,-1 0-16 15,-2 2-3-15,2-2 6 16,-2 0 18-16,3 1 0 15,-1-1-2-15,-3 4 1 16,2-4 1-16,0 0-11 16,1 0 4-16,-1-2 13 15,2 0-8-15,-2 2 2 16,-3 0 0-16,1 2 11 16,-1 2-11-16,3-4-1 15,-2 1-8-15,1-1 9 16,3-3 1-16,0-1-1 0,2-4-2 15,2 3-4-15,2 1 7 16,0-8-1-16,0 4 0 16,2-4 6-16,2 4-7 15,0 0 1-15,-2-4 0 16,0 2-9 0,0-2 9-16,0 0 0 0,3 6 6 15,1-6-6-15,2 4 1 16,-2-2-1-16,-1 2 0 15,1 0 4-15,-2-2-4 16,-2-4-5-16,4 0 5 16,-2-2 1-16,-2 0 8 15,0-4-9-15,1 4 1 0,-1 2-2 16,0-4 1 0,0 2 0-16,0 2-2 0,0 1 8 15,0-4 5 1,-2 3-11-16,0-2 0 0,2 2 2 15,-2-4-2-15,0 5-1 16,3 1 1-16,-3 2 1 16,3-1 23-16,-3 6-24 15,0-7 1-15,0 2 9 16,0-11-10-16,-3 4 1 16,3-3 7-16,0-2-1 15,0 0 23-15,0 2-29 16,0-2 9-16,0 0 35 15,-3 4-43-15,3 0-2 0,-2-3 24 16,0 4-18-16,2-3 10 16,2-2-16-16,-2 0 0 15,0 0 21-15,0 2-21 16,2 2 0-16,4 0 35 16,-4 0 9-16,-2 0 20 15,0-2-29-15,0-2-34 16,-2 0 75-16,-1-2-31 15,-2 2-21-15,3 0 11 16,0 0-11-16,0 0-11 16,2 0-13-16,0 0 6 15,0 4 2-15,-2 2-8 16,0-2-12-16,2 0 10 0,0-2-5 16,2-2-23-1,0 0-48-15,2-2-36 16,-2 2-24-16,-10-2-456 15</inkml:trace>
  <inkml:trace contextRef="#ctx0" brushRef="#br0" timeOffset="-109015.28">15533 4608 2280 0,'0'0'330'0,"0"0"-262"0,-2-2 23 0,4 2 56 0,-4 0-57 0,2-2-4 0,-2 2-35 0,-2 0-12 0,4-2 3 0,4 2-41 0,-4-2 67 0,0 2-59 0,0 0-9 0,0 0 21 0,0 0-6 0,2 0-14 0,-2 0-1 0,2 0 11 16,-4 0-7-16,2 0-4 15,0 0 0-15,0 0 0 16,-2 0 5-16,2 0-4 16,0 0-2-16,-4 0 7 15,8 0-9-15,-4 0 3 16,0 0-9-16,0 0 9 15,0 0 1-15,0 0 0 0,0 0-2 16,0 0 2-16,0 0 5 16,0 0-6-16,0 0-7 15,0 0 7-15,0 0 0 16,0 0 0-16,0 0-6 16,0 0 15-16,0 0-12 15,0 0 3-15,0 0-1 16,0 0-1-16,-8 8 2 15,8-8-12-15,-2-2-6 0,2 2-70 16,0 0-31 0,-2 2-181-16,-7 2-258 0,-42 8-121 15</inkml:trace>
  <inkml:trace contextRef="#ctx0" brushRef="#br0" timeOffset="-107905.8">13091 4778 1584 0,'-3'0'343'0,"1"0"-263"0,0 0-58 15,2 2 25-15,0-2 26 0,0 0-2 0,2 0-50 0,0 0-5 0,1 0 10 0,-2 0-26 0,3 0 0 0,2 2 0 0,3 2 6 0,9-2 39 0,3 2-37 0,6-2-7 0,5-2 20 0,-3 2-7 16,6-2-14-16,1-2 0 15,0 0 6 1,-3 1 12-16,-6-4-18 0,-2 1-6 16,-12 2 6-16,-5 2 6 15,-5 0-6-15,-6 0 16 16,3 0-10-16,-2 2 44 16,0-2-31-16,0 0-13 15,0 0 32-15,0 0-17 16,0-2-3-16,2 2 3 0,-3 0-20 15,3 0 16 1,0 0-17-16,-5-2 0 0,-4 0-8 16,-3-2 8-16,-5 2-40 15,2 0-37-15,-1 0-28 16,3 2 59-16,2 0-26 16,0 0 12-16,2 2 19 15,7 0-17-15,0-2 29 16,2 0 14-16,2 0 8 15,-2-2-7-15,2 2 13 16,-2 0 1-16,0-2-9 16,0-2-68-16,-4-18-423 0</inkml:trace>
  <inkml:trace contextRef="#ctx0" brushRef="#br0" timeOffset="-106378.63">10530 5448 1477 0,'-2'0'367'0,"2"0"-251"0,-2 0-5 0,0 0 75 0,2 0 6 0,-2 0-68 0,0-2-38 0,-1 2 11 0,-1 0-29 0,-3 2-29 0,-4 4-39 0,-4 0 9 0,-1 8-11 16,-5 4 2-16,6 2-7 15,7-2 7-15,-2-4-8 16,8 1 8-16,4-8-15 16,2 1 15-16,4-5-12 15,0-2 12-15,1-1 0 16,3 0 0-16,3-1 11 16,-1-8 2-16,-1 5-2 0,0-4-10 15,-6 2 28 1,-3-3-29-16,-1 4 1 0,-6 1 20 15,1 2-21-15,-4 2-3 16,-2 0-19-16,-5 4 5 16,3 0 4-16,-4 6 4 15,1 4-8-15,3 2 11 16,8 2-19-16,6-4 7 16,6 0 4-16,3-3-10 15,1-5 14-15,5-1-4 16,2-5 8-16,1-7 6 15,-7 0 14-15,1-2 4 0,-3-4 0 16,-6 2-12 0,-3-4 46-16,-6 4-35 0,-2-3-5 15,-3 5 13-15,-4 0-24 16,0 2 12 0,-2 3-13-16,-4 2 9 15,5 0-10-15,-2 2 1 0,7 0-3 16,-1 2 3-16,3-2 0 15,3 2-2-15,0-2-4 16,0 2-7-16,0 0-17 16,-6 2-246-16,-17 12-374 15</inkml:trace>
  <inkml:trace contextRef="#ctx0" brushRef="#br0" timeOffset="-105570.95">10727 5279 2061 0,'0'0'278'0,"0"-1"-173"15,0 1-2-15,0-3 26 0,0 3-40 0,0-1-53 0,2 1-29 0,-2-3-7 0,2 3-75 0,0-4-76 0,1-3-215 0,21-14-179 0</inkml:trace>
  <inkml:trace contextRef="#ctx0" brushRef="#br0" timeOffset="-105289.21">10863 5324 1955 0,'-3'1'319'0,"3"-2"-203"16,-2 1 1-16,2 0 27 15,0-2-71-15,-2 2-53 16,2 2-20-16,0-2-272 15,-13 0-598-15</inkml:trace>
  <inkml:trace contextRef="#ctx0" brushRef="#br0" timeOffset="-105010.89">10950 5544 2126 0,'0'0'306'0,"-3"-2"-217"16,1 2-45-16,-2-1-44 16,-3-2-1-16,-4 1-90 15,-5 2-106-15,3 2-88 16,-16 10-285-16</inkml:trace>
  <inkml:trace contextRef="#ctx0" brushRef="#br0" timeOffset="-104748.7">10902 5682 901 0,'0'3'980'0,"-2"-3"-791"16,2 0-9-16,0 0 21 0,-2 0-13 15,2-3-65-15,-2 3-23 16,0-1-100 0,0 1-21-16,-3-2-175 0,-26-14-492 15</inkml:trace>
  <inkml:trace contextRef="#ctx0" brushRef="#br0" timeOffset="-104558.36">10678 5855 1479 0,'-3'0'1074'15,"1"0"-924"-15,0-2-69 16,0 2 45-16,-2-2-9 0,4 2-97 15,-2-2-20-15,2-2-42 16,-4-2-206-16,0-4-450 16,-25-12-557-16</inkml:trace>
  <inkml:trace contextRef="#ctx0" brushRef="#br0" timeOffset="-104365.61">10622 5911 2264 0,'0'0'309'16,"-2"-2"-199"-16,-1 2 25 16,1-2 22-16,0 2-59 15,2-2-16-15,0 2-82 16,2-4-23-16,-2 4-37 0,2 0-135 16,-2-2-302-16,3-6-315 15</inkml:trace>
  <inkml:trace contextRef="#ctx0" brushRef="#br0" timeOffset="-104215.74">10617 5966 1890 0,'-2'0'462'15,"2"0"-353"-15,0 0 7 16,-2-3 38-16,2 3-10 16,0 0-40-16,-2 0-46 0,2-2-52 15,0 2-6-15,0 0-42 16,2-2-136-16,2-2-91 15,1-6-98-15,4 2-16 16,0 0-91-16,-5-5-438 16</inkml:trace>
  <inkml:trace contextRef="#ctx0" brushRef="#br0" timeOffset="-104092.02">10633 5925 1475 0,'-2'4'616'0,"-1"-4"-283"0,-3 0-84 15,1-4-12-15,-3 2-96 16,-2 0-63-16,-1-3 5 15,-2-2-43-15,4-1-29 16,0 2-11-16,1 2-47 0,1 0-6 16,-3 0-148-1,4-2-123-15,0 4-49 0,3 0-84 16,6 2-121-16</inkml:trace>
  <inkml:trace contextRef="#ctx0" brushRef="#br0" timeOffset="-103939.18">10513 5911 1384 0,'-2'0'372'15,"0"0"-151"-15,-3 0 40 16,0 0-29-16,-1-2-47 16,1 0-53-16,1 0-65 15,0-2 14-15,2 2-75 16,-4-2-6-16,2-2-88 16,0-4-281-16,-11-22-501 15</inkml:trace>
  <inkml:trace contextRef="#ctx0" brushRef="#br0" timeOffset="-103777.39">10335 5934 2172 0,'-3'0'307'0,"3"0"-236"0,-2 1-56 16,2-1 10-16,2 0-25 15,-2-1 1-15,0 1-12 16,3 0-142-16,-6-18-438 15</inkml:trace>
  <inkml:trace contextRef="#ctx0" brushRef="#br0" timeOffset="-103532.05">10270 6011 2576 0,'-4'0'288'0,"2"0"-213"15,-4-1-44-15,2 1-4 16,2 0 21-16,2-3-27 16,-2 2-3-16,0-2-18 15,-9 2-85-15,-10-8-245 16,-72-21-605-16</inkml:trace>
  <inkml:trace contextRef="#ctx0" brushRef="#br0" timeOffset="-103265.77">10172 5925 2350 0,'-2'-2'497'0,"-1"2"-380"15,0-2-40-15,3 2 10 16,-1-4-27-16,1 0-47 15,1-4 5-15,-1-4-18 16,0 2-45-16,3-4 30 16,0 4-90-16,1-2-80 0,3 2-76 15,6-2-218 1,45-10 18-16</inkml:trace>
  <inkml:trace contextRef="#ctx0" brushRef="#br0" timeOffset="-103021.4">10388 5817 2231 0,'-2'0'360'0,"2"0"-223"15,-5-2-13-15,1 0 20 16,-1 0-63-16,-3-4-69 16,1 0-12-16,-2-4-88 15,-2-8-458-15,-23-54-741 16</inkml:trace>
  <inkml:trace contextRef="#ctx0" brushRef="#br0" timeOffset="-102818.5">10522 5797 2581 0,'-2'2'281'0,"-1"-2"-193"0,1 0-76 16,4 0-12-16,1-2-12 15,-1 0-127-15,2 0-29 16,2-4-99-16,6-6-92 16,6 0 10-16,60-30-238 15</inkml:trace>
  <inkml:trace contextRef="#ctx0" brushRef="#br0" timeOffset="-102636.46">10787 5793 735 0,'-12'8'1179'0,"-3"6"-1030"15,-16 14-46-15,-4 2 14 16,0-2 21-16,12-8-27 16,4-6-1-16,13-8-10 15,2-4-8-15,4-2-77 16,0 0 1-16,4 0-16 16,0-2-34-16,3 0 34 15,7 0 0-15,5-1 0 16,10-6-13-16,2 1-113 15,-4-2 9-15,-6 2 38 16,-13 6 14-16,-6 2 58 0,-4 8-14 16,2 4 16-16,-2 10-2 15,0 9 14-15,0 2 14 16,0-2-21-16,4-8 0 16,0-6 16-16,0-9 16 15,0-6 46-15,-2-2 48 16,2-2-45-16,-2-1 18 15,2 2-45-15,8-3-24 16,5-6 27-16,1 2-36 16,-3 2-9-16,-2-1 10 15,-8 6-20-15,-6 2 41 16,1 2-43-16,-5-3-24 16,3 6 18-16,-5 3 6 0,-11 12-27 15,-7 5-236-15,-27 20-456 16</inkml:trace>
  <inkml:trace contextRef="#ctx0" brushRef="#br0" timeOffset="-102271.75">11211 5789 1678 0,'-1'0'1287'0,"-1"0"-1067"16,-3 2-124-16,1 0 24 0,2-2-19 0,-2 2-38 0,1-2 28 0,3 0-61 0,-2-2-19 0,2 2 5 0,0 0-15 15,0-2 7-15,-2 0-8 0,2 2-21 0,-3 0 7 0,3 2-2 0,-7 2-16 0,-8 8 26 0,-9 10 6 0,-18 16-1 0,-14 11 1 0,0 2-44 0,4-2 43 0,15-8-56 0,10-10-15 0,18-7 6 16,9-4-10-16,9-4 13 0,9-6-51 0,11 0-110 0,75-28-476 0</inkml:trace>
  <inkml:trace contextRef="#ctx0" brushRef="#br0" timeOffset="-98078.55">11106 4918 913 0,'-3'-4'266'15,"-1"0"-122"-15,0-3-20 16,-6 0-73-16,1 3-9 16,1 3 9-16,0 1-49 15,4-2 22-15,0-1 28 16,2 2-17-16,2 1 1 0,-5 0-24 15,5-3-11-15,0 3 79 16,0 0-49-16,0 0-10 16,0 0-9-16,0 3-11 15,-2-3 38-15,2 0-24 16,-2 0 0-16,0 0 84 16,0 0-57-16,-6-3-31 15,0 3 10 1,-1 0-12-16,-5 0 13 0,3 0-22 15,0-4 0-15,-7 4 27 16,-1-1-27-16,-8 1-10 0,-2 0 9 16,-10 1 1-1,2-1 11-15,-3 0-11 0,4 4 0 16,3-4-4-16,8 3 4 16,1 1-15-16,1-1 14 15,-1 5 1-15,-3 2 5 16,3-3-5-16,1 1 0 15,6-6 6-15,-1 3-6 16,7-2-9-16,-3 1 9 16,-1-2 0-16,-1 4 0 15,1 2 0-15,-6 0 0 16,1 2 3-16,-2 2-3 16,-2 0 0-16,-1 2 0 15,-2 0 1-15,2-2-2 0,-1 2-2 16,0-2 3-16,-1 4 4 15,-2-2-4-15,4 2-7 16,-2 0 7 0,-2 4 0-16,4-2 0 0,0 4 0 15,-2 0 0-15,0 0-7 16,2-2 7-16,8 2-11 16,-6 3 11-16,7-3 0 15,1 0 6-15,-1-2-6 16,5-4 0-16,5 0-6 15,-2 0 6-15,2 0-4 16,-3 0 4-16,3 0 0 16,-1 0 2-16,-2 2-2 0,2 2 0 15,-4 0 7 1,3 0-7-16,0 3-12 0,2-4 11 16,-1 3 1-16,3-1 3 15,-2-3-3-15,2 2 0 16,4 0-7-16,4-2 7 15,0 4-6-15,2 0 6 16,-1 0 0-16,3 2 1 16,-3 2-1-1,-1 2 0-15,1 2 11 0,0-4-11 16,3 0-8-16,-4-2 8 16,5-1 1-16,5 0-1 15,-1 2 0-15,3-1 12 16,-1 2 7-16,1 0-19 15,-5 0 0-15,1 2 17 0,1-2-10 16,0 2-7-16,-2-8 0 16,8 2 11-16,-6-6 11 15,3 2-7-15,3-4 6 16,-1 0 15-16,2 2-34 16,-2-3 20-16,-3 1-22 15,1 0 12-15,-1 0 15 16,-1-2-27-16,3 2 0 15,-3-4-15-15,1 2 6 16,4-4 9-16,-4 2 0 16,7-4 2-16,1 2 22 15,-2 0-24-15,0-4 0 16,-3 2 7-16,-1-2 2 16,-1 4-9-16,-3-6 0 15,1 2 1-15,-1-2 6 16,1-2-7-16,1 0 0 0,4 0 12 15,-2-2-7-15,3 2-4 16,-3-2-2-16,4 0 2 16,-1-4 8-16,-5 4-9 15,6 2-12-15,-8-2 12 16,3 2 1-16,3 0-1 16,-1 0 0-16,3 2 1 15,-1 0 5-15,4-2-6 16,-2 4 0-16,3-2 0 15,2-2 0-15,-1-2 0 16,4-2-2-16,-2 0 8 0,-1 0 0 16,0 0-6-16,-5 0 0 15,5 0 3-15,-3-2-2 16,-4 0-1 0,5 2 0-16,-5-7 6 0,4 2-1 15,-4-1-5-15,7-7 0 16,-2 2 0-16,4-2 0 15,2-1 0-15,-5 0-9 16,2 0 20-16,2 2 1 16,-5 0-12-16,-3 0 0 15,-1 2 0-15,-2 0 9 16,0-4-9-16,-1 2 0 16,1 0 11-16,-1-2 19 0,-3 4-30 15,2-4 0 1,0 0 12-16,-1-2-12 0,3 3 7 15,0-2-16-15,-5 1 18 16,5-3 15-16,-4-1-24 16,1 0 1-1,-5 1 18-15,1 2-7 0,-6-2-12 16,1-4 0-16,-1 1 0 16,-2 0 41-16,2-2-41 15,-4-2-13-15,0 0 5 16,-4 0 16-16,0 2-7 15,-4-2-1-15,2 2 0 16,-2 1 5-16,-1 2-5 16,1 0 7-16,-2 4 1 15,0-2-8-15,1 2-1 0,-4-2-8 16,4-1 18-16,-2 4-6 16,1-2-3-16,1 0 0 15,-3 2 2-15,4 6-2 16,0 0-18-16,-1 2 16 15,0 0 2-15,2 0-1 16,-1 2 1-16,2-4 0 16,-1 2 2-16,-1-4-2 15,-2 1-3-15,2-2-5 16,-1 1 16-16,-1-1-13 16,0 1 5-16,0 3-1 0,-3-2-8 15,1 4 9-15,-3-4 0 16,5 1-2-16,-2-2 4 15,1 4 7-15,-1-6-9 16,-2 0 0-16,1 4 1 16,2-4-1-1,-5 4-5-15,4-2 4 0,-1 4 2 16,1-4 10-16,-3 2-11 16,5-2 0-16,0 0 4 15,0 2-4-15,-1-4-6 16,5 6 5-16,-1 0 2 15,-1 4 9-15,1-2-10 16,-2 2-2-16,1-2-8 16,-7 4 10-16,5-2-12 15,2 2 12-15,-3-2 1 16,1 2 8-16,0 1-9 16,4-1 0-16,-5 3-6 15,2-2 6-15,-4 2-6 0,-2-5 0 16,1 3 12-16,2 2 0 15,-3-2-6-15,-4 3 0 16,5 0 0-16,0 0 0 16,-1 3-9-16,0-2 9 15,8 2 0-15,-2 1 0 16,3-2-2-16,2-2 2 16,2 0-31-16,-5 1 29 15,10 7-146-15,-5 1-41 16,2 7-12-16,2 32-314 15</inkml:trace>
  <inkml:trace contextRef="#ctx0" brushRef="#br0" timeOffset="-97004.31">11783 5418 892 0,'-4'-4'243'0,"1"2"-112"0,-1-4 35 0,1-2-13 0,-1 6 17 0,1-2-59 0,1 2-11 0,2 0-4 0,0 2 38 16,0 0-88-16,0 0-45 0,-2 2-1 0,4 2-1 0,0 8-8 0,8 8 1 0,-1 12 16 0,-1 6 11 0,3 7-19 0,1-5 0 0,-4-11 6 0,-1-8-6 15,-3-7 0-15,2-10 8 0,-2-4 19 0,-2-3 82 0,9-7-20 0,3-6-38 16,3-16 4-16,12-6-38 0,4-14-5 16,1-2-12-16,2-4 19 15,2-6-14-15,-1-2-5 16,-1 1-6-16,-1 9-9 15,-6 14 15-15,-10 18-12 16,-8 14 1-16,-9 8-85 16,-2 4-24-16,2 2-94 15,-2 8 53-15,3 2-19 16,-10 40-473-16</inkml:trace>
  <inkml:trace contextRef="#ctx0" brushRef="#br0" timeOffset="-93240.92">6244 5743 1027 0,'-2'0'62'0,"-1"0"-62"0,1 0-62 16,9 0-142-16</inkml:trace>
  <inkml:trace contextRef="#ctx0" brushRef="#br0" timeOffset="-92795.23">6300 5739 640 0,'2'-4'138'0,"-2"4"18"0,0-4-6 0,2 2 98 0,-2-2-110 0,0 2-72 16,0 0 19-16,0-1-34 0,-2 3 86 0,0 0-88 0,-1 0-43 0,-1 3 38 0,0-3-23 0,1 2 6 0,2-2 24 0,-5 4-32 0,-2 0 29 0,-11 10-27 15,-4 4-15-15,-4 6 48 16,2 2-54-16,10-2-1 16,10-2-6-16,7-10 14 15,2-4-22-15,8 0 15 16,1-8 0-16,3 0 50 16,2-4-40-16,6-6-4 0,-2 0 6 15,-4-4-11 1,-2 0 26-16,-5-4-27 15,-4 2 0-15,-5 4 15 0,-4 2-15 16,-2 4-21-16,-10 4 4 16,1 2 17-16,-5 4-9 15,-9 8-4-15,-7 4 13 16,5 2 4-16,5 2-4 16,11-6-19-16,11 0 7 15,4-4 12-15,6-2-20 16,3-4 7-16,7 0 13 15,3-6 37-15,2-2-31 16,4-6-5-16,0 0 14 16,-4-4-13-16,-3 0 21 0,-11 2-23 15,-5 4 0 1,-4 2 22-16,-4 4-22 16,-1 2-24-16,-1 0 15 15,2 0 9-15,-4 0 0 0,4 2-12 16,4 0-46-16,0 2 38 15,9 2-64-15,0 2-18 16,4 0-85-16,27-4-88 16</inkml:trace>
  <inkml:trace contextRef="#ctx0" brushRef="#br0" timeOffset="-92501.31">6244 5791 2030 0,'-2'0'228'0,"2"0"-143"0,-3 0-38 0,3 0 10 0,0 0-53 0,-2 2 2 0,2-4 29 0,0 2-35 0,0 0-24 0,0 0-108 16,-2 4-170-16,-18 20-414 0</inkml:trace>
  <inkml:trace contextRef="#ctx0" brushRef="#br0" timeOffset="-92321.23">6258 5899 2088 0,'0'-2'253'0,"2"2"-187"16,0-2-16-16,2 2 65 15,-4 0-96-15,0-2-18 16,0 2-2-16,0-2-19 16,0-2-143-16,0-4-202 0,-14-32-1068 15</inkml:trace>
  <inkml:trace contextRef="#ctx0" brushRef="#br0" timeOffset="-92172.41">6148 5849 2068 0,'-2'0'299'0,"2"-2"-188"16,-4 2-36-16,1 0-29 15,3 2 41-15,-4-2-87 16,1 0-18-16,6 0 16 15,-3 0-113-15,7 4-202 16,3 18-194-16</inkml:trace>
  <inkml:trace contextRef="#ctx0" brushRef="#br0" timeOffset="-91506.82">8006 5370 1536 0,'-4'-6'632'0,"-3"2"-464"0,3-8-153 0,4 12-9 0,0 0-6 0,0 0-12 0,0 0 3 0,-2 2-126 0,2 2-100 0,-10 24-139 0</inkml:trace>
  <inkml:trace contextRef="#ctx0" brushRef="#br0" timeOffset="-91340.86">7997 5506 2271 0,'-6'0'269'15,"1"-2"-194"-15,0 0-65 0,1 2 29 16,6 0-39-16,-2 0-28 16,0 0 1-16,-6 4-465 15,-70 16-1351-15</inkml:trace>
  <inkml:trace contextRef="#ctx0" brushRef="#br0" timeOffset="-91171.85">8068 6395 1862 0,'-2'-6'940'0,"4"2"-829"16,-2-7-110-16,8 9-2 15,2 2-76-15,6 2-154 16,4-2-15-16,42 3-289 0</inkml:trace>
  <inkml:trace contextRef="#ctx0" brushRef="#br0" timeOffset="-91009.29">8320 6591 2172 0,'-4'-4'375'0,"1"4"-230"16,-1-2-113-16,2 2-32 16,2 2 0-16,0 0-45 15,-2 10-178-15,-9 10-127 16,-41 50-665-16</inkml:trace>
  <inkml:trace contextRef="#ctx0" brushRef="#br0" timeOffset="-90831.31">7598 7066 2455 0,'-21'-7'351'15,"9"0"-283"-15,-13-5-61 16,15 10 13-16,7 4-20 16,3 0-141-16,5 0-156 15,8 2-347-15,19-16-818 0</inkml:trace>
  <inkml:trace contextRef="#ctx0" brushRef="#br0" timeOffset="-90621.66">7271 7403 2186 0,'-20'-2'379'0,"7"2"-256"0,-9-4-88 15,10 4-4-15,10 2-31 16,0 0-48-16,-7 6-64 15,0 8-356-15,-47 29-246 16</inkml:trace>
  <inkml:trace contextRef="#ctx0" brushRef="#br0" timeOffset="-90285.76">6620 7658 2306 0,'-22'-8'302'0,"9"4"-145"0,-16-10-104 15,18 10 23-15,6 2-76 16,3 0 0-16,0 0-193 16,-1-8-143-16,-43-49-588 15</inkml:trace>
  <inkml:trace contextRef="#ctx0" brushRef="#br0" timeOffset="-89742.75">5890 7391 2219 0,'-23'-12'321'0,"12"4"-188"16,-15-10-76-16,14 12-48 15,10 4-18-15,4 4-312 16,-6 12-542-16</inkml:trace>
  <inkml:trace contextRef="#ctx0" brushRef="#br0" timeOffset="-89425.38">5319 7389 2544 0,'-15'-16'284'0,"3"6"-158"0,-15-12-104 15,23 16-22-15,2 6-42 16,8 4-462-16,2 8-10 15,3 32-214-15</inkml:trace>
  <inkml:trace contextRef="#ctx0" brushRef="#br0" timeOffset="-89163.53">5724 7529 1645 0,'0'-12'1102'0,"-2"6"-952"0,2-8-28 15,0 12-76-15,0 2-31 16,0 2-15-16,-2-2-42 16,2 5 29-16,-2 0-176 15,0 8-153-15,-3 9 4 16,-11 48-292-16</inkml:trace>
  <inkml:trace contextRef="#ctx0" brushRef="#br0" timeOffset="-88994.5">6154 7590 2233 0,'0'0'339'0,"0"0"-111"16,0 0-134-16,0 0-29 15,3 0-13-15,-3 0-52 16,0-2 0-16,0 2-16 16,2 0-226-16,5 4-313 15,31-8-497-15</inkml:trace>
  <inkml:trace contextRef="#ctx0" brushRef="#br0" timeOffset="-88889.95">7187 7289 2282 0,'-3'-2'381'0,"3"-4"-212"15,-2 0-104-15,4 4 53 16,1 0-65-16,-1 2-19 15,-2-2 1-15,2 0-22 16,-2-8 22-16,2-7-35 16,2-6-96-16,1-13 36 15,-3-5-110-15,-2 0-124 16,-11-8-12-16,-7 7-58 16,-16 6 151-16,-12 12 24 0,-16 14 177 15,-14 10 12 1,-11 10 130-16,-3 8 28 0,-6 6 14 15,10 2-23-15,4 0 8 16,17-4-71-16,14-4-20 16,15 0 48-16,14 2-98 15,13 13-15-15,11 14 19 16,18 18-19-16,18 13 28 16,20 4-29-16,17-1 0 15,13-17 16-15,-1-14-16 16,-5-24-6-16,-11-16 5 15,-8-16 2-15,-17-16 26 0,-9-23-27 16,-16-21-178-16,-9-10-34 16,-14-4 8-16,-14 10 32 15,-9 10-68-15,-73-36-292 16</inkml:trace>
  <inkml:trace contextRef="#ctx0" brushRef="#br0" timeOffset="-82636.26">8251 4961 1491 0,'-2'-2'267'0,"0"-2"-180"0,-3-6-60 0,1 4 57 0,-2-6-39 0,-1 2 12 0,0 0-18 0,-6-5 10 0,1 1 70 0,-1 3-61 0,-5-1-23 0,-2 2 23 16,-4 1-57-16,-1 1-1 0,-8 3 25 15,-1-2-14-15,-3 3 1 16,-4-3-12-16,-1 2 0 15,-8 1 16-15,-2-1-16 16,-4 0 0-16,-7 1 14 16,1 8-8-16,0-2 16 15,4 4-22-15,2 2 2 16,7 2 5-16,2-2-7 16,3 3-7-16,1 0 7 15,3-1 0-15,-2 2 3 16,-1-2-3-16,1 1 0 15,0-1-6-15,-1 2 6 0,-1-1-9 16,-1 3 7-16,-3 1 4 16,1 1-1-16,-3 2-1 15,4-2 0 1,-2 2 3-16,7 0-3 0,-4 0-7 16,3 0 5-1,-3 2 4-15,-2 2 7 16,-1 2-9-16,-6 4 0 0,-6 7-12 15,2-2 12-15,0 2-5 16,3-5 5-16,5-1 9 16,3-2-3-16,3-3-6 15,0 2 0-15,3-2-1 16,1 0 1-16,3 4-11 16,1-4 11-16,4 2 0 0,-4 2 3 15,1 0-3 1,-3 2 0-16,1 1 5 0,-4-1-5 15,-1 4-17-15,-3 2 17 16,-4 6 0-16,-2 0 6 16,-5 4-6-16,1 4 0 15,-1 2 9-15,-2 0-9 16,2 1-9-16,8-3 9 16,-2-4 1-16,13-2 8 15,3-8-9-15,12 0 0 16,1 0-14-16,8 6 14 15,5 7-3-15,0 2 3 16,13 12 8-16,2 1-8 0,2 4 0 16,1 4 0-16,2 4 17 15,3 3-17-15,-1-3 0 16,6-12 19-16,0-12-6 16,3-14-11-16,-1-8-2 15,11-2 7-15,-2-1 28 16,0-1-35-16,3-3 0 15,0 6 10-15,-1-3-10 16,0 2 1-16,-2 0-1 16,3 4 9-16,1 2-3 15,-1 2-6-15,3 0 0 16,0-1-1-16,-2-7 2 16,3-1-1-16,0-2 0 0,-1-1 1 15,0 0 14-15,-2 0-15 16,3 4-6-16,-1 2 6 15,11 0 0-15,0 8-5 16,2 0 4-16,3 0 2 16,0 2 8-16,3-4-9 15,-2 0 0-15,-3-3 3 16,-7-1-2 0,-4-4 0-16,-4-8-2 0,-9-2 3 15,-5-4 11-15,5-4-13 16,-4 2 0-16,8-4 14 15,0 0 4-15,2-4-8 16,-4 0-10-16,0 0 11 0,-3 2-14 16,-1 5 3-16,4-2-9 15,-4 4 9 1,6-6 0-16,2 0 1 0,5 0-3 16,5-7 8-16,5-3 15 15,2-1-21-15,3-1-6 16,2 1 6-16,3 0 0 15,7 0 0-15,2-4-7 16,4 0 14-16,3-6-1 16,-2-4-6-16,1-8-10 15,-1 0 10-15,3 0 0 16,-4 0 1-16,0 4-7 16,3 2 21-16,-7 4-20 15,-1 0 5-15,-3 4-4 16,-3-4 4-16,-4 2 0 15,2-3 7-15,2-1-20 0,2 0 29 16,1 0-7-16,-1 3-9 16,1-2-4-16,-5 3 4 15,4 0 0-15,-6-2 1 16,-3-2-2-16,-4 2 8 16,-7-4-7-16,-1-2 0 15,-4-4 0-15,1-10 21 16,2 0-21-16,-1-6 9 15,-2-6-19-15,1 1 20 16,2-1 0-16,-5 2-10 16,-1 2 0-16,-2 0 1 15,-3 0-1-15,-10-10 0 16,1-2-1-16,-7-7 2 16,-1-3 19-16,-1-8-20 15,0 0 1-15,1-4 14 0,-4 1-15 16,-1 5 0-1,-3 2 0-15,-4 8 6 0,-9 4 12 16,-1 6-18-16,-4-1 6 16,-4 3 3-16,4 0-9 15,-1 0-3-15,-1 0-3 16,1 0 12-16,-7 1-4 16,1 2-2-16,-3 0 0 0,0 3-9 15,-3 2 9-15,-2 4-6 16,0 2 0-16,0 4 12 15,-2 4-3-15,2-4-3 16,-3 2 0-16,1 0 1 16,0-2-1-16,2 1-9 15,-2 2 8-15,2-4 2 16,0-1 4-16,-2 2-5 16,2 0 0-16,-3 0 4 15,6 4-4-15,-7 0-10 16,5 0 8-16,2 1 4 15,-3 4-1-15,5 3-1 16,1-1 0-16,-2 2 8 16,6-2-8-16,-6 2-14 15,5-2 13-15,-5 3 2 16,4-2 13-16,-2 2-14 16,1 2 0-16,-3 2-2 0,3-2 2 15,0 0-9-15,-3 2 9 16,3-2 0-16,-2 4 12 15,1-6-12-15,3 4 0 16,7 2 3-16,2-2-3 16,1 1 0-16,0 2-7 15,1 0 14-15,4 1 10 16,0 5-17-16,1-4 0 16,2 0 1-16,-2-1-1 0,-3-2 0 15,5 2-7 1,-2 1 17-16,4 4-10 15,-3 1 0-15,6 1-7 16,-3 3-23-16,2 0-87 0,6 10-206 16,-1 8-4-16,7 75-597 15</inkml:trace>
  <inkml:trace contextRef="#ctx0" brushRef="#br0" timeOffset="-82058.16">7644 8992 586 0,'2'1'0'15,"11"3"-6"-15</inkml:trace>
  <inkml:trace contextRef="#ctx0" brushRef="#br0" timeOffset="-79574.45">9642 7221 1309 0,'-5'-10'225'15,"3"6"-114"-15,-3-6-57 16,3 2 13-16,0 1-31 16,0 2-7-16,-2 0-4 15,4 1 44-15,-3-4-33 16,6 7-18-16,-3-4 18 16,0 4 15-16,2-2 2 15,-2 2 28-15,0 1-35 16,0-3 67-16,0 3-47 15,0 0-27-15,-2 0 9 0,2 3-48 16,0 5 12 0,0 13-18-16,-3 19 12 0,-2 17 52 15,-8 11-58-15,-2 0 9 16,-5-2 2-16,4-14-10 16,1-11-1-16,-2-11 0 15,7-15 8-15,3-4 31 16,-2-11-39-16,-4-6 1 15,2-12 22-15,-5-6-23 16,1-11 0-16,3 2-6 16,5 0 6-16,3 3 0 15,6 14 0-15,0 4-15 16,12 10 15-16,18 6-2 16,18 10 2-16,26 4 11 15,24 3 5-15,79 12 17 0,-117-25-33 16,61 10-21-16,141 2-313 15</inkml:trace>
  <inkml:trace contextRef="#ctx0" brushRef="#br0" timeOffset="-74086.11">7648 15172 870 0,'-2'-3'597'0,"0"-1"-437"0,-6 2-64 0,4-6 44 0,-3 3-88 0,3-8 2 0,-3 3 29 0,4-2-28 16,-1 2 25-16,-2-6 1 15,-1 4-41-15,-2-4 53 0,1-6-34 16,-2-4-8-16,4-8 3 16,-3-10-21-16,-1-12-5 15,-2-12-17 1,0-13-1-16,-1-15 13 16,-5-2-23-16,5-1 0 0,0 5 9 15,-1 8-9-15,7 6-1 16,1 10 1-16,4 7 0 15,0 9-11-15,2 8 11 16,0 0-24-16,2 2 15 16,2-2-10-16,-2 4 4 15,2 3 1-15,-1 6 14 16,-1 1 9-16,-2 7-9 0,0 6 0 16,0 8 2-16,0 5-1 15,0 6-1-15,0 0 0 16,0 0 1-1,0-1 21-15,0-8-22 16,-2 0-11-16,2-8 11 0,-3 1 1 16,3-4-1-16,-2 4 0 15,0 2 7-15,0 8 32 16,2 2-39-16,0 0-1 16,0 0 1-16,0-2 0 15,0 0-5-15,0-2 4 16,2-2 2-16,0-2-1 15,3-2 0-15,1 0-9 16,-3-6 9-16,8-6 0 16,-2-5 0-16,-1 2-6 0,-3 0 12 15,-2 7-5 1,1 11-1-16,-4-2-27 0,0 9-16 16,-4 4-56-16,4 3-81 15,-3 4-126-15,-19 36-473 16</inkml:trace>
  <inkml:trace contextRef="#ctx0" brushRef="#br0" timeOffset="-72316.9">10127 15252 1176 0,'0'0'279'0,"0"0"-125"0,0-2-74 0,0-3-2 0,0-4-54 0,-2 0 60 0,0-5-27 0,0 5 12 0,0-1 24 0,2-2-21 0,-5 3-3 0,5-1-3 16,-2 6-53-16,0-4 34 16,0-2-26-1,2-4-20-15,0-4 13 0,0-4-9 16,0-4 1-16,2-8-6 15,-2 0 1-15,0-2 55 16,-2-4-37 0,-1 2 11-16,-2 0 17 0,-3-1-4 15,1 3-16-15,-1-4-27 16,-4-2 12-16,3-2 2 16,1 2-14-16,-4-4-3 15,-1 2 3-15,6 4 0 16,0 8 0-16,3 10 0 0,1 5 1 15,1 10 4 1,2 4-5-16,0 2 0 0,0 1 6 16,-2 0-6-16,2 0 1 15,0 0-7-15,0 0 12 16,0 0-9-16,0 0 3 16,0 0-24-16,0 0 18 15,2 0-45-15,-2 0-60 16,2 1-81-16,17 20-288 15</inkml:trace>
  <inkml:trace contextRef="#ctx0" brushRef="#br0" timeOffset="-70587.33">12761 15308 1111 0,'-2'-2'233'0,"0"2"-101"15,-4 0-48-15,4-2 28 0,0 2-65 0,2 0 22 0,0 0-27 0,-2 0 13 0,0-2 11 0,-2 2-25 0,1 0 28 16,1-4 28-16,0 4-52 16,2-6 29-16,-4 4-52 15,2-4 13-15,-6 2 7 0,4-6-24 16,-3-2 16 0,1-2-13-16,-6-4-19 0,4 0 53 15,-1-3-49-15,-3 3 5 16,1-6 20-16,1 2-13 15,0-10-1-15,1 6-17 16,-4-4 1-16,2 2 31 16,2 0-32-16,0-2-7 15,0-2 7-15,0 2 1 16,3-6-1-16,-1 10 0 0,5-2 0 16,-2 6 11-1,1 5-11-15,3 11 0 16,-3 2 2-16,3 0-2 15,0 4-1-15,0 0 1 0,-2 0 0 16,2 0 12-16,2 0-12 16,-2 0-3-16,3 0 3 15,-3 0 0-15,-3 0-9 16,3 0-9-16,3 0-52 16,-6 0-5-16,3 0-113 15,19 8-86-15,45 1-55 16</inkml:trace>
  <inkml:trace contextRef="#ctx0" brushRef="#br0" timeOffset="-66851.46">14187 14299 1479 0,'-2'0'219'0,"0"0"-87"0,-5 0-68 0,5 0-50 0,2 0-14 0,2 0 6 16,0 0 6-16,-2-2-11 0,0 2 0 0,0 0 38 0,-2 0-33 15,2 0 18-15,0 0 30 16,2 0 21-16,-2 0 43 15,0 0-58-15,0 0-43 16,0 0 38-16,5-4-53 16,-5 4-1-16,4-2-1 15,4 0 6-15,11-4 5 16,14 2 22-16,12-6-18 16,4 0 63-16,11 2-60 15,4 0-3-15,7-4 15 16,12 2-30-16,13-4 35 15,16 0-35-15,75-8 0 0,27-4-7 16,-3-4 7-16,-82 12 0 16,-73 5-5-16,-2 4 11 15,-6-1 6-15,50-8-12 16,-2 5 0-16,-5 1 8 16,1 6-1-16,-1 2-1 15,-4 0-4-15,-8 4-2 16,-10-1 21-16,-14 1-21 15,-8-3 0-15,-10-3 12 16,-8 2-12-16,-4-1 0 16,0-2 9-16,-1 0 5 15,6 0 21-15,-1 1-35 16,-3-2 0-16,5-2 12 0,0 2-12 16,3-4 0-1,2 2-6-15,12 2 12 0,6-4 6 16,4 2-12-16,6 0 0 15,-1 0-5-15,6 0 5 16,-4 0 0-16,6 2-6 16,-2 0 15-16,0 0-12 15,5 2 3-15,-1-2 0 16,4 2 2-16,-2 0-2 16,0 2-1-16,-1 2 0 15,-3-2 1-15,-4 4 0 16,-1 0 0-16,-2 0 0 15,-2-2 2-15,-5 0-2 16,-5 0-3-16,-3-2 3 0,-9 2 0 16,-5-2 4-16,-6 2-4 15,-6-4 0-15,-4 4-1 16,-5 0 1-16,1 0-3 16,1 0 2-16,0 0 2 15,8-2 5-15,12 2-6 16,13 0 0-16,16-4 5 15,8 6-5-15,1 0-14 16,-3-2 14-16,-11 2 1 16,0 0 8-16,1-2-9 15,-8 2 0-15,3 2-1 0,3-2 1 16,-3 2-8 0,5 2 8-16,-8 0 0 15,-4-2 3-15,-2 0-3 0,-5 0 0 16,-7-2 3-16,-8 0-3 15,-8 0-6-15,-13 0 6 16,-2 0 1-16,-2 0 32 16,8 0-15-16,-3 0-17 15,1-2 66-15,4 2-67 16,-1 0 8-16,3-2 19 16,1 0-12-16,4 0 2 15,2 0-17-15,3-2 0 16,-1 2 3-16,6 2-3 15,0-2-2-15,-4 2 2 16,7 0 2-16,-1 0 8 0,-2 0-10 16,2 0 0-1,0 0-3-15,1-2 3 0,-3-1 0 16,0 2-3-16,0 1 9 16,-7 0-6-16,1 0 0 15,-6 0 11-15,-5 1 23 16,1 2-34-16,-5-1 0 15,2 0 23-15,-3 0-14 16,-1-2-2-16,3 4-7 16,-5-4 14-16,-1 0 8 15,-3 2-22-15,0-2-7 16,0 0 7-16,-3 2 0 16,3-2-54-16,-2 2-156 15,-22-22-527-15</inkml:trace>
  <inkml:trace contextRef="#ctx0" brushRef="#br0" timeOffset="-66212.34">19614 12757 1556 0,'-2'-6'240'0,"2"-2"-84"0,2-10-45 0,8-4-86 16,9-4 73-16,2-2-34 0,8 0 40 0,0 0-38 0,2 4-35 0,2 6 26 0,-2 2-18 0,-8 7-21 0,-4 9-18 0,-5 11 27 0,-3 13-3 0,-2 16-24 15,0 10 2-15,-4 4 23 16,-3 4-24-16,0-7 1 15,2-10-2-15,1 0 12 16,1-5 28-16,1-9-32 16,2-2-1-16,0-5 13 15,-3-10-19-15,6-2 0 16,1 0-1-16,1-6 16 0,1 0-11 16,3-4-5-16,-3 0-99 15,-3-2-152-15,1-12-333 16</inkml:trace>
  <inkml:trace contextRef="#ctx0" brushRef="#br0" timeOffset="-65929.98">20007 13284 1741 0,'0'0'658'0,"2"0"-472"15,0-1-27-15,0 1-84 16,-2-3 39 0,2 2-40-16,-2 1-31 0,0-3 53 15,0 2-57-15,0 1-25 16,0 0-14-16,4 4-117 15,10-8-559-15</inkml:trace>
  <inkml:trace contextRef="#ctx0" brushRef="#br0" timeOffset="-50730.12">1737 7233 1582 0,'-8'-2'285'0,"4"-2"-152"0,-5-2-23 0,1-2 65 0,-2 2-92 0,-1-2 7 0,0-2 16 0,-1 2-31 16,2-1 12-16,-1 1-60 0,4 3-18 16,0 0 77-16,3 5-86 15,2 0 1-15,2 0 2 16,0 3 5-16,0-1-16 15,0-2 4-15,0 4 4 16,0-3-26-16,0 13 26 16,0 7-3-16,2 11 3 15,-2 12 8-15,0 8 2 16,0 8-10-16,0 0 0 16,0 6 11-16,0 3-11 15,2 1-9-15,-2 0 9 0,2-4 9 16,2-9 0-1,-1-12-9-15,2-3 0 0,-3-7-1 16,2-1 1-16,3 0-8 16,-5 6 8-16,0-2 0 15,3 4 6-15,-1-2-6 16,3-4 0-16,0 3 0 16,-1-6 0-1,3 0-7-15,-2-5 7 0,0 2 1 16,-3 0 9-16,-2 6-10 15,3-2 0-15,-3 4 2 16,2-4-2-16,1 0-9 16,0-6 9-16,-1-6 1 15,-4 0 8-15,2-1-9 16,-2-3 0-16,0 2 3 0,0 2-3 16,0 0-14-16,0 4 14 15,2 0 1-15,0 2 10 16,-2 6-11-16,3-4 0 15,-3 0 1-15,0 0-1 16,0-6-7-16,-3 2 7 16,1-2 0-16,-2 5 13 15,0 0-13-15,-1 4 0 16,2-1-3-16,1 0 3 16,2 4-8-16,0-6 8 0,0 2 0 15,-2 2 6 1,2-2-6-16,-2 4 0 0,0-8 6 15,-1 1-6 1,3 3-1-16,0 2 1 0,0 4 0 16,-2 10 10-16,2 10-10 15,-2-2 0-15,0 2-10 16,4-15 10-16,-2-7-5 16,2-6 5-16,0 4 1 15,-2 8 5-15,3 12-6 16,1 4 0-16,0 10 21 15,6-1-21-15,1-5-3 16,-3 4 3-16,4 2 1 16,1 2 0-16,-3-4-1 15,0-5 9-15,-3-6-1 0,4-6-8 16,-4-7-5 0,0-2 5-16,-3-2 1 0,2-2 0 15,-1 0-1 1,2-2 0-16,2 5 7 0,-3 4-7 15,3 6-7-15,0 3 7 16,2-4 10-16,0-2-10 16,-1-2-1-16,0-6 1 15,1 2 7-15,1-7-7 16,-6-1-15-16,1-4 15 16,-3 0 0-16,4 4 0 15,-2 8 0-15,5 12 0 16,-2 6 6-16,2 4-6 15,0 3-7-15,1-11 7 16,-1-2 0-16,-3 0 0 0,1-4 0 16,1 1 1-16,-6-9 7 15,-2 0-8-15,-2-2-11 16,0 0 11-16,0 8 6 16,0 6 0-1,-2 12-6-15,4 2 0 0,-2-7 4 16,0-8-4-16,2 0-4 15,-2-3 4-15,-2-4 10 16,2-2-10-16,-2-4 0 16,0-4 2-16,4 5 7 15,-2-3-9-15,2 7-14 16,0 4 14-16,0 7 6 0,3 10-6 16,-1-4-1-16,1-11 1 15,-3-12-2-15,1-5 2 16,-3-3-3-16,-3 0 3 15,-2 7 5 1,-1 5-4-16,-1 7-2 0,1 4 7 16,-6 0 10-16,5-10-16 15,1-4-4-15,-1 6 4 16,-1 9 0-16,-4 1 1 16,3 2-2-16,-4-6 10 15,0-8 3-15,-10 0-12 16,-6 7-3-16,0 1 3 15,0-4 9-15,5-10 2 0,10-14-1 16,6-8 14-16,1 2-13 16,1 2-11-16,-4 4 0 15,6 0-5-15,0-4 6 16,6 2-1-16,-2-2 0 16,0 0 2-16,2-6-1 15,0 2-1-15,-2-2-9 16,2 2 8-16,0 7 1 15,6 3 0-15,-4 3-2 16,3 9 13-16,-3 3-2 16,2-1-9-16,-1 0 0 15,-3-4 0-15,3-4 0 16,-5 6 1-16,2 2 0 16,-2-2 15-16,0-8 16 15,0-7-32-15,5-11-11 0,-5-5 10 16,2-2 2-16,-2-3-2 15,0 0 1-15,0 0 0 16,0-3 29-16,0 3-29 16,0 0 0-16,2 0 0 15,-2 0 0-15,-2 3-12 16,2-3 11-16,0 0 2 16,0 4 13-16,0-4-14 15,0 0-2-15,-2 0 2 16,2 0 0-16,0-4-1 15,0 4-1-15,0 0 4 16,0 0 17-16,0 0-19 16,0 0-3-16,0 0 2 15,0 0 1-15,0 0 0 16,0 0-7-16,0 0 23 16,-9-8-29-16,-1-5 13 15,-5-9-17-15,-7-7 10 0,3 0 7 16,0 1-12-16,3 4 12 15,3 2 0-15,-7 0-12 16,2-4 12-16,-2 0-36 16,0-2 28-16,0 0-13 15,4-2-9-15,3 8 23 16,1 0 2-16,8 8-2 16,2 6 7-16,0-1 0 15,0 8 0-15,2-2 0 0,-3 2-1 16,1-3 1-16,0-2 0 15,0-1 11-15,2 3-11 16,-2 4 0-16,2 0 16 16,0 0-15-16,0 0-1 15,0 0 0-15,0 0 0 16,-2 0 8-16,2 0-8 16,0 0 0-16,2 0 4 15,-2 0-4-15,2 0-3 16,-2 0-6-16,-2 0 18 15,2 0-27-15,0 0 18 16,2 11-18-16,7 4 18 0,9 16 2 16,5 9-2-1,8 12 0-15,6 2 7 0,-1-4 2 16,-5-4-9 0,2-6 0-16,-2-4-3 15,-4-6 3-15,-3-3-7 0,-6-9 7 16,-5 0 0-16,-1-10 6 15,-8-2-6-15,-2-2 0 16,1 0 3-16,-1-2-3 16,-2-2 0-16,2 2-6 15,0-2 19-15,-4 0-14 16,4-2 1-16,-2 2 0 16,0-2-3-16,2 2 3 15,6-10 0-15,2 2-1 16,3-10 8-16,10-8 19 15,2-9-26-15,1-1 0 0,1-2 17 16,0-2-17-16,-1-2 0 16,1-4-1-16,0-2 15 15,-2 6 10-15,-7 8-24 16,-7 11 0-16,-7 14 10 16,0 3-8-16,-8 6 8 15,4 1 17-15,-2 4-26 16,2-1 62-16,-2-4-63 15,2 0 9-15,-3 0 30 16,3 0-37-16,0 0-2 16,0 0 0-16,0 0 0 0,0 0 14 15,0 0-14-15,3 0-55 16,-3 0-35 0,2 0-177-16,9-59-507 15</inkml:trace>
  <inkml:trace contextRef="#ctx0" brushRef="#br0" timeOffset="-49553.03">827 11039 1494 0,'-13'0'234'0,"-3"2"-132"0,-13 0-39 0,-4 8-10 0,-1 4-53 0,-3 8 62 0,1 12-62 0,5 8 1 0,0 16 22 0,6 11 20 16,11 7 1-16,6 0-44 16,10-2 12-16,7-10 4 15,4-10-16-15,12-12-1 16,2-13 1-16,2-15 0 16,2-10 6-16,0-12-5 0,-2-20 5 15,-3-11 69-15,1-19-51 16,-6-8-6-16,-6-12 24 15,-4-5-6-15,-8 1 27 16,-8-2-28-16,-13 2-34 16,-7 4 53-16,-8 7-54 15,-7 11 0-15,0 12 1 16,2 8 11-16,2 10-11 16,9 6-1-16,1 2 0 15,8 6 4-15,2 6-4 16,10 2-6-16,1 6 6 15,7 4-28-15,5 14 13 16,11 16 4-16,9 18 11 0,11 14 26 16,13 7-26-16,9 1 0 15,-5-2 13-15,-1-6-13 16,-2-10-6-16,-12-12 5 16,-7-12 1-16,-4-8 9 15,-4-8-9-15,-12-7 0 16,-4-6 9-16,-2-6 13 15,-3-9 19-15,2-11-40 16,-1-9 20-16,-5-6-7 16,3 0-14-16,-3 6 0 15,2 6 4-15,0 10-4 16,0 10 0-16,3 4-27 16,3 10 9-16,10 4 18 0,2 4 0 15,7 0 3 1,-5 2-13-16,3-6 10 0,-6 2-98 15,4-10-181-15,15-40-295 16</inkml:trace>
  <inkml:trace contextRef="#ctx0" brushRef="#br0" timeOffset="-49349.75">894 10726 1925 0,'-11'0'265'0,"5"2"-85"0,-6-2-72 0,5 2-30 0,7-2-33 0,2 2-45 0,1 6-4 0,4 4 2 0,4 8-32 0,6 2-22 16,6-2-301-16,44-6-362 15</inkml:trace>
  <inkml:trace contextRef="#ctx0" brushRef="#br0" timeOffset="-48099.38">1232 10750 1613 0,'0'4'326'16,"0"0"-256"-16,3 10-25 15,4 2-3-15,6 0-9 0,7 2-21 16,7-2 11-1,9-6-2-15,-1 0 78 0,1-4-84 16,-3-2-14-16,-12 2 16 16,-9-2-16-16,-2 3 0 15,-10-2 13 1,-7 1-14-16,-2 6 49 0,-9 2-49 16,-8 4 1-16,-7-4 0 15,-3-7-1-15,4-14-41 16,1-11-67-16,3-18-39 15,5-14 78-15,3-10-16 16,9-10 20-16,2 0 65 16,8 3 18-16,-1 12 3 0,0 6 12 15,-4 9 20 1,-3 10 74-16,-3 10-7 16,4 8-34-16,3 6 14 0,1 6-41 15,4 2-59-15,4 10-8 16,9 12 8-1,12 6 9-15,10 8-9 0,8-2-7 16,4 1 7-16,2-5 0 16,-1-3 0-16,-2-3 0 15,-9-8-80-15,-8-5-13 16,-14-9-42-16,-9-2-15 16,-12-7 125-16,-9-2-32 15,-14-1 37-15,-11-6 20 16,-7 0 0-16,-1-4 32 0,7-3 17 15,10-2-1-15,16-4 21 16,12 0-58-16,16-6-11 16,16 1-1-16,9 0 1 15,9 4-7-15,5 4 7 16,-2 8-34-16,2 8 33 16,-10 6-16-16,-4 6-11 15,-14 2 27-15,-10 12 1 16,-7 4 27-16,-12 8 14 15,-4 6-17-15,-2 2 102 16,-2-6-68-16,3-2-35 0,8-12-7 16,0-4-4-1,6-7 2-15,-1-5-14 0,4-7 0 16,4-4 43-16,2-12-19 16,1-7-18-16,1-8-6 15,-3 0 10-15,-4 0-11 16,1 4 1-16,-2 8-8 15,4 8-5-15,-4 6 13 16,3 10-9-16,2 2 0 16,5 4 9-16,4 2-2 15,1 0 2-15,-2-4 0 16,4-4 11-16,-1-6-11 16,0-8 1-16,3-6-1 0,-4-10 1 15,5-10 56 1,-5 0-57-16,3-6 6 0,-8 1 23 15,0 3-19 1,-7 2 4-16,-3 8-10 0,0 8 7 16,-5 6 2-16,1 10-13 15,-3 6 0-15,-3 2 21 16,1 0-21-16,-1 0 1 16,1-2-2-16,0 2 10 15,0 0-9-15,2 0 0 16,-3 0-2-16,3 2-16 15,0-2 18-15,0 0-28 16,3 0 19-16,1 2-3 16,6-2 6-16,2-2 6 0,2-2 0 15,-1-4 0 1,0 2 0-16,-5-2-18 16,-4 0 18-16,-2 4 0 15,-4 4 23-15,-2 2-23 16,-8 6-8-16,1 6-1 15,-5 6 9-15,-1 6 0 0,5-2 27 16,3-6-27-16,5-8 27 16,4-2-27-16,2-6-11 15,5-4 11-15,5-4 0 16,7-4 1-16,6-8-1 16,6-6-57-16,2 2-219 15,17-18-527-15</inkml:trace>
  <inkml:trace contextRef="#ctx0" brushRef="#br0" timeOffset="-47593.99">1392 11758 1676 0,'2'0'302'0,"-2"-4"-196"0,8-6-37 0,5-16 93 16,12-12-75-16,6-12-16 0,11-6 13 0,8-8-39 0,3 0 13 0,3 4-58 0,-5 2-4 16,-4 11-31-16,-7 13-37 15,-11 16-172-15,-16 20-7 16,-13 27 31-16,-13 25 38 16,-16 22-163-16,-9 18 65 15,-9 10 188-15,-4 2 92 16,-2-9 98-16,1-15 194 15,4-18-13-15,14-22-16 16,12-18-85-16,15-17 23 0,7-16-34 16,13-21-106-16,14-18 8 15,13-20-3-15,14-11-31 16,12-3 5-16,3 2-40 16,3 10-9-16,-1 12-21 15,72-45-622-15</inkml:trace>
  <inkml:trace contextRef="#ctx0" brushRef="#br0" timeOffset="-38831.23">14323 15119 1017 0,'-5'-4'630'0,"3"4"-416"0,-2 0-145 0,-3 0-51 0,7-2 12 0,0 2-10 0,0 0 1 0,0 0 1 0,4 0-20 16,-1 0 31-16,-1 0-21 15,4 0 28-15,4 2 76 16,3-2-41-16,9 0-27 15,0 0 3-15,5 0-30 16,0-2 33-16,2 0-53 0,4 0 8 16,1-2-1-1,8 4 2-15,0-4-8 0,6-4-2 16,-2 4 15 0,-1 2-2-16,-1-2-13 0,0 0 0 15,-1 0-1-15,-3-4 1 16,0 2-8-16,-4 0 8 15,2-2 0-15,-3-2 7 16,-1 4-7-16,1-4-4 16,-2 2 4-16,3 2 0 15,-2-4-3-15,0 6 1 16,-7 2 4-16,-2 0 4 0,4-2-6 16,-8 0-6-1,1 4 6-15,-2 0 0 0,-2-2 0 16,-1 2-6-1,-1-4 12-15,3 2-3 0,-2 0-3 16,3 0 0-16,-2 0 5 16,6 2-5-16,-3-4-5 15,3 4 4-15,-2-4 2 16,0 2 3-16,-3 0-4 16,0-2 0-16,-1 2 1 15,0-2 7-15,0-2-8 16,-2 2 0-16,1 2-3 15,-1 0 2-15,-3 2 1 0,3 0 0 16,-3 0-5 0,-4 0 5-16,-2 2-5 0,-2-2 4 15,-1 0 2 1,-2 2 16-16,-2-2-17 0,0 0 0 16,2 2 12-16,0 0-12 15,1-2 0-15,-1 2-6 16,2-2 15-16,0 4 5 15,-1-4-14-15,0 0 0 16,-1 0-2-16,-2 4 3 16,0-4-1-16,2 0 0 15,-2 0 11-15,0 0 2 16,-2 0-13-16,2-4 0 16,0 4-21-16,0 0 19 15,-2 4-62-15,-1-4-113 16,-3 8-129-16,-22 8-1028 15</inkml:trace>
  <inkml:trace contextRef="#ctx0" brushRef="#br0" timeOffset="-35396.16">20229 14712 1270 0,'-2'-4'299'0,"4"4"-145"16,-4-4-67-16,4 0-1 0,0-2-19 0,3-4 19 0,0 0 106 0,-1-4-95 0,1 4 10 0,-1-4 4 16,-2 6-14-16,-2 4 16 15,2 2-67-15,-2-2-45 16,0 4 56-16,0 0-57 16,-2 0 6-16,2 0 0 15,0 0-6-15,-2 6 0 0,0 4-11 16,-5 10 11-1,0 6 9-15,0 6-9 0,7 4-1 16,5-9 1-16,2-1 0 16,-3-7 2-16,3-6-2 15,-5-3 0-15,0-6 0 16,-2 0 0-16,0-8 0 16,0 4 7-16,2 0 13 15,-2-8 4-15,3-6-24 16,1-9 0-16,3-4 1 15,0-5-1-15,-1-3-16 16,-1 5 15-16,-3 6-11 16,2 4 11-16,-4 10-17 15,2 2 18-15,-4 6-10 16,2 2 10-16,-2 0-38 0,-2 10 10 16,-5 2 28-16,-2 12-6 15,-1 2 6-15,4 6 0 16,6-2 0-1,2-3 0-15,0-5-15 0,0-7 15 16,2-2 6-16,-2-9 1 16,0-4-7-16,2 0 0 15,0 0 47-15,-2-9-47 16,4 0 1-16,-1-9 8 16,3-5-8-16,-1-7 6 15,0 2-7-15,-3 0 0 16,-2 12-9-16,-2 2 9 0,-3 10-15 15,5 4-3-15,-7 6-9 16,0 10 27-16,-1-2 0 16,-3 12 0-1,6-4 0-15,-2 1 0 0,9-1-18 16,-2-3 18-16,5-2 10 16,0-7-3-16,-3-5-7 15,0-2 0-15,0-3 19 16,-2 0-18-16,3-4 4 15,1-5 11-15,5-4-4 16,0-11-12-16,6-1 0 16,-6 3 1-16,-2 6 2 15,-5 8-3-15,-2 4-21 16,0 4 19-16,-5 4-23 16,1 10 13-16,-3 0 11 15,1 3 1-15,-3 1 2 0,7-3-2 16,-1 2-9-16,6-8 9 15,-1 0 0-15,3-5-18 16,-1-3 17-16,-2-1 1 16,0-1-8-16,3-8 8 15,1-4-24-15,1-10 24 16,2-3 0-16,0 2 0 16,-5 2 0-16,-4 2-10 15,0 6-3-15,-2 8-8 16,-2 2-36-16,-3 8 46 15,1 4 1-15,-2 8-10 16,2 0 19-16,4 2 1 0,2 0 0 16,2-5 0-16,4 1 0 15,-1-6 0-15,0-2 2 16,-3-5-2 0,0-1 10-16,-2 0-8 0,2-6 70 15,7 1-60-15,-3-4-12 16,2-7 33-16,-2 2-10 15,-1 0-7-15,-1 0-16 16,-4 4 14-16,0 4-35 16,-2 4-26-16,-5 6-122 15,-26 24-328-15</inkml:trace>
  <inkml:trace contextRef="#ctx0" brushRef="#br0" timeOffset="-31950.8">15232 14528 1115 0,'0'0'231'0,"0"0"-155"0,0 0-46 0,0 2 12 0,0-2 42 0,2 4 20 0,-2-4-8 0,0 0-30 0,2 0 10 15,-2 0-41-15,0 2-16 16,5-2 23-16,-3 2-15 16,-2 0-6-16,2 0-21 0,-2 0 1 15,2 0 37 1,0 6-25-16,3-4 19 0,2 2 17 16,-1 0 19-16,1 2-14 15,7-4-25-15,-3 0-28 16,-1 2 47-16,6 0-40 15,0 0-7-15,2 0 9 16,4 0-4-16,0 2-5 16,5 0-1-16,2-2 1 15,-2 2 12-15,2-2-13 16,0-4 0-16,0 0 5 16,4-2 2-16,0 0-5 15,1 0-2-15,-1 2 6 16,-6 0-5-16,0 2-1 15,-2 0-1-15,-3 0 0 0,-3-4 1 16,4 0-1-16,0 0 1 16,0-4 0-16,2 0 13 15,0 4-13-15,-1-2-9 16,-3 4 9-16,3-2 0 16,-4 4 1-16,3 0-7 15,-3-4 12-15,6 2 0 16,-4 0-6-16,3 0-8 15,-3-2 8-15,2-2 0 16,1 2 1-16,0-4-7 16,2 4 13-16,-6-4-10 15,4 4 3-15,-3 4 0 16,-3-4 2-16,-4 0-2 0,1 0 0 16,-3 0 0-1,2 2 1-15,-1-2 3 0,1 0-4 16,-1 0-3-16,5 0-3 15,2-2 6-15,8 2-4 16,0 0 2-16,2-4 4 16,2 0 1-16,-4 2-3 15,2 0-9-15,-4 2 9 16,0 0 0-16,-4 0 4 16,0 2-13-16,0 0 18 15,-3 2-10-15,5 0 1 16,-3-4-2-16,2 0 1 15,1 0 1-15,2-4 0 0,0 0-1 16,-3 2 8-16,2 0-7 16,-1 0 0-16,0 2-1 15,-3 2-1-15,0 0 2 16,-2 4 0-16,3-2-9 16,1-4-6-16,-4 0 9 15,5 0 0-15,-1 0-1 16,0-4 7-16,-1 4 0 15,-1 0 0-15,1 0 0 16,1 0 2-16,2-4-1 16,-1 4-1-16,2-2-1 15,0 0 1-15,2-2 0 16,0 0 1-16,0 2-2 16,2-6 2-16,0 4 4 0,3 2-5 15,-5-2-3-15,4 4 3 16,0-4 0-16,-1 4 0 15,-3-4 0-15,2 2 0 16,2-2 17-16,-2 2-17 16,-2 0 1-16,2 2 8 15,-2-4-9-15,-4 0 1 16,1 2-2-16,3 0 12 16,-4 0 7-16,4 0-18 15,0 2 0-15,0 2 11 16,2-2-5-16,-2 2-5 0,-2 0-2 15,2 0 2-15,0 2 18 16,-2-4-19-16,2 0 2 16,-4 4 1-16,-8-4-3 15,-3-4 1-15,-1 8-2 16,-3-4 7-16,-1 0 3 16,3 0-9-16,3 0 0 15,-3-4 3-15,3 4-3 16,5 0 2-16,1 0 1 15,6 0 9-15,5 0 21 16,6 0-6-16,4 4-26 16,0-2 20-16,4 4-21 15,-7-2 1-15,4-2-2 16,-1-2 7-16,-2 4 2 16,1-4-8-16,-10 0 6 15,-3 0-8-15,-10-4 2 0,1 4 0 16,-11-2-1-16,1 0 10 15,0 2 9-15,4-2-18 16,1-2 0-16,6 2-8 16,0 0 9-16,9 2-1 15,9 0 0-15,4 0 11 16,5 2 20-16,4 0-31 16,-2 4 0-16,0-4 8 15,-2 4-8-15,0-6-2 16,-7 0-7-16,0 0 18 15,-3 0 5-15,-2 0-14 0,-2 0 0 16,0-4 3 0,-2 0 4-16,7 2 10 15,0-4 11-15,-1 4-27 0,0-2 12 16,-2 4-13-16,1 0 0 16,-1-4 18-16,3 4-18 15,3-2 0-15,-1 2-3 16,2 0 9-16,0 0-6 15,-2 0 0-15,0 0 0 16,-2 0 11-16,0-2-11 16,2 0-1-16,3 0 1 15,1 2 0-15,3-4 11 16,0 2-11-16,0 2 0 16,1 0 10-16,4 0-10 15,2 2-10-15,-6 2 10 0,0-2 0 16,-4 0 9-1,-2-2-9-15,-4 0 0 0,0-2 8 16,2 2-8-16,-1-2-11 16,2-2 11-16,1 2 2 15,2 2 8-15,1-4-10 16,0 4 0-16,6 0 0 16,-1-2 0-16,-2 2-7 15,6 0 7-15,0 0 0 16,-3 0 9-16,2 0-9 15,3-2 0-15,-3-2-2 16,-2 2 2-16,1 0-4 16,1-4-2-16,-4 6 12 0,5 0-11 15,-3-4 5-15,-5 2 0 16,2 2-1-16,-6-2 1 16,1 0-2-16,-6 0 2 15,5 2 0-15,8-2 12 16,-6 0-12-16,5 2 0 15,2-2 2-15,-6 2-2 16,-3 0 0-16,-5 0 4 16,-7-8-2-16,-6 4 10 15,3-2-12-15,2 2 0 16,4 0 52-16,8 4-5 16,1 0-46-16,2 2 22 15,-7 0-17-15,-9 2 0 16,-8-4-6-16,-6 0 0 0,-10 0 7 15,-1-4-6 1,-3 4-1-16,0 0 24 16,0-2-3-16,-3 2 4 0,3 0-25 15,0 0 8 1,-3 0 8-16,3 0-16 0,0 0-4 16,0 2-4-16,0-2 8 15,-4 0-46-15,-13 6-241 16,-102 10-723-16</inkml:trace>
  <inkml:trace contextRef="#ctx0" brushRef="#br0" timeOffset="-27847.66">15078 14570 210 0,'-2'0'1158'0,"2"0"-964"0,-2 0-97 0,0 0-73 0,-3 4-24 0,10-4 1 0,-5 0 83 0,0 0-21 0,2 0-12 0,0 0-8 0,2 2 11 15,1-2 9-15,-1 4-28 16,6-2-7-16,-2 2 43 16,5-2-1-16,1 2-17 15,3-4-8-15,8 0 3 16,4 0-9-16,2 0-15 15,7 0-23-15,9-4 52 16,4 2-53-16,0-2 1 16,1 2 5-16,-3 0-6 0,-5 0 0 15,-4 4 0 1,-2-2 0-16,-6 2 2 0,-4 0-2 16,-3 0-9-16,-3 0 9 15,-4 4 1-15,2-6 4 16,-4 0-5-16,3 0 0 15,4 0 2-15,-3-4-2 16,3 2 0-16,-1 0 2 16,4 0-2-16,-1 0-1 15,4 2 1-15,-2 0 0 16,1 0 0-16,-1 2 0 16,0-2-5-16,4 0 5 15,-4 0 0-15,4-2-10 0,0 0 9 16,-2 0-12-1,0 2-3-15,2 0 4 0,-2 2-23 16,-2 2 26-16,2-2-6 16,-4-2-3-16,-1 0 5 15,3 0-21-15,-3-2 33 16,3 0-43-16,-4 2 17 16,-2-2 18-16,0 2-15 15,1 0 0-15,-2 2 15 16,2-2 9-16,-1 2-6 15,-2-2 6-15,1 2 0 0,3-2 9 16,-3 0-9 0,4 0 0-16,-1-2-2 0,4 2 13 15,-1-2-17-15,3 2 6 16,0 0-5-16,3 0 5 16,-9 2 11-16,4-2-10 15,2 0-2 1,-4 0 3-16,4-4 8 0,0 0-10 15,-4 0 0-15,6-4 5 16,0 4-4-16,0-2 0 16,7 6-1-16,-5-8 11 15,3 8-2-15,-1-2-9 16,-2 0-2-16,-2 0 2 16,3 0 2-16,-3 0-2 15,-2 2 0-15,-2 0 1 16,2 0 6-16,0-4-7 15,-2 4-8-15,4-2 8 0,0 2 0 16,3 0 1 0,-3 0-1-16,0-2 0 0,-2-2 8 15,-4 2-8-15,2 0-6 16,4 0 6-16,0 2 0 16,2 0 1-16,3 0-2 15,-1 2-13-15,-1 0 14 16,-5 0 0-16,0-2-9 15,-7 0 1-15,-1 0 4 16,-6-2 4-16,1 0-2 16,-5 2 8-16,0-2-4 15,0 2-2-15,4 0-3 16,1 0 2-16,2-4 1 0,0 4-7 16,-2-4 5-16,12 2 4 15,8 0 8-15,11 2-10 16,7 0-20-16,8 0 14 15,-2 2-3-15,2-2-34 16,-1 0 25-16,-9 0 18 16,2 0-9-16,-9 0 9 15,-7 0-5-15,-11 0-25 16,-6 2 30-16,-9-2-36 16,-3 0 35-16,-5-2 2 15,8 2 17-15,-4-2-18 16,3 0 1-16,8-2 1 0,-2 4-2 15,3 0-5-15,7 0-1 16,0 0 12-16,4 4 5 16,7-2-4-16,-1 0 4 15,-3 0-22-15,-7-2 10 16,-7 0-10-16,-2 0 5 16,-1-2 12-16,-3 0-4 15,1 2-2-15,-2-2 0 16,-3 2 1-16,1 0 0 15,-3 0-1-15,4-4 3 16,-3 1 3-16,2 3 5 16,5 0-11-16,-1-1 0 15,7 2 3-15,5 2-2 0,7 3 18 16,1-4-14-16,1 0 4 16,-10 2-1-16,3-4-8 15,-2 0 0 1,-4 0 6-16,-4 0-6 0,-5 4-8 15,-3-4 7-15,-2 0 2 16,0 0 6-16,-2 0-7 16,-3 0 0-16,2 0 2 15,-1 0-2-15,4-4-5 16,2 4 4-16,0 0 2 16,1 0 4-16,1 0-5 15,7 0 0-15,-3 0-1 16,6 4 1-16,-1-4-8 15,5 0 7-15,2 4 2 0,0-2-2 16,3 6-2-16,-1-4-24 16,-2-2 17-16,-8 0-10 15,6-2-2-15,-6 2 21 16,5 0 1-16,-4-2 5 16,1 2-5-16,-3 0 0 15,-3 4-3-15,-1-6 3 16,-7 0-21-16,5 0 9 15,-1 0 4-15,-2 0 7 16,7 0-10-16,0 0 8 16,1 0-15-16,2 0 18 15,1 0-4-15,-2 0 4 16,-2-6 1-16,5 6 2 0,2 6-3 16,5-4 0-16,6 4 6 15,6 0-6-15,0-2-11 16,1 4 11-16,-1-4 1 15,-5 0-1-15,-1-2-8 16,-5 2 8-16,-6-4 0 16,-5 0 0-16,-5 0-18 15,-1 0 18-15,1 0 0 16,1 0 7-16,7 0-7 16,0 0 6-16,11 0 41 15,5 2-40-15,-2 2-6 16,1 0-1-16,-1 0 2 15,2 4 3-15,8-4-5 16,-2 4 0-16,-3 0-4 0,0-4 4 16,-2 0-5-1,-4 0 5-15,-1-4 0 0,-1-4 0 16,-5 0 0-16,0 2 0 16,4 4 13-16,7-2 25 15,5 8-29-15,-3-4 1 16,3 2-9-16,-5 0-1 15,-2 0 0-15,4-2 0 16,-2-4 6-16,2 2-6 16,3 0-1-16,-3-2-7 15,-4 0 8-15,-3-2-22 0,-8 0-29 16,-4 2 30 0,-3-8 6-16,2 6 15 15,3 4-6-15,8 6 6 0,10-6 32 16,10 6-32-16,3 2-47 15,-3-6-5-15,-1 0-127 16,5-2 109-16,-3-2 31 16,2 0 25-16,2 6-77 15,-3-6 91-15,-6 4-66 16,-6-4-141-16,-10 0 71 16,-2 4 136-16,-4-4 165 15,2 0-165-15,-2-4-87 16,-5 0 9-16,2 4 66 15,-1-6 12-15,1 2 25 16,-4 0-25-16,0 2-30 0,5 2 30 16,6 4 74-1,7 0 159-15,6 0-233 0,1 4-270 16,-1-2 267 0,1-2-15-16,0 0-63 0,4 2 81 15,-1-2 250-15,2 8-184 16,-6-8-65-16,-6 1 45 15,-14-1-1-15,-3-4-37 16,-13-3-8-16,-8 2 170 16,-2-2-35-16,0 1-57 15,-4 2-47-15,1 0-30 16,-4-4 29-16,2 4-30 16,-1 0-24-16,-1 0 5 15,-7 0-241-15,-47-5-1068 0</inkml:trace>
  <inkml:trace contextRef="#ctx0" brushRef="#br0" timeOffset="-23163.1">15078 14650 1321 0,'-2'0'186'15,"2"0"-33"-15,0-4-27 16,0 4-60-16,0-4-12 16,0 4 59-16,2-2-22 15,-4 0-5-15,2 2-23 16,0-2-27-16,0 2-29 15,0 2-7-15,2 2-16 16,-2 8 16-16,0 10 22 16,0 6-1-16,2 4-1 0,3 4-19 15,3-6 17-15,2-3-18 16,1-5 0-16,-5-8 0 16,-2-10 0-16,2-3-16 15,-4-1 16-15,-4 0 10 16,4 0-10-16,-2-1-8 15,0-3-33-15,0-6 40 16,0-2-64-16,2-6 6 16,-4 0 31-16,0-5 2 15,-4 5 10-15,2 0-32 16,2 2 40-16,2 10-14 16,-2 6 22-16,0 0-24 0,-7 8 24 15,5 6 1-15,-6-1 20 16,8 6-21-16,0-1 8 15,0 4-32-15,2-1 15 16,0-1-161-16,4 14-357 16</inkml:trace>
  <inkml:trace contextRef="#ctx0" brushRef="#br0" timeOffset="-19961.5">15655 16790 1241 0,'0'-6'318'0,"-2"6"-110"0,0-4-94 0,-3-4-13 0,1 4-70 0,-5-2 44 0,-7-2-48 0,3-2 35 0,-5 2 26 0,-4-1-47 16,0 5-19-16,-7 4-22 15,-5 8 14-15,-8 5-17 16,-7 5 3-16,-9 4-14 16,-11 10 14-16,-5 8 6 15,-6 10 10-15,2 4 16 0,5 6-13 16,12-1 26-16,17-1-40 15,17 0 5-15,7 0-10 16,14-4 0-16,3 0 2 16,10 0-8-16,8-6 0 15,3 1 4-15,13-3 2 16,5-2-30-16,-1 4 24 16,6-8-42-16,-5-4-4 15,-9-8 43-15,-10-6 7 16,-8 0 1-16,-2-4 1 15,-7 8 0-15,-7-2 2 16,0 7-2-16,5 1 1 16,4-2-3-16,12-2 4 0,-1-2 4 15,9-4-6 1,5-12 0-16,7 2-4 0,3-12 4 16,3-4-24-16,3-6-33 15,-3-2-33-15,0-6 16 16,-4 4 4-16,-5 0 25 15,-9 2 34-15,-6 6 8 16,-10 2 2-16,-1 4 0 16,3 2 1-16,0 2 10 15,0 4-9-15,6 2 0 16,6 2 25-16,4 2-25 16,10 0 53-16,1-2-7 0,7-6-40 15,1-6 21-15,1-6-28 16,6-6 0-16,1-16 3 15,4-4-3-15,1-10-14 16,0-13 13-16,2 1 2 16,-10-8 6-16,-5 4-7 15,-16-8 0-15,-9 6 18 16,-15-2 9-16,-9-1 33 16,-4 9-10-16,-7 6-16 15,5 4 14-15,-2 4-48 16,3 8 6-16,7 2 3 15,-1 6-9-15,5-2-1 16,0 3 0-16,0 1 1 16,-2-1 17-16,2 2-17 15,-2 3 0-15,-6 0 14 0,0 0-14 16,-7-4 1-16,-4-2-1 16,-3-6 0-1,-5-2 3-15,-5-8-3 0,-9-4 0 16,-5 0 32-16,-6-1-31 15,-6 9 6-15,0 12 19 16,-4 12-25-16,4 6 12 16,4 6-13-16,8 2 0 15,8 2 0-15,9 4 0 16,8-4-6-16,6 2 6 16,6 6-18-16,11 6-105 15,10 6-171-15,61 43-630 16</inkml:trace>
  <inkml:trace contextRef="#ctx0" brushRef="#br0" timeOffset="-18347.5">16270 16784 633 0,'-13'-4'853'0,"-3"0"-606"0,-15 4-178 0,4 4-49 0,-4 10-10 0,-2 8-10 0,-3 0 0 0,-1 2 16 0,-2 2-9 0,-1 4 94 0,5 2-8 0,4 8-18 0,10 4-8 16,5 1-25-16,12 9-1 0,8 0-13 15,8 4-26 1,3-4 26-16,5-6-28 16,3-4 0-16,-1-4 2 0,0-4-1 15,3-8-1-15,-1 3 0 16,8-5 0-16,1-6 6 16,5-4-6-16,4 2 0 15,-8-8 3 1,1 4-3-16,-6 2-6 15,-9-2 5-15,-2 4 1 0,-11 0-6 16,-7 4 6-16,-7 4-6 16,-2 2 6-16,-7-6 1 15,6 0-1-15,-2-8 0 16,8 3 12-16,-1-12-18 16,12 8 6-16,2-8 0 0,11 4 5 15,11 0-5-15,12 0-5 16,3 5 4-16,1-2 2 15,-5 6-7-15,-6 0 6 16,-9-4-31-16,-9 4 17 16,-12-10-1-16,-1 2 5 15,-7-6 10-15,-3 4 0 16,-1-2 42-16,-4 2-42 16,4 0 12-16,4-2-21 15,2-2 9-15,6-4-1 16,8 4 0-16,10-8-19 0,7-4 8 15,10-10-22 1,7-4-43-16,-1-10 16 16,2 0-11-16,-2-8 60 0,-2-9 4 15,-1-5 8-15,-6 0 5 16,-7-4-5-16,-8 6-8 16,-5 2 8-16,-7 6 0 15,-7-1-5-15,-2-1 4 16,-6 6 2-16,-3-4 16 15,1 0 3-15,-6 0 5 16,4-2 47-16,-2 2-24 16,1 4 11-16,-4 4-20 15,2 4-32-15,-2 5 25 16,2-3-28-16,-7 12 2 16,1-6 16-16,-4 2-22 15,-2-4 0-15,-3 4-1 0,-4-6 8 16,4 2 5-16,-1 0 0 15,3 0-1-15,-1 6 11 16,7-2-22-16,-1 4 0 16,-2 0-1-16,1 1-1 15,-2-1-4-15,0 4 6 16,4-4 0-16,-2 4 3 16,4 2-3-16,-1 4-6 15,-1 6-2-15,-9 2 7 16,-5 4 0-16,-3 6 1 15,-5 4 0-15,-1-6 3 0,2-2-2 16,1 6 0 0,5-3-1-16,6 4 0 0,2 10 5 15,8-1-5-15,1 2-9 16,9 2-9-16,9 2-6 16,7 6-162-16,9-2-59 15,40 16-1064-15</inkml:trace>
  <inkml:trace contextRef="#ctx0" brushRef="#br0" timeOffset="-17098.19">17389 16583 945 0,'-7'-4'331'0,"3"0"-142"0,-8-4-46 0,-1 2 11 0,1-2-86 0,-3 2-10 0,-5 2-41 0,0 4-5 16,-11 4 25-16,-5 6-37 0,-8 0 20 0,-8 10 17 0,-6 8 17 0,-9 2 77 0,7 2-41 0,2 4-57 15,14 0 10-15,15 5-10 16,9 7-25 0,15 6-8-16,7 8 0 0,12 6 12 15,4-2-12-15,0 1 0 16,2 1 0-16,0-10 0 16,0 4 0-16,-7-8 0 15,3-2 0-15,-3 7-3 16,-1-9 3-16,-6 4 0 15,1-6-11-15,1-12 13 16,4-6-4-16,-3-12-11 0,-1-12 13 16,0 2 29-16,-4-4-29 15,0 2 0-15,5-6 0 16,1 8 0-16,1-4 0 16,6 10-1-16,3-6 7 15,3 6-3-15,-3 0-3 16,10 3-3-16,9-8-9 15,5 1 22-15,8-6-10 16,4-4 0-16,-2 0 9 16,-4-4 9-16,-13 4-18 15,-10 0-7-15,-8 0 7 16,-13 0 6-16,-4-1 0 16,-2 2 33-16,-2-1-18 15,2 0 48-15,2-1-69 16,9-8 9-16,16 1-6 15,8-2 13-15,17-12-10 16,6 0-6-16,4-6-51 0,3-8 44 16,-1-8-85-16,-1 0 31 15,-12-4 7-15,-11-6 18 16,-17 4-29-16,-19-7 11 16,-10 7 44-16,-15 2 10 15,-4 2 36-15,-4 2 37 16,-2 4 13-16,2 0-26 15,-2 4-5-15,2 0-31 16,5 5-15-16,2-1 19 16,6 0-28-16,7-2 0 15,0 2-8-15,7-8 8 16,2-4-1-16,5-6-5 16,1 1 6-16,-4-5 24 0,-2 4-24 15,-6 6 0 1,-8 4 8-16,-6 4 2 0,-9 6-10 15,-8 2 0 1,-4 2 1-16,-5 0 17 0,-2 8-18 16,2 8-4-16,1 2-7 15,7 8 11-15,5 0-13 16,6 9 12-16,8 4-37 16,3 5 2-16,5 4-174 15,22 36-157-15</inkml:trace>
  <inkml:trace contextRef="#ctx0" brushRef="#br0" timeOffset="-15851.62">17970 16469 1136 0,'-13'0'349'0,"-3"4"-200"0,-8 0-80 0,-8 8-2 0,-1 12-49 0,-5 6 27 0,-7 12 47 0,-3 10 44 0,1 10-22 0,2 7-33 0,12 5-43 0,15 2 17 16,16 10-54-16,12 3-1 15,17 5 1-15,2-6 10 16,9-8-11-16,1-8-2 15,0-5 2-15,-3-9 5 16,-3-8-5-16,-1-10-8 0,-1-4 7 16,2-6 1-1,1-8-1-15,-3-8-8 0,5-8 9 16,-3-2 21-16,1-4-20 16,-1 0-1-1,-4 0 10-15,-2-4 2 0,-1 8 44 16,-1-4-26-16,-1 8-18 15,-1-2 82-15,-1 2-53 16,-7-4-16-16,6-4 23 16,-4-4 8-16,6-4 19 15,3-10-39-15,6-6-21 16,1-6 54-16,-6-6-68 16,0 0 22-16,-4-4 8 0,-6-4-22 15,-5-2 18-15,0-7-27 16,-10-1 0-16,-8-8-16 15,2-6 16-15,-8-12-48 16,1-9-2-16,1-5 22 16,2-4-26-16,4 6 16 15,1 19 38-15,-3 19 20 16,-4 18-20-16,-7 18-26 16,-1 2 25-16,-2 10-29 15,-9 2 1-15,0 4-4 16,-4 4-18-16,4-4 44 15,-2 0-10-15,4 0 4 16,4 0 12-16,4 0 1 16,1-4-24-16,4 4-21 0,-3 0-65 15,3 4 28 1,3 2-137-16,0 10 30 0,5-2 7 16,-2 8 20-16,-5 23-112 15</inkml:trace>
  <inkml:trace contextRef="#ctx0" brushRef="#br0" timeOffset="-12678.26">9361 17084 24 0,'-3'0'1361'16,"1"-5"-1088"-16,-4-4-105 0,1 5-55 0,5 0-44 0,-2 0 55 0,4 2-43 0,-2 2-24 0,0 0 18 0,0-4-21 0,0 4 0 15,-2 0 26-15,2 0-40 16,-2 0 67-16,-3-4-59 15,1 0-29-15,-5 0 23 16,2 2-12-16,-1-2-23 16,-6 0-7-16,1 0 0 15,-5 0-3-15,-3 2 3 16,-2-2-7-16,-2 0-1 16,-6 0 8-16,0 4-1 15,-5 0 1-15,3 4 0 16,-6 6-9-16,-1 6 9 0,-2 2-21 15,-3 10 20 1,-1 3-9-16,-6 5 10 0,3 0-1 16,0 8 3-16,0-4 4 15,7 0-6-15,4-8-6 16,7 0 6-16,7-2 0 16,1 2-6-16,6-2 5 15,-4 11 2-15,6-5 2 16,-1 8-3-16,1-4-1 15,1 0 1-15,3-4 0 16,-3-4 1-16,4-6-2 16,-2-4 2-16,3-4 9 15,-2-4-10-15,7 0 0 0,-3-6-1 16,5 2 1-16,-1-2-8 16,1 6 8-16,2-1 0 15,0 5-1-15,2 4 1 16,1 2-1-16,-1 2 1 15,0 0 0-15,1 2 0 16,-1-2-6-16,0 4 16 16,0-6-8-16,5 6-2 15,2-2-5-15,2 2-5 16,0 2 10-16,1-1 0 16,7 1-1-16,0-2 2 15,5-2-3-15,4-6 2 0,-1 0 0 16,4 0-4-1,6-8 4-15,-2 4 0 0,3-4-2 16,0 0 4-16,-1-2 11 16,-2-1-13-16,2-4-3 15,-1-3-6-15,4 0 15 16,-1-8-6-16,6-6 0 16,2-6-12-16,2-2 0 15,3-4-24-15,0-2-25 16,-2-2 59-16,-8 8-31 15,-5-4 0-15,-5 8 15 16,-3-2-15-16,-2 2 33 16,-7-4-1-16,3 0 1 15,-4-5 2-15,6-3-2 0,-3-2-9 16,5-5 9-16,-8-4-19 16,4-3 17-1,-5 0-23-15,0 4 22 0,-2-4-15 16,-3 8 18-16,-2-4 0 15,-2 5 0-15,0-1 1 16,0 2-2-16,-4 2-18 16,1-4-29-16,-6-2 42 15,0-2-39-15,-4 0 9 16,2 0-7-16,-6 6-2 16,2-6 6-16,-3 4 10 15,2 1-22-15,-6 3 26 16,6-2-38-16,-2 2 7 15,2 2-5-15,-2 0-4 0,-4-2 23 16,2-2 5-16,-2-2 25 16,-3-4 4-16,3 6 8 15,-5 8 0-15,-2 4 11 16,2 4 35-16,-7 4 23 16,6 2-15-16,-4 3-30 15,1 5 30-15,0 0-54 16,2 0 1-16,-3 5 7 15,4 8-8-15,-2 1-110 16,-14 35-247-16</inkml:trace>
  <inkml:trace contextRef="#ctx0" brushRef="#br0" timeOffset="-11577.17">10689 16990 1305 0,'-14'0'221'0,"4"0"-76"0,-11 0-104 0,3 0-10 0,-1 4-4 0,0 0 2 0,-5 6 2 0,-5-2-4 0,0 6 39 0,-7 0-28 0,-2 12-5 16,-6 2 37-16,-3 11 13 0,-1 7-34 0,-6 2 16 0,4 6-43 0,4 0 37 16,-1-2-40-16,7 6 71 15,7 1-15-15,12-1-36 16,13 0-31-16,8-4-8 15,6 4 7-15,4 8 10 16,7-2-17-16,6 3 0 16,-2-9 3-16,10 0-3 0,6-6 0 15,1-6-1-15,4-10 2 16,3-6 2-16,1 2-3 16,5-10 7-1,5-8-7-15,-3-1 8 0,1-3-8 16,2-6 0-16,0 8 0 15,-3-6 15-15,0 8-15 16,5-6-4-16,0-4 4 16,2-4 0-16,5-4-20 15,-5-14 1-15,0-8-26 16,-6-2 18-16,-5-7-5 16,-2 3 23-16,-5-4 8 0,-5 0-31 15,2 0 32-15,-1-2 0 16,-5-4-2-16,-2 2-28 15,-6 0 33-15,-1-9-3 16,-8-1 0-16,-4 2 4 16,0-6-2-16,-7 4-4 15,-3-2 8-15,-2 6 0 16,-2-2 6-16,-3 3-12 16,-4 5 33-16,0-4-9 15,-2 2-13-15,-7 2-11 16,-1-4 0-16,-8 4 6 15,-4-4-6-15,-5 0-18 0,-9 3 9 16,-3 1-12 0,-13 4 6-16,-1 4 2 0,-8 10 2 15,-3 12 11-15,0 12 0 16,-5 10 9-16,-2 10-22 16,6 6 13-1,11-2-12-15,19-3 11 0,15-10-71 16,22 5-153-16,61 19-225 15</inkml:trace>
  <inkml:trace contextRef="#ctx0" brushRef="#br0" timeOffset="-10549.53">12280 16936 1494 0,'-7'-4'233'0,"5"0"-103"0,-2-6-28 0,-2 6-54 0,2 0-9 0,2 4-5 0,-5-8-33 0,-1 6 26 0,-6-2 12 0,1 4 32 0,-5 0-14 0,-11 10-56 0,-7 8 26 0,-10 12-27 16,-6 10 12-16,-4 6 27 15,6 7 3-15,3 5 9 16,7-4-2-16,9-6-48 16,12-2 8-16,11-2-9 15,8 4 0-15,6-2 7 16,12 7-7-16,11 1-1 16,3 8 0-16,3 0 2 0,-2 6 3 15,1-6-4 1,-3 1-45-16,-2-9 24 0,-2-10-19 15,-2-12 20-15,-4-10 19 16,4-4 1-16,0-6 0 16,4-2 0-16,6 2 0 15,5-2 24-15,7 0-24 16,-1-2-7-16,4 2 7 16,4-6 0-16,-4-8-6 15,4-6-1-15,2-4-20 16,2-8 27-16,-2 0 0 15,-6-8-3-15,2-2 3 16,-8 0 9-16,-3-3 30 16,-4-1-36-16,-3-4 3 15,-3 0 40-15,-4 0-44 0,-8 0 4 16,-3 0-5-16,3 0 14 16,-4-2 29-16,1 2-44 15,-1 0 15-15,1-5 4 16,3 5-19-16,-3 4 0 15,0 0 6-15,-5 2-4 16,-2 2 2-16,-3 0-4 16,-6-2 0-16,-4 2 54 15,-5 0-52-15,0-4 5 16,-4 1 5-16,2-1-3 16,-1 4 5-16,4 6-10 15,-1 4-2-15,2 4 51 0,-4 8-52 16,-2-6 5-1,-8 6 9-15,-1-2-7 0,-7 2-8 16,-2-4-2-16,-7 6 2 16,-2-6-4-16,-5 6 4 15,-1 2 0-15,-4 2 6 16,-3 4-6-16,0 4-1 16,-3 2 0-16,7 8-44 15,9-2 45-15,11 2-36 16,8-6-32-16,9-2-44 15,-5 6-121-15,4-2-118 16,-26 16-769-16</inkml:trace>
  <inkml:trace contextRef="#ctx0" brushRef="#br0" timeOffset="-9100.65">8446 15919 1286 0,'-19'-1'279'0,"-1"1"-100"0,-18-3-119 0,-6 11 55 0,-1 5-86 0,-3 5 7 0,-6 4 22 0,-4 14 67 0,6 4-14 0,4 0-86 16,7 4-14-16,10 6 37 16,14 4-48-16,10-1 6 15,11 1-6-15,12 0 6 16,13-8 1-16,8 2-7 15,10-4 0-15,7-4 2 16,1 0-2-16,8-4-4 16,-5-5-2-16,4-8 12 15,-4-1 0-15,-2-9-6 16,0-12 0-16,-5-2 9 16,-4-16-8-16,-2-1-1 15,-6-8 6-15,-1-2 3 16,-9 0 4-16,-6 2-13 0,-6-4 2 15,-5-6 25-15,-6-8-27 16,-6-2 6 0,-4-2-2-16,-9-1-2 0,-1-1 35 15,-4 2-37-15,1 2 1 16,-2-2 32-16,6 4-32 16,-1 6 0-16,6 4 30 15,-3 6-10-15,1 6 29 16,0 0-50-16,-1 8 1 15,-3-3 20-15,1 7-21 16,-3-2-1-16,1 6 1 16,4-2 0-16,-1 7 0 0,6-2 0 15,1 1-1 1,3 2-23-16,2 0-39 0,0 0-131 16,0 14-176-16,-5 27-502 15</inkml:trace>
  <inkml:trace contextRef="#ctx0" brushRef="#br0" timeOffset="-8231.5">7494 16826 1267 0,'-7'4'231'0,"4"-4"-125"0,-5 4-28 0,-3 0-25 0,-1 0 34 0,-5 2-47 0,-1 2 28 0,-9 6-17 0,-4 0-14 0,-5 2 8 15,-6 12 6 1,-14 4-28-16,-4 12 25 0,-6 8-11 16,-5 12 35-16,-4 11-31 15,9 5 7 1,10 0 12-16,14 2-26 0,17-6-23 16,21-1-11-16,23-7 0 15,22-2 9-15,15-12-9 16,13-3-15-16,4-13 15 15,8-11-1-15,1-4 2 16,0-19-2-16,3-12 6 16,-8-11-20-16,2-17 15 15,-7-8-21-15,-1-2 7 0,-2-12 8 16,-5 0 6 0,-1-8 0-16,-12-1-3 0,-11-5 3 15,-13 0 0-15,-16-2 8 16,-14 2-8-16,-17 1 25 15,-8 12-5-15,-19 6-20 16,-14 7 9-16,-3 6 0 16,-5 6-9-16,-1 16-39 15,15 8-18-15,6 10-144 16,18 14-65-16,6 22-593 16</inkml:trace>
  <inkml:trace contextRef="#ctx0" brushRef="#br0" timeOffset="-3737.22">15024 14712 966 0,'0'0'518'0,"0"0"-374"0,0 0 15 0,0 0-29 0,-2 0-25 0,2-4 21 16,0 4 18-16,0-4-75 0,0 2 50 0,0 2-73 0,2-2-35 0,-2 0 23 0,0 0-23 16,5-2 1-16,-5-4 0 15,0-2 3-15,1-6 36 16,-1-2-51-16,3 0 0 15,0-10 10-15,-1 4-10 16,1-8-1-16,3-2-1 16,0-8 4-1,1-5-1-15,0-3-1 0,2-8 0 16,-7 2 5-16,0 6-5 16,-4 10 0-16,-2 12 8 0,-3 10 7 15,2 8 15 1,3 2-30-16,-2 2 7 0,4 2 1 15,-3 1-8-15,1-1-12 16,0 1 11-16,0 1 2 16,0-2 5-16,-2 2-6 15,-1 4 0-15,-2 6 9 16,-11 14-9-16,-4 10-9 16,-3 20-1-16,10 12 20 15,11 4-10-15,6 2 0 16,4-2 1-16,3-7 1 15,-1-1-2-15,-2-10-5 0,-2-4 4 16,-4-14 2 0,2-4 3-16,-2-6-4 15,5-6 0-15,-5-11 0 0,2-1 0 16,-2-4 0 0,0 0 3-16,2 0-3 0,0-7 34 15,4-7-34-15,4-10 8 16,1-8-5-16,5-8-3 15,-3-4-2-15,-4 0-4 16,0-12 11-16,0-3-25 16,-7-5 11-16,-2-4-10 15,0 2 8-15,-4 14 11 16,2 16 0-16,-3 14-1 0,2 16 7 16,3 2-17-1,0 12-13-15,-4 8-16 16,-3 22 34-16,1 18 12 0,2 17-6 15,6 9 1-15,6-2 5 16,6-4 3-16,1-8-9 16,2-6 0-16,-7-14 0 15,3-7 0-15,-3-15-9 16,-6-12 9-16,-4-6 0 16,2-6 23-16,-2-2-22 15,0-6-1-15,-2-2 41 16,2-15-41-16,-2-4 0 15,0-12-8-15,0-1 8 16,-4-4-7-16,4 6-68 16,-2 4-23-16,2 14 79 0,0 12-43 15,-5 8-35 1,3 10-8-16,-6 10 16 0,2 8-91 16,-13 46-571-16</inkml:trace>
  <inkml:trace contextRef="#ctx0" brushRef="#br0" timeOffset="-1296.51">8849 13637 381 0,'0'0'637'0,"0"0"-369"0,0-1-164 0,0 1-58 0,0-4 50 0,0 1-40 0,0-3 8 0,0-2 46 0,0 2-28 0,0-2 4 0,0 0-32 16,-6 4 1-16,4 2 53 15,0 1-49-15,2 1-20 16,0 0 1-16,0 0-17 16,2 0-2-16,-2 0-21 15,0 0 0-15,0 0 45 16,0 0-42-16,0 0-3 15,2 3-14-15,4 5 14 0,-4 2-9 16,2 5 9 0,3-4 0-16,-1-3-6 0,4-2 7 15,-2-2-1-15,1-5 27 16,0-3-27-16,0-5 18 16,-2-1-18-16,-1-2 0 15,-4 2 20-15,-4 5-20 16,-2-2-8-16,-5 7 7 15,0 4-5-15,-9 4 6 16,0 2-1-16,3 7 1 16,-3-2 4-16,9 0-4 15,5-4-1-15,2-7-8 16,2 1 10-16,4-3-1 0,3 0 0 16,3-4 6-16,11 2 16 15,-3-7-22-15,1 2 0 16,-5-5 9-16,-5 3-8 15,-5 3 6-15,-2 3-7 16,-2-2 0-16,0 2 13 16,0 1-13-16,-2-5-12 15,0 10 11-15,0-5 1 16,-2 1-1-16,-3 3 1 16,0-1 0-16,-2 2 14 15,0-2-14-15,7-1-9 16,0 2 3-16,4-3 0 15,-2 6-36-15,9 1-177 16,24 20-140-16</inkml:trace>
  <inkml:trace contextRef="#ctx0" brushRef="#br0" timeOffset="1123.29">9125 13553 978 0,'-2'-2'233'0,"-4"2"-109"15,2-2 11-15,0-1-57 0,0 0 62 0,2 1-2 0,-3-2-50 0,1 2-7 0,2 0-40 0,-1 0-8 0,0 2 66 0,3-2-68 0,0 2-13 0,0 0 17 0,0 0-26 0,6 2 3 0,0-2-12 0,11 2 0 0,6 2 21 16,8 0-21-16,9 1 0 0,3 0 10 16,3-5-9-16,12-2 24 15,-2 2-25-15,9 0 0 16,3 2 11-16,9 2-11 16,7 0-6-16,3 2 6 15,0 2 10-15,2-2-10 16,-4-3-9-16,0-3 9 15,1-3 18-15,5 1-18 16,7 2-5-16,3 0 5 16,-1 0 1-16,-2 2 13 15,-7-2-14-15,-1 0 0 16,-3-2 0-16,-2 2 0 16,-6-2-10-16,0 4 9 15,-10 3 1-15,-5-1 0 16,-4-3 0-16,-2-1 0 0,-6-1 3 15,-1-3-3-15,0-1 0 16,7-3 5-16,-2 4-4 16,4 3 8-16,3-2-9 15,-3 6 0-15,2-2 8 16,1 3-8-16,5 4 0 16,1-2 1-16,14 2 0 15,2 1 0-15,8-5-1 16,3 1 0-16,-2-3 9 15,-5 2-9-15,-7-1-3 16,-4 2 2-16,-3 1 2 16,2 1-1-16,-9-2 0 15,1 4 0-15,-1-4-6 16,-4 2 6-16,-6-1-3 0,-3-1 3 16,-9-1 1-16,-7 1 5 15,-5-3-6-15,-3 0 0 16,0-1 0-16,5-1 12 15,3-1 54-15,6-3-27 16,5-1-38-16,0 1 21 16,4 0-22-16,6-1 6 15,-2-1 8-15,5 3-14 16,-3 2-3-16,7 1 3 16,-1 0 1-16,6 0 0 15,2-3-1-15,-6 2 14 16,1-3-2-16,-3-6-12 0,0 1 0 15,-3-3 9 1,-1 1-3-16,0-2-5 0,-1 5 4 16,-4 0 4-16,1 2 20 15,-9-2-29-15,-7 4 0 16,-1 2 6-16,-8-4 2 16,5-2 13-16,0 2-18 15,5-2 9-15,1-2 21 16,9 2-33-16,8-2-5 15,5 4 5-15,1 0 0 16,4 4-4-16,-4 2 3 16,0-2 2-16,-4 2 17 15,1-2-18-15,-4 0-3 0,7-4 3 16,0 4 0-16,-1-2 0 16,3 2-1-16,1 0 2 15,-1 2 1-15,0 0-2 16,-7 0-9-16,7 4 9 15,1 0 0-15,3 6-5 16,0-2 4-16,3 0 2 16,-7 0 4-16,7-6-5 15,-3 2 0-15,1-2-1 16,-2 2 2-16,1 4-1 16,-7-4 0-16,-2 2 6 15,-5 0-3-15,-1-1-3 16,-4 2-2-16,0-5 2 0,4 2 0 15,6-2 1-15,9 2-7 16,10 4 16 0,6 2-11-16,-1 4 1 15,-3-2-5-15,-4 6-2 0,-6-5 7 16,-1 5 0-16,-5-3 0 16,0-1 0-16,-4 1 2 15,-1-5-2-15,-4 0-5 16,3-6 5-16,-1 2 0 15,-2-4 1-15,0 4-3 16,3-4 8-16,-5 2-4 16,4 2-2-16,1 0 0 15,-3 4 0-15,0-4 0 0,-2 0 0 16,-4 2 0 0,2-8 9-16,-6-6-9 0,4 2 0 15,8-2 0 1,3 2 3-16,5 2-3 0,7 2-9 15,-4 4 9-15,4 0 0 16,-9 2 6-16,-5-2-6 16,-7 2-9-16,-10-6 9 15,-13-2 0-15,-1-2-1 16,-6-2 1-16,-5 2 0 16,1-2 7-16,-7-2-7 15,4 2 0-15,-2 0 8 16,-1 2-8-16,2 0 3 15,-3 0-15-15,1 2 24 0,-3 0-6 16,0 2-6-16,-3 0-2 16,1 0-22-16,-5 2 24 15,-6 6-159-15,-11 4-135 16,-103 34-364-16</inkml:trace>
  <inkml:trace contextRef="#ctx0" brushRef="#br0" timeOffset="4742.89">15128 16128 1288 0,'-4'0'297'0,"8"0"-50"0,-8 0-131 0,8-4 17 0,-4 4 44 0,0 0-19 0,0 0-32 0,0 0-21 0,2-4-77 15,4-2 25-15,9-2-53 0,12-4 1 0,7 2 2 0,6-4-3 0,0 6-7 0,-4 2 5 0,-5 2-40 0,-4 4 21 0,-12 0-78 16,-10 4-15-16,-10 6 56 16,-17 8 19-16,-19 4-2 15,-9 0-5-15,-15 2 38 16,3-4 8-16,-4-10 35 0,14-2 28 15,8-2 40-15,19-2-46 16,13-4-24-16,14-4-33 16,16 2 14-16,16-6-7 15,17 0-7-15,14-6-33 16,6 2 33-16,-7 2-51 16,-3 0 21-16,-19 6 30 15,-16 4-31-15,-16 0 30 16,-17 6-40-16,-13 6 41 15,-15 2 26 1,-10 4 7-16,-5-4 19 0,2-6 2 16,-2 0-39-16,17-6 30 15,8 0-45-15,19-2-35 0,18 6-160 16,96-12-320-16</inkml:trace>
  <inkml:trace contextRef="#ctx0" brushRef="#br0" timeOffset="8267.44">20819 16727 1316 0,'-4'-1'297'0,"0"-2"-92"0,0 2-62 0,-1 1 37 0,1 0-96 0,4-4-53 0,-2 4 26 0,4 0-15 0,0-5-6 0,-2 5-6 0,7 0-19 0,1 0 34 0,17 0-37 16,13 0-7-16,13-4 16 16,18 4-17-16,7-4-8 15,10 3-8 1,8-4-59-16,-5 1 45 0,-8 4-158 16,-21 4-122-16,15 15-515 15</inkml:trace>
  <inkml:trace contextRef="#ctx0" brushRef="#br0" timeOffset="8575.48">21062 16816 644 0,'-19'0'1060'0,"-4"-4"-728"16,-12-4-181 0,12 8-101-16,10-2 32 0,16 4-34 15,16-2-46-15,12-2 7 16,16 2 0-16,18-4-6 15,10 0-3-15,4 0-24 16,0-6-5-16,-4 2-52 16,-13 4-42-16,-11-6-27 15,-19 10-93-15,-24 0-73 16,-53 18-377-16,-5-10 44 16,14 2 649-16,0-6 613 15,0 0-346-15,-31 2 58 16,1 2-107-16,10-4-46 15,14 2-88-15,17-2-84 16,23 0-21-16,91 4-186 16</inkml:trace>
  <inkml:trace contextRef="#ctx0" brushRef="#br0" timeOffset="13923.7">13254 9647 950 0,'0'-6'812'0,"0"6"-645"0,-3-6-92 0,3 6 58 0,0 0-40 0,-5 0 35 16,4 0 7-16,-2 2-38 0,3 0-26 0,-2 0-68 0,0 12 25 0,-3 10 5 0,1 14-9 0,-3 14-12 0,5 7 9 0,2 3-15 0,2-6-1 16,-2 0-5-16,0-12-41 15,-2-2-65-15,-5-8-409 16,-22-2-622-16</inkml:trace>
  <inkml:trace contextRef="#ctx0" brushRef="#br0" timeOffset="14798.68">13641 9774 1265 0,'-5'-3'372'0,"3"1"-225"0,-6-2-13 0,-2 4-77 0,1 4-15 0,-1 5 46 0,-11 6-1 0,6 6-12 0,1 5 2 0,1 2-71 0,11 0 54 0,9-5-60 0,11 0 1 0,-1-7 27 16,10-6-4-16,0-6-10 0,2-6 15 0,2-4-28 0,0-4 62 0,-4-8-28 0,-3-2-10 0,-6-2 40 16,-2-4-43-16,-9-2-11 0,-5-5-11 15,-9 4 13-15,-9 2-8 16,-7 3-5-16,-10 12-12 16,-9 6-3-16,-3 12 4 15,-3 8-100-15,6 10-165 16,-30 47-391-16</inkml:trace>
  <inkml:trace contextRef="#ctx0" brushRef="#br0" timeOffset="15108.42">13158 10473 1890 0,'9'-4'472'0,"1"-2"-398"16,17-10-52-16,14 0 76 16,12-8 2-16,3-4-40 15,4 0-16-15,4 0-34 16,-1 2 22-16,1 4-32 15,-12 4-35-15,-15 8-17 0,-12 6-265 16,-18 10-178-16,-63 38-8 16</inkml:trace>
  <inkml:trace contextRef="#ctx0" brushRef="#br0" timeOffset="15285.52">13077 10674 1694 0,'-2'0'556'0,"4"0"-442"15,3 0-16-15,5 0-41 16,11-2 34-16,12-6 1 16,14-2-43-16,11-4 0 15,5-2-49-15,6 0-28 16,-5 1-10-16,3 4-464 16,80-29-734-16</inkml:trace>
  <inkml:trace contextRef="#ctx0" brushRef="#br0" timeOffset="16953.62">13073 10935 1428 0,'-9'1'331'16,"4"2"-220"-16,-4 4-46 0,9 9-38 0,9 2 10 0,7 5 58 0,13 0-17 0,11 2 43 0,9-1-35 0,14-2-53 0,6-2 52 0,11-2-43 0,8-6-41 0,16-10 51 0,2-6-16 0,8-14-25 16,4-8-11-16,-5-12 18 15,1-6 4-15,-6-4-22 16,-13-6 0-16,-3-3 13 16,-13-5-11-16,-5-6 5 15,-9-7-7-15,-5-11 2 16,11-70-8-16,-29-45 6 15,-21-7-18-15,-21 78 7 16,-9 16 7-16,0 61-13 0,-3 5 16 16,-3 4-6-16,-18-38-13 15,-10 7 20-15,-11 5-34 16,-12 4 19-16,-14 0 15 16,-18-2-18-16,-80-34 16 15,-50-21-11-15,-34 23-14 16,87 56-2-16,-10 4 20 15,-6 16 2-15,-19 38 7 16,-4 20-6-16,-12 24 5 16,1 18 1-16,6 22 19 15,23 31-19-15,15 21 0 16,34 19 45-16,51 7-31 16,44 8 8-16,56 11-4 0,63 7-9 15,62-11 11-15,56-36-20 16,35-21 0-16,39-24 16 15,12-28-16-15,19-22-2 16,4-6-152-16,9-45-429 16</inkml:trace>
  <inkml:trace contextRef="#ctx0" brushRef="#br0" timeOffset="100594.79">15990 17219 770 0,'2'-6'267'0,"-2"6"-32"0,0 0-58 0,2 0-58 0,-2 0 32 0,0-4-64 0,2 4 0 0,-2-4-24 16,2 0-37-16,5-10 17 15,-1 4-17-15,0-12-19 16,2 4 40-16,1-8-16 16,2 3 31-16,-2 5-13 15,-4 10-20-15,-3 2 25 16,-4 8-54-16,0 10 9 15,-9 15 19-15,-1 13-10 16,-4 18-17-16,-6 0 5 16,6-8-6-16,5-6 23 15,5-12-23-15,4-14 0 0,2-2-8 16,2-10 8-16,-2-6-9 16,2-4 8-16,2-10-23 15,5-8 23-15,0-10-24 16,2-8 5-16,0 0 11 15,-2 0 8-15,-2 0-9 16,-5 14 9-16,-2 16-10 16,-4 10-7-16,-10 18 12 15,-9 14 4-15,-10 20 2 16,2 6 6-16,1 0-6 16,7-8 0-16,7-14-15 0,10-18 13 15,6-10-34 1,4-3-9-16,5-14 45 0,3-1-39 15,5-12 0-15,3-4 20 16,3-2 13-16,-4 2 6 16,-1 4 6-16,-7 4 39 15,-5 14 36-15,-5 4-51 16,-2 12-5-16,-5 10 25 16,-2 10-28-16,-3 4 4 15,-3 0-26-15,3-5 0 16,1-9 8-16,6-8-8 15,2-9-4-15,2 0 3 0,2-11 2 16,2-7 1-16,2-5-2 16,5-9-5-16,2-12 5 15,3 3 0-15,2-4-7 16,1 8 7-16,-3 2 1 16,-5 16 9-16,-2 10-10 15,-8 12 0-15,-1 14 13 16,0 6-13-16,0 6-5 15,-1-2 4-15,1-2 2 16,-5-6-2-16,5-6-8 16,-2-1 9-16,2-8-2 15,-2-4 2-15,4-1-7 16,0-4 7-16,3 0 0 0,-1-4 0 16,4-1-3-1,2 1 3-15,0-5-8 0,7-4 8 16,-10 7 0-16,-1 2 2 15,-5 4-1-15,-1 4 31 16,3 10 7-16,-3 0-15 16,0 8 21-16,0 1-35 15,-3-1-9-15,2-8 12 16,1-6-12-16,-2-4 9 16,4-4-10-16,-1 0 0 15,6-4-3-15,-1-8 3 16,5-2-8-16,3-13 8 15,1 4 0-15,-1-8 8 16,-3 8-8-16,-7 2 0 16,-2 11 36-16,-2 6-15 15,0 4 0-15,-2 0-21 16,-2-4 7-16,-1 4-2 0,-1-6-5 16,-6 6 0-16,6-8-15 15,1 4 15-15,1 0-33 16,0-2-8-16,-4-12-32 15,4 0 23-15,2-12 14 16,-3-2-15-16,5-4 11 16,0-8-59-16,-2 4 37 15,2 0 46-15,-2 8 9 16,-2 9 7-16,-5 11 0 0,-3 12 21 16,-8 12 36-1,-4 12-18-15,-7 15-11 16,0 3 35-16,4 2-13 15,4-8-10-15,9-2-32 0,10-10 1 16,5-12-18-16,10 2 0 16,4-10-150-16,53-22-107 15</inkml:trace>
  <inkml:trace contextRef="#ctx0" brushRef="#br0" timeOffset="102638.23">15581 10722 174 0,'0'0'922'0,"0"-2"-706"0,0 0-109 0,0 0-16 0,-2-2-13 0,2 4 33 0,-4-2-16 0,2 2-31 16,2-2-7-16,-2 2-27 16,2 0-29-16,0 0 32 15,0 0-33-15,0 0 0 16,0 0 16-16,-3 0-7 15,3 0-3-15,0 0 8 16,-2 0-13-16,2 2 36 16,-2-2-37-16,0 0 0 15,-3 2 2-15,0 2-2 16,1 4-12-16,-5 2-3 16,-28 38-192-16</inkml:trace>
  <inkml:trace contextRef="#ctx0" brushRef="#br0" timeOffset="108588.88">16397 8502 1528 0,'-6'-4'192'0,"0"0"-114"0,-6-2-42 0,1 0 28 0,-1 2-28 0,-3-2-25 0,-1 4 46 0,3-2-17 0,-5 2-16 0,3 2 14 0,-1 0-20 15,-4 2 24-15,0 2-38 16,-7 6 2-16,-4 0 18 0,-5 6-13 16,1 4-1-16,-7 6 13 15,3 6-10-15,-3 8 26 16,0 11-38-16,6 5 0 16,2 8 37-16,10 2-36 15,9-4 10-15,8 7 1 16,7-4-13-16,4 6 8 15,9-3-8-15,3-4 1 16,4-2-5-16,5-6 4 16,-1-8 0-16,5-7-1 15,2-9 9-15,-2-6 1 0,5-10-9 16,-1-6 0-16,3-6 18 16,-1-6-8-1,6-2-9-15,1-10 5 0,1-4-6 16,3-5 38-16,-2-4-38 15,-3-4 0-15,-5-5 38 16,-7-1-22-16,-6-6 5 16,-4-1 5-16,-3 0-20 15,-8 0 28-15,1 2-34 16,-5-3 2-16,0 1 8 16,-4 0-4-16,0 0 2 15,-6 0-14-15,-5 2 21 16,-3-2 1-16,-5 2-16 15,1 2 0-15,0 5 28 0,4-1-28 16,2 8 1-16,-1 1 7 16,7 2 1-16,0 3 8 15,-1 2-17-15,1 2 0 16,-2 4 14-16,-2-2-14 16,1 2-3-16,-5 0-3 15,-5 0 12-15,-2 6-23 16,-3 4 17-16,-1 4-1 15,1 6-25-15,-3 4 23 16,5 4-169-16,9 6-152 16,21 26-457-16</inkml:trace>
  <inkml:trace contextRef="#ctx0" brushRef="#br0" timeOffset="109533.8">17106 8438 1368 0,'-10'-4'294'0,"4"-4"-207"0,-5 0 6 0,-3 0 8 0,-3-1-19 0,3 4-2 0,1-1-2 0,-5 2 16 0,3 1-65 0,-6 2-22 0,0 1 22 16,-6 4-1-16,-7 4-10 16,-6 8 5-16,-9 8-22 0,0 8 46 15,0 4-47 1,2 0 0-16,7 4 11 16,2 2 8-16,4 1-5 0,5 2-14 15,6 0 0-15,0 1 10 16,9-2-10-16,8-2 0 15,3 0 1-15,8 2-1 16,7-2 3-16,3 1-3 16,5-6 0-16,5 2 21 15,-2-7-21-15,4-2 0 16,0-6 0-16,-2-2 2 16,4-8 19-16,2 0-21 15,0-6 9-15,3-4 3 16,5-2-12-16,4-2 0 15,2-2 4-15,0-2-4 0,-1 0 0 16,-2-2-1 0,1-2 10-16,-6 0 0 0,-1 0-9 15,-5-4 0-15,-4 0 12 16,-2-6-11-16,-3-4 0 16,0-6-1-16,0-7 7 15,-1-1 12-15,-4 3-19 16,1-2-13-16,-5 5 13 15,-1 4 9 1,-1-2 2-16,-7 2-11 0,-2 4 0 16,-4-6 23-16,0 0-23 15,-7-4 0-15,3-4 9 16,-4-1-1-16,1-3-8 16,-1 2 0-16,-2 6 7 15,1 2 28-15,0 2-35 0,0 4 0 16,-2 2 8-1,2 6-7-15,1 2 8 0,2 6-9 16,-4 4 6-16,3 0-28 16,-2 4 22-16,-5 2-25 15,-1 0 25-15,-8 2 0 16,5 2 0-16,-5 2-1 16,4-2-41-16,-6 4-79 15,6 6-345-15,-8 14-666 16</inkml:trace>
  <inkml:trace contextRef="#ctx0" brushRef="#br0" timeOffset="110337.06">18050 8420 1624 0,'-7'-4'169'0,"-1"0"-95"0,-10-2-46 0,-2 0 22 0,-2 2 14 0,-3 2-16 0,-2 2 38 0,-2 2-26 0,0 2-32 0,-2 4 26 0,2 0-33 16,-5 10-12-16,3 4 21 15,-4 10-16-15,-1 14 26 16,-1 10-25-16,3 8-6 16,7 4 38-16,3-3-47 0,11-9 6 15,7-6-9-15,12-4 10 16,5-4 14-16,5-6-21 16,7 0 1-16,6-6 21 15,0-2-22-15,5 1 0 16,1-7 0-16,0-2 1 15,0-4 8-15,-2-8-9 16,5-2 1-16,0-2 9 16,2-10-10-16,2-2 0 15,3-6 15-15,-2 0-7 16,-4-6 8-16,-3-1-16 16,-3-1 0-16,-8 3 10 15,0-4-10-15,-8-3 0 16,-3-2 15-16,-6-6-13 0,-3-10 14 15,-2-4-16-15,-3-2 0 16,-3-6 4-16,1 4-4 16,-3-1-7-16,-3 3 5 15,-5 10 4-15,-1 6 32 16,-7 8-34-16,2 4 0 16,-4 4-12-16,1 2 12 15,-1 4 0-15,2-2 0 16,0 4 11-16,3-2-22 15,1 4-7-15,-8 4-39 16,-8 4 24-16,-7 6-142 16,-87 38-373-16</inkml:trace>
  <inkml:trace contextRef="#ctx0" brushRef="#br0" timeOffset="111119.98">17019 9587 1615 0,'-7'-6'234'0,"3"2"-150"0,-6-8-21 0,-5 6-10 0,-9 2 14 0,-10 4-23 0,-11 8-22 0,-5 6 52 0,-8 10-44 0,-7 8-14 16,3 12 44-16,-7 10-9 16,9 8 18-16,2 5-28 15,15 3-31-15,13-4 47 16,13 0-57-16,15 3 0 16,9-7 9-16,15-4-8 0,12-8 11 15,5-8-12 1,9-12 6-16,2-12 21 15,4-12-26-15,6-14 0 0,0-10 14 16,-2-12-9-16,7-12 9 16,-7-8-15-16,0-13 1 15,-7-1 35-15,-8-8-36 16,-12 0 11-16,-12 4-3 16,-15 5-7-16,-8 9 6 15,-7 6-7-15,-11 6 7 16,0 8 4-16,-7 0-11 15,-4 8-3-15,6 4-11 16,-2 4 14-16,4 8-7 16,5 6-19-16,3 6-79 15,3 8-60-15,12 12-293 0,49 34-599 16</inkml:trace>
  <inkml:trace contextRef="#ctx0" brushRef="#br0" timeOffset="111793.33">17808 9689 957 0,'-5'-4'756'0,"2"-2"-594"0,-3-2-72 0,0 0-4 0,-1 2 20 0,-5-2-58 0,-1 0 50 0,-3 0-44 0,-1 4-15 0,-1 2 6 15,-2 2-12-15,-4 4-9 16,-8 4 5-16,-3 8-28 16,-6 4 50-16,-3 10-45 15,-2 8-6-15,3 6 35 16,5 5-13-16,9 2-21 16,9 6-1-16,11 1 7 0,9 0 10 15,11 2-17 1,14-2 0-16,4-1 7 0,6-5-7 15,4-4 8-15,5-12-16 16,2-6 17-16,4-10 9 16,5-8-18-16,-2-14 0 15,5-14 29-15,0-8-20 16,-2-12-3-16,-4-6-5 16,-2-13 19-16,2-4 7 15,-8-12-27-15,-3-3 0 16,-14-2 15-16,-10-2-7 15,-17 10-8-15,-15 7 0 0,-8 13 0 16,-12 12 36-16,-8 10-36 16,-8 10-4-16,-9 8 3 15,0 6 1 1,-2 8-9-16,10 6 1 0,6 0-17 16,5 8 23-16,12 2-163 15,12 6-171-15,34 43-299 16</inkml:trace>
  <inkml:trace contextRef="#ctx0" brushRef="#br0" timeOffset="112355.7">18692 9531 1566 0,'-5'-2'251'0,"3"-1"-193"0,-6 2-17 0,-8-3-1 0,0 8 13 0,-8-3 73 0,-5 6-14 0,-5 9-25 16,-5 8-21-16,-4 12-37 0,3 12 20 0,6 10-49 0,12 1 0 0,9 3 9 16,13 0-3-16,11-4-6 15,7-6 0 1,13-8 8-16,5-10-8 16,6-8 6-16,5-10 0 0,6-12 46 15,3-10-52-15,6-10 0 16,-4-8 18-16,2-2-18 15,-6-4 31-15,-8-8-31 16,-3-4 2-16,-5-12 44 16,-7-10-44-16,-8-12 11 15,-13-5 10-15,-10-1-7 16,-10 8 53-16,-11 13-20 16,-8 13-48-16,-11 10 36 0,-5 10-37 15,-5 12-6-15,-6 8 4 16,-2 8 4-16,0 6 4 15,0 2-6-15,5 0-2 16,3 2-28-16,5 1-52 16,3-4-122-16,5-1-176 15,-37-8-430-15</inkml:trace>
  <inkml:trace contextRef="#ctx0" brushRef="#br0" timeOffset="112936.7">18852 8432 1410 0,'-13'0'236'0,"-2"4"-140"16,-19 4-39-16,-8 12 7 0,-8 18 67 0,-5 12-64 0,2 11 35 0,7 4-9 0,21 0-37 0,13-9-14 0,14-2-29 0,16-6-13 0,11-2 45 0,9-8-45 16,1-6 0-16,5-6 8 15,-2-8-7-15,-3-10 24 16,2-3 0-16,-5-14 1 15,6-3 52-15,1-6-50 16,-4-7-4-16,-1-6 26 16,-5-7-11-16,-8-8-3 15,-14-4-33-15,-11-16 15 0,-13-9 7 16,-14-3-25 0,-11 4-5-16,-5 12 5 15,-7 18 0-15,-10 16-5 16,-5 16-7-16,-7 16-25 0,3 20-65 15,-73 96-401-15</inkml:trace>
  <inkml:trace contextRef="#ctx0" brushRef="#br0" timeOffset="118287.82">15829 10912 1157 0,'-5'-2'316'0,"3"2"-169"0,-4-4-103 0,-1 4-8 0,3-3 46 0,-4 0-25 0,4 3-6 0,-4-1-16 0,3-2 4 0,-2 1 4 15,2 2-28-15,-5 0-15 16,-3 2 39-16,-6 1-37 16,-1 1 5-16,-4 1 14 15,0 4 2-15,-1-1 17 16,-4 6-25-16,0-3-15 15,0 7 75-15,-2 4-46 16,-1 7 4-16,3 5 3 16,0 2-21-16,3 4 30 15,6 4-42-15,2 2 3 16,7 2 30-16,5 0-35 16,0 1-1-16,6-1 6 15,3-2-6-15,2 0 25 16,1 0-25-16,3-6 0 15,7 0 8-15,-1-6-8 0,6 0-7 16,-6-6 6-16,3-3 2 16,1-7 26-16,2-7-27 15,3 2 0-15,5-5 37 16,3 2-23-16,3-4-13 16,3-2 3-16,3 0 4 15,-4 0-1-15,-1-2-7 16,-7-2 0-16,0-4 23 15,0-2-13-15,-2-4 7 16,4-7 8-16,-2-2-17 0,0-2 25 16,-3-3-29-1,-2-3 4-15,-1-2 31 0,-3 1-35 16,-2 2-2-16,0-2-4 16,-3 2 8-16,-1 0 2 15,3 0-8-15,-3 0 0 16,-3-4 4-16,5-2-4 15,-7 2-5-15,1-1 4 16,-3 2 2-16,0-2 23 16,-2 5-24-16,-5 0 0 15,-5 2 30-15,-2 2-30 16,-2-2 0-16,1 0 0 16,-3 2 0-16,-3 2 16 15,3 4-16-15,1 0 0 16,2 4 9-16,-3 0-9 15,-2 2-6-15,6-2 6 0,-4 3 1 16,-2 2 26-16,5-1-27 16,-4 1 0-16,0-2 5 15,-3 3-5-15,2-1 0 16,1 4 4-16,-6-1-4 16,3 0 2-16,-6 0-2 15,4 0 0-15,-6 1 7 16,10 0-7-16,-3 0 0 15,3-1 0-15,2 0 1 16,2 3 2-16,3-2-3 16,-1 3 0-16,4 0 6 0,-4 0-6 15,7 0-18 1,0 0 17-16,0 0-11 0,-2 0-4 16,-2 8-112-16,-2 0-115 15,-1 9-90-15,2 12-656 16</inkml:trace>
  <inkml:trace contextRef="#ctx0" brushRef="#br0" timeOffset="123325.19">16074 9035 1911 0,'-5'-3'268'0,"5"0"-181"0,-2-1-87 0,2 4 24 0,0 0-24 0,2 3-10 0,3 1-1 0,-2 2-62 0,10 2-89 0,18 15-286 16</inkml:trace>
  <inkml:trace contextRef="#ctx0" brushRef="#br0" timeOffset="123489.45">16146 9050 1811 0,'-6'0'210'0,"2"1"-130"0,-2 1-80 16,1 2-6-16,3 4 5 15,2 9-86-15,2 19-454 16</inkml:trace>
  <inkml:trace contextRef="#ctx0" brushRef="#br0" timeOffset="127721.4">16568 11029 1034 0,'0'0'206'0,"0"-3"-136"0,-2 3-44 0,2 0 50 0,0 0-10 0,-2-3-28 0,2 3 22 0,-2 0-6 0,0-2 13 16,0 2-10-16,-1 0-21 15,1 0-9-15,-2 0-3 16,-4 2-12-16,2 1 20 15,-3 0-20-15,1 1-11 16,-6 0 35-16,3 2-15 16,-1 0-5-16,1 0-4 0,-1 2-4 15,-2-2 35-15,5 2-34 16,0 0-1-16,-1-2 25 16,6 2-1-16,0-2-31 15,2 2 4-15,0 0 7 16,-2 0 9-16,1 2-21 15,3 0-3-15,-2 2 3 16,0 0 0-16,0-4 6 16,-1 4-6-16,3-6 1 15,-3 2 14-15,1-2-15 16,-2 0 1-16,4 0 19 16,0-2-10-16,0 2-9 0,0 2-2 15,-2-2 9-15,2 0 1 16,0 2-9-16,0 0-3 15,0 0 3 1,0 0 0-16,-2 1 1 0,2-4-2 16,0 1 2-16,0 5 20 15,-2-6-21-15,-1 1 2 16,3 2 23-16,-2-3-19 16,0-1-6-16,0 0 0 15,0 6 1-15,0-5 36 16,-4 2-37-16,4 0 0 15,-2 4 8-15,2-3-7 16,0-2-1-16,2 4 0 0,-3-2 6 16,3 2 0-1,-4-2-6-15,4 0 0 16,4 2 4-16,-1 0-4 0,-1 2-3 16,0-2-3-16,2 2 12 15,-2-4 2-15,1 0-8 16,2 4 0-16,-1-4 4 15,0 0-4-15,1 2-12 16,-1-2 11-16,2 2 2 16,2-4 9-16,1 0-10 15,1 2 0-15,7 0 13 16,-5 0-13-16,5-2-2 16,-5 2-7-16,-1-2 18 15,1 0-9-15,-1-2 0 0,5 2 0 16,-5-2-6-1,3 0 7-15,3 0-1 16,-1-2 0-16,-3 0 1 0,5 0 9 16,-3 2-10-16,1-4 8 15,2 3-16-15,-5-3 9 16,3 0-1-16,-2 0 0 16,-4 0 1-16,5-3 17 15,-1 3-18-15,-3-4 0 16,5 2 0-16,-3-4 0 15,3 3 2-15,1-4 1 0,0-1 3 16,-5 2 11 0,5 0-17-16,-7 0 0 0,1 0 18 15,-3 4-17-15,0 0 0 16,-3 0 5-16,-3 0-4 16,2 2 13-16,0-4-15 15,4 2 0-15,0-6 9 16,6 2-9-16,-3 0 0 15,0-4-2-15,3 2 4 16,-6 2 1-16,1-4-3 16,0 0 0-16,-2 2 20 15,2-2-19-15,-3 2-1 16,-1 0 17-16,-1-2-17 16,3 0 11-16,2-2-11 15,-3-2 0-15,6 0 0 0,-3-2 0 16,-1 2 0-1,-1-2-2-15,-3 3 4 16,-1-1 15-16,2-1-17 0,-3 3 0 16,0-7 6-16,0 3-6 15,0-2 0-15,0 2-1 16,-2-2 8-16,0 4-10 16,0 0 3-16,0 0 0 15,-2 2-3-15,0-2 3 16,-2 2-19-16,-3-2 19 15,3 2 0-15,-3 0 3 16,-2 4-3-16,0 0 0 16,-5-4 14-16,2 4-14 0,-5-4-11 15,-2 2 11 1,1-2 1-16,-5 2 12 16,4-3-13-16,-2 4 0 0,5 0 5 15,3 0-5-15,-2 0 0 16,4 4 0-16,0-4 1 15,2 4 7-15,-5 1-8 16,6 2 0-16,-4-2-3 16,3 0 3-16,-4 1-11 15,-1-1 11-15,6 3 6 16,-1-2 3-16,-3 0-9 16,4 0 0-16,-3 2-6 0,-1-2 6 15,-3 3-17 1,-1 4 16-16,-4 0-3 15,0 2 3-15,-2 6-16 0,2-2-44 16,-2 7-73-16,3-3-133 16,-10 9-321-16</inkml:trace>
  <inkml:trace contextRef="#ctx0" brushRef="#br0" timeOffset="137650.5">18833 11035 1561 0,'0'-2'246'0,"0"2"-179"0,-3 0-56 0,6 0 2 0,-3 0-11 0,0 0 73 0,2 0-26 0,-2-3-32 0,0 3 82 0,0 0-26 0,0 0-17 0,0 0-20 0,-2 0-8 0,-1 0 49 15,1-1-64-15,-2-2-2 16,-2-2 5-16,0 1-8 16,0 2-7-16,-3-2-1 15,-3 1 9-15,2 2-5 16,-7-3-4-16,-2 0 0 16,1 4 20-16,-7 4-20 0,3 0 0 15,-4 0 0 1,-1 2 1-16,0 3 28 15,-2 2-29-15,0 5 0 0,0 4 38 16,0 0-37-16,-2 8 5 16,3 0 6-16,-2 2-12 15,-3 2 25-15,11 4-25 16,-3 0 2-16,5 2 19 16,2-4-21-16,4 3 0 15,6-6 0-15,-1 4 0 16,4-3 8-16,5-2-8 15,3 2 0-15,6-2 22 16,-1-2-22-16,3 2 0 16,1 1-7-16,6-2 14 15,-3 1-2-15,6-2-5 16,-4 3 0-16,3-5 18 16,3-2-18-16,-4-4 0 0,4-4-1 15,-3-4 2-15,4-2 34 16,3 0-35-16,0-6 2 15,2 0 20-15,0-2-22 16,-3-2 0-16,3-2 1 16,0-2 1-16,-5-4 24 15,5 2-26-15,0-2 0 16,-2-4 12-16,4 2-12 16,0-6 0-16,-4 2-6 15,5-6 13-15,-1-4 7 16,-4-4-14-16,2-1 0 0,-5 1 18 15,-4 2-18 1,-2 2 0-16,-5-2 11 0,-3 4 2 16,-4-4 29-16,-2 0-42 15,-2-4 1-15,-2-2 36 16,0 4-37-16,0-3 0 16,0 2 11-16,5-1-10 15,-5 3 2-15,2-1-3 16,-4 5 0-16,-5-2 3 15,3 1-3-15,-2 2-6 16,-4 2 6-16,6 0 6 16,-3 4 8-16,-1 0-14 15,3 0 0-15,-2 0-6 16,-2 0 6-16,0 0-17 0,-4 2 17 16,4 0 1-16,-2 4 2 15,-1-2-3 1,-3 6 0-16,-1-1-6 0,-5 3 6 15,-4 1-16-15,-6 1 16 16,0 2 2-16,2-2 14 16,0 2-16-16,2-2 0 15,2 2-10-15,6 2 10 16,2 0-56-16,4 7-83 16,0 2-88-16,6 3-146 15,36 16-588-15</inkml:trace>
  <inkml:trace contextRef="#ctx0" brushRef="#br0" timeOffset="138623.07">19313 10980 1330 0,'-4'-5'276'0,"2"2"-131"0,-5-1-106 0,1 0 32 0,-3 2-35 0,0 1-24 0,-2-3 24 0,-1 4 3 0,-1 0 9 0,0 1 9 0,-7 3-36 0,-3 1 63 0,-8 3-36 16,-2 6-6-16,-5 1 16 15,-2 4-28-15,7 9-3 16,-1 0-1-16,8 0-17 0,5 6 24 16,5-2-33-1,8 2 0-15,3 0 10 0,7-2-10 16,1 2 0 0,3 1-6-16,4-5 13 0,0-4 2 15,-1-1-9-15,1 0 0 16,3-3 9-16,3-2-8 15,-1-2-1-15,5 2 0 16,-3-6 0-16,6 2 13 16,-5-6-13-16,4 2 0 15,-2-4 5-15,3 2 7 16,-1-4-11-16,2-4-1 16,-4 0 13-16,3-4 4 0,-4 0-17 15,2-2 0-15,1-2 16 16,-2-2-10-16,0 0-6 15,-4-2 0-15,1 0 1 16,-3-6 17-16,-3 2-18 16,2-8-3-16,-1-2 3 15,-1-2 13-15,-1-8-12 16,-2-2-2-16,-2-4 2 16,-1-1 11-16,-1 5-12 15,-2 8 0-15,-2 0 12 16,-2 8 2-16,-2 0-1 15,-1 0 16-15,-1 0-29 16,-8 2 51-16,3 0-51 0,-3 0 0 16,-3 0 12-16,5 1-3 15,-1 6-9-15,5-3 0 16,-4 6 0-16,3 0 5 16,3-1-5-16,-4 5-8 15,-3-1 8-15,5 0 0 16,-4 0-11-16,-1 2 10 15,2 2 2-15,2 1-2 16,0-3 1-16,-2 6-14 16,-3 1 8-16,1 4 0 15,-5 2-49-15,-1 5-179 16,-4 7-276-16,-39 25-1145 0</inkml:trace>
  <inkml:trace contextRef="#ctx0" brushRef="#br0" timeOffset="139282.57">19028 11235 1349 0,'0'-2'347'0,"0"2"-203"0,0 0-57 0,0 0 19 0,2 0-8 0,-2 0-55 0,0 0 14 0,0 0-57 0,5 0-1 0,2 6 0 0,6-2-16 0,3 2-19 0,-3-2-106 0,5 0-20 16,-5-1 24-16,-4 0 19 16,-2-3 67-16,0 0 51 15,-7 0 1-15,-2 0 79 16,-8 0 16-16,-1 0-28 16,-5 4 44-16,-7 2-33 15,-2 2 2-15,-4 7 5 0,6-4-49 16,8 1 11-1,3-2-47-15,10 0 1 16,0-3 11-16,4-3-12 0,3 0 0 16,2 3-6-16,-1 0 6 15,3-2-9-15,5 0-8 16,-3 0-22-16,0-2-1 16,3-6 14-16,1-1 26 15,-9 3 0-15,-1 1-13 16,-5 1 13-16,-7 10-18 15,-6 11 18-15,-10 12 70 16,-3 10-59-16,0 0-10 16,5-8-1-16,7-8 6 15,8-14 12-15,8-4-18 0,8-6 0 16,7-4 32-16,10-10-32 16,13 0-74-16,7-10-130 15,-3 0-169-15,41-34-894 16</inkml:trace>
  <inkml:trace contextRef="#ctx0" brushRef="#br0" timeOffset="141228.69">13804 12352 1176 0,'0'-2'264'0,"2"0"-98"0,-2-2-37 0,2 2-45 0,1 0 5 0,-3 2-22 0,2-2 55 0,-2 2-59 0,0 0-54 0,0 0 22 0,2 0-31 0,2 0-13 0,3-2 12 0,-1 2-9 0,10 0 9 0,-3-4-66 0,-1 2-39 0,3 0 23 0,-3 0-26 15,-4 0-31-15,-3 2-13 16,-3-2 26-16,-2 0 83 15,-2 0 2-15,-5 0 42 16,1 0 18-16,-2 0 3 16,-2 2 59-16,3 0-13 15,3 0-4-15,-1 0 24 16,2 0-40-16,1 0-47 16,2 0 25-16,0 0-25 15,2 0 7-15,1 2-6 16,0 2 0-16,-1 0 6 15,2 0-7-15,-2 2-12 0,7 2 3 16,-5-2-158-16,0-2-38 16,10-8-125-16</inkml:trace>
  <inkml:trace contextRef="#ctx0" brushRef="#br0" timeOffset="141963.01">13892 12336 933 0,'-4'4'304'15,"-5"-2"-115"-15,1 2-102 16,-4 2-21-16,6 2 9 15,1-4-33-15,5-2 27 16,0 0-30-16,2-2-38 16,1-2 28-16,-1 2-4 0,0-2 28 15,0 0 2-15,2-4-28 16,2 2 45-16,-4-2-64 16,0 4-8-16,-4 0 16 15,0 2 11-15,-1 2 26 16,-2 0-46-16,1-2 8 15,0 0 35-15,-3 2-38 16,1 0-12-16,-2-2 0 16,6 2 6-16,4-2-13 15,-2 0-11-15,3 0-51 16,-1 0-2-16,1 0-14 16,-3 2-41-16,4-2-45 15,-2-2-2-15,0-2 46 0,3 0 10 16,-3 0 117-1,-2 0 27-15,-2 0 27 16,-3 4 33-16,1 4-29 16,-3-2 25-16,2 2 29 0,1 0-35 15,-1-2-49-15,1 2 43 16,2 0-65 0,2 0 1-16,2 0-7 0,-2 0 10 15,2-2-3-15,5 2-7 16,0-2 0-16,6-2-22 15,0 0-14-15,1-4 3 16,-1-2 15-16,-3 0 10 16,-6 0 8-16,-2 2 0 15,-2 4 9-15,-2 0 12 16,-6 2-13-16,0 2 14 0,-5 6 14 16,-1-4-13-16,5 4 20 15,3-6-32-15,-1-2-10 16,5 0 53-16,4-2-53 15,-2 0 10-15,3 0 7 16,-3-2-17-16,4 2 30 16,-4-2-30-16,2 0 6 15,2-4 5-15,-1 0-12 16,-1 0-48-16,0 0 6 16,0-4-3-16,0 4 33 15,-2 4 0-15,-2 0-21 16,0 4 32-16,-5 2-21 15,1 2 12-15,-3 6 4 16,0-2-47-16,4 0-157 0,-10 0-693 16</inkml:trace>
  <inkml:trace contextRef="#ctx0" brushRef="#br0" timeOffset="143079.57">13682 11939 1349 0,'0'0'197'0,"-4"0"-88"0,1-2-83 0,2 2 20 0,1 0 46 0,1 0-19 0,-1 0-32 0,3-2-19 0,1 2-22 0,-2 0 25 0,0-4-25 15,2-2 0-15,0 2 0 0,1-2 1 16,-1 0 5-1,-2 4-6-15,0-2 6 16,-4 4-15-16,0 4 9 16,0-2-17-16,-2 0 17 0,-3 4 2 15,1 2 19-15,0 2-9 16,2-2-3-16,0-4 20 16,4-2-29-16,4-2 0 15,-3-2 21-15,6 0-20 16,-1-2 11-16,5-4-7 15,3-4 4-15,-1 0 21 16,-5 0-30-16,-3 4-2 16,-2 2 2-16,-3 2 0 15,0 4-4-15,-3 0 4 16,-2 4 0-16,-1-2 18 16,-3 4-18-16,-3 0 1 0,4-2 37 15,3 2-20-15,3-4-7 16,2-2-11-16,0 0 13 15,2 0 6-15,1 0-19 16,-3 0 0-16,0 0 8 16,2 0-1-16,-2 0-7 15,2-2 0-15,-2 2 1 16,0-4 32-16,0 2-33 16,0 2-20-16,-2-4 11 15,0 4 9-15,-3-2-30 16,-1 2 10-16,-2 4-5 15,0 0 24-15,1 4-99 16,-1 2-44-16,-26 20-125 16</inkml:trace>
  <inkml:trace contextRef="#ctx0" brushRef="#br0" timeOffset="144394.34">13804 11662 1113 0,'-10'-2'504'0,"6"2"-363"0,-7-2-116 0,-3 2 20 0,-1 2-37 0,1 0 1 0,-1 0 21 0,-1-2 1 0,3 4 11 0,-1-1-24 0,-3 0-12 0,0 3 33 0,-4 7-28 16,1-3-1-16,-5 5 23 16,-2 2-9-16,2 2 29 15,-2 0-27-15,4 1-25 16,1-1 52-16,7 0-47 16,1 5 1-16,-1 6 12 15,4 0-18-15,-1 2 25 16,-1 4-26-16,3 0 1 0,0-2 14 15,5-4 3-15,1-2-12 16,2 1 6-16,2-5-12 16,2-2 15-16,0-2-15 15,5 0 0-15,-1 0 9 16,1 4-9-16,4 0 0 16,0 2-1-16,0 4 2 15,3 2 12-15,6 0-13 16,-3-3 0-16,4-4-2 15,-3-3 2-15,6-4 0 16,-4-4 2-16,5-1-1 16,-3-5 17-16,4 2-18 15,1-4 0-15,-2 0 13 16,2 2-13-16,-2-4-8 16,-2 0 8-16,2-2 0 0,-2 0 10 15,1-2-10 1,-2 0 0-16,3-2 2 0,-3-2-2 15,1 0 0-15,-4-5 7 16,6 2-7-16,-5-5 8 16,7 2-8-1,-3-1 0-15,-2 0 6 0,1-1-6 16,-4-2 0-16,2 0 6 16,-5 1-6-16,-3-1 7 15,3 5-7-15,-8-6 0 0,-1 3 12 16,-1-2-12-1,-1 0-4-15,2-4 4 0,2 0 12 16,-3-2 1 0,-4-2-13-16,0 4 0 0,-2-4 30 15,0 2-21-15,0 0-7 16,-2 2 11-16,2-3-2 16,-2 0-1-16,2 1-10 15,-2-8 0-15,2 3 2 16,-2 5-2-16,-2-2-6 15,-1 0 6-15,1-2 6 16,-4 2 10-16,2 2-16 16,0 2 0-16,-3 0 3 15,-5 4-3-15,3-2-6 16,-3 2 6-16,1-2 2 16,-3-4 8-16,3 0-10 0,-5 0 0 15,1 4 11-15,3-2-11 16,-3 2 0-16,3 6 3 15,-4-1-2-15,2 8-2 16,-3 3 0-16,-4 2 1 16,1 6-8-16,-3-3 8 15,8 5-15-15,-1-1 3 16,5 0-49-16,-3 0-68 16,3 4-135-16,-21 24-268 15</inkml:trace>
  <inkml:trace contextRef="#ctx0" brushRef="#br0" timeOffset="150639.71">14008 7620 1759 0,'0'0'286'0,"5"0"-248"0,2 4-26 0,0 0 58 0,1 4-5 0,1 2 13 0,5 2-36 0,-6 4-30 0,1 2 46 0,-5 8-14 0,0 4-2 15,-4 6-6-15,-6 7-24 16,2-3 18-16,-5 0-30 16,-4-7 1-16,2-1 3 0,0-3-4 15,-1-5-12-15,1-8-28 16,3 0-161 0,3-8-87-16,14-8-174 0</inkml:trace>
  <inkml:trace contextRef="#ctx0" brushRef="#br0" timeOffset="151008.34">14287 7678 1624 0,'-11'10'232'0,"-7"4"-172"15,-9 10-19-15,-6 4-8 0,-1-2-17 16,1-4-2-16,6-6 38 16,2-6-35-16,8 0-16 15,-1-6 19-15,7 0-4 16,2-4 0-16,5 3-16 16,4-3 0-16,0 0-20 15,4 1 20-15,3 7 0 16,4 4 5-16,13 6 4 0,10 2 51 15,6-6-33 1,5 3-27-16,-1-6 52 16,-1 2-50-16,-6-5-1 0,-3 2 2 15,-3-6-3-15,-6 0-144 16,-8-3-182-16,8-19-621 16</inkml:trace>
  <inkml:trace contextRef="#ctx0" brushRef="#br0" timeOffset="151641.81">14631 7796 1027 0,'1'0'574'0,"9"0"-502"0,10-2-39 0,4 2-22 0,11-2-11 0,4 0 0 0,-1 0-6 0,-1-2-8 0,19-10-721 0</inkml:trace>
  <inkml:trace contextRef="#ctx0" brushRef="#br0" timeOffset="151863.23">14717 7972 1955 0,'2'0'279'15,"-2"3"-260"-15,2 3-19 0,6-2-27 16,34 4-271-16</inkml:trace>
  <inkml:trace contextRef="#ctx0" brushRef="#br0" timeOffset="156151.7">16333 12699 1417 0,'-2'-2'348'0,"0"0"-210"0,-2 0-84 0,2 2-40 16,0 0-4-16,4-4 29 0,-4 4 3 0,4 0 60 0,-2 0-49 0,0 0-8 0,0 0 9 0,-2 0-9 0,2 4 18 0,0-4-30 0,0 0-27 0,0-4 46 0,0 4-50 0,10 4 10 0,7-4 10 0,8-4 1 0,12 0-16 0,8 2-7 15,4-4 1-15,5 4 1 16,-8-2-2-16,-5 2-30 16,-12-2 28-16,-5 4-5 15,-13 4-23-15,-9-2-47 16,-10 4-8-16,-19 6 70 15,-11 6-20-15,-20 2 19 0,-2-4 16 16,0-6 15-16,6-4 4 16,12-2 56-16,19-4 21 15,11 0 35-15,16-6-98 16,15 2-33-16,22-6-36 16,19-4-80-16,22-2-137 15,144-16-243-15</inkml:trace>
  <inkml:trace contextRef="#ctx0" brushRef="#br0" timeOffset="157976.31">16541 12948 1393 0,'0'0'288'0,"0"0"-183"0,0-2-81 0,0 2 36 0,0-2-39 0,0 2 39 0,0 0 7 0,0 0-13 0,0 0 27 0,0 2-43 0,0-2-29 0,0-2 54 0,0 2-47 16,6 0-14-16,5-3 22 0,2 2-3 15,11-3-3-15,1 0-18 0,6-2 0 16,2 2 3 0,-1 0-3-16,1 0-6 15,-6-1 5-15,-5 4 1 0,-7 1-1 16,-5-4 1-16,-6 8-27 15,-6-3 27-15,-3-1-39 16,-6 7 33-16,-9-1 6 16,-4 4 9-16,-9-2 0 15,-1 0 6-15,5 0-13 16,2-5 68-16,3 0-40 16,3-1-18-16,6 2 8 15,9-2-11-15,6-2-9 16,2 0-8-16,2 2 8 0,5 0 4 15,9 2-4-15,4 0-11 16,9-4-29-16,2 0-67 16,4-2-77-16,42-19-266 15</inkml:trace>
  <inkml:trace contextRef="#ctx0" brushRef="#br0" timeOffset="162641.31">17979 12300 878 0,'0'-2'236'0,"0"2"-127"0,2 0-29 0,0-2 13 0,0 2-11 0,1 0-7 16,-3 0 21-16,5 0-24 0,-5 0 15 0,2-2-60 0,-2 2-15 0,0 0 75 0,0 0-42 0,0-2 11 0,0 2 1 0,0 0 18 0,0-2-3 0,0 4-9 0,0-4-20 16,0 2 53-16,0 0-63 15,0-2-12-15,4-2-1 16,-4 0-4-16,2 2 20 15,1-2-28-15,-3 2-1 16,0-2 43-16,-3 0-44 16,3 0-6-16,-2 0 23 15,-4 0-14-15,-4-4 17 16,2 0-26-16,-3 0 0 16,-3 0 8-16,-1-2-8 0,-3 4 0 15,-3-2 12 1,2-1-6-16,-6 6 1 0,0-3-7 15,-4 4 1-15,0-1 6 16,2 3-7 0,-4 5-1-16,2 1 1 0,3 1 13 15,-1 2-7-15,1-1-6 16,5 4 1-16,0 0 18 16,0 2-19-16,-1-2 0 15,1 6 6-15,0 0 8 0,0 0-3 16,1-2-11-1,1 4 0-15,-2-2 17 16,6 0-17-16,-1-2 0 0,3 5 14 16,1-3-13-16,4 1 9 15,-1-2-10-15,3 2 1 16,-4 2 14-16,6-1-15 16,-1-2-4-16,1 2 4 15,0-4 6-15,4 2-6 16,-3 0 0-16,6-4 7 15,-3 2 1-15,2 0-8 16,2-2 0-16,0 0 6 16,3 4-5-16,3-2-1 15,-2 4 0-15,3 2 6 16,3-1 4-16,1-3-10 0,1-4 0 16,-1-1 0-16,6 0 1 15,-6-2 6-15,5-3-7 16,-2 5 1-16,2-5 5 15,0 2-6-15,3 0 0 16,-2-2 2-16,4-2-2 16,0 0 1-16,4-4-2 15,2-1 13-15,4-4-6 16,-1-3-6-16,3 0 0 16,2-2 0-16,-6-2 7 15,-4 2-6-15,-5-1-2 16,-1 0 2-16,-7 3 11 15,1-1-12-15,-3 1-2 0,-3-6 2 16,7 4 0-16,-5-6 0 16,0 0 0-16,5-4 8 15,-5-2-4-15,1 0-4 16,-1 0 0-16,1 0 0 16,-6 6 0-16,1-2 0 15,-2 6 0-15,0 0 1 16,-3 2 5-16,0-2-6 15,1-2-6-15,-3 0 6 16,0-4 0-16,-2 0 11 16,3 0-23-16,-3-2 24 15,-3 0-17-15,1 0 5 16,0 3-1-16,-3 0-1 16,-1 5 2-16,-3-5 0 0,0 1-6 15,0 3 20-15,-2-6 8 16,-3 3-22-16,4 0 1 15,-4-2 5-15,3 4-6 16,-5 0-1-16,3 0 1 16,0 2 0-16,-3 4-27 15,5 2 27-15,5 2-92 16,-4 0-23-16,1 6-137 16,1 2-233-16,0 22-102 15</inkml:trace>
  <inkml:trace contextRef="#ctx0" brushRef="#br0" timeOffset="164101.03">18636 12228 61 0,'-3'0'1192'0,"-1"0"-968"0,-4-2-131 0,3 2-47 0,1-2 5 0,0 2 12 0,0 0 12 0,0 0-24 0,0 0-22 0,0 0 26 0,-1 0-37 0,-3 2 5 0,-2 0 10 0,-3 2 4 16,-5 0 62-16,1 2-37 15,-4 2-37-15,-3 0 47 16,-1 4-34-16,6-2-8 15,-2 4 0-15,6 0-23 16,-1 2 31-16,-1 2-37 16,3-4 7-16,1 6 26 15,-1-2-25-15,3 4-9 16,0-2 20-16,2 2-10 16,0 0 8-16,5-4-15 0,-1 5 3 15,3-3 29-15,0-2-35 16,2-2 2-1,-3-2 11-15,3 2-12 0,3-4 21 16,-3 2-22-16,2 2 0 16,0-4 14-16,-2 4-14 15,0-4-3-15,0 2 2 16,0-4 2-16,3 0 16 16,-3-4-17-16,2 0 0 15,2 2 24-15,3 0-24 16,1 0 1-16,4 4 10 15,-3-2-11-15,7 2 20 16,-3 2-20-16,0-1 0 16,0-2-6-16,0 1 6 0,-1-3 0 15,1-4 7-15,5 5-7 16,-3-6 13-16,6 3-13 16,-1-4 0-16,2 4 3 15,0-3-3-15,1-3-6 16,-2 2 6-16,6-3 1 15,-4-3 4-15,2 2-5 16,-1-3 0-16,-2-3 9 16,3 1-9-16,-1 1-16 15,1-4 16-15,-3 0 1 16,2-2-1-16,-3 0-2 16,1 1 2-16,-4-3-9 15,0 4 9-15,-5-4-7 16,1 3 7-16,-1 0 1 15,-3-4 10-15,0 0-11 0,5 2 0 16,-3-4 4-16,-1-2-4 16,-1 2 0-16,4-2 7 15,-5 0-6-15,2 6 0 16,-4-2-1-16,2 2 0 16,-5 2 4-16,-2 2-4 15,0 2-15-15,-2-4 15 16,3 2 9-16,-3-5 6 15,2 4-15-15,0-7 1 16,0 4 8-16,1-2-9 16,2 1 0-16,-3-1-1 15,-2 5 2-15,0-4 16 16,0 5-17-16,-2 2 1 16,-1-3 8-16,-2 0-9 15,1-3-2-15,-3 2 2 0,-6-4 6 16,2 0 8-16,-2 0-14 15,-3 2 7-15,3 0 17 16,0 2-24-16,1 2-1 16,-1 0 1-16,1 0 0 15,-1-2 5-15,-3 4-5 16,3 0 0-16,2-2-2 16,0 4 2-16,0 2-19 15,-5 2 18-15,-8 2-21 16,-1 2-37-16,-6 4-35 15,-2 2-32-15,0 2 31 16,3-2-98-16,1 4-11 0,3-6-53 16,-20 8-560-1</inkml:trace>
  <inkml:trace contextRef="#ctx0" brushRef="#br0" timeOffset="173229.96">19593 12137 936 0,'0'0'221'0,"0"0"-107"0,-5-1-54 0,5 1-27 0,-1 0-12 0,1 0-5 0,-2 0-15 0,2 0 22 0,0-3-23 0,0 3-4 0,0 0 4 0,2 0 19 16,-2 0 2-16,0 3 6 0,-2-3-13 0,2 0 65 0,-4 0-52 0,2 1-18 0,0-1 20 0,-1 0-13 15,1 3-1 1,-2-3 9-16,2 1 20 0,-7 4 23 16,6-5-49-16,-1 4-6 15,-3-4 26-15,1 1-25 16,-2 2-1 0,2 1 5-16,-1-2-8 0,-3 0 39 15,1 2-42-15,-1-1-6 16,0 4 19-16,-4-3-10 15,3 2-1-15,0 2-7 16,-5-2 10-16,7 2 19 16,0-4-26-16,2 4-2 15,1-4 25-15,-3 0-27 16,3 0 0-16,-2-2 0 16,2 4 8-16,-1-2 13 15,3 0-21-15,0 0-6 16,2-2 6-16,-3 0 1 0,0 6-1 15,-2-4 0 1,-1 2 15-16,-2 0-3 0,-3 4-12 16,5-4-3-16,-2 0 3 15,1 0 0-15,3 2-7 16,2-2 6-16,-3-2 2 16,2 2 37-16,-2 2-38 15,3 0 1-15,-2 4 15 16,-1-4-8-16,0 0-7 15,0 4-2-15,1-2 9 0,1 6-8 16,-1-4 0-16,1 5-2 16,0-2 2-1,5-2 6-15,-2-1-6 16,2-2 13-16,2 1-5 0,-2-4 17 16,3 1-25-16,-1 2 0 15,1-4 11-15,1 2-11 16,-2 0 1-16,5-2 6 15,-3 2 5-15,5 0 3 16,-2-2-15-16,-3 0 0 16,1-2-2-16,1 4 2 15,1 0 0-15,0-2 0 16,6 4 9-16,-4-4-7 16,2 0-2-16,0 0 0 0,1 0 5 15,-3 0-5-15,-3 0-1 16,1-2 0-1,-1 0 2-15,2 4 2 16,-2-6-3-16,-2 2 0 0,5-2 16 16,0 0-2-16,7 0-8 15,-1-2-6 1,3 0 15-16,2 2-12 0,-5-2-3 16,4 0 0-16,-9 0 4 15,2 2-4-15,-3-2-6 16,2 0 6-16,-3 0 0 15,0 0 9-15,-2-2-9 16,3-2 0-16,5 0 13 16,1 0-13-16,1-6 0 0,3 2 6 15,0 0-4 1,-2-4 21-16,1 2-23 16,-2-2 0-16,-5 4 8 0,-2 0-2 15,-1 0-5-15,0 2 13 16,0 2-13-16,-3-2 35 15,1-4-36-15,2 2 0 16,-2-5 18-16,0 4-10 16,3-5-8-16,-1 4 15 15,-2-3-14-15,1 4 37 16,-3-1-38-16,0-3 9 16,0 5 21-16,-1-4-29 15,4 6 10-15,-3 1 14 0,-1-4-19 16,-1 5 29-16,0 0-35 15,-2-2 0-15,0 2 20 16,2-4-7-16,0 0-5 16,0 2 2-16,0-4-8 15,0 2 19-15,1 0-21 16,0-2 0-16,1 2 14 16,-2-4-14-16,1 4 0 15,-1-2 11-15,-2 0-11 16,4 2 42-16,-8 2-42 15,4-2 1-15,-2 2 40 16,-1-2-41-16,1 0 0 16,-2 0-15-16,-2 2 30 0,0-4-10 15,-2 4-5-15,-13-2 0 16,-6 0-15-16,-13 2 15 16,-1 0 0-16,-5 0-1 15,9-2 2-15,6 2 7 16,6 2-8-16,5 1 0 15,4 2-24-15,1 1 24 16,1 1-70-16,4 2-55 16,-4 5-125-16,3 8-83 15,-16 12-1281-15</inkml:trace>
  <inkml:trace contextRef="#ctx0" brushRef="#br0" timeOffset="174187.69">20165 12079 1052 0,'-2'-1'541'0,"-1"-2"-429"0,1 3-82 0,0-2 36 0,-2 2-13 16,-4 2 7-16,2 1 0 0,-1-3-15 0,-1 4 22 0,-2 0-5 0,-3 3-34 0,-3 5 53 0,-5 6-19 0,-2 0-35 0,-2 5 25 0,1 4-13 0,-4 0-13 0,5 3 2 0,-2 2-19 15,9 4 30-15,3-2-39 16,9 4 0-16,4-4 20 15,4 2-14-15,6-1-6 16,1-6 0-16,2 2 2 16,0-7 7-16,5-4-9 15,2-4 0-15,3-2 3 16,0-6 3-16,6-2-6 16,0 0 0-16,0-4 0 15,5-6-9-15,-1-2 9 16,6 0-24-16,-4-4 24 15,1-2-1-15,-1-2-4 0,1-4 4 16,-3-4 2-16,-4-5 14 16,-6 1-15-16,1-6 0 15,-9-1 19-15,2-3 1 16,-9-1-11-16,-3 1 13 16,-5 4-13-16,-5 4 51 15,-3 4-60-15,-9 2-3 16,-7 6-3-16,-16 4-27 15,-16 3-168-15,-127 4-361 16</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12/4/2024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12/4/2024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12/4/2024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12/4/2024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12/4/2024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12/4/2024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customXml" Target="../ink/ink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customXml" Target="../ink/ink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www.linkedin.com/in/arunkumarnair/" TargetMode="External"/><Relationship Id="rId2" Type="http://schemas.openxmlformats.org/officeDocument/2006/relationships/hyperlink" Target="mailto:arunkg99@gmail.com"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customXml" Target="../ink/ink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customXml" Target="../ink/ink5.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customXml" Target="../ink/ink6.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customXml" Target="../ink/ink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8.png"/><Relationship Id="rId1" Type="http://schemas.openxmlformats.org/officeDocument/2006/relationships/slideLayout" Target="../slideLayouts/slideLayout6.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9.jpg"/><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customXml" Target="../ink/ink10.xml"/><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3" Type="http://schemas.openxmlformats.org/officeDocument/2006/relationships/customXml" Target="../ink/ink11.xml"/><Relationship Id="rId2" Type="http://schemas.openxmlformats.org/officeDocument/2006/relationships/image" Target="../media/image11.emf"/><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7.png"/><Relationship Id="rId4" Type="http://schemas.openxmlformats.org/officeDocument/2006/relationships/customXml" Target="../ink/ink12.xml"/></Relationships>
</file>

<file path=ppt/slides/_rels/slide1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11.emf"/><Relationship Id="rId1" Type="http://schemas.openxmlformats.org/officeDocument/2006/relationships/slideLayout" Target="../slideLayouts/slideLayout2.xml"/><Relationship Id="rId5" Type="http://schemas.openxmlformats.org/officeDocument/2006/relationships/image" Target="../media/image18.png"/><Relationship Id="rId4" Type="http://schemas.openxmlformats.org/officeDocument/2006/relationships/customXml" Target="../ink/ink13.xml"/></Relationships>
</file>

<file path=ppt/slides/_rels/slide20.xml.rels><?xml version="1.0" encoding="UTF-8" standalone="yes"?>
<Relationships xmlns="http://schemas.openxmlformats.org/package/2006/relationships"><Relationship Id="rId3" Type="http://schemas.openxmlformats.org/officeDocument/2006/relationships/customXml" Target="../ink/ink14.xml"/><Relationship Id="rId7" Type="http://schemas.openxmlformats.org/officeDocument/2006/relationships/image" Target="../media/image20.png"/><Relationship Id="rId2" Type="http://schemas.openxmlformats.org/officeDocument/2006/relationships/chart" Target="../charts/chart3.xml"/><Relationship Id="rId1" Type="http://schemas.openxmlformats.org/officeDocument/2006/relationships/slideLayout" Target="../slideLayouts/slideLayout2.xml"/><Relationship Id="rId6" Type="http://schemas.openxmlformats.org/officeDocument/2006/relationships/customXml" Target="../ink/ink15.xml"/><Relationship Id="rId5" Type="http://schemas.openxmlformats.org/officeDocument/2006/relationships/image" Target="../media/image13.emf"/><Relationship Id="rId4" Type="http://schemas.openxmlformats.org/officeDocument/2006/relationships/image" Target="../media/image60.png"/></Relationships>
</file>

<file path=ppt/slides/_rels/slide21.xml.rels><?xml version="1.0" encoding="UTF-8" standalone="yes"?>
<Relationships xmlns="http://schemas.openxmlformats.org/package/2006/relationships"><Relationship Id="rId3" Type="http://schemas.openxmlformats.org/officeDocument/2006/relationships/customXml" Target="../ink/ink16.xml"/><Relationship Id="rId7" Type="http://schemas.openxmlformats.org/officeDocument/2006/relationships/image" Target="../media/image21.png"/><Relationship Id="rId2" Type="http://schemas.openxmlformats.org/officeDocument/2006/relationships/chart" Target="../charts/chart4.xml"/><Relationship Id="rId1" Type="http://schemas.openxmlformats.org/officeDocument/2006/relationships/slideLayout" Target="../slideLayouts/slideLayout2.xml"/><Relationship Id="rId6" Type="http://schemas.openxmlformats.org/officeDocument/2006/relationships/customXml" Target="../ink/ink17.xml"/><Relationship Id="rId5" Type="http://schemas.openxmlformats.org/officeDocument/2006/relationships/image" Target="../media/image13.emf"/><Relationship Id="rId4" Type="http://schemas.openxmlformats.org/officeDocument/2006/relationships/image" Target="../media/image60.png"/></Relationships>
</file>

<file path=ppt/slides/_rels/slide22.xml.rels><?xml version="1.0" encoding="UTF-8" standalone="yes"?>
<Relationships xmlns="http://schemas.openxmlformats.org/package/2006/relationships"><Relationship Id="rId3" Type="http://schemas.openxmlformats.org/officeDocument/2006/relationships/customXml" Target="../ink/ink18.xml"/><Relationship Id="rId2" Type="http://schemas.openxmlformats.org/officeDocument/2006/relationships/image" Target="../media/image14.emf"/><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23.xml.rels><?xml version="1.0" encoding="UTF-8" standalone="yes"?>
<Relationships xmlns="http://schemas.openxmlformats.org/package/2006/relationships"><Relationship Id="rId3" Type="http://schemas.openxmlformats.org/officeDocument/2006/relationships/customXml" Target="../ink/ink19.xml"/><Relationship Id="rId7" Type="http://schemas.openxmlformats.org/officeDocument/2006/relationships/image" Target="../media/image24.png"/><Relationship Id="rId2" Type="http://schemas.openxmlformats.org/officeDocument/2006/relationships/chart" Target="../charts/chart5.xml"/><Relationship Id="rId1" Type="http://schemas.openxmlformats.org/officeDocument/2006/relationships/slideLayout" Target="../slideLayouts/slideLayout2.xml"/><Relationship Id="rId6" Type="http://schemas.openxmlformats.org/officeDocument/2006/relationships/customXml" Target="../ink/ink20.xml"/><Relationship Id="rId5" Type="http://schemas.openxmlformats.org/officeDocument/2006/relationships/image" Target="../media/image13.emf"/><Relationship Id="rId4" Type="http://schemas.openxmlformats.org/officeDocument/2006/relationships/image" Target="../media/image60.png"/></Relationships>
</file>

<file path=ppt/slides/_rels/slide24.xml.rels><?xml version="1.0" encoding="UTF-8" standalone="yes"?>
<Relationships xmlns="http://schemas.openxmlformats.org/package/2006/relationships"><Relationship Id="rId3" Type="http://schemas.openxmlformats.org/officeDocument/2006/relationships/customXml" Target="../ink/ink21.xml"/><Relationship Id="rId2" Type="http://schemas.openxmlformats.org/officeDocument/2006/relationships/image" Target="../media/image16.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25.xml.rels><?xml version="1.0" encoding="UTF-8" standalone="yes"?>
<Relationships xmlns="http://schemas.openxmlformats.org/package/2006/relationships"><Relationship Id="rId3" Type="http://schemas.openxmlformats.org/officeDocument/2006/relationships/customXml" Target="../ink/ink22.xml"/><Relationship Id="rId7" Type="http://schemas.openxmlformats.org/officeDocument/2006/relationships/image" Target="../media/image28.png"/><Relationship Id="rId2" Type="http://schemas.openxmlformats.org/officeDocument/2006/relationships/chart" Target="../charts/chart6.xml"/><Relationship Id="rId1" Type="http://schemas.openxmlformats.org/officeDocument/2006/relationships/slideLayout" Target="../slideLayouts/slideLayout2.xml"/><Relationship Id="rId6" Type="http://schemas.openxmlformats.org/officeDocument/2006/relationships/customXml" Target="../ink/ink23.xml"/><Relationship Id="rId5" Type="http://schemas.openxmlformats.org/officeDocument/2006/relationships/image" Target="../media/image17.emf"/><Relationship Id="rId4" Type="http://schemas.openxmlformats.org/officeDocument/2006/relationships/image" Target="../media/image60.png"/></Relationships>
</file>

<file path=ppt/slides/_rels/slide26.xml.rels><?xml version="1.0" encoding="UTF-8" standalone="yes"?>
<Relationships xmlns="http://schemas.openxmlformats.org/package/2006/relationships"><Relationship Id="rId3" Type="http://schemas.openxmlformats.org/officeDocument/2006/relationships/customXml" Target="../ink/ink24.xml"/><Relationship Id="rId2" Type="http://schemas.openxmlformats.org/officeDocument/2006/relationships/chart" Target="../charts/chart7.xml"/><Relationship Id="rId1" Type="http://schemas.openxmlformats.org/officeDocument/2006/relationships/slideLayout" Target="../slideLayouts/slideLayout2.xml"/><Relationship Id="rId5" Type="http://schemas.openxmlformats.org/officeDocument/2006/relationships/image" Target="../media/image17.emf"/><Relationship Id="rId4" Type="http://schemas.openxmlformats.org/officeDocument/2006/relationships/image" Target="../media/image60.png"/></Relationships>
</file>

<file path=ppt/slides/_rels/slide27.xml.rels><?xml version="1.0" encoding="UTF-8" standalone="yes"?>
<Relationships xmlns="http://schemas.openxmlformats.org/package/2006/relationships"><Relationship Id="rId3" Type="http://schemas.openxmlformats.org/officeDocument/2006/relationships/customXml" Target="../ink/ink25.xml"/><Relationship Id="rId2" Type="http://schemas.openxmlformats.org/officeDocument/2006/relationships/image" Target="../media/image18.emf"/><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8" Type="http://schemas.openxmlformats.org/officeDocument/2006/relationships/customXml" Target="../ink/ink28.xml"/><Relationship Id="rId3" Type="http://schemas.openxmlformats.org/officeDocument/2006/relationships/customXml" Target="../ink/ink26.xml"/><Relationship Id="rId7" Type="http://schemas.openxmlformats.org/officeDocument/2006/relationships/image" Target="../media/image31.png"/><Relationship Id="rId2" Type="http://schemas.openxmlformats.org/officeDocument/2006/relationships/chart" Target="../charts/chart8.xml"/><Relationship Id="rId1" Type="http://schemas.openxmlformats.org/officeDocument/2006/relationships/slideLayout" Target="../slideLayouts/slideLayout2.xml"/><Relationship Id="rId6" Type="http://schemas.openxmlformats.org/officeDocument/2006/relationships/customXml" Target="../ink/ink27.xml"/><Relationship Id="rId5" Type="http://schemas.openxmlformats.org/officeDocument/2006/relationships/image" Target="../media/image17.emf"/><Relationship Id="rId4" Type="http://schemas.openxmlformats.org/officeDocument/2006/relationships/image" Target="../media/image60.png"/><Relationship Id="rId9" Type="http://schemas.openxmlformats.org/officeDocument/2006/relationships/image" Target="../media/image19.png"/></Relationships>
</file>

<file path=ppt/slides/_rels/slide29.xml.rels><?xml version="1.0" encoding="UTF-8" standalone="yes"?>
<Relationships xmlns="http://schemas.openxmlformats.org/package/2006/relationships"><Relationship Id="rId3" Type="http://schemas.openxmlformats.org/officeDocument/2006/relationships/customXml" Target="../ink/ink29.xml"/><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30.xml.rels><?xml version="1.0" encoding="UTF-8" standalone="yes"?>
<Relationships xmlns="http://schemas.openxmlformats.org/package/2006/relationships"><Relationship Id="rId3" Type="http://schemas.openxmlformats.org/officeDocument/2006/relationships/customXml" Target="../ink/ink30.xml"/><Relationship Id="rId7" Type="http://schemas.openxmlformats.org/officeDocument/2006/relationships/image" Target="../media/image34.png"/><Relationship Id="rId2" Type="http://schemas.openxmlformats.org/officeDocument/2006/relationships/chart" Target="../charts/chart9.xml"/><Relationship Id="rId1" Type="http://schemas.openxmlformats.org/officeDocument/2006/relationships/slideLayout" Target="../slideLayouts/slideLayout2.xml"/><Relationship Id="rId6" Type="http://schemas.openxmlformats.org/officeDocument/2006/relationships/customXml" Target="../ink/ink31.xml"/><Relationship Id="rId5" Type="http://schemas.openxmlformats.org/officeDocument/2006/relationships/image" Target="../media/image17.emf"/><Relationship Id="rId4" Type="http://schemas.openxmlformats.org/officeDocument/2006/relationships/image" Target="../media/image60.png"/></Relationships>
</file>

<file path=ppt/slides/_rels/slide31.xml.rels><?xml version="1.0" encoding="UTF-8" standalone="yes"?>
<Relationships xmlns="http://schemas.openxmlformats.org/package/2006/relationships"><Relationship Id="rId3" Type="http://schemas.openxmlformats.org/officeDocument/2006/relationships/customXml" Target="../ink/ink32.xml"/><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36.png"/></Relationships>
</file>

<file path=ppt/slides/_rels/slide3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customXml" Target="../ink/ink33.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customXml" Target="../ink/ink34.xml"/><Relationship Id="rId1" Type="http://schemas.openxmlformats.org/officeDocument/2006/relationships/slideLayout" Target="../slideLayouts/slideLayout7.xml"/><Relationship Id="rId5" Type="http://schemas.openxmlformats.org/officeDocument/2006/relationships/image" Target="../media/image250.png"/><Relationship Id="rId4" Type="http://schemas.openxmlformats.org/officeDocument/2006/relationships/customXml" Target="../ink/ink35.xml"/></Relationships>
</file>

<file path=ppt/slides/_rels/slide3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customXml" Target="../ink/ink36.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customXml" Target="../ink/ink37.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customXml" Target="../ink/ink3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customXml" Target="../ink/ink39.xml"/><Relationship Id="rId2" Type="http://schemas.openxmlformats.org/officeDocument/2006/relationships/image" Target="../media/image35.png"/><Relationship Id="rId1" Type="http://schemas.openxmlformats.org/officeDocument/2006/relationships/slideLayout" Target="../slideLayouts/slideLayout7.xml"/><Relationship Id="rId4" Type="http://schemas.openxmlformats.org/officeDocument/2006/relationships/image" Target="../media/image39.png"/></Relationships>
</file>

<file path=ppt/slides/_rels/slide39.xml.rels><?xml version="1.0" encoding="UTF-8" standalone="yes"?>
<Relationships xmlns="http://schemas.openxmlformats.org/package/2006/relationships"><Relationship Id="rId3" Type="http://schemas.openxmlformats.org/officeDocument/2006/relationships/customXml" Target="../ink/ink40.xml"/><Relationship Id="rId2" Type="http://schemas.openxmlformats.org/officeDocument/2006/relationships/image" Target="../media/image40.png"/><Relationship Id="rId1" Type="http://schemas.openxmlformats.org/officeDocument/2006/relationships/slideLayout" Target="../slideLayouts/slideLayout7.xml"/><Relationship Id="rId6" Type="http://schemas.openxmlformats.org/officeDocument/2006/relationships/image" Target="../media/image41.png"/><Relationship Id="rId5" Type="http://schemas.openxmlformats.org/officeDocument/2006/relationships/customXml" Target="../ink/ink41.xml"/><Relationship Id="rId4" Type="http://schemas.openxmlformats.org/officeDocument/2006/relationships/image" Target="../media/image350.png"/></Relationships>
</file>

<file path=ppt/slides/_rels/slide40.xml.rels><?xml version="1.0" encoding="UTF-8" standalone="yes"?>
<Relationships xmlns="http://schemas.openxmlformats.org/package/2006/relationships"><Relationship Id="rId3" Type="http://schemas.openxmlformats.org/officeDocument/2006/relationships/customXml" Target="../ink/ink42.xml"/><Relationship Id="rId2" Type="http://schemas.openxmlformats.org/officeDocument/2006/relationships/image" Target="../media/image41.jpe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41.xml.rels><?xml version="1.0" encoding="UTF-8" standalone="yes"?>
<Relationships xmlns="http://schemas.openxmlformats.org/package/2006/relationships"><Relationship Id="rId3" Type="http://schemas.openxmlformats.org/officeDocument/2006/relationships/customXml" Target="../ink/ink43.xml"/><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42.xml.rels><?xml version="1.0" encoding="UTF-8" standalone="yes"?>
<Relationships xmlns="http://schemas.openxmlformats.org/package/2006/relationships"><Relationship Id="rId3" Type="http://schemas.openxmlformats.org/officeDocument/2006/relationships/customXml" Target="../ink/ink44.xml"/><Relationship Id="rId2" Type="http://schemas.openxmlformats.org/officeDocument/2006/relationships/image" Target="../media/image42.png"/><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43.xml.rels><?xml version="1.0" encoding="UTF-8" standalone="yes"?>
<Relationships xmlns="http://schemas.openxmlformats.org/package/2006/relationships"><Relationship Id="rId3" Type="http://schemas.openxmlformats.org/officeDocument/2006/relationships/customXml" Target="../ink/ink45.xml"/><Relationship Id="rId2" Type="http://schemas.openxmlformats.org/officeDocument/2006/relationships/image" Target="../media/image44.png"/><Relationship Id="rId1" Type="http://schemas.openxmlformats.org/officeDocument/2006/relationships/slideLayout" Target="../slideLayouts/slideLayout7.xml"/><Relationship Id="rId4" Type="http://schemas.openxmlformats.org/officeDocument/2006/relationships/image" Target="../media/image48.png"/></Relationships>
</file>

<file path=ppt/slides/_rels/slide4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46AEB-19AE-8052-1842-E92C3DCF55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E175B7-9C00-B047-5C3A-8CA0A72F0B21}"/>
              </a:ext>
            </a:extLst>
          </p:cNvPr>
          <p:cNvSpPr>
            <a:spLocks noGrp="1"/>
          </p:cNvSpPr>
          <p:nvPr>
            <p:ph type="ctrTitle"/>
          </p:nvPr>
        </p:nvSpPr>
        <p:spPr>
          <a:xfrm>
            <a:off x="609600" y="914400"/>
            <a:ext cx="7772400" cy="1470025"/>
          </a:xfrm>
        </p:spPr>
        <p:txBody>
          <a:bodyPr/>
          <a:lstStyle/>
          <a:p>
            <a:r>
              <a:rPr lang="en-IN" dirty="0"/>
              <a:t>9 pm EST Thursday 21 Nov 2024</a:t>
            </a:r>
          </a:p>
        </p:txBody>
      </p:sp>
      <p:sp>
        <p:nvSpPr>
          <p:cNvPr id="3" name="Subtitle 2">
            <a:extLst>
              <a:ext uri="{FF2B5EF4-FFF2-40B4-BE49-F238E27FC236}">
                <a16:creationId xmlns:a16="http://schemas.microsoft.com/office/drawing/2014/main" id="{5A13AAA1-996A-F806-D155-BC6EE8C92896}"/>
              </a:ext>
            </a:extLst>
          </p:cNvPr>
          <p:cNvSpPr>
            <a:spLocks noGrp="1"/>
          </p:cNvSpPr>
          <p:nvPr>
            <p:ph type="subTitle" idx="1"/>
          </p:nvPr>
        </p:nvSpPr>
        <p:spPr>
          <a:xfrm>
            <a:off x="1028700" y="2209800"/>
            <a:ext cx="7086600" cy="3276600"/>
          </a:xfrm>
        </p:spPr>
        <p:txBody>
          <a:bodyPr>
            <a:normAutofit fontScale="92500"/>
          </a:bodyPr>
          <a:lstStyle/>
          <a:p>
            <a:r>
              <a:rPr lang="en-IN" dirty="0"/>
              <a:t>Assignment:</a:t>
            </a:r>
          </a:p>
          <a:p>
            <a:r>
              <a:rPr lang="en-IN" dirty="0"/>
              <a:t>1)Run the College Data set, Explain very line of code</a:t>
            </a:r>
          </a:p>
          <a:p>
            <a:r>
              <a:rPr lang="en-IN" dirty="0"/>
              <a:t>2) How K-means does the cluster. If you have to create a cluster by yourself, will help of excel or manually how will you create . </a:t>
            </a:r>
          </a:p>
          <a:p>
            <a:endParaRPr lang="en-IN" dirty="0"/>
          </a:p>
        </p:txBody>
      </p:sp>
    </p:spTree>
    <p:extLst>
      <p:ext uri="{BB962C8B-B14F-4D97-AF65-F5344CB8AC3E}">
        <p14:creationId xmlns:p14="http://schemas.microsoft.com/office/powerpoint/2010/main" val="1744292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8B1FCA9D-D6C3-BDC0-F9AB-46BD8820070D}"/>
                  </a:ext>
                </a:extLst>
              </p14:cNvPr>
              <p14:cNvContentPartPr/>
              <p14:nvPr/>
            </p14:nvContentPartPr>
            <p14:xfrm>
              <a:off x="298440" y="888480"/>
              <a:ext cx="8737920" cy="5432760"/>
            </p14:xfrm>
          </p:contentPart>
        </mc:Choice>
        <mc:Fallback xmlns="">
          <p:pic>
            <p:nvPicPr>
              <p:cNvPr id="4" name="Ink 3">
                <a:extLst>
                  <a:ext uri="{FF2B5EF4-FFF2-40B4-BE49-F238E27FC236}">
                    <a16:creationId xmlns:a16="http://schemas.microsoft.com/office/drawing/2014/main" id="{8B1FCA9D-D6C3-BDC0-F9AB-46BD8820070D}"/>
                  </a:ext>
                </a:extLst>
              </p:cNvPr>
              <p:cNvPicPr/>
              <p:nvPr/>
            </p:nvPicPr>
            <p:blipFill>
              <a:blip r:embed="rId3"/>
              <a:stretch>
                <a:fillRect/>
              </a:stretch>
            </p:blipFill>
            <p:spPr>
              <a:xfrm>
                <a:off x="289080" y="879120"/>
                <a:ext cx="8756640" cy="5451480"/>
              </a:xfrm>
              <a:prstGeom prst="rect">
                <a:avLst/>
              </a:prstGeom>
            </p:spPr>
          </p:pic>
        </mc:Fallback>
      </mc:AlternateContent>
    </p:spTree>
    <p:extLst>
      <p:ext uri="{BB962C8B-B14F-4D97-AF65-F5344CB8AC3E}">
        <p14:creationId xmlns:p14="http://schemas.microsoft.com/office/powerpoint/2010/main" val="14174132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EDC4868B-143F-6B7A-A064-423428E814E8}"/>
                  </a:ext>
                </a:extLst>
              </p14:cNvPr>
              <p14:cNvContentPartPr/>
              <p14:nvPr/>
            </p14:nvContentPartPr>
            <p14:xfrm>
              <a:off x="105480" y="625680"/>
              <a:ext cx="8501760" cy="4163760"/>
            </p14:xfrm>
          </p:contentPart>
        </mc:Choice>
        <mc:Fallback xmlns="">
          <p:pic>
            <p:nvPicPr>
              <p:cNvPr id="4" name="Ink 3">
                <a:extLst>
                  <a:ext uri="{FF2B5EF4-FFF2-40B4-BE49-F238E27FC236}">
                    <a16:creationId xmlns:a16="http://schemas.microsoft.com/office/drawing/2014/main" id="{EDC4868B-143F-6B7A-A064-423428E814E8}"/>
                  </a:ext>
                </a:extLst>
              </p:cNvPr>
              <p:cNvPicPr/>
              <p:nvPr/>
            </p:nvPicPr>
            <p:blipFill>
              <a:blip r:embed="rId3"/>
              <a:stretch>
                <a:fillRect/>
              </a:stretch>
            </p:blipFill>
            <p:spPr>
              <a:xfrm>
                <a:off x="96120" y="616320"/>
                <a:ext cx="8520480" cy="4182480"/>
              </a:xfrm>
              <a:prstGeom prst="rect">
                <a:avLst/>
              </a:prstGeom>
            </p:spPr>
          </p:pic>
        </mc:Fallback>
      </mc:AlternateContent>
    </p:spTree>
    <p:extLst>
      <p:ext uri="{BB962C8B-B14F-4D97-AF65-F5344CB8AC3E}">
        <p14:creationId xmlns:p14="http://schemas.microsoft.com/office/powerpoint/2010/main" val="1407165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D9F898-83C3-DF6B-4178-E4CC566D62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535A6C-69E7-4A1A-60C6-88368D7DE50A}"/>
              </a:ext>
            </a:extLst>
          </p:cNvPr>
          <p:cNvSpPr>
            <a:spLocks noGrp="1"/>
          </p:cNvSpPr>
          <p:nvPr>
            <p:ph type="ctrTitle"/>
          </p:nvPr>
        </p:nvSpPr>
        <p:spPr/>
        <p:txBody>
          <a:bodyPr/>
          <a:lstStyle/>
          <a:p>
            <a:r>
              <a:rPr lang="en-IN" dirty="0"/>
              <a:t>Holiday, Wednesday 20 Nov 2024</a:t>
            </a:r>
          </a:p>
        </p:txBody>
      </p:sp>
      <p:sp>
        <p:nvSpPr>
          <p:cNvPr id="3" name="Subtitle 2">
            <a:extLst>
              <a:ext uri="{FF2B5EF4-FFF2-40B4-BE49-F238E27FC236}">
                <a16:creationId xmlns:a16="http://schemas.microsoft.com/office/drawing/2014/main" id="{732B16BE-1459-A6AF-B0CC-C4C4FADF8BA4}"/>
              </a:ext>
            </a:extLst>
          </p:cNvPr>
          <p:cNvSpPr>
            <a:spLocks noGrp="1"/>
          </p:cNvSpPr>
          <p:nvPr>
            <p:ph type="subTitle" idx="1"/>
          </p:nvPr>
        </p:nvSpPr>
        <p:spPr/>
        <p:txBody>
          <a:bodyPr/>
          <a:lstStyle/>
          <a:p>
            <a:endParaRPr lang="en-IN" dirty="0"/>
          </a:p>
        </p:txBody>
      </p:sp>
    </p:spTree>
    <p:extLst>
      <p:ext uri="{BB962C8B-B14F-4D97-AF65-F5344CB8AC3E}">
        <p14:creationId xmlns:p14="http://schemas.microsoft.com/office/powerpoint/2010/main" val="800824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BCD86-4D50-5886-DE79-40B073804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70BA5A-5674-F1C8-0010-9F48449F7A6F}"/>
              </a:ext>
            </a:extLst>
          </p:cNvPr>
          <p:cNvSpPr>
            <a:spLocks noGrp="1"/>
          </p:cNvSpPr>
          <p:nvPr>
            <p:ph type="ctrTitle"/>
          </p:nvPr>
        </p:nvSpPr>
        <p:spPr>
          <a:xfrm>
            <a:off x="609600" y="914400"/>
            <a:ext cx="7772400" cy="1470025"/>
          </a:xfrm>
        </p:spPr>
        <p:txBody>
          <a:bodyPr/>
          <a:lstStyle/>
          <a:p>
            <a:r>
              <a:rPr lang="en-IN" dirty="0"/>
              <a:t>9 pm EST Thursday 21 Nov 2024</a:t>
            </a:r>
          </a:p>
        </p:txBody>
      </p:sp>
      <p:sp>
        <p:nvSpPr>
          <p:cNvPr id="3" name="Subtitle 2">
            <a:extLst>
              <a:ext uri="{FF2B5EF4-FFF2-40B4-BE49-F238E27FC236}">
                <a16:creationId xmlns:a16="http://schemas.microsoft.com/office/drawing/2014/main" id="{1178C71C-88E2-549B-2BBC-FAF1398F003E}"/>
              </a:ext>
            </a:extLst>
          </p:cNvPr>
          <p:cNvSpPr>
            <a:spLocks noGrp="1"/>
          </p:cNvSpPr>
          <p:nvPr>
            <p:ph type="subTitle" idx="1"/>
          </p:nvPr>
        </p:nvSpPr>
        <p:spPr>
          <a:xfrm>
            <a:off x="1028700" y="2209800"/>
            <a:ext cx="7086600" cy="3276600"/>
          </a:xfrm>
        </p:spPr>
        <p:txBody>
          <a:bodyPr>
            <a:normAutofit fontScale="92500"/>
          </a:bodyPr>
          <a:lstStyle/>
          <a:p>
            <a:r>
              <a:rPr lang="en-IN" dirty="0"/>
              <a:t>Assignment:</a:t>
            </a:r>
          </a:p>
          <a:p>
            <a:r>
              <a:rPr lang="en-IN" dirty="0"/>
              <a:t>1)Run the College Data set, Explain very line of code</a:t>
            </a:r>
          </a:p>
          <a:p>
            <a:r>
              <a:rPr lang="en-IN" dirty="0"/>
              <a:t>2) How K-means does the cluster. If you have to create a cluster by yourself, will help of excel or manually how will you create . </a:t>
            </a:r>
          </a:p>
          <a:p>
            <a:endParaRPr lang="en-IN" dirty="0"/>
          </a:p>
        </p:txBody>
      </p:sp>
    </p:spTree>
    <p:extLst>
      <p:ext uri="{BB962C8B-B14F-4D97-AF65-F5344CB8AC3E}">
        <p14:creationId xmlns:p14="http://schemas.microsoft.com/office/powerpoint/2010/main" val="12635275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K-Means</a:t>
            </a:r>
          </a:p>
        </p:txBody>
      </p:sp>
      <p:sp>
        <p:nvSpPr>
          <p:cNvPr id="3" name="Subtitle 2"/>
          <p:cNvSpPr>
            <a:spLocks noGrp="1"/>
          </p:cNvSpPr>
          <p:nvPr>
            <p:ph type="subTitle" idx="1"/>
          </p:nvPr>
        </p:nvSpPr>
        <p:spPr/>
        <p:txBody>
          <a:bodyPr>
            <a:normAutofit fontScale="77500" lnSpcReduction="20000"/>
          </a:bodyPr>
          <a:lstStyle/>
          <a:p>
            <a:r>
              <a:rPr lang="en-IN" dirty="0"/>
              <a:t>By </a:t>
            </a:r>
            <a:r>
              <a:rPr lang="en-IN" dirty="0" err="1"/>
              <a:t>Arunkumar</a:t>
            </a:r>
            <a:r>
              <a:rPr lang="en-IN" dirty="0"/>
              <a:t> Nair</a:t>
            </a:r>
          </a:p>
          <a:p>
            <a:r>
              <a:rPr lang="en-IN" dirty="0">
                <a:hlinkClick r:id="rId2"/>
              </a:rPr>
              <a:t>arunkg99@gmail.com</a:t>
            </a:r>
            <a:endParaRPr lang="en-IN" dirty="0"/>
          </a:p>
          <a:p>
            <a:r>
              <a:rPr lang="en-IN" dirty="0"/>
              <a:t>91-9890652675</a:t>
            </a:r>
          </a:p>
          <a:p>
            <a:r>
              <a:rPr lang="en-IN" dirty="0">
                <a:hlinkClick r:id="rId3"/>
              </a:rPr>
              <a:t>https://www.linkedin.com/in/arunkumarnair/</a:t>
            </a:r>
            <a:endParaRPr lang="en-IN" dirty="0"/>
          </a:p>
          <a:p>
            <a:endParaRPr lang="en-IN" dirty="0"/>
          </a:p>
        </p:txBody>
      </p:sp>
    </p:spTree>
    <p:extLst>
      <p:ext uri="{BB962C8B-B14F-4D97-AF65-F5344CB8AC3E}">
        <p14:creationId xmlns:p14="http://schemas.microsoft.com/office/powerpoint/2010/main" val="221894788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1D47D4-6A34-4FDA-9C10-C337F57026F2}"/>
              </a:ext>
            </a:extLst>
          </p:cNvPr>
          <p:cNvSpPr>
            <a:spLocks noGrp="1"/>
          </p:cNvSpPr>
          <p:nvPr>
            <p:ph type="title"/>
          </p:nvPr>
        </p:nvSpPr>
        <p:spPr/>
        <p:txBody>
          <a:bodyPr/>
          <a:lstStyle/>
          <a:p>
            <a:r>
              <a:rPr lang="en-IN" dirty="0"/>
              <a:t>K Means</a:t>
            </a:r>
          </a:p>
        </p:txBody>
      </p:sp>
      <p:sp>
        <p:nvSpPr>
          <p:cNvPr id="3" name="Content Placeholder 2">
            <a:extLst>
              <a:ext uri="{FF2B5EF4-FFF2-40B4-BE49-F238E27FC236}">
                <a16:creationId xmlns:a16="http://schemas.microsoft.com/office/drawing/2014/main" id="{36DDC28A-95A3-4E02-B771-A79C5BD0A810}"/>
              </a:ext>
            </a:extLst>
          </p:cNvPr>
          <p:cNvSpPr>
            <a:spLocks noGrp="1"/>
          </p:cNvSpPr>
          <p:nvPr>
            <p:ph idx="1"/>
          </p:nvPr>
        </p:nvSpPr>
        <p:spPr/>
        <p:txBody>
          <a:bodyPr/>
          <a:lstStyle/>
          <a:p>
            <a:r>
              <a:rPr lang="en-US" b="1" dirty="0"/>
              <a:t>k</a:t>
            </a:r>
            <a:r>
              <a:rPr lang="en-US" dirty="0"/>
              <a:t>-</a:t>
            </a:r>
            <a:r>
              <a:rPr lang="en-US" b="1" dirty="0"/>
              <a:t>means</a:t>
            </a:r>
            <a:r>
              <a:rPr lang="en-US" dirty="0"/>
              <a:t> is one of the simplest unsupervised learning algorithms that solve the clustering problems. </a:t>
            </a:r>
          </a:p>
          <a:p>
            <a:r>
              <a:rPr lang="en-US" dirty="0"/>
              <a:t>The procedure follows a </a:t>
            </a:r>
            <a:r>
              <a:rPr lang="en-US" b="1" dirty="0"/>
              <a:t>simple</a:t>
            </a:r>
            <a:r>
              <a:rPr lang="en-US" dirty="0"/>
              <a:t> and easy way to classify a given data set through a certain number of clusters (assume </a:t>
            </a:r>
            <a:r>
              <a:rPr lang="en-US" b="1" dirty="0"/>
              <a:t>k</a:t>
            </a:r>
            <a:r>
              <a:rPr lang="en-US" dirty="0"/>
              <a:t> clusters). The main idea is to define </a:t>
            </a:r>
            <a:r>
              <a:rPr lang="en-US" b="1" dirty="0"/>
              <a:t>k</a:t>
            </a:r>
            <a:r>
              <a:rPr lang="en-US" dirty="0"/>
              <a:t> centers, one for each cluster.</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6F0A0DB9-F48A-8240-D256-394BFDFD4054}"/>
                  </a:ext>
                </a:extLst>
              </p14:cNvPr>
              <p14:cNvContentPartPr/>
              <p14:nvPr/>
            </p14:nvContentPartPr>
            <p14:xfrm>
              <a:off x="1517760" y="2118600"/>
              <a:ext cx="4830120" cy="3612240"/>
            </p14:xfrm>
          </p:contentPart>
        </mc:Choice>
        <mc:Fallback xmlns="">
          <p:pic>
            <p:nvPicPr>
              <p:cNvPr id="4" name="Ink 3">
                <a:extLst>
                  <a:ext uri="{FF2B5EF4-FFF2-40B4-BE49-F238E27FC236}">
                    <a16:creationId xmlns:a16="http://schemas.microsoft.com/office/drawing/2014/main" id="{6F0A0DB9-F48A-8240-D256-394BFDFD4054}"/>
                  </a:ext>
                </a:extLst>
              </p:cNvPr>
              <p:cNvPicPr/>
              <p:nvPr/>
            </p:nvPicPr>
            <p:blipFill>
              <a:blip r:embed="rId3"/>
              <a:stretch>
                <a:fillRect/>
              </a:stretch>
            </p:blipFill>
            <p:spPr>
              <a:xfrm>
                <a:off x="1508400" y="2109240"/>
                <a:ext cx="4848840" cy="3630960"/>
              </a:xfrm>
              <a:prstGeom prst="rect">
                <a:avLst/>
              </a:prstGeom>
            </p:spPr>
          </p:pic>
        </mc:Fallback>
      </mc:AlternateContent>
    </p:spTree>
    <p:extLst>
      <p:ext uri="{BB962C8B-B14F-4D97-AF65-F5344CB8AC3E}">
        <p14:creationId xmlns:p14="http://schemas.microsoft.com/office/powerpoint/2010/main" val="1443120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CBCCE-7175-41A3-93B0-F32B66EE1145}"/>
              </a:ext>
            </a:extLst>
          </p:cNvPr>
          <p:cNvSpPr>
            <a:spLocks noGrp="1"/>
          </p:cNvSpPr>
          <p:nvPr>
            <p:ph type="title"/>
          </p:nvPr>
        </p:nvSpPr>
        <p:spPr/>
        <p:txBody>
          <a:bodyPr/>
          <a:lstStyle/>
          <a:p>
            <a:r>
              <a:rPr lang="en-IN" dirty="0"/>
              <a:t>K-Means</a:t>
            </a:r>
          </a:p>
        </p:txBody>
      </p:sp>
      <p:sp>
        <p:nvSpPr>
          <p:cNvPr id="3" name="Content Placeholder 2">
            <a:extLst>
              <a:ext uri="{FF2B5EF4-FFF2-40B4-BE49-F238E27FC236}">
                <a16:creationId xmlns:a16="http://schemas.microsoft.com/office/drawing/2014/main" id="{50FBD91F-CD0D-4102-A654-9253DD15BABA}"/>
              </a:ext>
            </a:extLst>
          </p:cNvPr>
          <p:cNvSpPr>
            <a:spLocks noGrp="1"/>
          </p:cNvSpPr>
          <p:nvPr>
            <p:ph idx="1"/>
          </p:nvPr>
        </p:nvSpPr>
        <p:spPr/>
        <p:txBody>
          <a:bodyPr>
            <a:normAutofit fontScale="77500" lnSpcReduction="20000"/>
          </a:bodyPr>
          <a:lstStyle/>
          <a:p>
            <a:pPr marL="285750" indent="-285750"/>
            <a:r>
              <a:rPr lang="en-US" dirty="0"/>
              <a:t>The k-means algorithm is an </a:t>
            </a:r>
            <a:r>
              <a:rPr lang="en-US" b="1" dirty="0"/>
              <a:t>unsupervised </a:t>
            </a:r>
            <a:r>
              <a:rPr lang="en-US" dirty="0"/>
              <a:t>clustering algorithm. It takes a bunch of unlabeled points and tries to group them into “K” number of clusters.</a:t>
            </a:r>
          </a:p>
          <a:p>
            <a:pPr marL="285750" indent="-285750"/>
            <a:endParaRPr lang="en-US" dirty="0"/>
          </a:p>
          <a:p>
            <a:pPr marL="285750" indent="-285750"/>
            <a:r>
              <a:rPr lang="en-US" dirty="0"/>
              <a:t>Used unlabeled data (Data without defined categories or Group)</a:t>
            </a:r>
          </a:p>
          <a:p>
            <a:pPr marL="285750" indent="-285750"/>
            <a:endParaRPr lang="en-US" dirty="0"/>
          </a:p>
          <a:p>
            <a:pPr marL="285750" indent="-285750"/>
            <a:r>
              <a:rPr lang="en-US" dirty="0"/>
              <a:t>Data points are clustered based on similarities</a:t>
            </a:r>
          </a:p>
          <a:p>
            <a:pPr marL="285750" indent="-285750"/>
            <a:endParaRPr lang="en-US" dirty="0"/>
          </a:p>
          <a:p>
            <a:pPr marL="285750" indent="-285750"/>
            <a:r>
              <a:rPr lang="en-US" dirty="0"/>
              <a:t>The goal of this algorithm is to find groups in the data, with the number of groups represented by the variable </a:t>
            </a:r>
            <a:r>
              <a:rPr lang="en-US" i="1" dirty="0"/>
              <a:t>K</a:t>
            </a:r>
            <a:r>
              <a:rPr lang="en-US" dirty="0"/>
              <a:t>.</a:t>
            </a:r>
          </a:p>
          <a:p>
            <a:endParaRPr lang="en-US" dirty="0"/>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25F20A15-4095-8C92-7F75-01372DE385B7}"/>
                  </a:ext>
                </a:extLst>
              </p14:cNvPr>
              <p14:cNvContentPartPr/>
              <p14:nvPr/>
            </p14:nvContentPartPr>
            <p14:xfrm>
              <a:off x="1910160" y="1071720"/>
              <a:ext cx="6833520" cy="4615560"/>
            </p14:xfrm>
          </p:contentPart>
        </mc:Choice>
        <mc:Fallback xmlns="">
          <p:pic>
            <p:nvPicPr>
              <p:cNvPr id="4" name="Ink 3">
                <a:extLst>
                  <a:ext uri="{FF2B5EF4-FFF2-40B4-BE49-F238E27FC236}">
                    <a16:creationId xmlns:a16="http://schemas.microsoft.com/office/drawing/2014/main" id="{25F20A15-4095-8C92-7F75-01372DE385B7}"/>
                  </a:ext>
                </a:extLst>
              </p:cNvPr>
              <p:cNvPicPr/>
              <p:nvPr/>
            </p:nvPicPr>
            <p:blipFill>
              <a:blip r:embed="rId3"/>
              <a:stretch>
                <a:fillRect/>
              </a:stretch>
            </p:blipFill>
            <p:spPr>
              <a:xfrm>
                <a:off x="1900800" y="1062360"/>
                <a:ext cx="6852240" cy="4634280"/>
              </a:xfrm>
              <a:prstGeom prst="rect">
                <a:avLst/>
              </a:prstGeom>
            </p:spPr>
          </p:pic>
        </mc:Fallback>
      </mc:AlternateContent>
    </p:spTree>
    <p:extLst>
      <p:ext uri="{BB962C8B-B14F-4D97-AF65-F5344CB8AC3E}">
        <p14:creationId xmlns:p14="http://schemas.microsoft.com/office/powerpoint/2010/main" val="2733359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49E52-49D5-496A-B100-8184C05A30F6}"/>
              </a:ext>
            </a:extLst>
          </p:cNvPr>
          <p:cNvSpPr>
            <a:spLocks noGrp="1"/>
          </p:cNvSpPr>
          <p:nvPr>
            <p:ph type="title"/>
          </p:nvPr>
        </p:nvSpPr>
        <p:spPr/>
        <p:txBody>
          <a:bodyPr/>
          <a:lstStyle/>
          <a:p>
            <a:r>
              <a:rPr lang="en-IN" dirty="0"/>
              <a:t>K-Means Uses Cases</a:t>
            </a:r>
          </a:p>
        </p:txBody>
      </p:sp>
      <p:sp>
        <p:nvSpPr>
          <p:cNvPr id="3" name="Content Placeholder 2">
            <a:extLst>
              <a:ext uri="{FF2B5EF4-FFF2-40B4-BE49-F238E27FC236}">
                <a16:creationId xmlns:a16="http://schemas.microsoft.com/office/drawing/2014/main" id="{A33DF889-AF48-42FE-86B4-26C27C84BE96}"/>
              </a:ext>
            </a:extLst>
          </p:cNvPr>
          <p:cNvSpPr>
            <a:spLocks noGrp="1"/>
          </p:cNvSpPr>
          <p:nvPr>
            <p:ph idx="1"/>
          </p:nvPr>
        </p:nvSpPr>
        <p:spPr/>
        <p:txBody>
          <a:bodyPr>
            <a:normAutofit fontScale="77500" lnSpcReduction="20000"/>
          </a:bodyPr>
          <a:lstStyle/>
          <a:p>
            <a:pPr marL="0" indent="0">
              <a:buNone/>
            </a:pPr>
            <a:r>
              <a:rPr lang="en-US" b="1" dirty="0"/>
              <a:t>K-Means is applied in</a:t>
            </a:r>
          </a:p>
          <a:p>
            <a:pPr marL="0" indent="0">
              <a:buNone/>
            </a:pPr>
            <a:r>
              <a:rPr lang="en-US" dirty="0"/>
              <a:t>The </a:t>
            </a:r>
            <a:r>
              <a:rPr lang="en-US" i="1" dirty="0"/>
              <a:t>K</a:t>
            </a:r>
            <a:r>
              <a:rPr lang="en-US" dirty="0"/>
              <a:t>-means clustering algorithm is used to find groups which have not been explicitly labeled in the data and to find patterns and make better decisions.. Once the algorithm has been run and the groups are defined, any new data can be easily assigned to the most relevant group.</a:t>
            </a:r>
          </a:p>
          <a:p>
            <a:r>
              <a:rPr lang="en-US" dirty="0"/>
              <a:t>Customer Profiling:</a:t>
            </a:r>
          </a:p>
          <a:p>
            <a:r>
              <a:rPr lang="en-US" dirty="0"/>
              <a:t>market segmentation,</a:t>
            </a:r>
          </a:p>
          <a:p>
            <a:r>
              <a:rPr lang="en-US" dirty="0"/>
              <a:t>computer vision</a:t>
            </a:r>
          </a:p>
          <a:p>
            <a:r>
              <a:rPr lang="en-US" dirty="0"/>
              <a:t>Geo-statistics</a:t>
            </a:r>
          </a:p>
          <a:p>
            <a:r>
              <a:rPr lang="en-US" dirty="0"/>
              <a:t>Astronomy</a:t>
            </a: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521ECA1-9B1E-A54A-15AF-1D2853BF1B62}"/>
                  </a:ext>
                </a:extLst>
              </p14:cNvPr>
              <p14:cNvContentPartPr/>
              <p14:nvPr/>
            </p14:nvContentPartPr>
            <p14:xfrm>
              <a:off x="2261160" y="3602880"/>
              <a:ext cx="2496600" cy="1886760"/>
            </p14:xfrm>
          </p:contentPart>
        </mc:Choice>
        <mc:Fallback xmlns="">
          <p:pic>
            <p:nvPicPr>
              <p:cNvPr id="4" name="Ink 3">
                <a:extLst>
                  <a:ext uri="{FF2B5EF4-FFF2-40B4-BE49-F238E27FC236}">
                    <a16:creationId xmlns:a16="http://schemas.microsoft.com/office/drawing/2014/main" id="{C521ECA1-9B1E-A54A-15AF-1D2853BF1B62}"/>
                  </a:ext>
                </a:extLst>
              </p:cNvPr>
              <p:cNvPicPr/>
              <p:nvPr/>
            </p:nvPicPr>
            <p:blipFill>
              <a:blip r:embed="rId3"/>
              <a:stretch>
                <a:fillRect/>
              </a:stretch>
            </p:blipFill>
            <p:spPr>
              <a:xfrm>
                <a:off x="2251800" y="3593520"/>
                <a:ext cx="2515320" cy="1905480"/>
              </a:xfrm>
              <a:prstGeom prst="rect">
                <a:avLst/>
              </a:prstGeom>
            </p:spPr>
          </p:pic>
        </mc:Fallback>
      </mc:AlternateContent>
    </p:spTree>
    <p:extLst>
      <p:ext uri="{BB962C8B-B14F-4D97-AF65-F5344CB8AC3E}">
        <p14:creationId xmlns:p14="http://schemas.microsoft.com/office/powerpoint/2010/main" val="24690809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Common business cases where K-means is used</a:t>
            </a:r>
          </a:p>
        </p:txBody>
      </p:sp>
      <p:sp>
        <p:nvSpPr>
          <p:cNvPr id="3" name="Content Placeholder 2"/>
          <p:cNvSpPr>
            <a:spLocks noGrp="1"/>
          </p:cNvSpPr>
          <p:nvPr>
            <p:ph idx="1"/>
          </p:nvPr>
        </p:nvSpPr>
        <p:spPr/>
        <p:txBody>
          <a:bodyPr>
            <a:normAutofit fontScale="55000" lnSpcReduction="20000"/>
          </a:bodyPr>
          <a:lstStyle/>
          <a:p>
            <a:r>
              <a:rPr lang="en-US" dirty="0"/>
              <a:t>Behavioral segmentation:</a:t>
            </a:r>
          </a:p>
          <a:p>
            <a:pPr lvl="1"/>
            <a:r>
              <a:rPr lang="en-US" dirty="0"/>
              <a:t>Segment by purchase history</a:t>
            </a:r>
          </a:p>
          <a:p>
            <a:pPr lvl="1"/>
            <a:r>
              <a:rPr lang="en-US" dirty="0"/>
              <a:t>Segment by activities on application, website, or platform</a:t>
            </a:r>
          </a:p>
          <a:p>
            <a:pPr lvl="1"/>
            <a:r>
              <a:rPr lang="en-US" dirty="0"/>
              <a:t>Define personas based on interests</a:t>
            </a:r>
          </a:p>
          <a:p>
            <a:pPr lvl="1"/>
            <a:r>
              <a:rPr lang="en-US" dirty="0"/>
              <a:t>Create profiles based on activity monitoring</a:t>
            </a:r>
          </a:p>
          <a:p>
            <a:r>
              <a:rPr lang="en-US" dirty="0"/>
              <a:t>Inventory categorization:</a:t>
            </a:r>
          </a:p>
          <a:p>
            <a:pPr lvl="1"/>
            <a:r>
              <a:rPr lang="en-US" dirty="0"/>
              <a:t>Group inventory by sales activity</a:t>
            </a:r>
          </a:p>
          <a:p>
            <a:pPr lvl="1"/>
            <a:r>
              <a:rPr lang="en-US" dirty="0"/>
              <a:t>Group inventory by manufacturing metrics</a:t>
            </a:r>
          </a:p>
          <a:p>
            <a:r>
              <a:rPr lang="en-US" dirty="0"/>
              <a:t>Sorting sensor measurements:</a:t>
            </a:r>
          </a:p>
          <a:p>
            <a:pPr lvl="1"/>
            <a:r>
              <a:rPr lang="en-US" dirty="0"/>
              <a:t>Detect activity types in motion sensors</a:t>
            </a:r>
          </a:p>
          <a:p>
            <a:pPr lvl="1"/>
            <a:r>
              <a:rPr lang="en-US" dirty="0"/>
              <a:t>Group images</a:t>
            </a:r>
          </a:p>
          <a:p>
            <a:pPr lvl="1"/>
            <a:r>
              <a:rPr lang="en-US" dirty="0"/>
              <a:t>Separate audio</a:t>
            </a:r>
          </a:p>
          <a:p>
            <a:pPr lvl="1"/>
            <a:r>
              <a:rPr lang="en-US" dirty="0"/>
              <a:t>Identify groups in health monitoring</a:t>
            </a:r>
          </a:p>
          <a:p>
            <a:r>
              <a:rPr lang="en-US" dirty="0"/>
              <a:t>Detecting bots or anomalies:</a:t>
            </a:r>
          </a:p>
          <a:p>
            <a:pPr lvl="1"/>
            <a:r>
              <a:rPr lang="en-US" dirty="0"/>
              <a:t>Separate valid activity groups from bots</a:t>
            </a:r>
          </a:p>
          <a:p>
            <a:pPr lvl="1"/>
            <a:r>
              <a:rPr lang="en-US" dirty="0"/>
              <a:t>Group valid activity to clean up outlier detection</a:t>
            </a:r>
          </a:p>
          <a:p>
            <a:endParaRPr lang="en-US"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3063EB59-284F-3DCA-E32E-90142CB2F66C}"/>
                  </a:ext>
                </a:extLst>
              </p14:cNvPr>
              <p14:cNvContentPartPr/>
              <p14:nvPr/>
            </p14:nvContentPartPr>
            <p14:xfrm>
              <a:off x="775800" y="1754640"/>
              <a:ext cx="7396560" cy="3882960"/>
            </p14:xfrm>
          </p:contentPart>
        </mc:Choice>
        <mc:Fallback xmlns="">
          <p:pic>
            <p:nvPicPr>
              <p:cNvPr id="4" name="Ink 3">
                <a:extLst>
                  <a:ext uri="{FF2B5EF4-FFF2-40B4-BE49-F238E27FC236}">
                    <a16:creationId xmlns:a16="http://schemas.microsoft.com/office/drawing/2014/main" id="{3063EB59-284F-3DCA-E32E-90142CB2F66C}"/>
                  </a:ext>
                </a:extLst>
              </p:cNvPr>
              <p:cNvPicPr/>
              <p:nvPr/>
            </p:nvPicPr>
            <p:blipFill>
              <a:blip r:embed="rId3"/>
              <a:stretch>
                <a:fillRect/>
              </a:stretch>
            </p:blipFill>
            <p:spPr>
              <a:xfrm>
                <a:off x="766440" y="1745280"/>
                <a:ext cx="7415280" cy="3901680"/>
              </a:xfrm>
              <a:prstGeom prst="rect">
                <a:avLst/>
              </a:prstGeom>
            </p:spPr>
          </p:pic>
        </mc:Fallback>
      </mc:AlternateContent>
    </p:spTree>
    <p:extLst>
      <p:ext uri="{BB962C8B-B14F-4D97-AF65-F5344CB8AC3E}">
        <p14:creationId xmlns:p14="http://schemas.microsoft.com/office/powerpoint/2010/main" val="74610271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49E52-49D5-496A-B100-8184C05A30F6}"/>
              </a:ext>
            </a:extLst>
          </p:cNvPr>
          <p:cNvSpPr>
            <a:spLocks noGrp="1"/>
          </p:cNvSpPr>
          <p:nvPr>
            <p:ph type="title"/>
          </p:nvPr>
        </p:nvSpPr>
        <p:spPr/>
        <p:txBody>
          <a:bodyPr/>
          <a:lstStyle/>
          <a:p>
            <a:r>
              <a:rPr lang="en-IN" dirty="0"/>
              <a:t>K-Means-How is works</a:t>
            </a:r>
          </a:p>
        </p:txBody>
      </p:sp>
      <p:sp>
        <p:nvSpPr>
          <p:cNvPr id="3" name="Content Placeholder 2">
            <a:extLst>
              <a:ext uri="{FF2B5EF4-FFF2-40B4-BE49-F238E27FC236}">
                <a16:creationId xmlns:a16="http://schemas.microsoft.com/office/drawing/2014/main" id="{A33DF889-AF48-42FE-86B4-26C27C84BE96}"/>
              </a:ext>
            </a:extLst>
          </p:cNvPr>
          <p:cNvSpPr>
            <a:spLocks noGrp="1"/>
          </p:cNvSpPr>
          <p:nvPr>
            <p:ph idx="1"/>
          </p:nvPr>
        </p:nvSpPr>
        <p:spPr/>
        <p:txBody>
          <a:bodyPr>
            <a:normAutofit fontScale="92500"/>
          </a:bodyPr>
          <a:lstStyle/>
          <a:p>
            <a:pPr marL="0" indent="0">
              <a:buNone/>
            </a:pPr>
            <a:r>
              <a:rPr lang="en-US" dirty="0"/>
              <a:t>K-means algorithm in data mining starts with a first group of randomly selected centroids, which are used as the beginning points for every cluster, and then performs iterative (repetitive) calculations to optimize the positions of the centroids</a:t>
            </a:r>
          </a:p>
          <a:p>
            <a:pPr marL="0" indent="0">
              <a:buNone/>
            </a:pPr>
            <a:r>
              <a:rPr lang="en-US" dirty="0"/>
              <a:t>K-means is an </a:t>
            </a:r>
            <a:r>
              <a:rPr lang="en-US" b="1" dirty="0"/>
              <a:t>iterative algorithm</a:t>
            </a:r>
            <a:r>
              <a:rPr lang="en-US" dirty="0"/>
              <a:t> and it does two main steps: </a:t>
            </a:r>
          </a:p>
          <a:p>
            <a:pPr marL="0" indent="0">
              <a:buNone/>
            </a:pPr>
            <a:r>
              <a:rPr lang="en-US" dirty="0"/>
              <a:t>1. </a:t>
            </a:r>
            <a:r>
              <a:rPr lang="en-US" b="1" dirty="0"/>
              <a:t>Cluster assignment</a:t>
            </a:r>
            <a:r>
              <a:rPr lang="en-US" dirty="0"/>
              <a:t> </a:t>
            </a:r>
          </a:p>
          <a:p>
            <a:pPr marL="0" indent="0">
              <a:buNone/>
            </a:pPr>
            <a:r>
              <a:rPr lang="en-US" dirty="0"/>
              <a:t>2.</a:t>
            </a:r>
            <a:r>
              <a:rPr lang="en-US" b="1" dirty="0"/>
              <a:t> Move centroid step</a:t>
            </a:r>
            <a:r>
              <a:rPr lang="en-US" dirty="0"/>
              <a:t>.</a:t>
            </a:r>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0BA11E32-1F2A-DD6B-D5CC-54ADE15F1E2A}"/>
                  </a:ext>
                </a:extLst>
              </p14:cNvPr>
              <p14:cNvContentPartPr/>
              <p14:nvPr/>
            </p14:nvContentPartPr>
            <p14:xfrm>
              <a:off x="3313080" y="2550240"/>
              <a:ext cx="5381640" cy="3460320"/>
            </p14:xfrm>
          </p:contentPart>
        </mc:Choice>
        <mc:Fallback xmlns="">
          <p:pic>
            <p:nvPicPr>
              <p:cNvPr id="4" name="Ink 3">
                <a:extLst>
                  <a:ext uri="{FF2B5EF4-FFF2-40B4-BE49-F238E27FC236}">
                    <a16:creationId xmlns:a16="http://schemas.microsoft.com/office/drawing/2014/main" id="{0BA11E32-1F2A-DD6B-D5CC-54ADE15F1E2A}"/>
                  </a:ext>
                </a:extLst>
              </p:cNvPr>
              <p:cNvPicPr/>
              <p:nvPr/>
            </p:nvPicPr>
            <p:blipFill>
              <a:blip r:embed="rId3"/>
              <a:stretch>
                <a:fillRect/>
              </a:stretch>
            </p:blipFill>
            <p:spPr>
              <a:xfrm>
                <a:off x="3303720" y="2540880"/>
                <a:ext cx="5400360" cy="3479040"/>
              </a:xfrm>
              <a:prstGeom prst="rect">
                <a:avLst/>
              </a:prstGeom>
            </p:spPr>
          </p:pic>
        </mc:Fallback>
      </mc:AlternateContent>
    </p:spTree>
    <p:extLst>
      <p:ext uri="{BB962C8B-B14F-4D97-AF65-F5344CB8AC3E}">
        <p14:creationId xmlns:p14="http://schemas.microsoft.com/office/powerpoint/2010/main" val="17832783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0F3FA32-1A04-468E-90E6-0142B8D2A6B8}"/>
              </a:ext>
            </a:extLst>
          </p:cNvPr>
          <p:cNvSpPr>
            <a:spLocks noGrp="1"/>
          </p:cNvSpPr>
          <p:nvPr>
            <p:ph type="title"/>
          </p:nvPr>
        </p:nvSpPr>
        <p:spPr/>
        <p:txBody>
          <a:bodyPr/>
          <a:lstStyle/>
          <a:p>
            <a:r>
              <a:rPr lang="en-IN" dirty="0"/>
              <a:t>K=3 Clusters</a:t>
            </a:r>
          </a:p>
        </p:txBody>
      </p:sp>
      <p:pic>
        <p:nvPicPr>
          <p:cNvPr id="6" name="Picture 5">
            <a:extLst>
              <a:ext uri="{FF2B5EF4-FFF2-40B4-BE49-F238E27FC236}">
                <a16:creationId xmlns:a16="http://schemas.microsoft.com/office/drawing/2014/main" id="{DEDDD2DD-3EC2-4D28-8EA1-5382418C66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24137" y="1828800"/>
            <a:ext cx="3895725" cy="3676650"/>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467B2ABF-DE73-E715-6746-4A53980F2142}"/>
                  </a:ext>
                </a:extLst>
              </p14:cNvPr>
              <p14:cNvContentPartPr/>
              <p14:nvPr/>
            </p14:nvContentPartPr>
            <p14:xfrm>
              <a:off x="3336120" y="2687400"/>
              <a:ext cx="4183560" cy="2122200"/>
            </p14:xfrm>
          </p:contentPart>
        </mc:Choice>
        <mc:Fallback xmlns="">
          <p:pic>
            <p:nvPicPr>
              <p:cNvPr id="2" name="Ink 1">
                <a:extLst>
                  <a:ext uri="{FF2B5EF4-FFF2-40B4-BE49-F238E27FC236}">
                    <a16:creationId xmlns:a16="http://schemas.microsoft.com/office/drawing/2014/main" id="{467B2ABF-DE73-E715-6746-4A53980F2142}"/>
                  </a:ext>
                </a:extLst>
              </p:cNvPr>
              <p:cNvPicPr/>
              <p:nvPr/>
            </p:nvPicPr>
            <p:blipFill>
              <a:blip r:embed="rId4"/>
              <a:stretch>
                <a:fillRect/>
              </a:stretch>
            </p:blipFill>
            <p:spPr>
              <a:xfrm>
                <a:off x="3326760" y="2678040"/>
                <a:ext cx="4202280" cy="2140920"/>
              </a:xfrm>
              <a:prstGeom prst="rect">
                <a:avLst/>
              </a:prstGeom>
            </p:spPr>
          </p:pic>
        </mc:Fallback>
      </mc:AlternateContent>
    </p:spTree>
    <p:extLst>
      <p:ext uri="{BB962C8B-B14F-4D97-AF65-F5344CB8AC3E}">
        <p14:creationId xmlns:p14="http://schemas.microsoft.com/office/powerpoint/2010/main" val="21823009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F9061CB-8A88-457D-BCD8-32B3E3684A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48654"/>
            <a:ext cx="9144000" cy="6409346"/>
          </a:xfrm>
          <a:prstGeom prst="rect">
            <a:avLst/>
          </a:prstGeom>
        </p:spPr>
      </p:pic>
      <p:sp>
        <p:nvSpPr>
          <p:cNvPr id="2" name="TextBox 1">
            <a:extLst>
              <a:ext uri="{FF2B5EF4-FFF2-40B4-BE49-F238E27FC236}">
                <a16:creationId xmlns:a16="http://schemas.microsoft.com/office/drawing/2014/main" id="{B2D4974F-9A80-4F63-AF7C-136DA1B845EA}"/>
              </a:ext>
            </a:extLst>
          </p:cNvPr>
          <p:cNvSpPr txBox="1"/>
          <p:nvPr/>
        </p:nvSpPr>
        <p:spPr>
          <a:xfrm>
            <a:off x="3962400" y="79322"/>
            <a:ext cx="1331390" cy="369332"/>
          </a:xfrm>
          <a:prstGeom prst="rect">
            <a:avLst/>
          </a:prstGeom>
          <a:noFill/>
        </p:spPr>
        <p:txBody>
          <a:bodyPr wrap="none" rtlCol="0">
            <a:spAutoFit/>
          </a:bodyPr>
          <a:lstStyle/>
          <a:p>
            <a:r>
              <a:rPr lang="en-IN" dirty="0"/>
              <a:t>K=2 Clusters</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664F8CC-C70E-4619-D01B-6B271E1F30CA}"/>
                  </a:ext>
                </a:extLst>
              </p14:cNvPr>
              <p14:cNvContentPartPr/>
              <p14:nvPr/>
            </p14:nvContentPartPr>
            <p14:xfrm>
              <a:off x="353880" y="1530360"/>
              <a:ext cx="8139240" cy="4742280"/>
            </p14:xfrm>
          </p:contentPart>
        </mc:Choice>
        <mc:Fallback xmlns="">
          <p:pic>
            <p:nvPicPr>
              <p:cNvPr id="3" name="Ink 2">
                <a:extLst>
                  <a:ext uri="{FF2B5EF4-FFF2-40B4-BE49-F238E27FC236}">
                    <a16:creationId xmlns:a16="http://schemas.microsoft.com/office/drawing/2014/main" id="{8664F8CC-C70E-4619-D01B-6B271E1F30CA}"/>
                  </a:ext>
                </a:extLst>
              </p:cNvPr>
              <p:cNvPicPr/>
              <p:nvPr/>
            </p:nvPicPr>
            <p:blipFill>
              <a:blip r:embed="rId4"/>
              <a:stretch>
                <a:fillRect/>
              </a:stretch>
            </p:blipFill>
            <p:spPr>
              <a:xfrm>
                <a:off x="344520" y="1521000"/>
                <a:ext cx="8157960" cy="4761000"/>
              </a:xfrm>
              <a:prstGeom prst="rect">
                <a:avLst/>
              </a:prstGeom>
            </p:spPr>
          </p:pic>
        </mc:Fallback>
      </mc:AlternateContent>
    </p:spTree>
    <p:extLst>
      <p:ext uri="{BB962C8B-B14F-4D97-AF65-F5344CB8AC3E}">
        <p14:creationId xmlns:p14="http://schemas.microsoft.com/office/powerpoint/2010/main" val="276430150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6341E3-2FEE-47D9-8FE6-E93072CB1A6A}"/>
              </a:ext>
            </a:extLst>
          </p:cNvPr>
          <p:cNvSpPr>
            <a:spLocks noGrp="1"/>
          </p:cNvSpPr>
          <p:nvPr>
            <p:ph type="ctrTitle"/>
          </p:nvPr>
        </p:nvSpPr>
        <p:spPr/>
        <p:txBody>
          <a:bodyPr/>
          <a:lstStyle/>
          <a:p>
            <a:r>
              <a:rPr lang="en-IN" dirty="0"/>
              <a:t>K-Means-How is works</a:t>
            </a:r>
          </a:p>
        </p:txBody>
      </p:sp>
    </p:spTree>
    <p:extLst>
      <p:ext uri="{BB962C8B-B14F-4D97-AF65-F5344CB8AC3E}">
        <p14:creationId xmlns:p14="http://schemas.microsoft.com/office/powerpoint/2010/main" val="16453685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with No Answers</a:t>
            </a:r>
          </a:p>
        </p:txBody>
      </p:sp>
      <p:pic>
        <p:nvPicPr>
          <p:cNvPr id="4098" name="Picture 2"/>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6836" r="50945" b="29288"/>
          <a:stretch/>
        </p:blipFill>
        <p:spPr bwMode="auto">
          <a:xfrm>
            <a:off x="2438400" y="1981200"/>
            <a:ext cx="3956836" cy="2438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2A9A7A55-39C0-4911-A109-955914C5F317}"/>
              </a:ext>
            </a:extLst>
          </p:cNvPr>
          <p:cNvSpPr txBox="1"/>
          <p:nvPr/>
        </p:nvSpPr>
        <p:spPr>
          <a:xfrm>
            <a:off x="4718836" y="2209799"/>
            <a:ext cx="393056" cy="246221"/>
          </a:xfrm>
          <a:prstGeom prst="rect">
            <a:avLst/>
          </a:prstGeom>
          <a:noFill/>
          <a:ln w="3175">
            <a:solidFill>
              <a:schemeClr val="tx1"/>
            </a:solidFill>
          </a:ln>
        </p:spPr>
        <p:txBody>
          <a:bodyPr wrap="none" rtlCol="0">
            <a:spAutoFit/>
          </a:bodyPr>
          <a:lstStyle/>
          <a:p>
            <a:r>
              <a:rPr lang="en-IN" sz="1000" dirty="0"/>
              <a:t>App</a:t>
            </a:r>
          </a:p>
        </p:txBody>
      </p:sp>
      <p:sp>
        <p:nvSpPr>
          <p:cNvPr id="9" name="TextBox 8">
            <a:extLst>
              <a:ext uri="{FF2B5EF4-FFF2-40B4-BE49-F238E27FC236}">
                <a16:creationId xmlns:a16="http://schemas.microsoft.com/office/drawing/2014/main" id="{FA118CAC-DC7B-4B5E-A793-5B0010C11F0E}"/>
              </a:ext>
            </a:extLst>
          </p:cNvPr>
          <p:cNvSpPr txBox="1"/>
          <p:nvPr/>
        </p:nvSpPr>
        <p:spPr>
          <a:xfrm>
            <a:off x="5404636" y="2209136"/>
            <a:ext cx="542136" cy="246221"/>
          </a:xfrm>
          <a:prstGeom prst="rect">
            <a:avLst/>
          </a:prstGeom>
          <a:noFill/>
          <a:ln w="3175">
            <a:solidFill>
              <a:schemeClr val="tx1"/>
            </a:solidFill>
          </a:ln>
        </p:spPr>
        <p:txBody>
          <a:bodyPr wrap="none" rtlCol="0">
            <a:spAutoFit/>
          </a:bodyPr>
          <a:lstStyle/>
          <a:p>
            <a:r>
              <a:rPr lang="en-IN" sz="1000" dirty="0"/>
              <a:t>Accept</a:t>
            </a:r>
          </a:p>
        </p:txBody>
      </p:sp>
      <p:sp>
        <p:nvSpPr>
          <p:cNvPr id="3" name="TextBox 2">
            <a:extLst>
              <a:ext uri="{FF2B5EF4-FFF2-40B4-BE49-F238E27FC236}">
                <a16:creationId xmlns:a16="http://schemas.microsoft.com/office/drawing/2014/main" id="{F8D69D5B-A67F-4BCA-A6AF-F6F2698A2004}"/>
              </a:ext>
            </a:extLst>
          </p:cNvPr>
          <p:cNvSpPr txBox="1"/>
          <p:nvPr/>
        </p:nvSpPr>
        <p:spPr>
          <a:xfrm>
            <a:off x="4718836" y="1849278"/>
            <a:ext cx="383438" cy="246221"/>
          </a:xfrm>
          <a:prstGeom prst="rect">
            <a:avLst/>
          </a:prstGeom>
          <a:noFill/>
          <a:ln w="3175">
            <a:solidFill>
              <a:schemeClr val="tx1"/>
            </a:solidFill>
          </a:ln>
        </p:spPr>
        <p:txBody>
          <a:bodyPr wrap="none" rtlCol="0">
            <a:spAutoFit/>
          </a:bodyPr>
          <a:lstStyle/>
          <a:p>
            <a:r>
              <a:rPr lang="en-IN" sz="1000" dirty="0"/>
              <a:t>Age</a:t>
            </a:r>
          </a:p>
        </p:txBody>
      </p:sp>
      <p:sp>
        <p:nvSpPr>
          <p:cNvPr id="5" name="TextBox 4">
            <a:extLst>
              <a:ext uri="{FF2B5EF4-FFF2-40B4-BE49-F238E27FC236}">
                <a16:creationId xmlns:a16="http://schemas.microsoft.com/office/drawing/2014/main" id="{0F805970-DF7F-4CC8-99E4-C13B99D0FAD0}"/>
              </a:ext>
            </a:extLst>
          </p:cNvPr>
          <p:cNvSpPr txBox="1"/>
          <p:nvPr/>
        </p:nvSpPr>
        <p:spPr>
          <a:xfrm>
            <a:off x="5404636" y="1825423"/>
            <a:ext cx="562975" cy="246221"/>
          </a:xfrm>
          <a:prstGeom prst="rect">
            <a:avLst/>
          </a:prstGeom>
          <a:noFill/>
          <a:ln w="3175">
            <a:solidFill>
              <a:schemeClr val="tx1"/>
            </a:solidFill>
          </a:ln>
        </p:spPr>
        <p:txBody>
          <a:bodyPr wrap="none" rtlCol="0">
            <a:spAutoFit/>
          </a:bodyPr>
          <a:lstStyle/>
          <a:p>
            <a:r>
              <a:rPr lang="en-IN" sz="1000" dirty="0"/>
              <a:t>Weight</a:t>
            </a:r>
          </a:p>
        </p:txBody>
      </p:sp>
      <mc:AlternateContent xmlns:mc="http://schemas.openxmlformats.org/markup-compatibility/2006" xmlns:p14="http://schemas.microsoft.com/office/powerpoint/2010/main">
        <mc:Choice Requires="p14">
          <p:contentPart p14:bwMode="auto" r:id="rId3">
            <p14:nvContentPartPr>
              <p14:cNvPr id="7" name="Ink 6">
                <a:extLst>
                  <a:ext uri="{FF2B5EF4-FFF2-40B4-BE49-F238E27FC236}">
                    <a16:creationId xmlns:a16="http://schemas.microsoft.com/office/drawing/2014/main" id="{9A3A2112-2FC2-2116-1861-38362D60CD1B}"/>
                  </a:ext>
                </a:extLst>
              </p14:cNvPr>
              <p14:cNvContentPartPr/>
              <p14:nvPr/>
            </p14:nvContentPartPr>
            <p14:xfrm>
              <a:off x="1270080" y="1440000"/>
              <a:ext cx="7110720" cy="3190320"/>
            </p14:xfrm>
          </p:contentPart>
        </mc:Choice>
        <mc:Fallback xmlns="">
          <p:pic>
            <p:nvPicPr>
              <p:cNvPr id="7" name="Ink 6">
                <a:extLst>
                  <a:ext uri="{FF2B5EF4-FFF2-40B4-BE49-F238E27FC236}">
                    <a16:creationId xmlns:a16="http://schemas.microsoft.com/office/drawing/2014/main" id="{9A3A2112-2FC2-2116-1861-38362D60CD1B}"/>
                  </a:ext>
                </a:extLst>
              </p:cNvPr>
              <p:cNvPicPr/>
              <p:nvPr/>
            </p:nvPicPr>
            <p:blipFill>
              <a:blip r:embed="rId4"/>
              <a:stretch>
                <a:fillRect/>
              </a:stretch>
            </p:blipFill>
            <p:spPr>
              <a:xfrm>
                <a:off x="1260720" y="1430640"/>
                <a:ext cx="7129440" cy="3209040"/>
              </a:xfrm>
              <a:prstGeom prst="rect">
                <a:avLst/>
              </a:prstGeom>
            </p:spPr>
          </p:pic>
        </mc:Fallback>
      </mc:AlternateContent>
    </p:spTree>
    <p:extLst>
      <p:ext uri="{BB962C8B-B14F-4D97-AF65-F5344CB8AC3E}">
        <p14:creationId xmlns:p14="http://schemas.microsoft.com/office/powerpoint/2010/main" val="35019195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Data with No Answers</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F0B04D61-CEBC-453D-BBEB-487436B2BC78}"/>
              </a:ext>
            </a:extLst>
          </p:cNvPr>
          <p:cNvPicPr>
            <a:picLocks noChangeAspect="1"/>
          </p:cNvPicPr>
          <p:nvPr/>
        </p:nvPicPr>
        <p:blipFill>
          <a:blip r:embed="rId2"/>
          <a:stretch>
            <a:fillRect/>
          </a:stretch>
        </p:blipFill>
        <p:spPr>
          <a:xfrm>
            <a:off x="2437534" y="2133600"/>
            <a:ext cx="4268932" cy="2590800"/>
          </a:xfrm>
          <a:prstGeom prst="rect">
            <a:avLst/>
          </a:prstGeom>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74A28FAF-46DF-0682-6BA0-41A408581D45}"/>
                  </a:ext>
                </a:extLst>
              </p14:cNvPr>
              <p14:cNvContentPartPr/>
              <p14:nvPr/>
            </p14:nvContentPartPr>
            <p14:xfrm>
              <a:off x="6802200" y="2805840"/>
              <a:ext cx="343800" cy="1766160"/>
            </p14:xfrm>
          </p:contentPart>
        </mc:Choice>
        <mc:Fallback xmlns="">
          <p:pic>
            <p:nvPicPr>
              <p:cNvPr id="3" name="Ink 2">
                <a:extLst>
                  <a:ext uri="{FF2B5EF4-FFF2-40B4-BE49-F238E27FC236}">
                    <a16:creationId xmlns:a16="http://schemas.microsoft.com/office/drawing/2014/main" id="{74A28FAF-46DF-0682-6BA0-41A408581D45}"/>
                  </a:ext>
                </a:extLst>
              </p:cNvPr>
              <p:cNvPicPr/>
              <p:nvPr/>
            </p:nvPicPr>
            <p:blipFill>
              <a:blip r:embed="rId4"/>
              <a:stretch>
                <a:fillRect/>
              </a:stretch>
            </p:blipFill>
            <p:spPr>
              <a:xfrm>
                <a:off x="6792840" y="2796480"/>
                <a:ext cx="362520" cy="1784880"/>
              </a:xfrm>
              <a:prstGeom prst="rect">
                <a:avLst/>
              </a:prstGeom>
            </p:spPr>
          </p:pic>
        </mc:Fallback>
      </mc:AlternateContent>
    </p:spTree>
    <p:extLst>
      <p:ext uri="{BB962C8B-B14F-4D97-AF65-F5344CB8AC3E}">
        <p14:creationId xmlns:p14="http://schemas.microsoft.com/office/powerpoint/2010/main" val="337082606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Plot a Graph</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8" name="Picture 7">
            <a:extLst>
              <a:ext uri="{FF2B5EF4-FFF2-40B4-BE49-F238E27FC236}">
                <a16:creationId xmlns:a16="http://schemas.microsoft.com/office/drawing/2014/main" id="{43B532FB-331E-4629-A2CA-4E18C3ECB025}"/>
              </a:ext>
            </a:extLst>
          </p:cNvPr>
          <p:cNvPicPr>
            <a:picLocks noChangeAspect="1"/>
          </p:cNvPicPr>
          <p:nvPr/>
        </p:nvPicPr>
        <p:blipFill>
          <a:blip r:embed="rId2"/>
          <a:stretch>
            <a:fillRect/>
          </a:stretch>
        </p:blipFill>
        <p:spPr>
          <a:xfrm>
            <a:off x="4102211" y="2286000"/>
            <a:ext cx="4584589" cy="2755631"/>
          </a:xfrm>
          <a:prstGeom prst="rect">
            <a:avLst/>
          </a:prstGeom>
        </p:spPr>
      </p:pic>
      <p:pic>
        <p:nvPicPr>
          <p:cNvPr id="11" name="Picture 10">
            <a:extLst>
              <a:ext uri="{FF2B5EF4-FFF2-40B4-BE49-F238E27FC236}">
                <a16:creationId xmlns:a16="http://schemas.microsoft.com/office/drawing/2014/main" id="{BABC4704-A558-4F61-838A-EB93065546CF}"/>
              </a:ext>
            </a:extLst>
          </p:cNvPr>
          <p:cNvPicPr>
            <a:picLocks noChangeAspect="1"/>
          </p:cNvPicPr>
          <p:nvPr/>
        </p:nvPicPr>
        <p:blipFill>
          <a:blip r:embed="rId3"/>
          <a:stretch>
            <a:fillRect/>
          </a:stretch>
        </p:blipFill>
        <p:spPr>
          <a:xfrm>
            <a:off x="152400" y="2590800"/>
            <a:ext cx="3892262" cy="2362200"/>
          </a:xfrm>
          <a:prstGeom prst="rect">
            <a:avLst/>
          </a:prstGeom>
        </p:spPr>
      </p:pic>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7192E130-0D7B-60F1-F05B-FFEF243D0289}"/>
                  </a:ext>
                </a:extLst>
              </p14:cNvPr>
              <p14:cNvContentPartPr/>
              <p14:nvPr/>
            </p14:nvContentPartPr>
            <p14:xfrm>
              <a:off x="1432800" y="2283120"/>
              <a:ext cx="6726600" cy="2592000"/>
            </p14:xfrm>
          </p:contentPart>
        </mc:Choice>
        <mc:Fallback xmlns="">
          <p:pic>
            <p:nvPicPr>
              <p:cNvPr id="3" name="Ink 2">
                <a:extLst>
                  <a:ext uri="{FF2B5EF4-FFF2-40B4-BE49-F238E27FC236}">
                    <a16:creationId xmlns:a16="http://schemas.microsoft.com/office/drawing/2014/main" id="{7192E130-0D7B-60F1-F05B-FFEF243D0289}"/>
                  </a:ext>
                </a:extLst>
              </p:cNvPr>
              <p:cNvPicPr/>
              <p:nvPr/>
            </p:nvPicPr>
            <p:blipFill>
              <a:blip r:embed="rId5"/>
              <a:stretch>
                <a:fillRect/>
              </a:stretch>
            </p:blipFill>
            <p:spPr>
              <a:xfrm>
                <a:off x="1423440" y="2273760"/>
                <a:ext cx="6745320" cy="2610720"/>
              </a:xfrm>
              <a:prstGeom prst="rect">
                <a:avLst/>
              </a:prstGeom>
            </p:spPr>
          </p:pic>
        </mc:Fallback>
      </mc:AlternateContent>
    </p:spTree>
    <p:extLst>
      <p:ext uri="{BB962C8B-B14F-4D97-AF65-F5344CB8AC3E}">
        <p14:creationId xmlns:p14="http://schemas.microsoft.com/office/powerpoint/2010/main" val="92301872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Plot a Graph with the Data</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BABC4704-A558-4F61-838A-EB93065546CF}"/>
              </a:ext>
            </a:extLst>
          </p:cNvPr>
          <p:cNvPicPr>
            <a:picLocks noChangeAspect="1"/>
          </p:cNvPicPr>
          <p:nvPr/>
        </p:nvPicPr>
        <p:blipFill>
          <a:blip r:embed="rId2"/>
          <a:stretch>
            <a:fillRect/>
          </a:stretch>
        </p:blipFill>
        <p:spPr>
          <a:xfrm>
            <a:off x="152400" y="2590800"/>
            <a:ext cx="3892262" cy="2362200"/>
          </a:xfrm>
          <a:prstGeom prst="rect">
            <a:avLst/>
          </a:prstGeom>
        </p:spPr>
      </p:pic>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extLst>
              <p:ext uri="{D42A27DB-BD31-4B8C-83A1-F6EECF244321}">
                <p14:modId xmlns:p14="http://schemas.microsoft.com/office/powerpoint/2010/main" val="2189560832"/>
              </p:ext>
            </p:extLst>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9674449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1. Cluster assignment</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BABC4704-A558-4F61-838A-EB93065546CF}"/>
              </a:ext>
            </a:extLst>
          </p:cNvPr>
          <p:cNvPicPr>
            <a:picLocks noChangeAspect="1"/>
          </p:cNvPicPr>
          <p:nvPr/>
        </p:nvPicPr>
        <p:blipFill>
          <a:blip r:embed="rId2"/>
          <a:stretch>
            <a:fillRect/>
          </a:stretch>
        </p:blipFill>
        <p:spPr>
          <a:xfrm>
            <a:off x="152400" y="2590800"/>
            <a:ext cx="3892262" cy="2362200"/>
          </a:xfrm>
          <a:prstGeom prst="rect">
            <a:avLst/>
          </a:prstGeom>
        </p:spPr>
      </p:pic>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3" name="TextBox 2">
            <a:extLst>
              <a:ext uri="{FF2B5EF4-FFF2-40B4-BE49-F238E27FC236}">
                <a16:creationId xmlns:a16="http://schemas.microsoft.com/office/drawing/2014/main" id="{3D6B1717-2F8C-453F-8EE5-AC2829BB137B}"/>
              </a:ext>
            </a:extLst>
          </p:cNvPr>
          <p:cNvSpPr txBox="1"/>
          <p:nvPr/>
        </p:nvSpPr>
        <p:spPr>
          <a:xfrm>
            <a:off x="762000" y="1524000"/>
            <a:ext cx="7924800" cy="369332"/>
          </a:xfrm>
          <a:prstGeom prst="rect">
            <a:avLst/>
          </a:prstGeom>
          <a:noFill/>
        </p:spPr>
        <p:txBody>
          <a:bodyPr wrap="square" rtlCol="0">
            <a:spAutoFit/>
          </a:bodyPr>
          <a:lstStyle/>
          <a:p>
            <a:r>
              <a:rPr lang="en-US" dirty="0"/>
              <a:t>When K =2, which means let us create 2 clusters of data points. </a:t>
            </a:r>
            <a:endParaRPr lang="en-IN" dirty="0"/>
          </a:p>
        </p:txBody>
      </p:sp>
      <mc:AlternateContent xmlns:mc="http://schemas.openxmlformats.org/markup-compatibility/2006" xmlns:p14="http://schemas.microsoft.com/office/powerpoint/2010/main">
        <mc:Choice Requires="p14">
          <p:contentPart p14:bwMode="auto" r:id="rId4">
            <p14:nvContentPartPr>
              <p14:cNvPr id="5" name="Ink 4">
                <a:extLst>
                  <a:ext uri="{FF2B5EF4-FFF2-40B4-BE49-F238E27FC236}">
                    <a16:creationId xmlns:a16="http://schemas.microsoft.com/office/drawing/2014/main" id="{3DF4C247-1B4E-5157-070B-4A812EE81AD7}"/>
                  </a:ext>
                </a:extLst>
              </p14:cNvPr>
              <p14:cNvContentPartPr/>
              <p14:nvPr/>
            </p14:nvContentPartPr>
            <p14:xfrm>
              <a:off x="4858920" y="2419200"/>
              <a:ext cx="3837600" cy="2208600"/>
            </p14:xfrm>
          </p:contentPart>
        </mc:Choice>
        <mc:Fallback xmlns="">
          <p:pic>
            <p:nvPicPr>
              <p:cNvPr id="5" name="Ink 4">
                <a:extLst>
                  <a:ext uri="{FF2B5EF4-FFF2-40B4-BE49-F238E27FC236}">
                    <a16:creationId xmlns:a16="http://schemas.microsoft.com/office/drawing/2014/main" id="{3DF4C247-1B4E-5157-070B-4A812EE81AD7}"/>
                  </a:ext>
                </a:extLst>
              </p:cNvPr>
              <p:cNvPicPr/>
              <p:nvPr/>
            </p:nvPicPr>
            <p:blipFill>
              <a:blip r:embed="rId5"/>
              <a:stretch>
                <a:fillRect/>
              </a:stretch>
            </p:blipFill>
            <p:spPr>
              <a:xfrm>
                <a:off x="4849560" y="2409840"/>
                <a:ext cx="3856320" cy="2227320"/>
              </a:xfrm>
              <a:prstGeom prst="rect">
                <a:avLst/>
              </a:prstGeom>
            </p:spPr>
          </p:pic>
        </mc:Fallback>
      </mc:AlternateContent>
    </p:spTree>
    <p:extLst>
      <p:ext uri="{BB962C8B-B14F-4D97-AF65-F5344CB8AC3E}">
        <p14:creationId xmlns:p14="http://schemas.microsoft.com/office/powerpoint/2010/main" val="1757754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1. Cluster assignment</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3D6B1717-2F8C-453F-8EE5-AC2829BB137B}"/>
              </a:ext>
            </a:extLst>
          </p:cNvPr>
          <p:cNvSpPr txBox="1"/>
          <p:nvPr/>
        </p:nvSpPr>
        <p:spPr>
          <a:xfrm>
            <a:off x="762000" y="1524000"/>
            <a:ext cx="7924800" cy="369332"/>
          </a:xfrm>
          <a:prstGeom prst="rect">
            <a:avLst/>
          </a:prstGeom>
          <a:noFill/>
        </p:spPr>
        <p:txBody>
          <a:bodyPr wrap="square" rtlCol="0">
            <a:spAutoFit/>
          </a:bodyPr>
          <a:lstStyle/>
          <a:p>
            <a:r>
              <a:rPr lang="en-US" dirty="0"/>
              <a:t>First time the Algorithm creates 2 Random Clusters – A and B</a:t>
            </a:r>
            <a:endParaRPr lang="en-IN" dirty="0"/>
          </a:p>
        </p:txBody>
      </p:sp>
      <p:sp>
        <p:nvSpPr>
          <p:cNvPr id="8" name="TextBox 7">
            <a:extLst>
              <a:ext uri="{FF2B5EF4-FFF2-40B4-BE49-F238E27FC236}">
                <a16:creationId xmlns:a16="http://schemas.microsoft.com/office/drawing/2014/main" id="{C54C36AD-06FC-41D3-ADBB-EC1383FAFFA5}"/>
              </a:ext>
            </a:extLst>
          </p:cNvPr>
          <p:cNvSpPr txBox="1"/>
          <p:nvPr/>
        </p:nvSpPr>
        <p:spPr>
          <a:xfrm>
            <a:off x="759448" y="5439730"/>
            <a:ext cx="7924800" cy="923330"/>
          </a:xfrm>
          <a:prstGeom prst="rect">
            <a:avLst/>
          </a:prstGeom>
          <a:noFill/>
        </p:spPr>
        <p:txBody>
          <a:bodyPr wrap="square" rtlCol="0">
            <a:spAutoFit/>
          </a:bodyPr>
          <a:lstStyle/>
          <a:p>
            <a:r>
              <a:rPr lang="en-US" dirty="0"/>
              <a:t>Start with a </a:t>
            </a:r>
            <a:r>
              <a:rPr lang="en-US" b="1" dirty="0"/>
              <a:t>Random Cluster, let us assign </a:t>
            </a:r>
          </a:p>
          <a:p>
            <a:r>
              <a:rPr lang="en-US" b="1" dirty="0"/>
              <a:t>Row 1,2,3 to Cluster A</a:t>
            </a:r>
          </a:p>
          <a:p>
            <a:r>
              <a:rPr lang="en-US" b="1" dirty="0"/>
              <a:t>Row 4,5 to Cluster B</a:t>
            </a:r>
            <a:endParaRPr lang="en-IN" b="1" dirty="0"/>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5" name="Freeform: Shape 14">
            <a:extLst>
              <a:ext uri="{FF2B5EF4-FFF2-40B4-BE49-F238E27FC236}">
                <a16:creationId xmlns:a16="http://schemas.microsoft.com/office/drawing/2014/main" id="{03C8D3B5-DDF6-4240-951E-70923B661CDB}"/>
              </a:ext>
            </a:extLst>
          </p:cNvPr>
          <p:cNvSpPr/>
          <p:nvPr/>
        </p:nvSpPr>
        <p:spPr>
          <a:xfrm>
            <a:off x="4992853" y="3148717"/>
            <a:ext cx="2004295" cy="1391478"/>
          </a:xfrm>
          <a:custGeom>
            <a:avLst/>
            <a:gdLst>
              <a:gd name="connsiteX0" fmla="*/ 566 w 2004295"/>
              <a:gd name="connsiteY0" fmla="*/ 1049572 h 1391478"/>
              <a:gd name="connsiteX1" fmla="*/ 48274 w 2004295"/>
              <a:gd name="connsiteY1" fmla="*/ 985961 h 1391478"/>
              <a:gd name="connsiteX2" fmla="*/ 95982 w 2004295"/>
              <a:gd name="connsiteY2" fmla="*/ 914400 h 1391478"/>
              <a:gd name="connsiteX3" fmla="*/ 159592 w 2004295"/>
              <a:gd name="connsiteY3" fmla="*/ 858740 h 1391478"/>
              <a:gd name="connsiteX4" fmla="*/ 215251 w 2004295"/>
              <a:gd name="connsiteY4" fmla="*/ 834886 h 1391478"/>
              <a:gd name="connsiteX5" fmla="*/ 278862 w 2004295"/>
              <a:gd name="connsiteY5" fmla="*/ 803081 h 1391478"/>
              <a:gd name="connsiteX6" fmla="*/ 334521 w 2004295"/>
              <a:gd name="connsiteY6" fmla="*/ 763325 h 1391478"/>
              <a:gd name="connsiteX7" fmla="*/ 358375 w 2004295"/>
              <a:gd name="connsiteY7" fmla="*/ 739471 h 1391478"/>
              <a:gd name="connsiteX8" fmla="*/ 406083 w 2004295"/>
              <a:gd name="connsiteY8" fmla="*/ 707666 h 1391478"/>
              <a:gd name="connsiteX9" fmla="*/ 469693 w 2004295"/>
              <a:gd name="connsiteY9" fmla="*/ 636104 h 1391478"/>
              <a:gd name="connsiteX10" fmla="*/ 541255 w 2004295"/>
              <a:gd name="connsiteY10" fmla="*/ 588396 h 1391478"/>
              <a:gd name="connsiteX11" fmla="*/ 565109 w 2004295"/>
              <a:gd name="connsiteY11" fmla="*/ 564542 h 1391478"/>
              <a:gd name="connsiteX12" fmla="*/ 628719 w 2004295"/>
              <a:gd name="connsiteY12" fmla="*/ 524786 h 1391478"/>
              <a:gd name="connsiteX13" fmla="*/ 652573 w 2004295"/>
              <a:gd name="connsiteY13" fmla="*/ 500932 h 1391478"/>
              <a:gd name="connsiteX14" fmla="*/ 676427 w 2004295"/>
              <a:gd name="connsiteY14" fmla="*/ 485029 h 1391478"/>
              <a:gd name="connsiteX15" fmla="*/ 771843 w 2004295"/>
              <a:gd name="connsiteY15" fmla="*/ 365760 h 1391478"/>
              <a:gd name="connsiteX16" fmla="*/ 827502 w 2004295"/>
              <a:gd name="connsiteY16" fmla="*/ 270344 h 1391478"/>
              <a:gd name="connsiteX17" fmla="*/ 843404 w 2004295"/>
              <a:gd name="connsiteY17" fmla="*/ 246490 h 1391478"/>
              <a:gd name="connsiteX18" fmla="*/ 859307 w 2004295"/>
              <a:gd name="connsiteY18" fmla="*/ 222636 h 1391478"/>
              <a:gd name="connsiteX19" fmla="*/ 883161 w 2004295"/>
              <a:gd name="connsiteY19" fmla="*/ 190831 h 1391478"/>
              <a:gd name="connsiteX20" fmla="*/ 914966 w 2004295"/>
              <a:gd name="connsiteY20" fmla="*/ 174928 h 1391478"/>
              <a:gd name="connsiteX21" fmla="*/ 938820 w 2004295"/>
              <a:gd name="connsiteY21" fmla="*/ 159026 h 1391478"/>
              <a:gd name="connsiteX22" fmla="*/ 986528 w 2004295"/>
              <a:gd name="connsiteY22" fmla="*/ 143123 h 1391478"/>
              <a:gd name="connsiteX23" fmla="*/ 1010382 w 2004295"/>
              <a:gd name="connsiteY23" fmla="*/ 135172 h 1391478"/>
              <a:gd name="connsiteX24" fmla="*/ 1105797 w 2004295"/>
              <a:gd name="connsiteY24" fmla="*/ 111318 h 1391478"/>
              <a:gd name="connsiteX25" fmla="*/ 1169408 w 2004295"/>
              <a:gd name="connsiteY25" fmla="*/ 95415 h 1391478"/>
              <a:gd name="connsiteX26" fmla="*/ 1193262 w 2004295"/>
              <a:gd name="connsiteY26" fmla="*/ 87464 h 1391478"/>
              <a:gd name="connsiteX27" fmla="*/ 1256872 w 2004295"/>
              <a:gd name="connsiteY27" fmla="*/ 79513 h 1391478"/>
              <a:gd name="connsiteX28" fmla="*/ 1376142 w 2004295"/>
              <a:gd name="connsiteY28" fmla="*/ 63610 h 1391478"/>
              <a:gd name="connsiteX29" fmla="*/ 1399996 w 2004295"/>
              <a:gd name="connsiteY29" fmla="*/ 47707 h 1391478"/>
              <a:gd name="connsiteX30" fmla="*/ 1439752 w 2004295"/>
              <a:gd name="connsiteY30" fmla="*/ 31805 h 1391478"/>
              <a:gd name="connsiteX31" fmla="*/ 1543119 w 2004295"/>
              <a:gd name="connsiteY31" fmla="*/ 0 h 1391478"/>
              <a:gd name="connsiteX32" fmla="*/ 1757804 w 2004295"/>
              <a:gd name="connsiteY32" fmla="*/ 15902 h 1391478"/>
              <a:gd name="connsiteX33" fmla="*/ 1789610 w 2004295"/>
              <a:gd name="connsiteY33" fmla="*/ 23853 h 1391478"/>
              <a:gd name="connsiteX34" fmla="*/ 1877074 w 2004295"/>
              <a:gd name="connsiteY34" fmla="*/ 55659 h 1391478"/>
              <a:gd name="connsiteX35" fmla="*/ 1948636 w 2004295"/>
              <a:gd name="connsiteY35" fmla="*/ 87464 h 1391478"/>
              <a:gd name="connsiteX36" fmla="*/ 1996344 w 2004295"/>
              <a:gd name="connsiteY36" fmla="*/ 151074 h 1391478"/>
              <a:gd name="connsiteX37" fmla="*/ 2004295 w 2004295"/>
              <a:gd name="connsiteY37" fmla="*/ 190831 h 1391478"/>
              <a:gd name="connsiteX38" fmla="*/ 1980441 w 2004295"/>
              <a:gd name="connsiteY38" fmla="*/ 389613 h 1391478"/>
              <a:gd name="connsiteX39" fmla="*/ 1948636 w 2004295"/>
              <a:gd name="connsiteY39" fmla="*/ 421419 h 1391478"/>
              <a:gd name="connsiteX40" fmla="*/ 1940684 w 2004295"/>
              <a:gd name="connsiteY40" fmla="*/ 445273 h 1391478"/>
              <a:gd name="connsiteX41" fmla="*/ 1932733 w 2004295"/>
              <a:gd name="connsiteY41" fmla="*/ 477078 h 1391478"/>
              <a:gd name="connsiteX42" fmla="*/ 1900928 w 2004295"/>
              <a:gd name="connsiteY42" fmla="*/ 548640 h 1391478"/>
              <a:gd name="connsiteX43" fmla="*/ 1885025 w 2004295"/>
              <a:gd name="connsiteY43" fmla="*/ 620201 h 1391478"/>
              <a:gd name="connsiteX44" fmla="*/ 1877074 w 2004295"/>
              <a:gd name="connsiteY44" fmla="*/ 707666 h 1391478"/>
              <a:gd name="connsiteX45" fmla="*/ 1837317 w 2004295"/>
              <a:gd name="connsiteY45" fmla="*/ 818984 h 1391478"/>
              <a:gd name="connsiteX46" fmla="*/ 1829366 w 2004295"/>
              <a:gd name="connsiteY46" fmla="*/ 842838 h 1391478"/>
              <a:gd name="connsiteX47" fmla="*/ 1805512 w 2004295"/>
              <a:gd name="connsiteY47" fmla="*/ 866692 h 1391478"/>
              <a:gd name="connsiteX48" fmla="*/ 1725999 w 2004295"/>
              <a:gd name="connsiteY48" fmla="*/ 962107 h 1391478"/>
              <a:gd name="connsiteX49" fmla="*/ 1702145 w 2004295"/>
              <a:gd name="connsiteY49" fmla="*/ 1025718 h 1391478"/>
              <a:gd name="connsiteX50" fmla="*/ 1686243 w 2004295"/>
              <a:gd name="connsiteY50" fmla="*/ 1049572 h 1391478"/>
              <a:gd name="connsiteX51" fmla="*/ 1654437 w 2004295"/>
              <a:gd name="connsiteY51" fmla="*/ 1105231 h 1391478"/>
              <a:gd name="connsiteX52" fmla="*/ 1630584 w 2004295"/>
              <a:gd name="connsiteY52" fmla="*/ 1176793 h 1391478"/>
              <a:gd name="connsiteX53" fmla="*/ 1495411 w 2004295"/>
              <a:gd name="connsiteY53" fmla="*/ 1264257 h 1391478"/>
              <a:gd name="connsiteX54" fmla="*/ 1471557 w 2004295"/>
              <a:gd name="connsiteY54" fmla="*/ 1280160 h 1391478"/>
              <a:gd name="connsiteX55" fmla="*/ 1384093 w 2004295"/>
              <a:gd name="connsiteY55" fmla="*/ 1304013 h 1391478"/>
              <a:gd name="connsiteX56" fmla="*/ 1352288 w 2004295"/>
              <a:gd name="connsiteY56" fmla="*/ 1319916 h 1391478"/>
              <a:gd name="connsiteX57" fmla="*/ 1280726 w 2004295"/>
              <a:gd name="connsiteY57" fmla="*/ 1343770 h 1391478"/>
              <a:gd name="connsiteX58" fmla="*/ 1233018 w 2004295"/>
              <a:gd name="connsiteY58" fmla="*/ 1359673 h 1391478"/>
              <a:gd name="connsiteX59" fmla="*/ 1161457 w 2004295"/>
              <a:gd name="connsiteY59" fmla="*/ 1367624 h 1391478"/>
              <a:gd name="connsiteX60" fmla="*/ 1097846 w 2004295"/>
              <a:gd name="connsiteY60" fmla="*/ 1375575 h 1391478"/>
              <a:gd name="connsiteX61" fmla="*/ 1026284 w 2004295"/>
              <a:gd name="connsiteY61" fmla="*/ 1391478 h 1391478"/>
              <a:gd name="connsiteX62" fmla="*/ 907015 w 2004295"/>
              <a:gd name="connsiteY62" fmla="*/ 1375575 h 1391478"/>
              <a:gd name="connsiteX63" fmla="*/ 835453 w 2004295"/>
              <a:gd name="connsiteY63" fmla="*/ 1359673 h 1391478"/>
              <a:gd name="connsiteX64" fmla="*/ 724135 w 2004295"/>
              <a:gd name="connsiteY64" fmla="*/ 1351721 h 1391478"/>
              <a:gd name="connsiteX65" fmla="*/ 636670 w 2004295"/>
              <a:gd name="connsiteY65" fmla="*/ 1335819 h 1391478"/>
              <a:gd name="connsiteX66" fmla="*/ 366326 w 2004295"/>
              <a:gd name="connsiteY66" fmla="*/ 1319916 h 1391478"/>
              <a:gd name="connsiteX67" fmla="*/ 286813 w 2004295"/>
              <a:gd name="connsiteY67" fmla="*/ 1311965 h 1391478"/>
              <a:gd name="connsiteX68" fmla="*/ 183446 w 2004295"/>
              <a:gd name="connsiteY68" fmla="*/ 1304013 h 1391478"/>
              <a:gd name="connsiteX69" fmla="*/ 111884 w 2004295"/>
              <a:gd name="connsiteY69" fmla="*/ 1280160 h 1391478"/>
              <a:gd name="connsiteX70" fmla="*/ 95982 w 2004295"/>
              <a:gd name="connsiteY70" fmla="*/ 1256306 h 1391478"/>
              <a:gd name="connsiteX71" fmla="*/ 48274 w 2004295"/>
              <a:gd name="connsiteY71" fmla="*/ 1248354 h 1391478"/>
              <a:gd name="connsiteX72" fmla="*/ 40323 w 2004295"/>
              <a:gd name="connsiteY72" fmla="*/ 1200646 h 1391478"/>
              <a:gd name="connsiteX73" fmla="*/ 24420 w 2004295"/>
              <a:gd name="connsiteY73" fmla="*/ 1176793 h 1391478"/>
              <a:gd name="connsiteX74" fmla="*/ 566 w 2004295"/>
              <a:gd name="connsiteY74" fmla="*/ 1049572 h 1391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004295" h="1391478">
                <a:moveTo>
                  <a:pt x="566" y="1049572"/>
                </a:moveTo>
                <a:cubicBezTo>
                  <a:pt x="4542" y="1017767"/>
                  <a:pt x="33187" y="1007753"/>
                  <a:pt x="48274" y="985961"/>
                </a:cubicBezTo>
                <a:cubicBezTo>
                  <a:pt x="65309" y="961356"/>
                  <a:pt x="74550" y="935833"/>
                  <a:pt x="95982" y="914400"/>
                </a:cubicBezTo>
                <a:cubicBezTo>
                  <a:pt x="115904" y="894477"/>
                  <a:pt x="136149" y="874369"/>
                  <a:pt x="159592" y="858740"/>
                </a:cubicBezTo>
                <a:cubicBezTo>
                  <a:pt x="176387" y="847543"/>
                  <a:pt x="197197" y="843913"/>
                  <a:pt x="215251" y="834886"/>
                </a:cubicBezTo>
                <a:cubicBezTo>
                  <a:pt x="310531" y="787247"/>
                  <a:pt x="141289" y="858111"/>
                  <a:pt x="278862" y="803081"/>
                </a:cubicBezTo>
                <a:cubicBezTo>
                  <a:pt x="340884" y="741059"/>
                  <a:pt x="261261" y="815653"/>
                  <a:pt x="334521" y="763325"/>
                </a:cubicBezTo>
                <a:cubicBezTo>
                  <a:pt x="343671" y="756789"/>
                  <a:pt x="349499" y="746375"/>
                  <a:pt x="358375" y="739471"/>
                </a:cubicBezTo>
                <a:cubicBezTo>
                  <a:pt x="373462" y="727737"/>
                  <a:pt x="390996" y="719400"/>
                  <a:pt x="406083" y="707666"/>
                </a:cubicBezTo>
                <a:cubicBezTo>
                  <a:pt x="429040" y="689811"/>
                  <a:pt x="451335" y="654462"/>
                  <a:pt x="469693" y="636104"/>
                </a:cubicBezTo>
                <a:cubicBezTo>
                  <a:pt x="495994" y="609802"/>
                  <a:pt x="510971" y="611109"/>
                  <a:pt x="541255" y="588396"/>
                </a:cubicBezTo>
                <a:cubicBezTo>
                  <a:pt x="550251" y="581649"/>
                  <a:pt x="556571" y="571860"/>
                  <a:pt x="565109" y="564542"/>
                </a:cubicBezTo>
                <a:cubicBezTo>
                  <a:pt x="594011" y="539769"/>
                  <a:pt x="596138" y="541076"/>
                  <a:pt x="628719" y="524786"/>
                </a:cubicBezTo>
                <a:cubicBezTo>
                  <a:pt x="636670" y="516835"/>
                  <a:pt x="643934" y="508131"/>
                  <a:pt x="652573" y="500932"/>
                </a:cubicBezTo>
                <a:cubicBezTo>
                  <a:pt x="659914" y="494814"/>
                  <a:pt x="669670" y="491786"/>
                  <a:pt x="676427" y="485029"/>
                </a:cubicBezTo>
                <a:cubicBezTo>
                  <a:pt x="699372" y="462084"/>
                  <a:pt x="755042" y="391608"/>
                  <a:pt x="771843" y="365760"/>
                </a:cubicBezTo>
                <a:cubicBezTo>
                  <a:pt x="791910" y="334888"/>
                  <a:pt x="808558" y="301918"/>
                  <a:pt x="827502" y="270344"/>
                </a:cubicBezTo>
                <a:cubicBezTo>
                  <a:pt x="832419" y="262150"/>
                  <a:pt x="838103" y="254441"/>
                  <a:pt x="843404" y="246490"/>
                </a:cubicBezTo>
                <a:cubicBezTo>
                  <a:pt x="848705" y="238539"/>
                  <a:pt x="853573" y="230281"/>
                  <a:pt x="859307" y="222636"/>
                </a:cubicBezTo>
                <a:cubicBezTo>
                  <a:pt x="867258" y="212034"/>
                  <a:pt x="873099" y="199455"/>
                  <a:pt x="883161" y="190831"/>
                </a:cubicBezTo>
                <a:cubicBezTo>
                  <a:pt x="892161" y="183117"/>
                  <a:pt x="904675" y="180809"/>
                  <a:pt x="914966" y="174928"/>
                </a:cubicBezTo>
                <a:cubicBezTo>
                  <a:pt x="923263" y="170187"/>
                  <a:pt x="930087" y="162907"/>
                  <a:pt x="938820" y="159026"/>
                </a:cubicBezTo>
                <a:cubicBezTo>
                  <a:pt x="954138" y="152218"/>
                  <a:pt x="970625" y="148424"/>
                  <a:pt x="986528" y="143123"/>
                </a:cubicBezTo>
                <a:lnTo>
                  <a:pt x="1010382" y="135172"/>
                </a:lnTo>
                <a:cubicBezTo>
                  <a:pt x="1058509" y="103087"/>
                  <a:pt x="1013930" y="127530"/>
                  <a:pt x="1105797" y="111318"/>
                </a:cubicBezTo>
                <a:cubicBezTo>
                  <a:pt x="1127321" y="107520"/>
                  <a:pt x="1148673" y="102326"/>
                  <a:pt x="1169408" y="95415"/>
                </a:cubicBezTo>
                <a:cubicBezTo>
                  <a:pt x="1177359" y="92765"/>
                  <a:pt x="1185016" y="88963"/>
                  <a:pt x="1193262" y="87464"/>
                </a:cubicBezTo>
                <a:cubicBezTo>
                  <a:pt x="1214286" y="83642"/>
                  <a:pt x="1235718" y="82535"/>
                  <a:pt x="1256872" y="79513"/>
                </a:cubicBezTo>
                <a:cubicBezTo>
                  <a:pt x="1381799" y="61666"/>
                  <a:pt x="1208844" y="82198"/>
                  <a:pt x="1376142" y="63610"/>
                </a:cubicBezTo>
                <a:cubicBezTo>
                  <a:pt x="1384093" y="58309"/>
                  <a:pt x="1391449" y="51981"/>
                  <a:pt x="1399996" y="47707"/>
                </a:cubicBezTo>
                <a:cubicBezTo>
                  <a:pt x="1412762" y="41324"/>
                  <a:pt x="1426339" y="36683"/>
                  <a:pt x="1439752" y="31805"/>
                </a:cubicBezTo>
                <a:cubicBezTo>
                  <a:pt x="1480103" y="17132"/>
                  <a:pt x="1500881" y="12068"/>
                  <a:pt x="1543119" y="0"/>
                </a:cubicBezTo>
                <a:cubicBezTo>
                  <a:pt x="1630298" y="4359"/>
                  <a:pt x="1681583" y="2044"/>
                  <a:pt x="1757804" y="15902"/>
                </a:cubicBezTo>
                <a:cubicBezTo>
                  <a:pt x="1768556" y="17857"/>
                  <a:pt x="1779008" y="21203"/>
                  <a:pt x="1789610" y="23853"/>
                </a:cubicBezTo>
                <a:cubicBezTo>
                  <a:pt x="1868091" y="63095"/>
                  <a:pt x="1762130" y="12555"/>
                  <a:pt x="1877074" y="55659"/>
                </a:cubicBezTo>
                <a:cubicBezTo>
                  <a:pt x="1901516" y="64825"/>
                  <a:pt x="1924782" y="76862"/>
                  <a:pt x="1948636" y="87464"/>
                </a:cubicBezTo>
                <a:cubicBezTo>
                  <a:pt x="1949384" y="88400"/>
                  <a:pt x="1991877" y="139161"/>
                  <a:pt x="1996344" y="151074"/>
                </a:cubicBezTo>
                <a:cubicBezTo>
                  <a:pt x="2001089" y="163728"/>
                  <a:pt x="2001645" y="177579"/>
                  <a:pt x="2004295" y="190831"/>
                </a:cubicBezTo>
                <a:cubicBezTo>
                  <a:pt x="2002187" y="224563"/>
                  <a:pt x="2001325" y="344365"/>
                  <a:pt x="1980441" y="389613"/>
                </a:cubicBezTo>
                <a:cubicBezTo>
                  <a:pt x="1974158" y="403226"/>
                  <a:pt x="1959238" y="410817"/>
                  <a:pt x="1948636" y="421419"/>
                </a:cubicBezTo>
                <a:cubicBezTo>
                  <a:pt x="1945985" y="429370"/>
                  <a:pt x="1942987" y="437214"/>
                  <a:pt x="1940684" y="445273"/>
                </a:cubicBezTo>
                <a:cubicBezTo>
                  <a:pt x="1937682" y="455780"/>
                  <a:pt x="1936656" y="466878"/>
                  <a:pt x="1932733" y="477078"/>
                </a:cubicBezTo>
                <a:cubicBezTo>
                  <a:pt x="1923362" y="501442"/>
                  <a:pt x="1909183" y="523876"/>
                  <a:pt x="1900928" y="548640"/>
                </a:cubicBezTo>
                <a:cubicBezTo>
                  <a:pt x="1893201" y="571822"/>
                  <a:pt x="1890326" y="596347"/>
                  <a:pt x="1885025" y="620201"/>
                </a:cubicBezTo>
                <a:cubicBezTo>
                  <a:pt x="1882375" y="649356"/>
                  <a:pt x="1882162" y="678836"/>
                  <a:pt x="1877074" y="707666"/>
                </a:cubicBezTo>
                <a:cubicBezTo>
                  <a:pt x="1874469" y="722427"/>
                  <a:pt x="1839417" y="813209"/>
                  <a:pt x="1837317" y="818984"/>
                </a:cubicBezTo>
                <a:cubicBezTo>
                  <a:pt x="1834453" y="826861"/>
                  <a:pt x="1834015" y="835864"/>
                  <a:pt x="1829366" y="842838"/>
                </a:cubicBezTo>
                <a:cubicBezTo>
                  <a:pt x="1823129" y="852194"/>
                  <a:pt x="1812048" y="857542"/>
                  <a:pt x="1805512" y="866692"/>
                </a:cubicBezTo>
                <a:cubicBezTo>
                  <a:pt x="1735685" y="964450"/>
                  <a:pt x="1784982" y="942447"/>
                  <a:pt x="1725999" y="962107"/>
                </a:cubicBezTo>
                <a:cubicBezTo>
                  <a:pt x="1718048" y="983311"/>
                  <a:pt x="1711516" y="1005102"/>
                  <a:pt x="1702145" y="1025718"/>
                </a:cubicBezTo>
                <a:cubicBezTo>
                  <a:pt x="1698191" y="1034418"/>
                  <a:pt x="1689598" y="1040624"/>
                  <a:pt x="1686243" y="1049572"/>
                </a:cubicBezTo>
                <a:cubicBezTo>
                  <a:pt x="1664955" y="1106340"/>
                  <a:pt x="1697641" y="1076428"/>
                  <a:pt x="1654437" y="1105231"/>
                </a:cubicBezTo>
                <a:cubicBezTo>
                  <a:pt x="1646486" y="1129085"/>
                  <a:pt x="1645670" y="1156678"/>
                  <a:pt x="1630584" y="1176793"/>
                </a:cubicBezTo>
                <a:cubicBezTo>
                  <a:pt x="1586651" y="1235371"/>
                  <a:pt x="1549698" y="1228065"/>
                  <a:pt x="1495411" y="1264257"/>
                </a:cubicBezTo>
                <a:cubicBezTo>
                  <a:pt x="1487460" y="1269558"/>
                  <a:pt x="1480557" y="1276946"/>
                  <a:pt x="1471557" y="1280160"/>
                </a:cubicBezTo>
                <a:cubicBezTo>
                  <a:pt x="1443098" y="1290324"/>
                  <a:pt x="1412762" y="1294457"/>
                  <a:pt x="1384093" y="1304013"/>
                </a:cubicBezTo>
                <a:cubicBezTo>
                  <a:pt x="1372848" y="1307761"/>
                  <a:pt x="1363119" y="1315102"/>
                  <a:pt x="1352288" y="1319916"/>
                </a:cubicBezTo>
                <a:cubicBezTo>
                  <a:pt x="1297097" y="1344446"/>
                  <a:pt x="1330426" y="1328860"/>
                  <a:pt x="1280726" y="1343770"/>
                </a:cubicBezTo>
                <a:cubicBezTo>
                  <a:pt x="1264670" y="1348587"/>
                  <a:pt x="1249455" y="1356385"/>
                  <a:pt x="1233018" y="1359673"/>
                </a:cubicBezTo>
                <a:cubicBezTo>
                  <a:pt x="1209484" y="1364380"/>
                  <a:pt x="1185293" y="1364820"/>
                  <a:pt x="1161457" y="1367624"/>
                </a:cubicBezTo>
                <a:cubicBezTo>
                  <a:pt x="1140235" y="1370121"/>
                  <a:pt x="1118890" y="1371861"/>
                  <a:pt x="1097846" y="1375575"/>
                </a:cubicBezTo>
                <a:cubicBezTo>
                  <a:pt x="1073782" y="1379822"/>
                  <a:pt x="1050138" y="1386177"/>
                  <a:pt x="1026284" y="1391478"/>
                </a:cubicBezTo>
                <a:cubicBezTo>
                  <a:pt x="1004149" y="1388711"/>
                  <a:pt x="931141" y="1379961"/>
                  <a:pt x="907015" y="1375575"/>
                </a:cubicBezTo>
                <a:cubicBezTo>
                  <a:pt x="872595" y="1369317"/>
                  <a:pt x="872944" y="1363620"/>
                  <a:pt x="835453" y="1359673"/>
                </a:cubicBezTo>
                <a:cubicBezTo>
                  <a:pt x="798457" y="1355779"/>
                  <a:pt x="761241" y="1354372"/>
                  <a:pt x="724135" y="1351721"/>
                </a:cubicBezTo>
                <a:cubicBezTo>
                  <a:pt x="685779" y="1338936"/>
                  <a:pt x="693886" y="1339906"/>
                  <a:pt x="636670" y="1335819"/>
                </a:cubicBezTo>
                <a:cubicBezTo>
                  <a:pt x="546629" y="1329387"/>
                  <a:pt x="456387" y="1326057"/>
                  <a:pt x="366326" y="1319916"/>
                </a:cubicBezTo>
                <a:cubicBezTo>
                  <a:pt x="339751" y="1318104"/>
                  <a:pt x="313349" y="1314273"/>
                  <a:pt x="286813" y="1311965"/>
                </a:cubicBezTo>
                <a:cubicBezTo>
                  <a:pt x="252385" y="1308971"/>
                  <a:pt x="217902" y="1306664"/>
                  <a:pt x="183446" y="1304013"/>
                </a:cubicBezTo>
                <a:cubicBezTo>
                  <a:pt x="163659" y="1299066"/>
                  <a:pt x="128005" y="1291675"/>
                  <a:pt x="111884" y="1280160"/>
                </a:cubicBezTo>
                <a:cubicBezTo>
                  <a:pt x="104108" y="1274606"/>
                  <a:pt x="104529" y="1260580"/>
                  <a:pt x="95982" y="1256306"/>
                </a:cubicBezTo>
                <a:cubicBezTo>
                  <a:pt x="81562" y="1249096"/>
                  <a:pt x="64177" y="1251005"/>
                  <a:pt x="48274" y="1248354"/>
                </a:cubicBezTo>
                <a:cubicBezTo>
                  <a:pt x="45624" y="1232451"/>
                  <a:pt x="45421" y="1215941"/>
                  <a:pt x="40323" y="1200646"/>
                </a:cubicBezTo>
                <a:cubicBezTo>
                  <a:pt x="37301" y="1191580"/>
                  <a:pt x="26934" y="1186012"/>
                  <a:pt x="24420" y="1176793"/>
                </a:cubicBezTo>
                <a:cubicBezTo>
                  <a:pt x="14497" y="1140408"/>
                  <a:pt x="-3410" y="1081377"/>
                  <a:pt x="566" y="104957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reeform: Shape 16">
            <a:extLst>
              <a:ext uri="{FF2B5EF4-FFF2-40B4-BE49-F238E27FC236}">
                <a16:creationId xmlns:a16="http://schemas.microsoft.com/office/drawing/2014/main" id="{3E0936D7-CEF6-4B00-A8AA-5FB3653E1C11}"/>
              </a:ext>
            </a:extLst>
          </p:cNvPr>
          <p:cNvSpPr/>
          <p:nvPr/>
        </p:nvSpPr>
        <p:spPr>
          <a:xfrm>
            <a:off x="6933502" y="2703443"/>
            <a:ext cx="1630673" cy="548640"/>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pic>
        <p:nvPicPr>
          <p:cNvPr id="21" name="Picture 20">
            <a:extLst>
              <a:ext uri="{FF2B5EF4-FFF2-40B4-BE49-F238E27FC236}">
                <a16:creationId xmlns:a16="http://schemas.microsoft.com/office/drawing/2014/main" id="{3DAD3338-C3DF-4C0C-B1C6-1DA68EA1D56F}"/>
              </a:ext>
            </a:extLst>
          </p:cNvPr>
          <p:cNvPicPr>
            <a:picLocks noChangeAspect="1"/>
          </p:cNvPicPr>
          <p:nvPr/>
        </p:nvPicPr>
        <p:blipFill>
          <a:blip r:embed="rId5"/>
          <a:stretch>
            <a:fillRect/>
          </a:stretch>
        </p:blipFill>
        <p:spPr>
          <a:xfrm>
            <a:off x="361604" y="2816031"/>
            <a:ext cx="3739626" cy="1705114"/>
          </a:xfrm>
          <a:prstGeom prst="rect">
            <a:avLst/>
          </a:prstGeom>
        </p:spPr>
      </p:pic>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1F37AD12-7C33-FA43-7BF1-F869F7775B90}"/>
                  </a:ext>
                </a:extLst>
              </p14:cNvPr>
              <p14:cNvContentPartPr/>
              <p14:nvPr/>
            </p14:nvContentPartPr>
            <p14:xfrm>
              <a:off x="931680" y="3321360"/>
              <a:ext cx="7313760" cy="964080"/>
            </p14:xfrm>
          </p:contentPart>
        </mc:Choice>
        <mc:Fallback xmlns="">
          <p:pic>
            <p:nvPicPr>
              <p:cNvPr id="5" name="Ink 4">
                <a:extLst>
                  <a:ext uri="{FF2B5EF4-FFF2-40B4-BE49-F238E27FC236}">
                    <a16:creationId xmlns:a16="http://schemas.microsoft.com/office/drawing/2014/main" id="{1F37AD12-7C33-FA43-7BF1-F869F7775B90}"/>
                  </a:ext>
                </a:extLst>
              </p:cNvPr>
              <p:cNvPicPr/>
              <p:nvPr/>
            </p:nvPicPr>
            <p:blipFill>
              <a:blip r:embed="rId7"/>
              <a:stretch>
                <a:fillRect/>
              </a:stretch>
            </p:blipFill>
            <p:spPr>
              <a:xfrm>
                <a:off x="922320" y="3312000"/>
                <a:ext cx="7332480" cy="982800"/>
              </a:xfrm>
              <a:prstGeom prst="rect">
                <a:avLst/>
              </a:prstGeom>
            </p:spPr>
          </p:pic>
        </mc:Fallback>
      </mc:AlternateContent>
    </p:spTree>
    <p:extLst>
      <p:ext uri="{BB962C8B-B14F-4D97-AF65-F5344CB8AC3E}">
        <p14:creationId xmlns:p14="http://schemas.microsoft.com/office/powerpoint/2010/main" val="19211477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2. Compute the Centroid</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3D6B1717-2F8C-453F-8EE5-AC2829BB137B}"/>
              </a:ext>
            </a:extLst>
          </p:cNvPr>
          <p:cNvSpPr txBox="1"/>
          <p:nvPr/>
        </p:nvSpPr>
        <p:spPr>
          <a:xfrm>
            <a:off x="762000" y="1524000"/>
            <a:ext cx="7924800" cy="646331"/>
          </a:xfrm>
          <a:prstGeom prst="rect">
            <a:avLst/>
          </a:prstGeom>
          <a:noFill/>
        </p:spPr>
        <p:txBody>
          <a:bodyPr wrap="square" rtlCol="0">
            <a:spAutoFit/>
          </a:bodyPr>
          <a:lstStyle/>
          <a:p>
            <a:r>
              <a:rPr lang="en-US" dirty="0"/>
              <a:t>The algorithm goes through the clusters and will compute the Centroid for Cluster A and Cluster B</a:t>
            </a:r>
            <a:endParaRPr lang="en-IN" dirty="0"/>
          </a:p>
        </p:txBody>
      </p:sp>
      <p:sp>
        <p:nvSpPr>
          <p:cNvPr id="8" name="TextBox 7">
            <a:extLst>
              <a:ext uri="{FF2B5EF4-FFF2-40B4-BE49-F238E27FC236}">
                <a16:creationId xmlns:a16="http://schemas.microsoft.com/office/drawing/2014/main" id="{C54C36AD-06FC-41D3-ADBB-EC1383FAFFA5}"/>
              </a:ext>
            </a:extLst>
          </p:cNvPr>
          <p:cNvSpPr txBox="1"/>
          <p:nvPr/>
        </p:nvSpPr>
        <p:spPr>
          <a:xfrm>
            <a:off x="759448" y="5439730"/>
            <a:ext cx="7924800" cy="369332"/>
          </a:xfrm>
          <a:prstGeom prst="rect">
            <a:avLst/>
          </a:prstGeom>
          <a:noFill/>
        </p:spPr>
        <p:txBody>
          <a:bodyPr wrap="square" rtlCol="0">
            <a:spAutoFit/>
          </a:bodyPr>
          <a:lstStyle/>
          <a:p>
            <a:r>
              <a:rPr lang="en-US" dirty="0"/>
              <a:t>What is the centroid of Cluster A and Cluster B?</a:t>
            </a:r>
            <a:endParaRPr lang="en-IN" b="1" dirty="0"/>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5" name="Freeform: Shape 14">
            <a:extLst>
              <a:ext uri="{FF2B5EF4-FFF2-40B4-BE49-F238E27FC236}">
                <a16:creationId xmlns:a16="http://schemas.microsoft.com/office/drawing/2014/main" id="{03C8D3B5-DDF6-4240-951E-70923B661CDB}"/>
              </a:ext>
            </a:extLst>
          </p:cNvPr>
          <p:cNvSpPr/>
          <p:nvPr/>
        </p:nvSpPr>
        <p:spPr>
          <a:xfrm>
            <a:off x="4992853" y="3148717"/>
            <a:ext cx="2004295" cy="1391478"/>
          </a:xfrm>
          <a:custGeom>
            <a:avLst/>
            <a:gdLst>
              <a:gd name="connsiteX0" fmla="*/ 566 w 2004295"/>
              <a:gd name="connsiteY0" fmla="*/ 1049572 h 1391478"/>
              <a:gd name="connsiteX1" fmla="*/ 48274 w 2004295"/>
              <a:gd name="connsiteY1" fmla="*/ 985961 h 1391478"/>
              <a:gd name="connsiteX2" fmla="*/ 95982 w 2004295"/>
              <a:gd name="connsiteY2" fmla="*/ 914400 h 1391478"/>
              <a:gd name="connsiteX3" fmla="*/ 159592 w 2004295"/>
              <a:gd name="connsiteY3" fmla="*/ 858740 h 1391478"/>
              <a:gd name="connsiteX4" fmla="*/ 215251 w 2004295"/>
              <a:gd name="connsiteY4" fmla="*/ 834886 h 1391478"/>
              <a:gd name="connsiteX5" fmla="*/ 278862 w 2004295"/>
              <a:gd name="connsiteY5" fmla="*/ 803081 h 1391478"/>
              <a:gd name="connsiteX6" fmla="*/ 334521 w 2004295"/>
              <a:gd name="connsiteY6" fmla="*/ 763325 h 1391478"/>
              <a:gd name="connsiteX7" fmla="*/ 358375 w 2004295"/>
              <a:gd name="connsiteY7" fmla="*/ 739471 h 1391478"/>
              <a:gd name="connsiteX8" fmla="*/ 406083 w 2004295"/>
              <a:gd name="connsiteY8" fmla="*/ 707666 h 1391478"/>
              <a:gd name="connsiteX9" fmla="*/ 469693 w 2004295"/>
              <a:gd name="connsiteY9" fmla="*/ 636104 h 1391478"/>
              <a:gd name="connsiteX10" fmla="*/ 541255 w 2004295"/>
              <a:gd name="connsiteY10" fmla="*/ 588396 h 1391478"/>
              <a:gd name="connsiteX11" fmla="*/ 565109 w 2004295"/>
              <a:gd name="connsiteY11" fmla="*/ 564542 h 1391478"/>
              <a:gd name="connsiteX12" fmla="*/ 628719 w 2004295"/>
              <a:gd name="connsiteY12" fmla="*/ 524786 h 1391478"/>
              <a:gd name="connsiteX13" fmla="*/ 652573 w 2004295"/>
              <a:gd name="connsiteY13" fmla="*/ 500932 h 1391478"/>
              <a:gd name="connsiteX14" fmla="*/ 676427 w 2004295"/>
              <a:gd name="connsiteY14" fmla="*/ 485029 h 1391478"/>
              <a:gd name="connsiteX15" fmla="*/ 771843 w 2004295"/>
              <a:gd name="connsiteY15" fmla="*/ 365760 h 1391478"/>
              <a:gd name="connsiteX16" fmla="*/ 827502 w 2004295"/>
              <a:gd name="connsiteY16" fmla="*/ 270344 h 1391478"/>
              <a:gd name="connsiteX17" fmla="*/ 843404 w 2004295"/>
              <a:gd name="connsiteY17" fmla="*/ 246490 h 1391478"/>
              <a:gd name="connsiteX18" fmla="*/ 859307 w 2004295"/>
              <a:gd name="connsiteY18" fmla="*/ 222636 h 1391478"/>
              <a:gd name="connsiteX19" fmla="*/ 883161 w 2004295"/>
              <a:gd name="connsiteY19" fmla="*/ 190831 h 1391478"/>
              <a:gd name="connsiteX20" fmla="*/ 914966 w 2004295"/>
              <a:gd name="connsiteY20" fmla="*/ 174928 h 1391478"/>
              <a:gd name="connsiteX21" fmla="*/ 938820 w 2004295"/>
              <a:gd name="connsiteY21" fmla="*/ 159026 h 1391478"/>
              <a:gd name="connsiteX22" fmla="*/ 986528 w 2004295"/>
              <a:gd name="connsiteY22" fmla="*/ 143123 h 1391478"/>
              <a:gd name="connsiteX23" fmla="*/ 1010382 w 2004295"/>
              <a:gd name="connsiteY23" fmla="*/ 135172 h 1391478"/>
              <a:gd name="connsiteX24" fmla="*/ 1105797 w 2004295"/>
              <a:gd name="connsiteY24" fmla="*/ 111318 h 1391478"/>
              <a:gd name="connsiteX25" fmla="*/ 1169408 w 2004295"/>
              <a:gd name="connsiteY25" fmla="*/ 95415 h 1391478"/>
              <a:gd name="connsiteX26" fmla="*/ 1193262 w 2004295"/>
              <a:gd name="connsiteY26" fmla="*/ 87464 h 1391478"/>
              <a:gd name="connsiteX27" fmla="*/ 1256872 w 2004295"/>
              <a:gd name="connsiteY27" fmla="*/ 79513 h 1391478"/>
              <a:gd name="connsiteX28" fmla="*/ 1376142 w 2004295"/>
              <a:gd name="connsiteY28" fmla="*/ 63610 h 1391478"/>
              <a:gd name="connsiteX29" fmla="*/ 1399996 w 2004295"/>
              <a:gd name="connsiteY29" fmla="*/ 47707 h 1391478"/>
              <a:gd name="connsiteX30" fmla="*/ 1439752 w 2004295"/>
              <a:gd name="connsiteY30" fmla="*/ 31805 h 1391478"/>
              <a:gd name="connsiteX31" fmla="*/ 1543119 w 2004295"/>
              <a:gd name="connsiteY31" fmla="*/ 0 h 1391478"/>
              <a:gd name="connsiteX32" fmla="*/ 1757804 w 2004295"/>
              <a:gd name="connsiteY32" fmla="*/ 15902 h 1391478"/>
              <a:gd name="connsiteX33" fmla="*/ 1789610 w 2004295"/>
              <a:gd name="connsiteY33" fmla="*/ 23853 h 1391478"/>
              <a:gd name="connsiteX34" fmla="*/ 1877074 w 2004295"/>
              <a:gd name="connsiteY34" fmla="*/ 55659 h 1391478"/>
              <a:gd name="connsiteX35" fmla="*/ 1948636 w 2004295"/>
              <a:gd name="connsiteY35" fmla="*/ 87464 h 1391478"/>
              <a:gd name="connsiteX36" fmla="*/ 1996344 w 2004295"/>
              <a:gd name="connsiteY36" fmla="*/ 151074 h 1391478"/>
              <a:gd name="connsiteX37" fmla="*/ 2004295 w 2004295"/>
              <a:gd name="connsiteY37" fmla="*/ 190831 h 1391478"/>
              <a:gd name="connsiteX38" fmla="*/ 1980441 w 2004295"/>
              <a:gd name="connsiteY38" fmla="*/ 389613 h 1391478"/>
              <a:gd name="connsiteX39" fmla="*/ 1948636 w 2004295"/>
              <a:gd name="connsiteY39" fmla="*/ 421419 h 1391478"/>
              <a:gd name="connsiteX40" fmla="*/ 1940684 w 2004295"/>
              <a:gd name="connsiteY40" fmla="*/ 445273 h 1391478"/>
              <a:gd name="connsiteX41" fmla="*/ 1932733 w 2004295"/>
              <a:gd name="connsiteY41" fmla="*/ 477078 h 1391478"/>
              <a:gd name="connsiteX42" fmla="*/ 1900928 w 2004295"/>
              <a:gd name="connsiteY42" fmla="*/ 548640 h 1391478"/>
              <a:gd name="connsiteX43" fmla="*/ 1885025 w 2004295"/>
              <a:gd name="connsiteY43" fmla="*/ 620201 h 1391478"/>
              <a:gd name="connsiteX44" fmla="*/ 1877074 w 2004295"/>
              <a:gd name="connsiteY44" fmla="*/ 707666 h 1391478"/>
              <a:gd name="connsiteX45" fmla="*/ 1837317 w 2004295"/>
              <a:gd name="connsiteY45" fmla="*/ 818984 h 1391478"/>
              <a:gd name="connsiteX46" fmla="*/ 1829366 w 2004295"/>
              <a:gd name="connsiteY46" fmla="*/ 842838 h 1391478"/>
              <a:gd name="connsiteX47" fmla="*/ 1805512 w 2004295"/>
              <a:gd name="connsiteY47" fmla="*/ 866692 h 1391478"/>
              <a:gd name="connsiteX48" fmla="*/ 1725999 w 2004295"/>
              <a:gd name="connsiteY48" fmla="*/ 962107 h 1391478"/>
              <a:gd name="connsiteX49" fmla="*/ 1702145 w 2004295"/>
              <a:gd name="connsiteY49" fmla="*/ 1025718 h 1391478"/>
              <a:gd name="connsiteX50" fmla="*/ 1686243 w 2004295"/>
              <a:gd name="connsiteY50" fmla="*/ 1049572 h 1391478"/>
              <a:gd name="connsiteX51" fmla="*/ 1654437 w 2004295"/>
              <a:gd name="connsiteY51" fmla="*/ 1105231 h 1391478"/>
              <a:gd name="connsiteX52" fmla="*/ 1630584 w 2004295"/>
              <a:gd name="connsiteY52" fmla="*/ 1176793 h 1391478"/>
              <a:gd name="connsiteX53" fmla="*/ 1495411 w 2004295"/>
              <a:gd name="connsiteY53" fmla="*/ 1264257 h 1391478"/>
              <a:gd name="connsiteX54" fmla="*/ 1471557 w 2004295"/>
              <a:gd name="connsiteY54" fmla="*/ 1280160 h 1391478"/>
              <a:gd name="connsiteX55" fmla="*/ 1384093 w 2004295"/>
              <a:gd name="connsiteY55" fmla="*/ 1304013 h 1391478"/>
              <a:gd name="connsiteX56" fmla="*/ 1352288 w 2004295"/>
              <a:gd name="connsiteY56" fmla="*/ 1319916 h 1391478"/>
              <a:gd name="connsiteX57" fmla="*/ 1280726 w 2004295"/>
              <a:gd name="connsiteY57" fmla="*/ 1343770 h 1391478"/>
              <a:gd name="connsiteX58" fmla="*/ 1233018 w 2004295"/>
              <a:gd name="connsiteY58" fmla="*/ 1359673 h 1391478"/>
              <a:gd name="connsiteX59" fmla="*/ 1161457 w 2004295"/>
              <a:gd name="connsiteY59" fmla="*/ 1367624 h 1391478"/>
              <a:gd name="connsiteX60" fmla="*/ 1097846 w 2004295"/>
              <a:gd name="connsiteY60" fmla="*/ 1375575 h 1391478"/>
              <a:gd name="connsiteX61" fmla="*/ 1026284 w 2004295"/>
              <a:gd name="connsiteY61" fmla="*/ 1391478 h 1391478"/>
              <a:gd name="connsiteX62" fmla="*/ 907015 w 2004295"/>
              <a:gd name="connsiteY62" fmla="*/ 1375575 h 1391478"/>
              <a:gd name="connsiteX63" fmla="*/ 835453 w 2004295"/>
              <a:gd name="connsiteY63" fmla="*/ 1359673 h 1391478"/>
              <a:gd name="connsiteX64" fmla="*/ 724135 w 2004295"/>
              <a:gd name="connsiteY64" fmla="*/ 1351721 h 1391478"/>
              <a:gd name="connsiteX65" fmla="*/ 636670 w 2004295"/>
              <a:gd name="connsiteY65" fmla="*/ 1335819 h 1391478"/>
              <a:gd name="connsiteX66" fmla="*/ 366326 w 2004295"/>
              <a:gd name="connsiteY66" fmla="*/ 1319916 h 1391478"/>
              <a:gd name="connsiteX67" fmla="*/ 286813 w 2004295"/>
              <a:gd name="connsiteY67" fmla="*/ 1311965 h 1391478"/>
              <a:gd name="connsiteX68" fmla="*/ 183446 w 2004295"/>
              <a:gd name="connsiteY68" fmla="*/ 1304013 h 1391478"/>
              <a:gd name="connsiteX69" fmla="*/ 111884 w 2004295"/>
              <a:gd name="connsiteY69" fmla="*/ 1280160 h 1391478"/>
              <a:gd name="connsiteX70" fmla="*/ 95982 w 2004295"/>
              <a:gd name="connsiteY70" fmla="*/ 1256306 h 1391478"/>
              <a:gd name="connsiteX71" fmla="*/ 48274 w 2004295"/>
              <a:gd name="connsiteY71" fmla="*/ 1248354 h 1391478"/>
              <a:gd name="connsiteX72" fmla="*/ 40323 w 2004295"/>
              <a:gd name="connsiteY72" fmla="*/ 1200646 h 1391478"/>
              <a:gd name="connsiteX73" fmla="*/ 24420 w 2004295"/>
              <a:gd name="connsiteY73" fmla="*/ 1176793 h 1391478"/>
              <a:gd name="connsiteX74" fmla="*/ 566 w 2004295"/>
              <a:gd name="connsiteY74" fmla="*/ 1049572 h 1391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004295" h="1391478">
                <a:moveTo>
                  <a:pt x="566" y="1049572"/>
                </a:moveTo>
                <a:cubicBezTo>
                  <a:pt x="4542" y="1017767"/>
                  <a:pt x="33187" y="1007753"/>
                  <a:pt x="48274" y="985961"/>
                </a:cubicBezTo>
                <a:cubicBezTo>
                  <a:pt x="65309" y="961356"/>
                  <a:pt x="74550" y="935833"/>
                  <a:pt x="95982" y="914400"/>
                </a:cubicBezTo>
                <a:cubicBezTo>
                  <a:pt x="115904" y="894477"/>
                  <a:pt x="136149" y="874369"/>
                  <a:pt x="159592" y="858740"/>
                </a:cubicBezTo>
                <a:cubicBezTo>
                  <a:pt x="176387" y="847543"/>
                  <a:pt x="197197" y="843913"/>
                  <a:pt x="215251" y="834886"/>
                </a:cubicBezTo>
                <a:cubicBezTo>
                  <a:pt x="310531" y="787247"/>
                  <a:pt x="141289" y="858111"/>
                  <a:pt x="278862" y="803081"/>
                </a:cubicBezTo>
                <a:cubicBezTo>
                  <a:pt x="340884" y="741059"/>
                  <a:pt x="261261" y="815653"/>
                  <a:pt x="334521" y="763325"/>
                </a:cubicBezTo>
                <a:cubicBezTo>
                  <a:pt x="343671" y="756789"/>
                  <a:pt x="349499" y="746375"/>
                  <a:pt x="358375" y="739471"/>
                </a:cubicBezTo>
                <a:cubicBezTo>
                  <a:pt x="373462" y="727737"/>
                  <a:pt x="390996" y="719400"/>
                  <a:pt x="406083" y="707666"/>
                </a:cubicBezTo>
                <a:cubicBezTo>
                  <a:pt x="429040" y="689811"/>
                  <a:pt x="451335" y="654462"/>
                  <a:pt x="469693" y="636104"/>
                </a:cubicBezTo>
                <a:cubicBezTo>
                  <a:pt x="495994" y="609802"/>
                  <a:pt x="510971" y="611109"/>
                  <a:pt x="541255" y="588396"/>
                </a:cubicBezTo>
                <a:cubicBezTo>
                  <a:pt x="550251" y="581649"/>
                  <a:pt x="556571" y="571860"/>
                  <a:pt x="565109" y="564542"/>
                </a:cubicBezTo>
                <a:cubicBezTo>
                  <a:pt x="594011" y="539769"/>
                  <a:pt x="596138" y="541076"/>
                  <a:pt x="628719" y="524786"/>
                </a:cubicBezTo>
                <a:cubicBezTo>
                  <a:pt x="636670" y="516835"/>
                  <a:pt x="643934" y="508131"/>
                  <a:pt x="652573" y="500932"/>
                </a:cubicBezTo>
                <a:cubicBezTo>
                  <a:pt x="659914" y="494814"/>
                  <a:pt x="669670" y="491786"/>
                  <a:pt x="676427" y="485029"/>
                </a:cubicBezTo>
                <a:cubicBezTo>
                  <a:pt x="699372" y="462084"/>
                  <a:pt x="755042" y="391608"/>
                  <a:pt x="771843" y="365760"/>
                </a:cubicBezTo>
                <a:cubicBezTo>
                  <a:pt x="791910" y="334888"/>
                  <a:pt x="808558" y="301918"/>
                  <a:pt x="827502" y="270344"/>
                </a:cubicBezTo>
                <a:cubicBezTo>
                  <a:pt x="832419" y="262150"/>
                  <a:pt x="838103" y="254441"/>
                  <a:pt x="843404" y="246490"/>
                </a:cubicBezTo>
                <a:cubicBezTo>
                  <a:pt x="848705" y="238539"/>
                  <a:pt x="853573" y="230281"/>
                  <a:pt x="859307" y="222636"/>
                </a:cubicBezTo>
                <a:cubicBezTo>
                  <a:pt x="867258" y="212034"/>
                  <a:pt x="873099" y="199455"/>
                  <a:pt x="883161" y="190831"/>
                </a:cubicBezTo>
                <a:cubicBezTo>
                  <a:pt x="892161" y="183117"/>
                  <a:pt x="904675" y="180809"/>
                  <a:pt x="914966" y="174928"/>
                </a:cubicBezTo>
                <a:cubicBezTo>
                  <a:pt x="923263" y="170187"/>
                  <a:pt x="930087" y="162907"/>
                  <a:pt x="938820" y="159026"/>
                </a:cubicBezTo>
                <a:cubicBezTo>
                  <a:pt x="954138" y="152218"/>
                  <a:pt x="970625" y="148424"/>
                  <a:pt x="986528" y="143123"/>
                </a:cubicBezTo>
                <a:lnTo>
                  <a:pt x="1010382" y="135172"/>
                </a:lnTo>
                <a:cubicBezTo>
                  <a:pt x="1058509" y="103087"/>
                  <a:pt x="1013930" y="127530"/>
                  <a:pt x="1105797" y="111318"/>
                </a:cubicBezTo>
                <a:cubicBezTo>
                  <a:pt x="1127321" y="107520"/>
                  <a:pt x="1148673" y="102326"/>
                  <a:pt x="1169408" y="95415"/>
                </a:cubicBezTo>
                <a:cubicBezTo>
                  <a:pt x="1177359" y="92765"/>
                  <a:pt x="1185016" y="88963"/>
                  <a:pt x="1193262" y="87464"/>
                </a:cubicBezTo>
                <a:cubicBezTo>
                  <a:pt x="1214286" y="83642"/>
                  <a:pt x="1235718" y="82535"/>
                  <a:pt x="1256872" y="79513"/>
                </a:cubicBezTo>
                <a:cubicBezTo>
                  <a:pt x="1381799" y="61666"/>
                  <a:pt x="1208844" y="82198"/>
                  <a:pt x="1376142" y="63610"/>
                </a:cubicBezTo>
                <a:cubicBezTo>
                  <a:pt x="1384093" y="58309"/>
                  <a:pt x="1391449" y="51981"/>
                  <a:pt x="1399996" y="47707"/>
                </a:cubicBezTo>
                <a:cubicBezTo>
                  <a:pt x="1412762" y="41324"/>
                  <a:pt x="1426339" y="36683"/>
                  <a:pt x="1439752" y="31805"/>
                </a:cubicBezTo>
                <a:cubicBezTo>
                  <a:pt x="1480103" y="17132"/>
                  <a:pt x="1500881" y="12068"/>
                  <a:pt x="1543119" y="0"/>
                </a:cubicBezTo>
                <a:cubicBezTo>
                  <a:pt x="1630298" y="4359"/>
                  <a:pt x="1681583" y="2044"/>
                  <a:pt x="1757804" y="15902"/>
                </a:cubicBezTo>
                <a:cubicBezTo>
                  <a:pt x="1768556" y="17857"/>
                  <a:pt x="1779008" y="21203"/>
                  <a:pt x="1789610" y="23853"/>
                </a:cubicBezTo>
                <a:cubicBezTo>
                  <a:pt x="1868091" y="63095"/>
                  <a:pt x="1762130" y="12555"/>
                  <a:pt x="1877074" y="55659"/>
                </a:cubicBezTo>
                <a:cubicBezTo>
                  <a:pt x="1901516" y="64825"/>
                  <a:pt x="1924782" y="76862"/>
                  <a:pt x="1948636" y="87464"/>
                </a:cubicBezTo>
                <a:cubicBezTo>
                  <a:pt x="1949384" y="88400"/>
                  <a:pt x="1991877" y="139161"/>
                  <a:pt x="1996344" y="151074"/>
                </a:cubicBezTo>
                <a:cubicBezTo>
                  <a:pt x="2001089" y="163728"/>
                  <a:pt x="2001645" y="177579"/>
                  <a:pt x="2004295" y="190831"/>
                </a:cubicBezTo>
                <a:cubicBezTo>
                  <a:pt x="2002187" y="224563"/>
                  <a:pt x="2001325" y="344365"/>
                  <a:pt x="1980441" y="389613"/>
                </a:cubicBezTo>
                <a:cubicBezTo>
                  <a:pt x="1974158" y="403226"/>
                  <a:pt x="1959238" y="410817"/>
                  <a:pt x="1948636" y="421419"/>
                </a:cubicBezTo>
                <a:cubicBezTo>
                  <a:pt x="1945985" y="429370"/>
                  <a:pt x="1942987" y="437214"/>
                  <a:pt x="1940684" y="445273"/>
                </a:cubicBezTo>
                <a:cubicBezTo>
                  <a:pt x="1937682" y="455780"/>
                  <a:pt x="1936656" y="466878"/>
                  <a:pt x="1932733" y="477078"/>
                </a:cubicBezTo>
                <a:cubicBezTo>
                  <a:pt x="1923362" y="501442"/>
                  <a:pt x="1909183" y="523876"/>
                  <a:pt x="1900928" y="548640"/>
                </a:cubicBezTo>
                <a:cubicBezTo>
                  <a:pt x="1893201" y="571822"/>
                  <a:pt x="1890326" y="596347"/>
                  <a:pt x="1885025" y="620201"/>
                </a:cubicBezTo>
                <a:cubicBezTo>
                  <a:pt x="1882375" y="649356"/>
                  <a:pt x="1882162" y="678836"/>
                  <a:pt x="1877074" y="707666"/>
                </a:cubicBezTo>
                <a:cubicBezTo>
                  <a:pt x="1874469" y="722427"/>
                  <a:pt x="1839417" y="813209"/>
                  <a:pt x="1837317" y="818984"/>
                </a:cubicBezTo>
                <a:cubicBezTo>
                  <a:pt x="1834453" y="826861"/>
                  <a:pt x="1834015" y="835864"/>
                  <a:pt x="1829366" y="842838"/>
                </a:cubicBezTo>
                <a:cubicBezTo>
                  <a:pt x="1823129" y="852194"/>
                  <a:pt x="1812048" y="857542"/>
                  <a:pt x="1805512" y="866692"/>
                </a:cubicBezTo>
                <a:cubicBezTo>
                  <a:pt x="1735685" y="964450"/>
                  <a:pt x="1784982" y="942447"/>
                  <a:pt x="1725999" y="962107"/>
                </a:cubicBezTo>
                <a:cubicBezTo>
                  <a:pt x="1718048" y="983311"/>
                  <a:pt x="1711516" y="1005102"/>
                  <a:pt x="1702145" y="1025718"/>
                </a:cubicBezTo>
                <a:cubicBezTo>
                  <a:pt x="1698191" y="1034418"/>
                  <a:pt x="1689598" y="1040624"/>
                  <a:pt x="1686243" y="1049572"/>
                </a:cubicBezTo>
                <a:cubicBezTo>
                  <a:pt x="1664955" y="1106340"/>
                  <a:pt x="1697641" y="1076428"/>
                  <a:pt x="1654437" y="1105231"/>
                </a:cubicBezTo>
                <a:cubicBezTo>
                  <a:pt x="1646486" y="1129085"/>
                  <a:pt x="1645670" y="1156678"/>
                  <a:pt x="1630584" y="1176793"/>
                </a:cubicBezTo>
                <a:cubicBezTo>
                  <a:pt x="1586651" y="1235371"/>
                  <a:pt x="1549698" y="1228065"/>
                  <a:pt x="1495411" y="1264257"/>
                </a:cubicBezTo>
                <a:cubicBezTo>
                  <a:pt x="1487460" y="1269558"/>
                  <a:pt x="1480557" y="1276946"/>
                  <a:pt x="1471557" y="1280160"/>
                </a:cubicBezTo>
                <a:cubicBezTo>
                  <a:pt x="1443098" y="1290324"/>
                  <a:pt x="1412762" y="1294457"/>
                  <a:pt x="1384093" y="1304013"/>
                </a:cubicBezTo>
                <a:cubicBezTo>
                  <a:pt x="1372848" y="1307761"/>
                  <a:pt x="1363119" y="1315102"/>
                  <a:pt x="1352288" y="1319916"/>
                </a:cubicBezTo>
                <a:cubicBezTo>
                  <a:pt x="1297097" y="1344446"/>
                  <a:pt x="1330426" y="1328860"/>
                  <a:pt x="1280726" y="1343770"/>
                </a:cubicBezTo>
                <a:cubicBezTo>
                  <a:pt x="1264670" y="1348587"/>
                  <a:pt x="1249455" y="1356385"/>
                  <a:pt x="1233018" y="1359673"/>
                </a:cubicBezTo>
                <a:cubicBezTo>
                  <a:pt x="1209484" y="1364380"/>
                  <a:pt x="1185293" y="1364820"/>
                  <a:pt x="1161457" y="1367624"/>
                </a:cubicBezTo>
                <a:cubicBezTo>
                  <a:pt x="1140235" y="1370121"/>
                  <a:pt x="1118890" y="1371861"/>
                  <a:pt x="1097846" y="1375575"/>
                </a:cubicBezTo>
                <a:cubicBezTo>
                  <a:pt x="1073782" y="1379822"/>
                  <a:pt x="1050138" y="1386177"/>
                  <a:pt x="1026284" y="1391478"/>
                </a:cubicBezTo>
                <a:cubicBezTo>
                  <a:pt x="1004149" y="1388711"/>
                  <a:pt x="931141" y="1379961"/>
                  <a:pt x="907015" y="1375575"/>
                </a:cubicBezTo>
                <a:cubicBezTo>
                  <a:pt x="872595" y="1369317"/>
                  <a:pt x="872944" y="1363620"/>
                  <a:pt x="835453" y="1359673"/>
                </a:cubicBezTo>
                <a:cubicBezTo>
                  <a:pt x="798457" y="1355779"/>
                  <a:pt x="761241" y="1354372"/>
                  <a:pt x="724135" y="1351721"/>
                </a:cubicBezTo>
                <a:cubicBezTo>
                  <a:pt x="685779" y="1338936"/>
                  <a:pt x="693886" y="1339906"/>
                  <a:pt x="636670" y="1335819"/>
                </a:cubicBezTo>
                <a:cubicBezTo>
                  <a:pt x="546629" y="1329387"/>
                  <a:pt x="456387" y="1326057"/>
                  <a:pt x="366326" y="1319916"/>
                </a:cubicBezTo>
                <a:cubicBezTo>
                  <a:pt x="339751" y="1318104"/>
                  <a:pt x="313349" y="1314273"/>
                  <a:pt x="286813" y="1311965"/>
                </a:cubicBezTo>
                <a:cubicBezTo>
                  <a:pt x="252385" y="1308971"/>
                  <a:pt x="217902" y="1306664"/>
                  <a:pt x="183446" y="1304013"/>
                </a:cubicBezTo>
                <a:cubicBezTo>
                  <a:pt x="163659" y="1299066"/>
                  <a:pt x="128005" y="1291675"/>
                  <a:pt x="111884" y="1280160"/>
                </a:cubicBezTo>
                <a:cubicBezTo>
                  <a:pt x="104108" y="1274606"/>
                  <a:pt x="104529" y="1260580"/>
                  <a:pt x="95982" y="1256306"/>
                </a:cubicBezTo>
                <a:cubicBezTo>
                  <a:pt x="81562" y="1249096"/>
                  <a:pt x="64177" y="1251005"/>
                  <a:pt x="48274" y="1248354"/>
                </a:cubicBezTo>
                <a:cubicBezTo>
                  <a:pt x="45624" y="1232451"/>
                  <a:pt x="45421" y="1215941"/>
                  <a:pt x="40323" y="1200646"/>
                </a:cubicBezTo>
                <a:cubicBezTo>
                  <a:pt x="37301" y="1191580"/>
                  <a:pt x="26934" y="1186012"/>
                  <a:pt x="24420" y="1176793"/>
                </a:cubicBezTo>
                <a:cubicBezTo>
                  <a:pt x="14497" y="1140408"/>
                  <a:pt x="-3410" y="1081377"/>
                  <a:pt x="566" y="104957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reeform: Shape 16">
            <a:extLst>
              <a:ext uri="{FF2B5EF4-FFF2-40B4-BE49-F238E27FC236}">
                <a16:creationId xmlns:a16="http://schemas.microsoft.com/office/drawing/2014/main" id="{3E0936D7-CEF6-4B00-A8AA-5FB3653E1C11}"/>
              </a:ext>
            </a:extLst>
          </p:cNvPr>
          <p:cNvSpPr/>
          <p:nvPr/>
        </p:nvSpPr>
        <p:spPr>
          <a:xfrm>
            <a:off x="6933502" y="2703443"/>
            <a:ext cx="1630673" cy="548640"/>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14" name="TextBox 13">
            <a:extLst>
              <a:ext uri="{FF2B5EF4-FFF2-40B4-BE49-F238E27FC236}">
                <a16:creationId xmlns:a16="http://schemas.microsoft.com/office/drawing/2014/main" id="{0C3CB657-AF3A-4071-9746-677C3E0CAA52}"/>
              </a:ext>
            </a:extLst>
          </p:cNvPr>
          <p:cNvSpPr txBox="1"/>
          <p:nvPr/>
        </p:nvSpPr>
        <p:spPr>
          <a:xfrm>
            <a:off x="5848422" y="3631168"/>
            <a:ext cx="407484" cy="369332"/>
          </a:xfrm>
          <a:prstGeom prst="rect">
            <a:avLst/>
          </a:prstGeom>
          <a:noFill/>
        </p:spPr>
        <p:txBody>
          <a:bodyPr wrap="none" rtlCol="0">
            <a:spAutoFit/>
          </a:bodyPr>
          <a:lstStyle/>
          <a:p>
            <a:r>
              <a:rPr lang="en-IN" dirty="0"/>
              <a:t>*?</a:t>
            </a:r>
          </a:p>
        </p:txBody>
      </p:sp>
      <p:sp>
        <p:nvSpPr>
          <p:cNvPr id="16" name="TextBox 15">
            <a:extLst>
              <a:ext uri="{FF2B5EF4-FFF2-40B4-BE49-F238E27FC236}">
                <a16:creationId xmlns:a16="http://schemas.microsoft.com/office/drawing/2014/main" id="{DE3B9795-7838-4488-9C58-D740D9E8E5F8}"/>
              </a:ext>
            </a:extLst>
          </p:cNvPr>
          <p:cNvSpPr txBox="1"/>
          <p:nvPr/>
        </p:nvSpPr>
        <p:spPr>
          <a:xfrm>
            <a:off x="7530698" y="2790116"/>
            <a:ext cx="407484" cy="369332"/>
          </a:xfrm>
          <a:prstGeom prst="rect">
            <a:avLst/>
          </a:prstGeom>
          <a:noFill/>
        </p:spPr>
        <p:txBody>
          <a:bodyPr wrap="none" rtlCol="0">
            <a:spAutoFit/>
          </a:bodyPr>
          <a:lstStyle/>
          <a:p>
            <a:r>
              <a:rPr lang="en-IN" dirty="0"/>
              <a:t>*?</a:t>
            </a:r>
          </a:p>
        </p:txBody>
      </p:sp>
      <p:pic>
        <p:nvPicPr>
          <p:cNvPr id="20" name="Picture 19">
            <a:extLst>
              <a:ext uri="{FF2B5EF4-FFF2-40B4-BE49-F238E27FC236}">
                <a16:creationId xmlns:a16="http://schemas.microsoft.com/office/drawing/2014/main" id="{D947F929-046D-4B4D-B544-F542151B709D}"/>
              </a:ext>
            </a:extLst>
          </p:cNvPr>
          <p:cNvPicPr>
            <a:picLocks noChangeAspect="1"/>
          </p:cNvPicPr>
          <p:nvPr/>
        </p:nvPicPr>
        <p:blipFill>
          <a:blip r:embed="rId5"/>
          <a:stretch>
            <a:fillRect/>
          </a:stretch>
        </p:blipFill>
        <p:spPr>
          <a:xfrm>
            <a:off x="361604" y="2816031"/>
            <a:ext cx="3739626" cy="1705114"/>
          </a:xfrm>
          <a:prstGeom prst="rect">
            <a:avLst/>
          </a:prstGeom>
        </p:spPr>
      </p:pic>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40632249-CAF3-B634-D1FD-89059051FCAD}"/>
                  </a:ext>
                </a:extLst>
              </p14:cNvPr>
              <p14:cNvContentPartPr/>
              <p14:nvPr/>
            </p14:nvContentPartPr>
            <p14:xfrm>
              <a:off x="5879160" y="2845080"/>
              <a:ext cx="2032560" cy="1133640"/>
            </p14:xfrm>
          </p:contentPart>
        </mc:Choice>
        <mc:Fallback xmlns="">
          <p:pic>
            <p:nvPicPr>
              <p:cNvPr id="5" name="Ink 4">
                <a:extLst>
                  <a:ext uri="{FF2B5EF4-FFF2-40B4-BE49-F238E27FC236}">
                    <a16:creationId xmlns:a16="http://schemas.microsoft.com/office/drawing/2014/main" id="{40632249-CAF3-B634-D1FD-89059051FCAD}"/>
                  </a:ext>
                </a:extLst>
              </p:cNvPr>
              <p:cNvPicPr/>
              <p:nvPr/>
            </p:nvPicPr>
            <p:blipFill>
              <a:blip r:embed="rId7"/>
              <a:stretch>
                <a:fillRect/>
              </a:stretch>
            </p:blipFill>
            <p:spPr>
              <a:xfrm>
                <a:off x="5869800" y="2835720"/>
                <a:ext cx="2051280" cy="1152360"/>
              </a:xfrm>
              <a:prstGeom prst="rect">
                <a:avLst/>
              </a:prstGeom>
            </p:spPr>
          </p:pic>
        </mc:Fallback>
      </mc:AlternateContent>
    </p:spTree>
    <p:extLst>
      <p:ext uri="{BB962C8B-B14F-4D97-AF65-F5344CB8AC3E}">
        <p14:creationId xmlns:p14="http://schemas.microsoft.com/office/powerpoint/2010/main" val="243915465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Picture 28">
            <a:extLst>
              <a:ext uri="{FF2B5EF4-FFF2-40B4-BE49-F238E27FC236}">
                <a16:creationId xmlns:a16="http://schemas.microsoft.com/office/drawing/2014/main" id="{5A790F43-AE98-46DA-BA54-5F6E87696E0B}"/>
              </a:ext>
            </a:extLst>
          </p:cNvPr>
          <p:cNvPicPr>
            <a:picLocks noChangeAspect="1"/>
          </p:cNvPicPr>
          <p:nvPr/>
        </p:nvPicPr>
        <p:blipFill>
          <a:blip r:embed="rId2"/>
          <a:stretch>
            <a:fillRect/>
          </a:stretch>
        </p:blipFill>
        <p:spPr>
          <a:xfrm>
            <a:off x="3801710" y="1887649"/>
            <a:ext cx="5236530" cy="1912094"/>
          </a:xfrm>
          <a:prstGeom prst="rect">
            <a:avLst/>
          </a:prstGeom>
        </p:spPr>
      </p:pic>
      <p:sp>
        <p:nvSpPr>
          <p:cNvPr id="2" name="Title 1"/>
          <p:cNvSpPr>
            <a:spLocks noGrp="1"/>
          </p:cNvSpPr>
          <p:nvPr>
            <p:ph type="title"/>
          </p:nvPr>
        </p:nvSpPr>
        <p:spPr/>
        <p:txBody>
          <a:bodyPr>
            <a:noAutofit/>
          </a:bodyPr>
          <a:lstStyle/>
          <a:p>
            <a:r>
              <a:rPr lang="en-IN" sz="3600" dirty="0"/>
              <a:t>2. How to Compute the centroid for A, B</a:t>
            </a:r>
          </a:p>
        </p:txBody>
      </p:sp>
      <p:sp>
        <p:nvSpPr>
          <p:cNvPr id="5" name="TextBox 4"/>
          <p:cNvSpPr txBox="1"/>
          <p:nvPr/>
        </p:nvSpPr>
        <p:spPr>
          <a:xfrm>
            <a:off x="2244436" y="4648200"/>
            <a:ext cx="651140" cy="369332"/>
          </a:xfrm>
          <a:prstGeom prst="rect">
            <a:avLst/>
          </a:prstGeom>
          <a:noFill/>
        </p:spPr>
        <p:txBody>
          <a:bodyPr wrap="none" rtlCol="0">
            <a:spAutoFit/>
          </a:bodyPr>
          <a:lstStyle/>
          <a:p>
            <a:r>
              <a:rPr lang="en-IN" dirty="0"/>
              <a:t>2.33,</a:t>
            </a:r>
          </a:p>
        </p:txBody>
      </p:sp>
      <p:sp>
        <p:nvSpPr>
          <p:cNvPr id="9" name="TextBox 8"/>
          <p:cNvSpPr txBox="1"/>
          <p:nvPr/>
        </p:nvSpPr>
        <p:spPr>
          <a:xfrm>
            <a:off x="5320196" y="4629621"/>
            <a:ext cx="359394" cy="369332"/>
          </a:xfrm>
          <a:prstGeom prst="rect">
            <a:avLst/>
          </a:prstGeom>
          <a:noFill/>
        </p:spPr>
        <p:txBody>
          <a:bodyPr wrap="none" rtlCol="0">
            <a:spAutoFit/>
          </a:bodyPr>
          <a:lstStyle/>
          <a:p>
            <a:r>
              <a:rPr lang="en-IN" dirty="0"/>
              <a:t>6,</a:t>
            </a:r>
          </a:p>
        </p:txBody>
      </p:sp>
      <p:sp>
        <p:nvSpPr>
          <p:cNvPr id="14" name="Left Brace 13"/>
          <p:cNvSpPr/>
          <p:nvPr/>
        </p:nvSpPr>
        <p:spPr>
          <a:xfrm>
            <a:off x="5565795" y="3190728"/>
            <a:ext cx="155421" cy="53593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12" name="TextBox 11"/>
          <p:cNvSpPr txBox="1"/>
          <p:nvPr/>
        </p:nvSpPr>
        <p:spPr>
          <a:xfrm>
            <a:off x="5087870" y="2506674"/>
            <a:ext cx="436338" cy="261610"/>
          </a:xfrm>
          <a:prstGeom prst="rect">
            <a:avLst/>
          </a:prstGeom>
          <a:noFill/>
        </p:spPr>
        <p:txBody>
          <a:bodyPr wrap="none" rtlCol="0">
            <a:spAutoFit/>
          </a:bodyPr>
          <a:lstStyle/>
          <a:p>
            <a:r>
              <a:rPr lang="en-IN" sz="1100" dirty="0"/>
              <a:t>2.33</a:t>
            </a:r>
          </a:p>
        </p:txBody>
      </p:sp>
      <p:sp>
        <p:nvSpPr>
          <p:cNvPr id="16" name="TextBox 15"/>
          <p:cNvSpPr txBox="1"/>
          <p:nvPr/>
        </p:nvSpPr>
        <p:spPr>
          <a:xfrm>
            <a:off x="5230626" y="3234634"/>
            <a:ext cx="256802" cy="261610"/>
          </a:xfrm>
          <a:prstGeom prst="rect">
            <a:avLst/>
          </a:prstGeom>
          <a:noFill/>
        </p:spPr>
        <p:txBody>
          <a:bodyPr wrap="none" rtlCol="0">
            <a:spAutoFit/>
          </a:bodyPr>
          <a:lstStyle/>
          <a:p>
            <a:r>
              <a:rPr lang="en-IN" sz="1100" dirty="0"/>
              <a:t>6</a:t>
            </a:r>
          </a:p>
        </p:txBody>
      </p:sp>
      <p:sp>
        <p:nvSpPr>
          <p:cNvPr id="24" name="TextBox 23"/>
          <p:cNvSpPr txBox="1"/>
          <p:nvPr/>
        </p:nvSpPr>
        <p:spPr>
          <a:xfrm>
            <a:off x="569615" y="4962148"/>
            <a:ext cx="3504486" cy="369332"/>
          </a:xfrm>
          <a:prstGeom prst="rect">
            <a:avLst/>
          </a:prstGeom>
          <a:noFill/>
        </p:spPr>
        <p:txBody>
          <a:bodyPr wrap="none" rtlCol="0">
            <a:spAutoFit/>
          </a:bodyPr>
          <a:lstStyle/>
          <a:p>
            <a:r>
              <a:rPr lang="en-IN" dirty="0"/>
              <a:t>A= </a:t>
            </a:r>
            <a:r>
              <a:rPr lang="en-IN" dirty="0">
                <a:solidFill>
                  <a:srgbClr val="FF0000"/>
                </a:solidFill>
              </a:rPr>
              <a:t>(1+2+4)/3=2.33</a:t>
            </a:r>
            <a:r>
              <a:rPr lang="en-IN" dirty="0"/>
              <a:t>, </a:t>
            </a:r>
            <a:r>
              <a:rPr lang="en-IN" dirty="0">
                <a:solidFill>
                  <a:srgbClr val="FF0000"/>
                </a:solidFill>
              </a:rPr>
              <a:t>(1+1+5)/3=2.33</a:t>
            </a:r>
          </a:p>
        </p:txBody>
      </p:sp>
      <p:sp>
        <p:nvSpPr>
          <p:cNvPr id="26" name="TextBox 25"/>
          <p:cNvSpPr txBox="1"/>
          <p:nvPr/>
        </p:nvSpPr>
        <p:spPr>
          <a:xfrm>
            <a:off x="4866999" y="4921115"/>
            <a:ext cx="2448106" cy="369332"/>
          </a:xfrm>
          <a:prstGeom prst="rect">
            <a:avLst/>
          </a:prstGeom>
          <a:noFill/>
        </p:spPr>
        <p:txBody>
          <a:bodyPr wrap="none" rtlCol="0">
            <a:spAutoFit/>
          </a:bodyPr>
          <a:lstStyle/>
          <a:p>
            <a:r>
              <a:rPr lang="en-IN" dirty="0"/>
              <a:t>B= </a:t>
            </a:r>
            <a:r>
              <a:rPr lang="en-IN" dirty="0">
                <a:solidFill>
                  <a:schemeClr val="tx2">
                    <a:lumMod val="60000"/>
                    <a:lumOff val="40000"/>
                  </a:schemeClr>
                </a:solidFill>
              </a:rPr>
              <a:t>(7+5)/2=6</a:t>
            </a:r>
            <a:r>
              <a:rPr lang="en-IN" dirty="0"/>
              <a:t>, (</a:t>
            </a:r>
            <a:r>
              <a:rPr lang="en-IN" dirty="0">
                <a:solidFill>
                  <a:schemeClr val="tx2">
                    <a:lumMod val="60000"/>
                    <a:lumOff val="40000"/>
                  </a:schemeClr>
                </a:solidFill>
              </a:rPr>
              <a:t>7+7)/2=7</a:t>
            </a:r>
          </a:p>
        </p:txBody>
      </p:sp>
      <p:sp>
        <p:nvSpPr>
          <p:cNvPr id="20" name="TextBox 19"/>
          <p:cNvSpPr txBox="1"/>
          <p:nvPr/>
        </p:nvSpPr>
        <p:spPr>
          <a:xfrm>
            <a:off x="2808898" y="4637313"/>
            <a:ext cx="593432" cy="369332"/>
          </a:xfrm>
          <a:prstGeom prst="rect">
            <a:avLst/>
          </a:prstGeom>
          <a:noFill/>
        </p:spPr>
        <p:txBody>
          <a:bodyPr wrap="none" rtlCol="0">
            <a:spAutoFit/>
          </a:bodyPr>
          <a:lstStyle/>
          <a:p>
            <a:r>
              <a:rPr lang="en-IN" dirty="0"/>
              <a:t>2.33</a:t>
            </a:r>
          </a:p>
        </p:txBody>
      </p:sp>
      <p:sp>
        <p:nvSpPr>
          <p:cNvPr id="21" name="TextBox 20"/>
          <p:cNvSpPr txBox="1"/>
          <p:nvPr/>
        </p:nvSpPr>
        <p:spPr>
          <a:xfrm>
            <a:off x="5599440" y="4618734"/>
            <a:ext cx="301686" cy="369332"/>
          </a:xfrm>
          <a:prstGeom prst="rect">
            <a:avLst/>
          </a:prstGeom>
          <a:noFill/>
        </p:spPr>
        <p:txBody>
          <a:bodyPr wrap="none" rtlCol="0">
            <a:spAutoFit/>
          </a:bodyPr>
          <a:lstStyle/>
          <a:p>
            <a:r>
              <a:rPr lang="en-IN" dirty="0"/>
              <a:t>7</a:t>
            </a:r>
          </a:p>
        </p:txBody>
      </p:sp>
      <p:cxnSp>
        <p:nvCxnSpPr>
          <p:cNvPr id="28" name="Elbow Connector 27"/>
          <p:cNvCxnSpPr>
            <a:cxnSpLocks/>
            <a:stCxn id="16" idx="2"/>
          </p:cNvCxnSpPr>
          <p:nvPr/>
        </p:nvCxnSpPr>
        <p:spPr>
          <a:xfrm rot="16200000" flipH="1">
            <a:off x="4837831" y="4017440"/>
            <a:ext cx="1135960" cy="93568"/>
          </a:xfrm>
          <a:prstGeom prst="bentConnector3">
            <a:avLst>
              <a:gd name="adj1" fmla="val 50000"/>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7" name="Elbow Connector 27">
            <a:extLst>
              <a:ext uri="{FF2B5EF4-FFF2-40B4-BE49-F238E27FC236}">
                <a16:creationId xmlns:a16="http://schemas.microsoft.com/office/drawing/2014/main" id="{84272F1C-D832-4DFA-8766-9FA1ACF6A3EB}"/>
              </a:ext>
            </a:extLst>
          </p:cNvPr>
          <p:cNvCxnSpPr>
            <a:cxnSpLocks/>
            <a:stCxn id="48" idx="2"/>
            <a:endCxn id="21" idx="3"/>
          </p:cNvCxnSpPr>
          <p:nvPr/>
        </p:nvCxnSpPr>
        <p:spPr>
          <a:xfrm rot="5400000">
            <a:off x="6084675" y="3414206"/>
            <a:ext cx="1205645" cy="1572742"/>
          </a:xfrm>
          <a:prstGeom prst="bentConnector2">
            <a:avLst/>
          </a:prstGeom>
          <a:ln>
            <a:tailEnd type="arrow"/>
          </a:ln>
        </p:spPr>
        <p:style>
          <a:lnRef idx="1">
            <a:schemeClr val="accent1"/>
          </a:lnRef>
          <a:fillRef idx="0">
            <a:schemeClr val="accent1"/>
          </a:fillRef>
          <a:effectRef idx="0">
            <a:schemeClr val="accent1"/>
          </a:effectRef>
          <a:fontRef idx="minor">
            <a:schemeClr val="tx1"/>
          </a:fontRef>
        </p:style>
      </p:cxnSp>
      <p:sp>
        <p:nvSpPr>
          <p:cNvPr id="45" name="Left Brace 44">
            <a:extLst>
              <a:ext uri="{FF2B5EF4-FFF2-40B4-BE49-F238E27FC236}">
                <a16:creationId xmlns:a16="http://schemas.microsoft.com/office/drawing/2014/main" id="{58C94CB4-3351-4D3A-B6A5-C7962DE4EEFA}"/>
              </a:ext>
            </a:extLst>
          </p:cNvPr>
          <p:cNvSpPr/>
          <p:nvPr/>
        </p:nvSpPr>
        <p:spPr>
          <a:xfrm>
            <a:off x="5516352" y="2265892"/>
            <a:ext cx="204864" cy="75242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6" name="Left Brace 45">
            <a:extLst>
              <a:ext uri="{FF2B5EF4-FFF2-40B4-BE49-F238E27FC236}">
                <a16:creationId xmlns:a16="http://schemas.microsoft.com/office/drawing/2014/main" id="{2369FCBC-8BB1-4ADF-BAD7-1E76BE57BD20}"/>
              </a:ext>
            </a:extLst>
          </p:cNvPr>
          <p:cNvSpPr/>
          <p:nvPr/>
        </p:nvSpPr>
        <p:spPr>
          <a:xfrm>
            <a:off x="7651712" y="3170720"/>
            <a:ext cx="155421" cy="535937"/>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47" name="TextBox 46">
            <a:extLst>
              <a:ext uri="{FF2B5EF4-FFF2-40B4-BE49-F238E27FC236}">
                <a16:creationId xmlns:a16="http://schemas.microsoft.com/office/drawing/2014/main" id="{43B67A58-0145-43B4-95B3-82096DE03206}"/>
              </a:ext>
            </a:extLst>
          </p:cNvPr>
          <p:cNvSpPr txBox="1"/>
          <p:nvPr/>
        </p:nvSpPr>
        <p:spPr>
          <a:xfrm>
            <a:off x="7165931" y="2483592"/>
            <a:ext cx="436338" cy="261610"/>
          </a:xfrm>
          <a:prstGeom prst="rect">
            <a:avLst/>
          </a:prstGeom>
          <a:noFill/>
        </p:spPr>
        <p:txBody>
          <a:bodyPr wrap="none" rtlCol="0">
            <a:spAutoFit/>
          </a:bodyPr>
          <a:lstStyle/>
          <a:p>
            <a:r>
              <a:rPr lang="en-IN" sz="1100" dirty="0"/>
              <a:t>2.33</a:t>
            </a:r>
          </a:p>
        </p:txBody>
      </p:sp>
      <p:sp>
        <p:nvSpPr>
          <p:cNvPr id="48" name="TextBox 47">
            <a:extLst>
              <a:ext uri="{FF2B5EF4-FFF2-40B4-BE49-F238E27FC236}">
                <a16:creationId xmlns:a16="http://schemas.microsoft.com/office/drawing/2014/main" id="{C73E1E78-5C64-4CA1-9B7D-06E86B7AF727}"/>
              </a:ext>
            </a:extLst>
          </p:cNvPr>
          <p:cNvSpPr txBox="1"/>
          <p:nvPr/>
        </p:nvSpPr>
        <p:spPr>
          <a:xfrm>
            <a:off x="7345467" y="3336145"/>
            <a:ext cx="256802" cy="261610"/>
          </a:xfrm>
          <a:prstGeom prst="rect">
            <a:avLst/>
          </a:prstGeom>
          <a:noFill/>
        </p:spPr>
        <p:txBody>
          <a:bodyPr wrap="none" rtlCol="0">
            <a:spAutoFit/>
          </a:bodyPr>
          <a:lstStyle/>
          <a:p>
            <a:r>
              <a:rPr lang="en-IN" sz="1100" dirty="0"/>
              <a:t>7</a:t>
            </a:r>
          </a:p>
        </p:txBody>
      </p:sp>
      <p:sp>
        <p:nvSpPr>
          <p:cNvPr id="49" name="Left Brace 48">
            <a:extLst>
              <a:ext uri="{FF2B5EF4-FFF2-40B4-BE49-F238E27FC236}">
                <a16:creationId xmlns:a16="http://schemas.microsoft.com/office/drawing/2014/main" id="{67FA81EB-7170-4308-BD72-30BA4EA64CB8}"/>
              </a:ext>
            </a:extLst>
          </p:cNvPr>
          <p:cNvSpPr/>
          <p:nvPr/>
        </p:nvSpPr>
        <p:spPr>
          <a:xfrm>
            <a:off x="7602269" y="2238183"/>
            <a:ext cx="204864" cy="752428"/>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cxnSp>
        <p:nvCxnSpPr>
          <p:cNvPr id="52" name="Connector: Elbow 51">
            <a:extLst>
              <a:ext uri="{FF2B5EF4-FFF2-40B4-BE49-F238E27FC236}">
                <a16:creationId xmlns:a16="http://schemas.microsoft.com/office/drawing/2014/main" id="{B6D0E89F-0EDD-47A5-A144-026B9D180AEA}"/>
              </a:ext>
            </a:extLst>
          </p:cNvPr>
          <p:cNvCxnSpPr>
            <a:cxnSpLocks/>
            <a:stCxn id="12" idx="1"/>
            <a:endCxn id="5" idx="0"/>
          </p:cNvCxnSpPr>
          <p:nvPr/>
        </p:nvCxnSpPr>
        <p:spPr>
          <a:xfrm rot="10800000" flipV="1">
            <a:off x="2570006" y="2637478"/>
            <a:ext cx="2517864" cy="2010721"/>
          </a:xfrm>
          <a:prstGeom prst="bentConnector2">
            <a:avLst/>
          </a:prstGeom>
          <a:ln>
            <a:tailEnd type="triangle"/>
          </a:ln>
        </p:spPr>
        <p:style>
          <a:lnRef idx="1">
            <a:schemeClr val="accent1"/>
          </a:lnRef>
          <a:fillRef idx="0">
            <a:schemeClr val="accent1"/>
          </a:fillRef>
          <a:effectRef idx="0">
            <a:schemeClr val="accent1"/>
          </a:effectRef>
          <a:fontRef idx="minor">
            <a:schemeClr val="tx1"/>
          </a:fontRef>
        </p:style>
      </p:cxnSp>
      <p:grpSp>
        <p:nvGrpSpPr>
          <p:cNvPr id="5124" name="Group 5123">
            <a:extLst>
              <a:ext uri="{FF2B5EF4-FFF2-40B4-BE49-F238E27FC236}">
                <a16:creationId xmlns:a16="http://schemas.microsoft.com/office/drawing/2014/main" id="{C4758264-8FEC-4B98-A479-2E8B55006135}"/>
              </a:ext>
            </a:extLst>
          </p:cNvPr>
          <p:cNvGrpSpPr/>
          <p:nvPr/>
        </p:nvGrpSpPr>
        <p:grpSpPr>
          <a:xfrm>
            <a:off x="3781256" y="2614397"/>
            <a:ext cx="3384675" cy="2222051"/>
            <a:chOff x="3781256" y="2614397"/>
            <a:chExt cx="3384675" cy="2222051"/>
          </a:xfrm>
        </p:grpSpPr>
        <p:cxnSp>
          <p:nvCxnSpPr>
            <p:cNvPr id="58" name="Connector: Elbow 57">
              <a:extLst>
                <a:ext uri="{FF2B5EF4-FFF2-40B4-BE49-F238E27FC236}">
                  <a16:creationId xmlns:a16="http://schemas.microsoft.com/office/drawing/2014/main" id="{F587C462-67A1-4DF4-A02F-4B1AD213211E}"/>
                </a:ext>
              </a:extLst>
            </p:cNvPr>
            <p:cNvCxnSpPr>
              <a:cxnSpLocks/>
            </p:cNvCxnSpPr>
            <p:nvPr/>
          </p:nvCxnSpPr>
          <p:spPr>
            <a:xfrm rot="10800000" flipV="1">
              <a:off x="3781256" y="2913386"/>
              <a:ext cx="2413378" cy="1923062"/>
            </a:xfrm>
            <a:prstGeom prst="bent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3" name="Connector: Elbow 62">
              <a:extLst>
                <a:ext uri="{FF2B5EF4-FFF2-40B4-BE49-F238E27FC236}">
                  <a16:creationId xmlns:a16="http://schemas.microsoft.com/office/drawing/2014/main" id="{6B8AB946-28D5-4410-9FC9-1A66B9872731}"/>
                </a:ext>
              </a:extLst>
            </p:cNvPr>
            <p:cNvCxnSpPr>
              <a:cxnSpLocks/>
              <a:endCxn id="47" idx="1"/>
            </p:cNvCxnSpPr>
            <p:nvPr/>
          </p:nvCxnSpPr>
          <p:spPr>
            <a:xfrm flipV="1">
              <a:off x="6157554" y="2614397"/>
              <a:ext cx="1008377" cy="298989"/>
            </a:xfrm>
            <a:prstGeom prst="bentConnector3">
              <a:avLst>
                <a:gd name="adj1" fmla="val 50000"/>
              </a:avLst>
            </a:prstGeom>
          </p:spPr>
          <p:style>
            <a:lnRef idx="1">
              <a:schemeClr val="accent1"/>
            </a:lnRef>
            <a:fillRef idx="0">
              <a:schemeClr val="accent1"/>
            </a:fillRef>
            <a:effectRef idx="0">
              <a:schemeClr val="accent1"/>
            </a:effectRef>
            <a:fontRef idx="minor">
              <a:schemeClr val="tx1"/>
            </a:fontRef>
          </p:style>
        </p:cxnSp>
      </p:gr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434FC87E-DA7B-84B0-D822-77567EB43D0A}"/>
                  </a:ext>
                </a:extLst>
              </p14:cNvPr>
              <p14:cNvContentPartPr/>
              <p14:nvPr/>
            </p14:nvContentPartPr>
            <p14:xfrm>
              <a:off x="682920" y="2403720"/>
              <a:ext cx="6944040" cy="2962440"/>
            </p14:xfrm>
          </p:contentPart>
        </mc:Choice>
        <mc:Fallback xmlns="">
          <p:pic>
            <p:nvPicPr>
              <p:cNvPr id="3" name="Ink 2">
                <a:extLst>
                  <a:ext uri="{FF2B5EF4-FFF2-40B4-BE49-F238E27FC236}">
                    <a16:creationId xmlns:a16="http://schemas.microsoft.com/office/drawing/2014/main" id="{434FC87E-DA7B-84B0-D822-77567EB43D0A}"/>
                  </a:ext>
                </a:extLst>
              </p:cNvPr>
              <p:cNvPicPr/>
              <p:nvPr/>
            </p:nvPicPr>
            <p:blipFill>
              <a:blip r:embed="rId4"/>
              <a:stretch>
                <a:fillRect/>
              </a:stretch>
            </p:blipFill>
            <p:spPr>
              <a:xfrm>
                <a:off x="673560" y="2394360"/>
                <a:ext cx="6962760" cy="2981160"/>
              </a:xfrm>
              <a:prstGeom prst="rect">
                <a:avLst/>
              </a:prstGeom>
            </p:spPr>
          </p:pic>
        </mc:Fallback>
      </mc:AlternateContent>
    </p:spTree>
    <p:extLst>
      <p:ext uri="{BB962C8B-B14F-4D97-AF65-F5344CB8AC3E}">
        <p14:creationId xmlns:p14="http://schemas.microsoft.com/office/powerpoint/2010/main" val="272452057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descr="2.33, 2.33"/>
          <p:cNvSpPr>
            <a:spLocks noGrp="1"/>
          </p:cNvSpPr>
          <p:nvPr>
            <p:ph type="title"/>
          </p:nvPr>
        </p:nvSpPr>
        <p:spPr/>
        <p:txBody>
          <a:bodyPr>
            <a:noAutofit/>
          </a:bodyPr>
          <a:lstStyle/>
          <a:p>
            <a:r>
              <a:rPr lang="en-IN" sz="2800" dirty="0"/>
              <a:t>2. Compute the centroid and plot it on the Graph</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3D6B1717-2F8C-453F-8EE5-AC2829BB137B}"/>
              </a:ext>
            </a:extLst>
          </p:cNvPr>
          <p:cNvSpPr txBox="1"/>
          <p:nvPr/>
        </p:nvSpPr>
        <p:spPr>
          <a:xfrm>
            <a:off x="762000" y="1524000"/>
            <a:ext cx="7924800" cy="369332"/>
          </a:xfrm>
          <a:prstGeom prst="rect">
            <a:avLst/>
          </a:prstGeom>
          <a:noFill/>
        </p:spPr>
        <p:txBody>
          <a:bodyPr wrap="square" rtlCol="0">
            <a:spAutoFit/>
          </a:bodyPr>
          <a:lstStyle/>
          <a:p>
            <a:r>
              <a:rPr lang="en-US" dirty="0"/>
              <a:t>Centroid values for Cluster A and Cluster B</a:t>
            </a:r>
            <a:endParaRPr lang="en-IN" dirty="0"/>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5" name="Freeform: Shape 14">
            <a:extLst>
              <a:ext uri="{FF2B5EF4-FFF2-40B4-BE49-F238E27FC236}">
                <a16:creationId xmlns:a16="http://schemas.microsoft.com/office/drawing/2014/main" id="{03C8D3B5-DDF6-4240-951E-70923B661CDB}"/>
              </a:ext>
            </a:extLst>
          </p:cNvPr>
          <p:cNvSpPr/>
          <p:nvPr/>
        </p:nvSpPr>
        <p:spPr>
          <a:xfrm>
            <a:off x="4992853" y="3148717"/>
            <a:ext cx="2004295" cy="1391478"/>
          </a:xfrm>
          <a:custGeom>
            <a:avLst/>
            <a:gdLst>
              <a:gd name="connsiteX0" fmla="*/ 566 w 2004295"/>
              <a:gd name="connsiteY0" fmla="*/ 1049572 h 1391478"/>
              <a:gd name="connsiteX1" fmla="*/ 48274 w 2004295"/>
              <a:gd name="connsiteY1" fmla="*/ 985961 h 1391478"/>
              <a:gd name="connsiteX2" fmla="*/ 95982 w 2004295"/>
              <a:gd name="connsiteY2" fmla="*/ 914400 h 1391478"/>
              <a:gd name="connsiteX3" fmla="*/ 159592 w 2004295"/>
              <a:gd name="connsiteY3" fmla="*/ 858740 h 1391478"/>
              <a:gd name="connsiteX4" fmla="*/ 215251 w 2004295"/>
              <a:gd name="connsiteY4" fmla="*/ 834886 h 1391478"/>
              <a:gd name="connsiteX5" fmla="*/ 278862 w 2004295"/>
              <a:gd name="connsiteY5" fmla="*/ 803081 h 1391478"/>
              <a:gd name="connsiteX6" fmla="*/ 334521 w 2004295"/>
              <a:gd name="connsiteY6" fmla="*/ 763325 h 1391478"/>
              <a:gd name="connsiteX7" fmla="*/ 358375 w 2004295"/>
              <a:gd name="connsiteY7" fmla="*/ 739471 h 1391478"/>
              <a:gd name="connsiteX8" fmla="*/ 406083 w 2004295"/>
              <a:gd name="connsiteY8" fmla="*/ 707666 h 1391478"/>
              <a:gd name="connsiteX9" fmla="*/ 469693 w 2004295"/>
              <a:gd name="connsiteY9" fmla="*/ 636104 h 1391478"/>
              <a:gd name="connsiteX10" fmla="*/ 541255 w 2004295"/>
              <a:gd name="connsiteY10" fmla="*/ 588396 h 1391478"/>
              <a:gd name="connsiteX11" fmla="*/ 565109 w 2004295"/>
              <a:gd name="connsiteY11" fmla="*/ 564542 h 1391478"/>
              <a:gd name="connsiteX12" fmla="*/ 628719 w 2004295"/>
              <a:gd name="connsiteY12" fmla="*/ 524786 h 1391478"/>
              <a:gd name="connsiteX13" fmla="*/ 652573 w 2004295"/>
              <a:gd name="connsiteY13" fmla="*/ 500932 h 1391478"/>
              <a:gd name="connsiteX14" fmla="*/ 676427 w 2004295"/>
              <a:gd name="connsiteY14" fmla="*/ 485029 h 1391478"/>
              <a:gd name="connsiteX15" fmla="*/ 771843 w 2004295"/>
              <a:gd name="connsiteY15" fmla="*/ 365760 h 1391478"/>
              <a:gd name="connsiteX16" fmla="*/ 827502 w 2004295"/>
              <a:gd name="connsiteY16" fmla="*/ 270344 h 1391478"/>
              <a:gd name="connsiteX17" fmla="*/ 843404 w 2004295"/>
              <a:gd name="connsiteY17" fmla="*/ 246490 h 1391478"/>
              <a:gd name="connsiteX18" fmla="*/ 859307 w 2004295"/>
              <a:gd name="connsiteY18" fmla="*/ 222636 h 1391478"/>
              <a:gd name="connsiteX19" fmla="*/ 883161 w 2004295"/>
              <a:gd name="connsiteY19" fmla="*/ 190831 h 1391478"/>
              <a:gd name="connsiteX20" fmla="*/ 914966 w 2004295"/>
              <a:gd name="connsiteY20" fmla="*/ 174928 h 1391478"/>
              <a:gd name="connsiteX21" fmla="*/ 938820 w 2004295"/>
              <a:gd name="connsiteY21" fmla="*/ 159026 h 1391478"/>
              <a:gd name="connsiteX22" fmla="*/ 986528 w 2004295"/>
              <a:gd name="connsiteY22" fmla="*/ 143123 h 1391478"/>
              <a:gd name="connsiteX23" fmla="*/ 1010382 w 2004295"/>
              <a:gd name="connsiteY23" fmla="*/ 135172 h 1391478"/>
              <a:gd name="connsiteX24" fmla="*/ 1105797 w 2004295"/>
              <a:gd name="connsiteY24" fmla="*/ 111318 h 1391478"/>
              <a:gd name="connsiteX25" fmla="*/ 1169408 w 2004295"/>
              <a:gd name="connsiteY25" fmla="*/ 95415 h 1391478"/>
              <a:gd name="connsiteX26" fmla="*/ 1193262 w 2004295"/>
              <a:gd name="connsiteY26" fmla="*/ 87464 h 1391478"/>
              <a:gd name="connsiteX27" fmla="*/ 1256872 w 2004295"/>
              <a:gd name="connsiteY27" fmla="*/ 79513 h 1391478"/>
              <a:gd name="connsiteX28" fmla="*/ 1376142 w 2004295"/>
              <a:gd name="connsiteY28" fmla="*/ 63610 h 1391478"/>
              <a:gd name="connsiteX29" fmla="*/ 1399996 w 2004295"/>
              <a:gd name="connsiteY29" fmla="*/ 47707 h 1391478"/>
              <a:gd name="connsiteX30" fmla="*/ 1439752 w 2004295"/>
              <a:gd name="connsiteY30" fmla="*/ 31805 h 1391478"/>
              <a:gd name="connsiteX31" fmla="*/ 1543119 w 2004295"/>
              <a:gd name="connsiteY31" fmla="*/ 0 h 1391478"/>
              <a:gd name="connsiteX32" fmla="*/ 1757804 w 2004295"/>
              <a:gd name="connsiteY32" fmla="*/ 15902 h 1391478"/>
              <a:gd name="connsiteX33" fmla="*/ 1789610 w 2004295"/>
              <a:gd name="connsiteY33" fmla="*/ 23853 h 1391478"/>
              <a:gd name="connsiteX34" fmla="*/ 1877074 w 2004295"/>
              <a:gd name="connsiteY34" fmla="*/ 55659 h 1391478"/>
              <a:gd name="connsiteX35" fmla="*/ 1948636 w 2004295"/>
              <a:gd name="connsiteY35" fmla="*/ 87464 h 1391478"/>
              <a:gd name="connsiteX36" fmla="*/ 1996344 w 2004295"/>
              <a:gd name="connsiteY36" fmla="*/ 151074 h 1391478"/>
              <a:gd name="connsiteX37" fmla="*/ 2004295 w 2004295"/>
              <a:gd name="connsiteY37" fmla="*/ 190831 h 1391478"/>
              <a:gd name="connsiteX38" fmla="*/ 1980441 w 2004295"/>
              <a:gd name="connsiteY38" fmla="*/ 389613 h 1391478"/>
              <a:gd name="connsiteX39" fmla="*/ 1948636 w 2004295"/>
              <a:gd name="connsiteY39" fmla="*/ 421419 h 1391478"/>
              <a:gd name="connsiteX40" fmla="*/ 1940684 w 2004295"/>
              <a:gd name="connsiteY40" fmla="*/ 445273 h 1391478"/>
              <a:gd name="connsiteX41" fmla="*/ 1932733 w 2004295"/>
              <a:gd name="connsiteY41" fmla="*/ 477078 h 1391478"/>
              <a:gd name="connsiteX42" fmla="*/ 1900928 w 2004295"/>
              <a:gd name="connsiteY42" fmla="*/ 548640 h 1391478"/>
              <a:gd name="connsiteX43" fmla="*/ 1885025 w 2004295"/>
              <a:gd name="connsiteY43" fmla="*/ 620201 h 1391478"/>
              <a:gd name="connsiteX44" fmla="*/ 1877074 w 2004295"/>
              <a:gd name="connsiteY44" fmla="*/ 707666 h 1391478"/>
              <a:gd name="connsiteX45" fmla="*/ 1837317 w 2004295"/>
              <a:gd name="connsiteY45" fmla="*/ 818984 h 1391478"/>
              <a:gd name="connsiteX46" fmla="*/ 1829366 w 2004295"/>
              <a:gd name="connsiteY46" fmla="*/ 842838 h 1391478"/>
              <a:gd name="connsiteX47" fmla="*/ 1805512 w 2004295"/>
              <a:gd name="connsiteY47" fmla="*/ 866692 h 1391478"/>
              <a:gd name="connsiteX48" fmla="*/ 1725999 w 2004295"/>
              <a:gd name="connsiteY48" fmla="*/ 962107 h 1391478"/>
              <a:gd name="connsiteX49" fmla="*/ 1702145 w 2004295"/>
              <a:gd name="connsiteY49" fmla="*/ 1025718 h 1391478"/>
              <a:gd name="connsiteX50" fmla="*/ 1686243 w 2004295"/>
              <a:gd name="connsiteY50" fmla="*/ 1049572 h 1391478"/>
              <a:gd name="connsiteX51" fmla="*/ 1654437 w 2004295"/>
              <a:gd name="connsiteY51" fmla="*/ 1105231 h 1391478"/>
              <a:gd name="connsiteX52" fmla="*/ 1630584 w 2004295"/>
              <a:gd name="connsiteY52" fmla="*/ 1176793 h 1391478"/>
              <a:gd name="connsiteX53" fmla="*/ 1495411 w 2004295"/>
              <a:gd name="connsiteY53" fmla="*/ 1264257 h 1391478"/>
              <a:gd name="connsiteX54" fmla="*/ 1471557 w 2004295"/>
              <a:gd name="connsiteY54" fmla="*/ 1280160 h 1391478"/>
              <a:gd name="connsiteX55" fmla="*/ 1384093 w 2004295"/>
              <a:gd name="connsiteY55" fmla="*/ 1304013 h 1391478"/>
              <a:gd name="connsiteX56" fmla="*/ 1352288 w 2004295"/>
              <a:gd name="connsiteY56" fmla="*/ 1319916 h 1391478"/>
              <a:gd name="connsiteX57" fmla="*/ 1280726 w 2004295"/>
              <a:gd name="connsiteY57" fmla="*/ 1343770 h 1391478"/>
              <a:gd name="connsiteX58" fmla="*/ 1233018 w 2004295"/>
              <a:gd name="connsiteY58" fmla="*/ 1359673 h 1391478"/>
              <a:gd name="connsiteX59" fmla="*/ 1161457 w 2004295"/>
              <a:gd name="connsiteY59" fmla="*/ 1367624 h 1391478"/>
              <a:gd name="connsiteX60" fmla="*/ 1097846 w 2004295"/>
              <a:gd name="connsiteY60" fmla="*/ 1375575 h 1391478"/>
              <a:gd name="connsiteX61" fmla="*/ 1026284 w 2004295"/>
              <a:gd name="connsiteY61" fmla="*/ 1391478 h 1391478"/>
              <a:gd name="connsiteX62" fmla="*/ 907015 w 2004295"/>
              <a:gd name="connsiteY62" fmla="*/ 1375575 h 1391478"/>
              <a:gd name="connsiteX63" fmla="*/ 835453 w 2004295"/>
              <a:gd name="connsiteY63" fmla="*/ 1359673 h 1391478"/>
              <a:gd name="connsiteX64" fmla="*/ 724135 w 2004295"/>
              <a:gd name="connsiteY64" fmla="*/ 1351721 h 1391478"/>
              <a:gd name="connsiteX65" fmla="*/ 636670 w 2004295"/>
              <a:gd name="connsiteY65" fmla="*/ 1335819 h 1391478"/>
              <a:gd name="connsiteX66" fmla="*/ 366326 w 2004295"/>
              <a:gd name="connsiteY66" fmla="*/ 1319916 h 1391478"/>
              <a:gd name="connsiteX67" fmla="*/ 286813 w 2004295"/>
              <a:gd name="connsiteY67" fmla="*/ 1311965 h 1391478"/>
              <a:gd name="connsiteX68" fmla="*/ 183446 w 2004295"/>
              <a:gd name="connsiteY68" fmla="*/ 1304013 h 1391478"/>
              <a:gd name="connsiteX69" fmla="*/ 111884 w 2004295"/>
              <a:gd name="connsiteY69" fmla="*/ 1280160 h 1391478"/>
              <a:gd name="connsiteX70" fmla="*/ 95982 w 2004295"/>
              <a:gd name="connsiteY70" fmla="*/ 1256306 h 1391478"/>
              <a:gd name="connsiteX71" fmla="*/ 48274 w 2004295"/>
              <a:gd name="connsiteY71" fmla="*/ 1248354 h 1391478"/>
              <a:gd name="connsiteX72" fmla="*/ 40323 w 2004295"/>
              <a:gd name="connsiteY72" fmla="*/ 1200646 h 1391478"/>
              <a:gd name="connsiteX73" fmla="*/ 24420 w 2004295"/>
              <a:gd name="connsiteY73" fmla="*/ 1176793 h 1391478"/>
              <a:gd name="connsiteX74" fmla="*/ 566 w 2004295"/>
              <a:gd name="connsiteY74" fmla="*/ 1049572 h 1391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004295" h="1391478">
                <a:moveTo>
                  <a:pt x="566" y="1049572"/>
                </a:moveTo>
                <a:cubicBezTo>
                  <a:pt x="4542" y="1017767"/>
                  <a:pt x="33187" y="1007753"/>
                  <a:pt x="48274" y="985961"/>
                </a:cubicBezTo>
                <a:cubicBezTo>
                  <a:pt x="65309" y="961356"/>
                  <a:pt x="74550" y="935833"/>
                  <a:pt x="95982" y="914400"/>
                </a:cubicBezTo>
                <a:cubicBezTo>
                  <a:pt x="115904" y="894477"/>
                  <a:pt x="136149" y="874369"/>
                  <a:pt x="159592" y="858740"/>
                </a:cubicBezTo>
                <a:cubicBezTo>
                  <a:pt x="176387" y="847543"/>
                  <a:pt x="197197" y="843913"/>
                  <a:pt x="215251" y="834886"/>
                </a:cubicBezTo>
                <a:cubicBezTo>
                  <a:pt x="310531" y="787247"/>
                  <a:pt x="141289" y="858111"/>
                  <a:pt x="278862" y="803081"/>
                </a:cubicBezTo>
                <a:cubicBezTo>
                  <a:pt x="340884" y="741059"/>
                  <a:pt x="261261" y="815653"/>
                  <a:pt x="334521" y="763325"/>
                </a:cubicBezTo>
                <a:cubicBezTo>
                  <a:pt x="343671" y="756789"/>
                  <a:pt x="349499" y="746375"/>
                  <a:pt x="358375" y="739471"/>
                </a:cubicBezTo>
                <a:cubicBezTo>
                  <a:pt x="373462" y="727737"/>
                  <a:pt x="390996" y="719400"/>
                  <a:pt x="406083" y="707666"/>
                </a:cubicBezTo>
                <a:cubicBezTo>
                  <a:pt x="429040" y="689811"/>
                  <a:pt x="451335" y="654462"/>
                  <a:pt x="469693" y="636104"/>
                </a:cubicBezTo>
                <a:cubicBezTo>
                  <a:pt x="495994" y="609802"/>
                  <a:pt x="510971" y="611109"/>
                  <a:pt x="541255" y="588396"/>
                </a:cubicBezTo>
                <a:cubicBezTo>
                  <a:pt x="550251" y="581649"/>
                  <a:pt x="556571" y="571860"/>
                  <a:pt x="565109" y="564542"/>
                </a:cubicBezTo>
                <a:cubicBezTo>
                  <a:pt x="594011" y="539769"/>
                  <a:pt x="596138" y="541076"/>
                  <a:pt x="628719" y="524786"/>
                </a:cubicBezTo>
                <a:cubicBezTo>
                  <a:pt x="636670" y="516835"/>
                  <a:pt x="643934" y="508131"/>
                  <a:pt x="652573" y="500932"/>
                </a:cubicBezTo>
                <a:cubicBezTo>
                  <a:pt x="659914" y="494814"/>
                  <a:pt x="669670" y="491786"/>
                  <a:pt x="676427" y="485029"/>
                </a:cubicBezTo>
                <a:cubicBezTo>
                  <a:pt x="699372" y="462084"/>
                  <a:pt x="755042" y="391608"/>
                  <a:pt x="771843" y="365760"/>
                </a:cubicBezTo>
                <a:cubicBezTo>
                  <a:pt x="791910" y="334888"/>
                  <a:pt x="808558" y="301918"/>
                  <a:pt x="827502" y="270344"/>
                </a:cubicBezTo>
                <a:cubicBezTo>
                  <a:pt x="832419" y="262150"/>
                  <a:pt x="838103" y="254441"/>
                  <a:pt x="843404" y="246490"/>
                </a:cubicBezTo>
                <a:cubicBezTo>
                  <a:pt x="848705" y="238539"/>
                  <a:pt x="853573" y="230281"/>
                  <a:pt x="859307" y="222636"/>
                </a:cubicBezTo>
                <a:cubicBezTo>
                  <a:pt x="867258" y="212034"/>
                  <a:pt x="873099" y="199455"/>
                  <a:pt x="883161" y="190831"/>
                </a:cubicBezTo>
                <a:cubicBezTo>
                  <a:pt x="892161" y="183117"/>
                  <a:pt x="904675" y="180809"/>
                  <a:pt x="914966" y="174928"/>
                </a:cubicBezTo>
                <a:cubicBezTo>
                  <a:pt x="923263" y="170187"/>
                  <a:pt x="930087" y="162907"/>
                  <a:pt x="938820" y="159026"/>
                </a:cubicBezTo>
                <a:cubicBezTo>
                  <a:pt x="954138" y="152218"/>
                  <a:pt x="970625" y="148424"/>
                  <a:pt x="986528" y="143123"/>
                </a:cubicBezTo>
                <a:lnTo>
                  <a:pt x="1010382" y="135172"/>
                </a:lnTo>
                <a:cubicBezTo>
                  <a:pt x="1058509" y="103087"/>
                  <a:pt x="1013930" y="127530"/>
                  <a:pt x="1105797" y="111318"/>
                </a:cubicBezTo>
                <a:cubicBezTo>
                  <a:pt x="1127321" y="107520"/>
                  <a:pt x="1148673" y="102326"/>
                  <a:pt x="1169408" y="95415"/>
                </a:cubicBezTo>
                <a:cubicBezTo>
                  <a:pt x="1177359" y="92765"/>
                  <a:pt x="1185016" y="88963"/>
                  <a:pt x="1193262" y="87464"/>
                </a:cubicBezTo>
                <a:cubicBezTo>
                  <a:pt x="1214286" y="83642"/>
                  <a:pt x="1235718" y="82535"/>
                  <a:pt x="1256872" y="79513"/>
                </a:cubicBezTo>
                <a:cubicBezTo>
                  <a:pt x="1381799" y="61666"/>
                  <a:pt x="1208844" y="82198"/>
                  <a:pt x="1376142" y="63610"/>
                </a:cubicBezTo>
                <a:cubicBezTo>
                  <a:pt x="1384093" y="58309"/>
                  <a:pt x="1391449" y="51981"/>
                  <a:pt x="1399996" y="47707"/>
                </a:cubicBezTo>
                <a:cubicBezTo>
                  <a:pt x="1412762" y="41324"/>
                  <a:pt x="1426339" y="36683"/>
                  <a:pt x="1439752" y="31805"/>
                </a:cubicBezTo>
                <a:cubicBezTo>
                  <a:pt x="1480103" y="17132"/>
                  <a:pt x="1500881" y="12068"/>
                  <a:pt x="1543119" y="0"/>
                </a:cubicBezTo>
                <a:cubicBezTo>
                  <a:pt x="1630298" y="4359"/>
                  <a:pt x="1681583" y="2044"/>
                  <a:pt x="1757804" y="15902"/>
                </a:cubicBezTo>
                <a:cubicBezTo>
                  <a:pt x="1768556" y="17857"/>
                  <a:pt x="1779008" y="21203"/>
                  <a:pt x="1789610" y="23853"/>
                </a:cubicBezTo>
                <a:cubicBezTo>
                  <a:pt x="1868091" y="63095"/>
                  <a:pt x="1762130" y="12555"/>
                  <a:pt x="1877074" y="55659"/>
                </a:cubicBezTo>
                <a:cubicBezTo>
                  <a:pt x="1901516" y="64825"/>
                  <a:pt x="1924782" y="76862"/>
                  <a:pt x="1948636" y="87464"/>
                </a:cubicBezTo>
                <a:cubicBezTo>
                  <a:pt x="1949384" y="88400"/>
                  <a:pt x="1991877" y="139161"/>
                  <a:pt x="1996344" y="151074"/>
                </a:cubicBezTo>
                <a:cubicBezTo>
                  <a:pt x="2001089" y="163728"/>
                  <a:pt x="2001645" y="177579"/>
                  <a:pt x="2004295" y="190831"/>
                </a:cubicBezTo>
                <a:cubicBezTo>
                  <a:pt x="2002187" y="224563"/>
                  <a:pt x="2001325" y="344365"/>
                  <a:pt x="1980441" y="389613"/>
                </a:cubicBezTo>
                <a:cubicBezTo>
                  <a:pt x="1974158" y="403226"/>
                  <a:pt x="1959238" y="410817"/>
                  <a:pt x="1948636" y="421419"/>
                </a:cubicBezTo>
                <a:cubicBezTo>
                  <a:pt x="1945985" y="429370"/>
                  <a:pt x="1942987" y="437214"/>
                  <a:pt x="1940684" y="445273"/>
                </a:cubicBezTo>
                <a:cubicBezTo>
                  <a:pt x="1937682" y="455780"/>
                  <a:pt x="1936656" y="466878"/>
                  <a:pt x="1932733" y="477078"/>
                </a:cubicBezTo>
                <a:cubicBezTo>
                  <a:pt x="1923362" y="501442"/>
                  <a:pt x="1909183" y="523876"/>
                  <a:pt x="1900928" y="548640"/>
                </a:cubicBezTo>
                <a:cubicBezTo>
                  <a:pt x="1893201" y="571822"/>
                  <a:pt x="1890326" y="596347"/>
                  <a:pt x="1885025" y="620201"/>
                </a:cubicBezTo>
                <a:cubicBezTo>
                  <a:pt x="1882375" y="649356"/>
                  <a:pt x="1882162" y="678836"/>
                  <a:pt x="1877074" y="707666"/>
                </a:cubicBezTo>
                <a:cubicBezTo>
                  <a:pt x="1874469" y="722427"/>
                  <a:pt x="1839417" y="813209"/>
                  <a:pt x="1837317" y="818984"/>
                </a:cubicBezTo>
                <a:cubicBezTo>
                  <a:pt x="1834453" y="826861"/>
                  <a:pt x="1834015" y="835864"/>
                  <a:pt x="1829366" y="842838"/>
                </a:cubicBezTo>
                <a:cubicBezTo>
                  <a:pt x="1823129" y="852194"/>
                  <a:pt x="1812048" y="857542"/>
                  <a:pt x="1805512" y="866692"/>
                </a:cubicBezTo>
                <a:cubicBezTo>
                  <a:pt x="1735685" y="964450"/>
                  <a:pt x="1784982" y="942447"/>
                  <a:pt x="1725999" y="962107"/>
                </a:cubicBezTo>
                <a:cubicBezTo>
                  <a:pt x="1718048" y="983311"/>
                  <a:pt x="1711516" y="1005102"/>
                  <a:pt x="1702145" y="1025718"/>
                </a:cubicBezTo>
                <a:cubicBezTo>
                  <a:pt x="1698191" y="1034418"/>
                  <a:pt x="1689598" y="1040624"/>
                  <a:pt x="1686243" y="1049572"/>
                </a:cubicBezTo>
                <a:cubicBezTo>
                  <a:pt x="1664955" y="1106340"/>
                  <a:pt x="1697641" y="1076428"/>
                  <a:pt x="1654437" y="1105231"/>
                </a:cubicBezTo>
                <a:cubicBezTo>
                  <a:pt x="1646486" y="1129085"/>
                  <a:pt x="1645670" y="1156678"/>
                  <a:pt x="1630584" y="1176793"/>
                </a:cubicBezTo>
                <a:cubicBezTo>
                  <a:pt x="1586651" y="1235371"/>
                  <a:pt x="1549698" y="1228065"/>
                  <a:pt x="1495411" y="1264257"/>
                </a:cubicBezTo>
                <a:cubicBezTo>
                  <a:pt x="1487460" y="1269558"/>
                  <a:pt x="1480557" y="1276946"/>
                  <a:pt x="1471557" y="1280160"/>
                </a:cubicBezTo>
                <a:cubicBezTo>
                  <a:pt x="1443098" y="1290324"/>
                  <a:pt x="1412762" y="1294457"/>
                  <a:pt x="1384093" y="1304013"/>
                </a:cubicBezTo>
                <a:cubicBezTo>
                  <a:pt x="1372848" y="1307761"/>
                  <a:pt x="1363119" y="1315102"/>
                  <a:pt x="1352288" y="1319916"/>
                </a:cubicBezTo>
                <a:cubicBezTo>
                  <a:pt x="1297097" y="1344446"/>
                  <a:pt x="1330426" y="1328860"/>
                  <a:pt x="1280726" y="1343770"/>
                </a:cubicBezTo>
                <a:cubicBezTo>
                  <a:pt x="1264670" y="1348587"/>
                  <a:pt x="1249455" y="1356385"/>
                  <a:pt x="1233018" y="1359673"/>
                </a:cubicBezTo>
                <a:cubicBezTo>
                  <a:pt x="1209484" y="1364380"/>
                  <a:pt x="1185293" y="1364820"/>
                  <a:pt x="1161457" y="1367624"/>
                </a:cubicBezTo>
                <a:cubicBezTo>
                  <a:pt x="1140235" y="1370121"/>
                  <a:pt x="1118890" y="1371861"/>
                  <a:pt x="1097846" y="1375575"/>
                </a:cubicBezTo>
                <a:cubicBezTo>
                  <a:pt x="1073782" y="1379822"/>
                  <a:pt x="1050138" y="1386177"/>
                  <a:pt x="1026284" y="1391478"/>
                </a:cubicBezTo>
                <a:cubicBezTo>
                  <a:pt x="1004149" y="1388711"/>
                  <a:pt x="931141" y="1379961"/>
                  <a:pt x="907015" y="1375575"/>
                </a:cubicBezTo>
                <a:cubicBezTo>
                  <a:pt x="872595" y="1369317"/>
                  <a:pt x="872944" y="1363620"/>
                  <a:pt x="835453" y="1359673"/>
                </a:cubicBezTo>
                <a:cubicBezTo>
                  <a:pt x="798457" y="1355779"/>
                  <a:pt x="761241" y="1354372"/>
                  <a:pt x="724135" y="1351721"/>
                </a:cubicBezTo>
                <a:cubicBezTo>
                  <a:pt x="685779" y="1338936"/>
                  <a:pt x="693886" y="1339906"/>
                  <a:pt x="636670" y="1335819"/>
                </a:cubicBezTo>
                <a:cubicBezTo>
                  <a:pt x="546629" y="1329387"/>
                  <a:pt x="456387" y="1326057"/>
                  <a:pt x="366326" y="1319916"/>
                </a:cubicBezTo>
                <a:cubicBezTo>
                  <a:pt x="339751" y="1318104"/>
                  <a:pt x="313349" y="1314273"/>
                  <a:pt x="286813" y="1311965"/>
                </a:cubicBezTo>
                <a:cubicBezTo>
                  <a:pt x="252385" y="1308971"/>
                  <a:pt x="217902" y="1306664"/>
                  <a:pt x="183446" y="1304013"/>
                </a:cubicBezTo>
                <a:cubicBezTo>
                  <a:pt x="163659" y="1299066"/>
                  <a:pt x="128005" y="1291675"/>
                  <a:pt x="111884" y="1280160"/>
                </a:cubicBezTo>
                <a:cubicBezTo>
                  <a:pt x="104108" y="1274606"/>
                  <a:pt x="104529" y="1260580"/>
                  <a:pt x="95982" y="1256306"/>
                </a:cubicBezTo>
                <a:cubicBezTo>
                  <a:pt x="81562" y="1249096"/>
                  <a:pt x="64177" y="1251005"/>
                  <a:pt x="48274" y="1248354"/>
                </a:cubicBezTo>
                <a:cubicBezTo>
                  <a:pt x="45624" y="1232451"/>
                  <a:pt x="45421" y="1215941"/>
                  <a:pt x="40323" y="1200646"/>
                </a:cubicBezTo>
                <a:cubicBezTo>
                  <a:pt x="37301" y="1191580"/>
                  <a:pt x="26934" y="1186012"/>
                  <a:pt x="24420" y="1176793"/>
                </a:cubicBezTo>
                <a:cubicBezTo>
                  <a:pt x="14497" y="1140408"/>
                  <a:pt x="-3410" y="1081377"/>
                  <a:pt x="566" y="104957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Freeform: Shape 16">
            <a:extLst>
              <a:ext uri="{FF2B5EF4-FFF2-40B4-BE49-F238E27FC236}">
                <a16:creationId xmlns:a16="http://schemas.microsoft.com/office/drawing/2014/main" id="{3E0936D7-CEF6-4B00-A8AA-5FB3653E1C11}"/>
              </a:ext>
            </a:extLst>
          </p:cNvPr>
          <p:cNvSpPr/>
          <p:nvPr/>
        </p:nvSpPr>
        <p:spPr>
          <a:xfrm>
            <a:off x="6933502" y="2703443"/>
            <a:ext cx="1630673" cy="548640"/>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TextBox 17">
            <a:extLst>
              <a:ext uri="{FF2B5EF4-FFF2-40B4-BE49-F238E27FC236}">
                <a16:creationId xmlns:a16="http://schemas.microsoft.com/office/drawing/2014/main"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14" name="TextBox 13">
            <a:extLst>
              <a:ext uri="{FF2B5EF4-FFF2-40B4-BE49-F238E27FC236}">
                <a16:creationId xmlns:a16="http://schemas.microsoft.com/office/drawing/2014/main" id="{0C3CB657-AF3A-4071-9746-677C3E0CAA52}"/>
              </a:ext>
            </a:extLst>
          </p:cNvPr>
          <p:cNvSpPr txBox="1"/>
          <p:nvPr/>
        </p:nvSpPr>
        <p:spPr>
          <a:xfrm>
            <a:off x="5674396" y="3780199"/>
            <a:ext cx="300082" cy="646331"/>
          </a:xfrm>
          <a:prstGeom prst="rect">
            <a:avLst/>
          </a:prstGeom>
          <a:noFill/>
        </p:spPr>
        <p:txBody>
          <a:bodyPr wrap="none" rtlCol="0">
            <a:spAutoFit/>
          </a:bodyPr>
          <a:lstStyle/>
          <a:p>
            <a:r>
              <a:rPr lang="en-IN" dirty="0"/>
              <a:t>*</a:t>
            </a:r>
          </a:p>
          <a:p>
            <a:endParaRPr lang="en-IN" dirty="0"/>
          </a:p>
        </p:txBody>
      </p:sp>
      <p:sp>
        <p:nvSpPr>
          <p:cNvPr id="16" name="TextBox 15">
            <a:extLst>
              <a:ext uri="{FF2B5EF4-FFF2-40B4-BE49-F238E27FC236}">
                <a16:creationId xmlns:a16="http://schemas.microsoft.com/office/drawing/2014/main" id="{DE3B9795-7838-4488-9C58-D740D9E8E5F8}"/>
              </a:ext>
            </a:extLst>
          </p:cNvPr>
          <p:cNvSpPr txBox="1"/>
          <p:nvPr/>
        </p:nvSpPr>
        <p:spPr>
          <a:xfrm>
            <a:off x="7409688" y="2765684"/>
            <a:ext cx="300082" cy="369332"/>
          </a:xfrm>
          <a:prstGeom prst="rect">
            <a:avLst/>
          </a:prstGeom>
          <a:noFill/>
        </p:spPr>
        <p:txBody>
          <a:bodyPr wrap="none" rtlCol="0">
            <a:spAutoFit/>
          </a:bodyPr>
          <a:lstStyle/>
          <a:p>
            <a:r>
              <a:rPr lang="en-IN" dirty="0"/>
              <a:t>*</a:t>
            </a:r>
          </a:p>
        </p:txBody>
      </p:sp>
      <p:pic>
        <p:nvPicPr>
          <p:cNvPr id="20" name="Picture 19">
            <a:extLst>
              <a:ext uri="{FF2B5EF4-FFF2-40B4-BE49-F238E27FC236}">
                <a16:creationId xmlns:a16="http://schemas.microsoft.com/office/drawing/2014/main" id="{D947F929-046D-4B4D-B544-F542151B709D}"/>
              </a:ext>
            </a:extLst>
          </p:cNvPr>
          <p:cNvPicPr>
            <a:picLocks noChangeAspect="1"/>
          </p:cNvPicPr>
          <p:nvPr/>
        </p:nvPicPr>
        <p:blipFill>
          <a:blip r:embed="rId5"/>
          <a:stretch>
            <a:fillRect/>
          </a:stretch>
        </p:blipFill>
        <p:spPr>
          <a:xfrm>
            <a:off x="361604" y="2816031"/>
            <a:ext cx="3739626" cy="1705114"/>
          </a:xfrm>
          <a:prstGeom prst="rect">
            <a:avLst/>
          </a:prstGeom>
        </p:spPr>
      </p:pic>
      <p:sp>
        <p:nvSpPr>
          <p:cNvPr id="21" name="TextBox 20">
            <a:extLst>
              <a:ext uri="{FF2B5EF4-FFF2-40B4-BE49-F238E27FC236}">
                <a16:creationId xmlns:a16="http://schemas.microsoft.com/office/drawing/2014/main" id="{33C6A8E3-943D-444D-B00E-9258BBC0E918}"/>
              </a:ext>
            </a:extLst>
          </p:cNvPr>
          <p:cNvSpPr txBox="1"/>
          <p:nvPr/>
        </p:nvSpPr>
        <p:spPr>
          <a:xfrm>
            <a:off x="3844731" y="5134866"/>
            <a:ext cx="1253869" cy="369332"/>
          </a:xfrm>
          <a:prstGeom prst="rect">
            <a:avLst/>
          </a:prstGeom>
          <a:noFill/>
        </p:spPr>
        <p:txBody>
          <a:bodyPr wrap="none" rtlCol="0">
            <a:spAutoFit/>
          </a:bodyPr>
          <a:lstStyle/>
          <a:p>
            <a:r>
              <a:rPr lang="en-IN" dirty="0"/>
              <a:t>(2.33, 2.33)</a:t>
            </a:r>
          </a:p>
        </p:txBody>
      </p:sp>
      <p:sp>
        <p:nvSpPr>
          <p:cNvPr id="22" name="TextBox 21">
            <a:extLst>
              <a:ext uri="{FF2B5EF4-FFF2-40B4-BE49-F238E27FC236}">
                <a16:creationId xmlns:a16="http://schemas.microsoft.com/office/drawing/2014/main" id="{E2605B60-6320-45DA-A8E6-E4060380ABA3}"/>
              </a:ext>
            </a:extLst>
          </p:cNvPr>
          <p:cNvSpPr txBox="1"/>
          <p:nvPr/>
        </p:nvSpPr>
        <p:spPr>
          <a:xfrm>
            <a:off x="6920491" y="5116287"/>
            <a:ext cx="670376" cy="369332"/>
          </a:xfrm>
          <a:prstGeom prst="rect">
            <a:avLst/>
          </a:prstGeom>
          <a:noFill/>
        </p:spPr>
        <p:txBody>
          <a:bodyPr wrap="none" rtlCol="0">
            <a:spAutoFit/>
          </a:bodyPr>
          <a:lstStyle/>
          <a:p>
            <a:r>
              <a:rPr lang="en-IN" dirty="0"/>
              <a:t>(6, 7)</a:t>
            </a:r>
          </a:p>
        </p:txBody>
      </p:sp>
      <p:sp>
        <p:nvSpPr>
          <p:cNvPr id="23" name="TextBox 22">
            <a:extLst>
              <a:ext uri="{FF2B5EF4-FFF2-40B4-BE49-F238E27FC236}">
                <a16:creationId xmlns:a16="http://schemas.microsoft.com/office/drawing/2014/main" id="{AACC901D-E790-4E3F-A381-E842CDEAE6C3}"/>
              </a:ext>
            </a:extLst>
          </p:cNvPr>
          <p:cNvSpPr txBox="1"/>
          <p:nvPr/>
        </p:nvSpPr>
        <p:spPr>
          <a:xfrm>
            <a:off x="2169910" y="5448814"/>
            <a:ext cx="3504486" cy="369332"/>
          </a:xfrm>
          <a:prstGeom prst="rect">
            <a:avLst/>
          </a:prstGeom>
          <a:noFill/>
        </p:spPr>
        <p:txBody>
          <a:bodyPr wrap="none" rtlCol="0">
            <a:spAutoFit/>
          </a:bodyPr>
          <a:lstStyle/>
          <a:p>
            <a:r>
              <a:rPr lang="en-IN" dirty="0"/>
              <a:t>A= </a:t>
            </a:r>
            <a:r>
              <a:rPr lang="en-IN" dirty="0">
                <a:solidFill>
                  <a:srgbClr val="FF0000"/>
                </a:solidFill>
              </a:rPr>
              <a:t>(1+2+4)/3=2.33</a:t>
            </a:r>
            <a:r>
              <a:rPr lang="en-IN" dirty="0"/>
              <a:t>, </a:t>
            </a:r>
            <a:r>
              <a:rPr lang="en-IN" dirty="0">
                <a:solidFill>
                  <a:srgbClr val="FF0000"/>
                </a:solidFill>
              </a:rPr>
              <a:t>(1+1+5)/3=2.33</a:t>
            </a:r>
          </a:p>
        </p:txBody>
      </p:sp>
      <p:sp>
        <p:nvSpPr>
          <p:cNvPr id="24" name="TextBox 23">
            <a:extLst>
              <a:ext uri="{FF2B5EF4-FFF2-40B4-BE49-F238E27FC236}">
                <a16:creationId xmlns:a16="http://schemas.microsoft.com/office/drawing/2014/main" id="{EB64932C-DE31-4657-9AC5-64E25EBC0391}"/>
              </a:ext>
            </a:extLst>
          </p:cNvPr>
          <p:cNvSpPr txBox="1"/>
          <p:nvPr/>
        </p:nvSpPr>
        <p:spPr>
          <a:xfrm>
            <a:off x="6467294" y="5407781"/>
            <a:ext cx="2448106" cy="369332"/>
          </a:xfrm>
          <a:prstGeom prst="rect">
            <a:avLst/>
          </a:prstGeom>
          <a:noFill/>
        </p:spPr>
        <p:txBody>
          <a:bodyPr wrap="none" rtlCol="0">
            <a:spAutoFit/>
          </a:bodyPr>
          <a:lstStyle/>
          <a:p>
            <a:r>
              <a:rPr lang="en-IN" dirty="0"/>
              <a:t>B= </a:t>
            </a:r>
            <a:r>
              <a:rPr lang="en-IN" dirty="0">
                <a:solidFill>
                  <a:schemeClr val="tx2">
                    <a:lumMod val="60000"/>
                    <a:lumOff val="40000"/>
                  </a:schemeClr>
                </a:solidFill>
              </a:rPr>
              <a:t>(7+5)/2=6</a:t>
            </a:r>
            <a:r>
              <a:rPr lang="en-IN" dirty="0"/>
              <a:t>, (</a:t>
            </a:r>
            <a:r>
              <a:rPr lang="en-IN" dirty="0">
                <a:solidFill>
                  <a:schemeClr val="tx2">
                    <a:lumMod val="60000"/>
                    <a:lumOff val="40000"/>
                  </a:schemeClr>
                </a:solidFill>
              </a:rPr>
              <a:t>7+7)/2=7</a:t>
            </a:r>
          </a:p>
        </p:txBody>
      </p:sp>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682BC68F-F22A-88F1-DC34-B518AD6658DF}"/>
                  </a:ext>
                </a:extLst>
              </p14:cNvPr>
              <p14:cNvContentPartPr/>
              <p14:nvPr/>
            </p14:nvContentPartPr>
            <p14:xfrm>
              <a:off x="2554920" y="1153440"/>
              <a:ext cx="5460120" cy="3544920"/>
            </p14:xfrm>
          </p:contentPart>
        </mc:Choice>
        <mc:Fallback xmlns="">
          <p:pic>
            <p:nvPicPr>
              <p:cNvPr id="5" name="Ink 4">
                <a:extLst>
                  <a:ext uri="{FF2B5EF4-FFF2-40B4-BE49-F238E27FC236}">
                    <a16:creationId xmlns:a16="http://schemas.microsoft.com/office/drawing/2014/main" id="{682BC68F-F22A-88F1-DC34-B518AD6658DF}"/>
                  </a:ext>
                </a:extLst>
              </p:cNvPr>
              <p:cNvPicPr/>
              <p:nvPr/>
            </p:nvPicPr>
            <p:blipFill>
              <a:blip r:embed="rId7"/>
              <a:stretch>
                <a:fillRect/>
              </a:stretch>
            </p:blipFill>
            <p:spPr>
              <a:xfrm>
                <a:off x="2545560" y="1144080"/>
                <a:ext cx="5478840" cy="3563640"/>
              </a:xfrm>
              <a:prstGeom prst="rect">
                <a:avLst/>
              </a:prstGeom>
            </p:spPr>
          </p:pic>
        </mc:Fallback>
      </mc:AlternateContent>
    </p:spTree>
    <p:extLst>
      <p:ext uri="{BB962C8B-B14F-4D97-AF65-F5344CB8AC3E}">
        <p14:creationId xmlns:p14="http://schemas.microsoft.com/office/powerpoint/2010/main" val="42163261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4000" dirty="0"/>
              <a:t>3. Measure the Euclidean Distances </a:t>
            </a:r>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739980"/>
            <a:ext cx="8229600" cy="42464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85415A8D-92B8-9A9B-E95F-54A64F447118}"/>
                  </a:ext>
                </a:extLst>
              </p14:cNvPr>
              <p14:cNvContentPartPr/>
              <p14:nvPr/>
            </p14:nvContentPartPr>
            <p14:xfrm>
              <a:off x="288000" y="1159920"/>
              <a:ext cx="8813160" cy="4617720"/>
            </p14:xfrm>
          </p:contentPart>
        </mc:Choice>
        <mc:Fallback xmlns="">
          <p:pic>
            <p:nvPicPr>
              <p:cNvPr id="3" name="Ink 2">
                <a:extLst>
                  <a:ext uri="{FF2B5EF4-FFF2-40B4-BE49-F238E27FC236}">
                    <a16:creationId xmlns:a16="http://schemas.microsoft.com/office/drawing/2014/main" id="{85415A8D-92B8-9A9B-E95F-54A64F447118}"/>
                  </a:ext>
                </a:extLst>
              </p:cNvPr>
              <p:cNvPicPr/>
              <p:nvPr/>
            </p:nvPicPr>
            <p:blipFill>
              <a:blip r:embed="rId4"/>
              <a:stretch>
                <a:fillRect/>
              </a:stretch>
            </p:blipFill>
            <p:spPr>
              <a:xfrm>
                <a:off x="278640" y="1150560"/>
                <a:ext cx="8831880" cy="4636440"/>
              </a:xfrm>
              <a:prstGeom prst="rect">
                <a:avLst/>
              </a:prstGeom>
            </p:spPr>
          </p:pic>
        </mc:Fallback>
      </mc:AlternateContent>
    </p:spTree>
    <p:extLst>
      <p:ext uri="{BB962C8B-B14F-4D97-AF65-F5344CB8AC3E}">
        <p14:creationId xmlns:p14="http://schemas.microsoft.com/office/powerpoint/2010/main" val="19070701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sz="3600" dirty="0"/>
              <a:t>4. Reassign the data point to closest centroid. </a:t>
            </a:r>
            <a:br>
              <a:rPr lang="en-IN" sz="3600" dirty="0"/>
            </a:br>
            <a:r>
              <a:rPr lang="en-IN" sz="3600" dirty="0"/>
              <a:t>Redraw or Rearrange the data and  the Clusters</a:t>
            </a:r>
            <a:endParaRPr lang="en-IN" dirty="0"/>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3D6B1717-2F8C-453F-8EE5-AC2829BB137B}"/>
              </a:ext>
            </a:extLst>
          </p:cNvPr>
          <p:cNvSpPr txBox="1"/>
          <p:nvPr/>
        </p:nvSpPr>
        <p:spPr>
          <a:xfrm>
            <a:off x="762000" y="1524000"/>
            <a:ext cx="7924800" cy="646331"/>
          </a:xfrm>
          <a:prstGeom prst="rect">
            <a:avLst/>
          </a:prstGeom>
          <a:noFill/>
        </p:spPr>
        <p:txBody>
          <a:bodyPr wrap="square" rtlCol="0">
            <a:spAutoFit/>
          </a:bodyPr>
          <a:lstStyle/>
          <a:p>
            <a:r>
              <a:rPr lang="en-US" dirty="0"/>
              <a:t>After calculating the Euclidean distance, the data point (3) is reassigned to the closest centroid, which is in cluster (B).</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8" name="TextBox 17">
            <a:extLst>
              <a:ext uri="{FF2B5EF4-FFF2-40B4-BE49-F238E27FC236}">
                <a16:creationId xmlns:a16="http://schemas.microsoft.com/office/drawing/2014/main"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21" name="Freeform: Shape 20">
            <a:extLst>
              <a:ext uri="{FF2B5EF4-FFF2-40B4-BE49-F238E27FC236}">
                <a16:creationId xmlns:a16="http://schemas.microsoft.com/office/drawing/2014/main" id="{31A6D215-FBEB-4F46-95FB-D32DF1225E37}"/>
              </a:ext>
            </a:extLst>
          </p:cNvPr>
          <p:cNvSpPr/>
          <p:nvPr/>
        </p:nvSpPr>
        <p:spPr>
          <a:xfrm>
            <a:off x="6313128" y="2703442"/>
            <a:ext cx="2251047" cy="1030357"/>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EAD92BC7-6FB2-4F42-9F10-A5FD5E3F43D3}"/>
              </a:ext>
            </a:extLst>
          </p:cNvPr>
          <p:cNvSpPr/>
          <p:nvPr/>
        </p:nvSpPr>
        <p:spPr>
          <a:xfrm>
            <a:off x="4876800" y="3566530"/>
            <a:ext cx="1539628" cy="954616"/>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1" name="Picture 10">
            <a:extLst>
              <a:ext uri="{FF2B5EF4-FFF2-40B4-BE49-F238E27FC236}">
                <a16:creationId xmlns:a16="http://schemas.microsoft.com/office/drawing/2014/main" id="{ACB00763-E832-4E5D-B618-6AE393C06650}"/>
              </a:ext>
            </a:extLst>
          </p:cNvPr>
          <p:cNvPicPr>
            <a:picLocks noChangeAspect="1"/>
          </p:cNvPicPr>
          <p:nvPr/>
        </p:nvPicPr>
        <p:blipFill>
          <a:blip r:embed="rId5"/>
          <a:stretch>
            <a:fillRect/>
          </a:stretch>
        </p:blipFill>
        <p:spPr>
          <a:xfrm>
            <a:off x="76200" y="2682460"/>
            <a:ext cx="4131342" cy="1508540"/>
          </a:xfrm>
          <a:prstGeom prst="rect">
            <a:avLst/>
          </a:prstGeom>
        </p:spPr>
      </p:pic>
      <p:sp>
        <p:nvSpPr>
          <p:cNvPr id="23" name="TextBox 22">
            <a:extLst>
              <a:ext uri="{FF2B5EF4-FFF2-40B4-BE49-F238E27FC236}">
                <a16:creationId xmlns:a16="http://schemas.microsoft.com/office/drawing/2014/main" id="{7653E32D-6F34-4AC9-86BE-5B6884FD809D}"/>
              </a:ext>
            </a:extLst>
          </p:cNvPr>
          <p:cNvSpPr txBox="1"/>
          <p:nvPr/>
        </p:nvSpPr>
        <p:spPr>
          <a:xfrm>
            <a:off x="759448" y="5439730"/>
            <a:ext cx="7924800" cy="923330"/>
          </a:xfrm>
          <a:prstGeom prst="rect">
            <a:avLst/>
          </a:prstGeom>
          <a:noFill/>
        </p:spPr>
        <p:txBody>
          <a:bodyPr wrap="square" rtlCol="0">
            <a:spAutoFit/>
          </a:bodyPr>
          <a:lstStyle/>
          <a:p>
            <a:r>
              <a:rPr lang="en-US" dirty="0"/>
              <a:t>Recreate the </a:t>
            </a:r>
            <a:r>
              <a:rPr lang="en-US" b="1" dirty="0"/>
              <a:t>Cluster, let us assign 3 to Cluster B</a:t>
            </a:r>
          </a:p>
          <a:p>
            <a:r>
              <a:rPr lang="en-US" b="1" dirty="0"/>
              <a:t>Row 1,2 to Cluster A</a:t>
            </a:r>
          </a:p>
          <a:p>
            <a:r>
              <a:rPr lang="en-US" b="1" dirty="0"/>
              <a:t>Row </a:t>
            </a:r>
            <a:r>
              <a:rPr lang="en-US" b="1" dirty="0">
                <a:solidFill>
                  <a:srgbClr val="FF0000"/>
                </a:solidFill>
              </a:rPr>
              <a:t>3</a:t>
            </a:r>
            <a:r>
              <a:rPr lang="en-US" b="1" dirty="0"/>
              <a:t>,4,5 to Cluster B</a:t>
            </a:r>
            <a:endParaRPr lang="en-IN" b="1" dirty="0"/>
          </a:p>
        </p:txBody>
      </p:sp>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E57181CA-340C-7916-A240-BB7C26138C28}"/>
                  </a:ext>
                </a:extLst>
              </p14:cNvPr>
              <p14:cNvContentPartPr/>
              <p14:nvPr/>
            </p14:nvContentPartPr>
            <p14:xfrm>
              <a:off x="1311120" y="1795320"/>
              <a:ext cx="6898320" cy="4705560"/>
            </p14:xfrm>
          </p:contentPart>
        </mc:Choice>
        <mc:Fallback xmlns="">
          <p:pic>
            <p:nvPicPr>
              <p:cNvPr id="5" name="Ink 4">
                <a:extLst>
                  <a:ext uri="{FF2B5EF4-FFF2-40B4-BE49-F238E27FC236}">
                    <a16:creationId xmlns:a16="http://schemas.microsoft.com/office/drawing/2014/main" id="{E57181CA-340C-7916-A240-BB7C26138C28}"/>
                  </a:ext>
                </a:extLst>
              </p:cNvPr>
              <p:cNvPicPr/>
              <p:nvPr/>
            </p:nvPicPr>
            <p:blipFill>
              <a:blip r:embed="rId7"/>
              <a:stretch>
                <a:fillRect/>
              </a:stretch>
            </p:blipFill>
            <p:spPr>
              <a:xfrm>
                <a:off x="1301760" y="1785960"/>
                <a:ext cx="6917040" cy="4724280"/>
              </a:xfrm>
              <a:prstGeom prst="rect">
                <a:avLst/>
              </a:prstGeom>
            </p:spPr>
          </p:pic>
        </mc:Fallback>
      </mc:AlternateContent>
    </p:spTree>
    <p:extLst>
      <p:ext uri="{BB962C8B-B14F-4D97-AF65-F5344CB8AC3E}">
        <p14:creationId xmlns:p14="http://schemas.microsoft.com/office/powerpoint/2010/main" val="59203457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200" dirty="0"/>
              <a:t>5. Re Compute the Centroid for the rearranged clusters</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3D6B1717-2F8C-453F-8EE5-AC2829BB137B}"/>
              </a:ext>
            </a:extLst>
          </p:cNvPr>
          <p:cNvSpPr txBox="1"/>
          <p:nvPr/>
        </p:nvSpPr>
        <p:spPr>
          <a:xfrm>
            <a:off x="762000" y="1524000"/>
            <a:ext cx="7924800" cy="369332"/>
          </a:xfrm>
          <a:prstGeom prst="rect">
            <a:avLst/>
          </a:prstGeom>
          <a:noFill/>
        </p:spPr>
        <p:txBody>
          <a:bodyPr wrap="square" rtlCol="0">
            <a:spAutoFit/>
          </a:bodyPr>
          <a:lstStyle/>
          <a:p>
            <a:r>
              <a:rPr lang="en-US" dirty="0"/>
              <a:t>Recompute the centroid of the clusters with the modified data points</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8" name="TextBox 17">
            <a:extLst>
              <a:ext uri="{FF2B5EF4-FFF2-40B4-BE49-F238E27FC236}">
                <a16:creationId xmlns:a16="http://schemas.microsoft.com/office/drawing/2014/main"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14" name="TextBox 13">
            <a:extLst>
              <a:ext uri="{FF2B5EF4-FFF2-40B4-BE49-F238E27FC236}">
                <a16:creationId xmlns:a16="http://schemas.microsoft.com/office/drawing/2014/main" id="{0C3CB657-AF3A-4071-9746-677C3E0CAA52}"/>
              </a:ext>
            </a:extLst>
          </p:cNvPr>
          <p:cNvSpPr txBox="1"/>
          <p:nvPr/>
        </p:nvSpPr>
        <p:spPr>
          <a:xfrm>
            <a:off x="5848422" y="3631168"/>
            <a:ext cx="407484" cy="369332"/>
          </a:xfrm>
          <a:prstGeom prst="rect">
            <a:avLst/>
          </a:prstGeom>
          <a:noFill/>
        </p:spPr>
        <p:txBody>
          <a:bodyPr wrap="none" rtlCol="0">
            <a:spAutoFit/>
          </a:bodyPr>
          <a:lstStyle/>
          <a:p>
            <a:r>
              <a:rPr lang="en-IN" dirty="0"/>
              <a:t>*?</a:t>
            </a:r>
          </a:p>
        </p:txBody>
      </p:sp>
      <p:sp>
        <p:nvSpPr>
          <p:cNvPr id="16" name="TextBox 15">
            <a:extLst>
              <a:ext uri="{FF2B5EF4-FFF2-40B4-BE49-F238E27FC236}">
                <a16:creationId xmlns:a16="http://schemas.microsoft.com/office/drawing/2014/main" id="{DE3B9795-7838-4488-9C58-D740D9E8E5F8}"/>
              </a:ext>
            </a:extLst>
          </p:cNvPr>
          <p:cNvSpPr txBox="1"/>
          <p:nvPr/>
        </p:nvSpPr>
        <p:spPr>
          <a:xfrm>
            <a:off x="7530698" y="2790116"/>
            <a:ext cx="407484" cy="369332"/>
          </a:xfrm>
          <a:prstGeom prst="rect">
            <a:avLst/>
          </a:prstGeom>
          <a:noFill/>
        </p:spPr>
        <p:txBody>
          <a:bodyPr wrap="none" rtlCol="0">
            <a:spAutoFit/>
          </a:bodyPr>
          <a:lstStyle/>
          <a:p>
            <a:r>
              <a:rPr lang="en-IN" dirty="0"/>
              <a:t>*?</a:t>
            </a:r>
          </a:p>
        </p:txBody>
      </p:sp>
      <p:sp>
        <p:nvSpPr>
          <p:cNvPr id="21" name="Freeform: Shape 20">
            <a:extLst>
              <a:ext uri="{FF2B5EF4-FFF2-40B4-BE49-F238E27FC236}">
                <a16:creationId xmlns:a16="http://schemas.microsoft.com/office/drawing/2014/main" id="{31A6D215-FBEB-4F46-95FB-D32DF1225E37}"/>
              </a:ext>
            </a:extLst>
          </p:cNvPr>
          <p:cNvSpPr/>
          <p:nvPr/>
        </p:nvSpPr>
        <p:spPr>
          <a:xfrm>
            <a:off x="6313128" y="2703442"/>
            <a:ext cx="2251047" cy="1030357"/>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EAD92BC7-6FB2-4F42-9F10-A5FD5E3F43D3}"/>
              </a:ext>
            </a:extLst>
          </p:cNvPr>
          <p:cNvSpPr/>
          <p:nvPr/>
        </p:nvSpPr>
        <p:spPr>
          <a:xfrm>
            <a:off x="4876800" y="3566530"/>
            <a:ext cx="1539628" cy="954616"/>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6BD23AC7-7BEE-4009-8467-6511AFAF2427}"/>
              </a:ext>
            </a:extLst>
          </p:cNvPr>
          <p:cNvPicPr>
            <a:picLocks noChangeAspect="1"/>
          </p:cNvPicPr>
          <p:nvPr/>
        </p:nvPicPr>
        <p:blipFill>
          <a:blip r:embed="rId5"/>
          <a:stretch>
            <a:fillRect/>
          </a:stretch>
        </p:blipFill>
        <p:spPr>
          <a:xfrm>
            <a:off x="76200" y="2682460"/>
            <a:ext cx="4131342" cy="1508540"/>
          </a:xfrm>
          <a:prstGeom prst="rect">
            <a:avLst/>
          </a:prstGeom>
        </p:spPr>
      </p:pic>
    </p:spTree>
    <p:extLst>
      <p:ext uri="{BB962C8B-B14F-4D97-AF65-F5344CB8AC3E}">
        <p14:creationId xmlns:p14="http://schemas.microsoft.com/office/powerpoint/2010/main" val="152434067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262EC6EE-CA02-48E0-A65E-A8A3C72A2F17}"/>
              </a:ext>
            </a:extLst>
          </p:cNvPr>
          <p:cNvPicPr>
            <a:picLocks noChangeAspect="1"/>
          </p:cNvPicPr>
          <p:nvPr/>
        </p:nvPicPr>
        <p:blipFill>
          <a:blip r:embed="rId2"/>
          <a:stretch>
            <a:fillRect/>
          </a:stretch>
        </p:blipFill>
        <p:spPr>
          <a:xfrm>
            <a:off x="1676400" y="2371686"/>
            <a:ext cx="5791200" cy="2114628"/>
          </a:xfrm>
          <a:prstGeom prst="rect">
            <a:avLst/>
          </a:prstGeom>
        </p:spPr>
      </p:pic>
      <p:sp>
        <p:nvSpPr>
          <p:cNvPr id="2" name="Title 1"/>
          <p:cNvSpPr>
            <a:spLocks noGrp="1"/>
          </p:cNvSpPr>
          <p:nvPr>
            <p:ph type="title"/>
          </p:nvPr>
        </p:nvSpPr>
        <p:spPr/>
        <p:txBody>
          <a:bodyPr>
            <a:noAutofit/>
          </a:bodyPr>
          <a:lstStyle/>
          <a:p>
            <a:r>
              <a:rPr lang="en-IN" sz="3200" dirty="0"/>
              <a:t>6. How to Compute the centroid for A, B</a:t>
            </a:r>
          </a:p>
        </p:txBody>
      </p:sp>
      <p:sp>
        <p:nvSpPr>
          <p:cNvPr id="24" name="TextBox 23"/>
          <p:cNvSpPr txBox="1"/>
          <p:nvPr/>
        </p:nvSpPr>
        <p:spPr>
          <a:xfrm>
            <a:off x="569615" y="4962148"/>
            <a:ext cx="2630848" cy="369332"/>
          </a:xfrm>
          <a:prstGeom prst="rect">
            <a:avLst/>
          </a:prstGeom>
          <a:noFill/>
        </p:spPr>
        <p:txBody>
          <a:bodyPr wrap="none" rtlCol="0">
            <a:spAutoFit/>
          </a:bodyPr>
          <a:lstStyle/>
          <a:p>
            <a:r>
              <a:rPr lang="en-IN" dirty="0"/>
              <a:t>A= </a:t>
            </a:r>
            <a:r>
              <a:rPr lang="en-IN" dirty="0">
                <a:solidFill>
                  <a:srgbClr val="FF0000"/>
                </a:solidFill>
              </a:rPr>
              <a:t>(1+2)/2=1.5</a:t>
            </a:r>
            <a:r>
              <a:rPr lang="en-IN" dirty="0"/>
              <a:t>, </a:t>
            </a:r>
            <a:r>
              <a:rPr lang="en-IN" dirty="0">
                <a:solidFill>
                  <a:srgbClr val="FF0000"/>
                </a:solidFill>
              </a:rPr>
              <a:t>(1+1)/2=1</a:t>
            </a:r>
          </a:p>
        </p:txBody>
      </p:sp>
      <p:sp>
        <p:nvSpPr>
          <p:cNvPr id="47" name="TextBox 46">
            <a:extLst>
              <a:ext uri="{FF2B5EF4-FFF2-40B4-BE49-F238E27FC236}">
                <a16:creationId xmlns:a16="http://schemas.microsoft.com/office/drawing/2014/main" id="{43B67A58-0145-43B4-95B3-82096DE03206}"/>
              </a:ext>
            </a:extLst>
          </p:cNvPr>
          <p:cNvSpPr txBox="1"/>
          <p:nvPr/>
        </p:nvSpPr>
        <p:spPr>
          <a:xfrm>
            <a:off x="5812062" y="2938790"/>
            <a:ext cx="436338" cy="261610"/>
          </a:xfrm>
          <a:prstGeom prst="rect">
            <a:avLst/>
          </a:prstGeom>
          <a:noFill/>
        </p:spPr>
        <p:txBody>
          <a:bodyPr wrap="square" rtlCol="0">
            <a:spAutoFit/>
          </a:bodyPr>
          <a:lstStyle/>
          <a:p>
            <a:r>
              <a:rPr lang="en-IN" sz="1100" dirty="0"/>
              <a:t>1</a:t>
            </a:r>
          </a:p>
        </p:txBody>
      </p:sp>
      <p:sp>
        <p:nvSpPr>
          <p:cNvPr id="49" name="Left Brace 48">
            <a:extLst>
              <a:ext uri="{FF2B5EF4-FFF2-40B4-BE49-F238E27FC236}">
                <a16:creationId xmlns:a16="http://schemas.microsoft.com/office/drawing/2014/main" id="{67FA81EB-7170-4308-BD72-30BA4EA64CB8}"/>
              </a:ext>
            </a:extLst>
          </p:cNvPr>
          <p:cNvSpPr/>
          <p:nvPr/>
        </p:nvSpPr>
        <p:spPr>
          <a:xfrm>
            <a:off x="6030087" y="2743200"/>
            <a:ext cx="222684" cy="64254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27" name="TextBox 26">
            <a:extLst>
              <a:ext uri="{FF2B5EF4-FFF2-40B4-BE49-F238E27FC236}">
                <a16:creationId xmlns:a16="http://schemas.microsoft.com/office/drawing/2014/main" id="{82314DFD-7DBE-44F7-96CF-9CB0E9571CB3}"/>
              </a:ext>
            </a:extLst>
          </p:cNvPr>
          <p:cNvSpPr txBox="1"/>
          <p:nvPr/>
        </p:nvSpPr>
        <p:spPr>
          <a:xfrm>
            <a:off x="5638800" y="3853190"/>
            <a:ext cx="436338" cy="261610"/>
          </a:xfrm>
          <a:prstGeom prst="rect">
            <a:avLst/>
          </a:prstGeom>
          <a:noFill/>
        </p:spPr>
        <p:txBody>
          <a:bodyPr wrap="square" rtlCol="0">
            <a:spAutoFit/>
          </a:bodyPr>
          <a:lstStyle/>
          <a:p>
            <a:r>
              <a:rPr lang="en-IN" sz="1100" dirty="0"/>
              <a:t>6.33</a:t>
            </a:r>
          </a:p>
        </p:txBody>
      </p:sp>
      <p:sp>
        <p:nvSpPr>
          <p:cNvPr id="30" name="Left Brace 29">
            <a:extLst>
              <a:ext uri="{FF2B5EF4-FFF2-40B4-BE49-F238E27FC236}">
                <a16:creationId xmlns:a16="http://schemas.microsoft.com/office/drawing/2014/main" id="{F742D9F3-5CFD-4C56-914C-3F6C95165C0A}"/>
              </a:ext>
            </a:extLst>
          </p:cNvPr>
          <p:cNvSpPr/>
          <p:nvPr/>
        </p:nvSpPr>
        <p:spPr>
          <a:xfrm>
            <a:off x="6047907" y="3571837"/>
            <a:ext cx="204864" cy="83402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1" name="TextBox 30">
            <a:extLst>
              <a:ext uri="{FF2B5EF4-FFF2-40B4-BE49-F238E27FC236}">
                <a16:creationId xmlns:a16="http://schemas.microsoft.com/office/drawing/2014/main" id="{F21A98D8-FD4E-4268-B410-BAA03F22A228}"/>
              </a:ext>
            </a:extLst>
          </p:cNvPr>
          <p:cNvSpPr txBox="1"/>
          <p:nvPr/>
        </p:nvSpPr>
        <p:spPr>
          <a:xfrm>
            <a:off x="3343343" y="3002304"/>
            <a:ext cx="436338" cy="261610"/>
          </a:xfrm>
          <a:prstGeom prst="rect">
            <a:avLst/>
          </a:prstGeom>
          <a:noFill/>
        </p:spPr>
        <p:txBody>
          <a:bodyPr wrap="square" rtlCol="0">
            <a:spAutoFit/>
          </a:bodyPr>
          <a:lstStyle/>
          <a:p>
            <a:r>
              <a:rPr lang="en-IN" sz="1100" dirty="0"/>
              <a:t>1.5</a:t>
            </a:r>
          </a:p>
        </p:txBody>
      </p:sp>
      <p:sp>
        <p:nvSpPr>
          <p:cNvPr id="32" name="Left Brace 31">
            <a:extLst>
              <a:ext uri="{FF2B5EF4-FFF2-40B4-BE49-F238E27FC236}">
                <a16:creationId xmlns:a16="http://schemas.microsoft.com/office/drawing/2014/main" id="{42B5F69E-658D-424C-9A54-1178C0B6E8C3}"/>
              </a:ext>
            </a:extLst>
          </p:cNvPr>
          <p:cNvSpPr/>
          <p:nvPr/>
        </p:nvSpPr>
        <p:spPr>
          <a:xfrm>
            <a:off x="3659429" y="2799806"/>
            <a:ext cx="222684" cy="642542"/>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3" name="TextBox 32">
            <a:extLst>
              <a:ext uri="{FF2B5EF4-FFF2-40B4-BE49-F238E27FC236}">
                <a16:creationId xmlns:a16="http://schemas.microsoft.com/office/drawing/2014/main" id="{DD0ED5DE-5F1D-4E6A-899C-5662353ED5C3}"/>
              </a:ext>
            </a:extLst>
          </p:cNvPr>
          <p:cNvSpPr txBox="1"/>
          <p:nvPr/>
        </p:nvSpPr>
        <p:spPr>
          <a:xfrm>
            <a:off x="3268142" y="3909796"/>
            <a:ext cx="436338" cy="261610"/>
          </a:xfrm>
          <a:prstGeom prst="rect">
            <a:avLst/>
          </a:prstGeom>
          <a:noFill/>
        </p:spPr>
        <p:txBody>
          <a:bodyPr wrap="square" rtlCol="0">
            <a:spAutoFit/>
          </a:bodyPr>
          <a:lstStyle/>
          <a:p>
            <a:r>
              <a:rPr lang="en-IN" sz="1100" dirty="0"/>
              <a:t>5.33</a:t>
            </a:r>
          </a:p>
        </p:txBody>
      </p:sp>
      <p:sp>
        <p:nvSpPr>
          <p:cNvPr id="34" name="Left Brace 33">
            <a:extLst>
              <a:ext uri="{FF2B5EF4-FFF2-40B4-BE49-F238E27FC236}">
                <a16:creationId xmlns:a16="http://schemas.microsoft.com/office/drawing/2014/main" id="{7AAACA3B-D2CD-4BF6-993D-8EF17755D4AC}"/>
              </a:ext>
            </a:extLst>
          </p:cNvPr>
          <p:cNvSpPr/>
          <p:nvPr/>
        </p:nvSpPr>
        <p:spPr>
          <a:xfrm>
            <a:off x="3677249" y="3628443"/>
            <a:ext cx="204864" cy="834024"/>
          </a:xfrm>
          <a:prstGeom prst="leftBrace">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IN"/>
          </a:p>
        </p:txBody>
      </p:sp>
      <p:sp>
        <p:nvSpPr>
          <p:cNvPr id="35" name="TextBox 34">
            <a:extLst>
              <a:ext uri="{FF2B5EF4-FFF2-40B4-BE49-F238E27FC236}">
                <a16:creationId xmlns:a16="http://schemas.microsoft.com/office/drawing/2014/main" id="{97984302-268D-4AED-98D2-D768D7A57C15}"/>
              </a:ext>
            </a:extLst>
          </p:cNvPr>
          <p:cNvSpPr txBox="1"/>
          <p:nvPr/>
        </p:nvSpPr>
        <p:spPr>
          <a:xfrm>
            <a:off x="4953000" y="4962148"/>
            <a:ext cx="3496470" cy="369332"/>
          </a:xfrm>
          <a:prstGeom prst="rect">
            <a:avLst/>
          </a:prstGeom>
          <a:noFill/>
        </p:spPr>
        <p:txBody>
          <a:bodyPr wrap="none" rtlCol="0">
            <a:spAutoFit/>
          </a:bodyPr>
          <a:lstStyle/>
          <a:p>
            <a:r>
              <a:rPr lang="en-IN" dirty="0"/>
              <a:t>B= </a:t>
            </a:r>
            <a:r>
              <a:rPr lang="en-IN" dirty="0">
                <a:solidFill>
                  <a:srgbClr val="FF0000"/>
                </a:solidFill>
              </a:rPr>
              <a:t>(4+7+5)/3=5.33</a:t>
            </a:r>
            <a:r>
              <a:rPr lang="en-IN" dirty="0"/>
              <a:t>, </a:t>
            </a:r>
            <a:r>
              <a:rPr lang="en-IN" dirty="0">
                <a:solidFill>
                  <a:srgbClr val="FF0000"/>
                </a:solidFill>
              </a:rPr>
              <a:t>(5+7+7)/3=6.33</a:t>
            </a:r>
          </a:p>
        </p:txBody>
      </p:sp>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DA9F0D75-0587-57B1-3243-F05D3DD6CC4D}"/>
                  </a:ext>
                </a:extLst>
              </p14:cNvPr>
              <p14:cNvContentPartPr/>
              <p14:nvPr/>
            </p14:nvContentPartPr>
            <p14:xfrm>
              <a:off x="1029240" y="1866600"/>
              <a:ext cx="7164000" cy="3570120"/>
            </p14:xfrm>
          </p:contentPart>
        </mc:Choice>
        <mc:Fallback xmlns="">
          <p:pic>
            <p:nvPicPr>
              <p:cNvPr id="3" name="Ink 2">
                <a:extLst>
                  <a:ext uri="{FF2B5EF4-FFF2-40B4-BE49-F238E27FC236}">
                    <a16:creationId xmlns:a16="http://schemas.microsoft.com/office/drawing/2014/main" id="{DA9F0D75-0587-57B1-3243-F05D3DD6CC4D}"/>
                  </a:ext>
                </a:extLst>
              </p:cNvPr>
              <p:cNvPicPr/>
              <p:nvPr/>
            </p:nvPicPr>
            <p:blipFill>
              <a:blip r:embed="rId4"/>
              <a:stretch>
                <a:fillRect/>
              </a:stretch>
            </p:blipFill>
            <p:spPr>
              <a:xfrm>
                <a:off x="1019880" y="1857240"/>
                <a:ext cx="7182720" cy="3588840"/>
              </a:xfrm>
              <a:prstGeom prst="rect">
                <a:avLst/>
              </a:prstGeom>
            </p:spPr>
          </p:pic>
        </mc:Fallback>
      </mc:AlternateContent>
    </p:spTree>
    <p:extLst>
      <p:ext uri="{BB962C8B-B14F-4D97-AF65-F5344CB8AC3E}">
        <p14:creationId xmlns:p14="http://schemas.microsoft.com/office/powerpoint/2010/main" val="22839930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7. Plot the new Centroids on the graph </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3D6B1717-2F8C-453F-8EE5-AC2829BB137B}"/>
              </a:ext>
            </a:extLst>
          </p:cNvPr>
          <p:cNvSpPr txBox="1"/>
          <p:nvPr/>
        </p:nvSpPr>
        <p:spPr>
          <a:xfrm>
            <a:off x="762000" y="1524000"/>
            <a:ext cx="7924800" cy="369332"/>
          </a:xfrm>
          <a:prstGeom prst="rect">
            <a:avLst/>
          </a:prstGeom>
          <a:noFill/>
        </p:spPr>
        <p:txBody>
          <a:bodyPr wrap="square" rtlCol="0">
            <a:spAutoFit/>
          </a:bodyPr>
          <a:lstStyle/>
          <a:p>
            <a:r>
              <a:rPr lang="en-US" dirty="0"/>
              <a:t>Recompute the centroid of the clusters with the modified data points</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8" name="TextBox 17">
            <a:extLst>
              <a:ext uri="{FF2B5EF4-FFF2-40B4-BE49-F238E27FC236}">
                <a16:creationId xmlns:a16="http://schemas.microsoft.com/office/drawing/2014/main"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14" name="TextBox 13">
            <a:extLst>
              <a:ext uri="{FF2B5EF4-FFF2-40B4-BE49-F238E27FC236}">
                <a16:creationId xmlns:a16="http://schemas.microsoft.com/office/drawing/2014/main" id="{0C3CB657-AF3A-4071-9746-677C3E0CAA52}"/>
              </a:ext>
            </a:extLst>
          </p:cNvPr>
          <p:cNvSpPr txBox="1"/>
          <p:nvPr/>
        </p:nvSpPr>
        <p:spPr>
          <a:xfrm>
            <a:off x="4989188" y="3938096"/>
            <a:ext cx="300082" cy="369332"/>
          </a:xfrm>
          <a:prstGeom prst="rect">
            <a:avLst/>
          </a:prstGeom>
          <a:noFill/>
        </p:spPr>
        <p:txBody>
          <a:bodyPr wrap="none" rtlCol="0">
            <a:spAutoFit/>
          </a:bodyPr>
          <a:lstStyle/>
          <a:p>
            <a:r>
              <a:rPr lang="en-IN" dirty="0"/>
              <a:t>*</a:t>
            </a:r>
          </a:p>
        </p:txBody>
      </p:sp>
      <p:sp>
        <p:nvSpPr>
          <p:cNvPr id="16" name="TextBox 15">
            <a:extLst>
              <a:ext uri="{FF2B5EF4-FFF2-40B4-BE49-F238E27FC236}">
                <a16:creationId xmlns:a16="http://schemas.microsoft.com/office/drawing/2014/main" id="{DE3B9795-7838-4488-9C58-D740D9E8E5F8}"/>
              </a:ext>
            </a:extLst>
          </p:cNvPr>
          <p:cNvSpPr txBox="1"/>
          <p:nvPr/>
        </p:nvSpPr>
        <p:spPr>
          <a:xfrm>
            <a:off x="7405745" y="3086100"/>
            <a:ext cx="300082" cy="369332"/>
          </a:xfrm>
          <a:prstGeom prst="rect">
            <a:avLst/>
          </a:prstGeom>
          <a:noFill/>
        </p:spPr>
        <p:txBody>
          <a:bodyPr wrap="none" rtlCol="0">
            <a:spAutoFit/>
          </a:bodyPr>
          <a:lstStyle/>
          <a:p>
            <a:r>
              <a:rPr lang="en-IN" dirty="0"/>
              <a:t>*</a:t>
            </a:r>
          </a:p>
        </p:txBody>
      </p:sp>
      <p:sp>
        <p:nvSpPr>
          <p:cNvPr id="21" name="Freeform: Shape 20">
            <a:extLst>
              <a:ext uri="{FF2B5EF4-FFF2-40B4-BE49-F238E27FC236}">
                <a16:creationId xmlns:a16="http://schemas.microsoft.com/office/drawing/2014/main" id="{31A6D215-FBEB-4F46-95FB-D32DF1225E37}"/>
              </a:ext>
            </a:extLst>
          </p:cNvPr>
          <p:cNvSpPr/>
          <p:nvPr/>
        </p:nvSpPr>
        <p:spPr>
          <a:xfrm>
            <a:off x="6313128" y="2703442"/>
            <a:ext cx="2251047" cy="1030357"/>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EAD92BC7-6FB2-4F42-9F10-A5FD5E3F43D3}"/>
              </a:ext>
            </a:extLst>
          </p:cNvPr>
          <p:cNvSpPr/>
          <p:nvPr/>
        </p:nvSpPr>
        <p:spPr>
          <a:xfrm>
            <a:off x="4572000" y="3693584"/>
            <a:ext cx="1539628" cy="954616"/>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6BD23AC7-7BEE-4009-8467-6511AFAF2427}"/>
              </a:ext>
            </a:extLst>
          </p:cNvPr>
          <p:cNvPicPr>
            <a:picLocks noChangeAspect="1"/>
          </p:cNvPicPr>
          <p:nvPr/>
        </p:nvPicPr>
        <p:blipFill>
          <a:blip r:embed="rId5"/>
          <a:stretch>
            <a:fillRect/>
          </a:stretch>
        </p:blipFill>
        <p:spPr>
          <a:xfrm>
            <a:off x="76200" y="2682460"/>
            <a:ext cx="4131342" cy="1508540"/>
          </a:xfrm>
          <a:prstGeom prst="rect">
            <a:avLst/>
          </a:prstGeom>
        </p:spPr>
      </p:pic>
      <p:sp>
        <p:nvSpPr>
          <p:cNvPr id="15" name="Oval 14">
            <a:extLst>
              <a:ext uri="{FF2B5EF4-FFF2-40B4-BE49-F238E27FC236}">
                <a16:creationId xmlns:a16="http://schemas.microsoft.com/office/drawing/2014/main" id="{D23AEF27-DD04-48AC-9F04-AD6E85969A11}"/>
              </a:ext>
            </a:extLst>
          </p:cNvPr>
          <p:cNvSpPr/>
          <p:nvPr/>
        </p:nvSpPr>
        <p:spPr>
          <a:xfrm>
            <a:off x="4835791" y="3205740"/>
            <a:ext cx="620686" cy="5562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800" dirty="0">
                <a:solidFill>
                  <a:schemeClr val="tx1"/>
                </a:solidFill>
              </a:rPr>
              <a:t>1.5</a:t>
            </a:r>
          </a:p>
          <a:p>
            <a:r>
              <a:rPr lang="en-US" sz="800" dirty="0">
                <a:solidFill>
                  <a:schemeClr val="tx1"/>
                </a:solidFill>
              </a:rPr>
              <a:t>1</a:t>
            </a:r>
          </a:p>
        </p:txBody>
      </p:sp>
      <p:sp>
        <p:nvSpPr>
          <p:cNvPr id="20" name="Oval 19">
            <a:extLst>
              <a:ext uri="{FF2B5EF4-FFF2-40B4-BE49-F238E27FC236}">
                <a16:creationId xmlns:a16="http://schemas.microsoft.com/office/drawing/2014/main" id="{D23AEF27-DD04-48AC-9F04-AD6E85969A11}"/>
              </a:ext>
            </a:extLst>
          </p:cNvPr>
          <p:cNvSpPr/>
          <p:nvPr/>
        </p:nvSpPr>
        <p:spPr>
          <a:xfrm>
            <a:off x="7682246" y="3784751"/>
            <a:ext cx="620686" cy="5562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800" dirty="0">
                <a:solidFill>
                  <a:schemeClr val="tx1"/>
                </a:solidFill>
              </a:rPr>
              <a:t>5.33</a:t>
            </a:r>
          </a:p>
          <a:p>
            <a:r>
              <a:rPr lang="en-US" sz="800" dirty="0">
                <a:solidFill>
                  <a:schemeClr val="tx1"/>
                </a:solidFill>
              </a:rPr>
              <a:t>6.33</a:t>
            </a:r>
          </a:p>
        </p:txBody>
      </p:sp>
      <p:sp>
        <p:nvSpPr>
          <p:cNvPr id="23" name="TextBox 22">
            <a:extLst>
              <a:ext uri="{FF2B5EF4-FFF2-40B4-BE49-F238E27FC236}">
                <a16:creationId xmlns:a16="http://schemas.microsoft.com/office/drawing/2014/main" id="{33ECCD9E-8E39-4663-A1AD-4BC69BFC5AB8}"/>
              </a:ext>
            </a:extLst>
          </p:cNvPr>
          <p:cNvSpPr txBox="1"/>
          <p:nvPr/>
        </p:nvSpPr>
        <p:spPr>
          <a:xfrm>
            <a:off x="569615" y="5580457"/>
            <a:ext cx="2630848" cy="369332"/>
          </a:xfrm>
          <a:prstGeom prst="rect">
            <a:avLst/>
          </a:prstGeom>
          <a:noFill/>
        </p:spPr>
        <p:txBody>
          <a:bodyPr wrap="none" rtlCol="0">
            <a:spAutoFit/>
          </a:bodyPr>
          <a:lstStyle/>
          <a:p>
            <a:r>
              <a:rPr lang="en-IN" dirty="0"/>
              <a:t>A= </a:t>
            </a:r>
            <a:r>
              <a:rPr lang="en-IN" dirty="0">
                <a:solidFill>
                  <a:srgbClr val="FF0000"/>
                </a:solidFill>
              </a:rPr>
              <a:t>(1+2)/2=1.5</a:t>
            </a:r>
            <a:r>
              <a:rPr lang="en-IN" dirty="0"/>
              <a:t>, </a:t>
            </a:r>
            <a:r>
              <a:rPr lang="en-IN" dirty="0">
                <a:solidFill>
                  <a:srgbClr val="FF0000"/>
                </a:solidFill>
              </a:rPr>
              <a:t>(1+1)/2=1</a:t>
            </a:r>
          </a:p>
        </p:txBody>
      </p:sp>
      <p:sp>
        <p:nvSpPr>
          <p:cNvPr id="24" name="TextBox 23">
            <a:extLst>
              <a:ext uri="{FF2B5EF4-FFF2-40B4-BE49-F238E27FC236}">
                <a16:creationId xmlns:a16="http://schemas.microsoft.com/office/drawing/2014/main" id="{40149F9A-BCB1-4257-9179-3F22FDAAB148}"/>
              </a:ext>
            </a:extLst>
          </p:cNvPr>
          <p:cNvSpPr txBox="1"/>
          <p:nvPr/>
        </p:nvSpPr>
        <p:spPr>
          <a:xfrm>
            <a:off x="4953000" y="5580457"/>
            <a:ext cx="3496470" cy="369332"/>
          </a:xfrm>
          <a:prstGeom prst="rect">
            <a:avLst/>
          </a:prstGeom>
          <a:noFill/>
        </p:spPr>
        <p:txBody>
          <a:bodyPr wrap="none" rtlCol="0">
            <a:spAutoFit/>
          </a:bodyPr>
          <a:lstStyle/>
          <a:p>
            <a:r>
              <a:rPr lang="en-IN" dirty="0"/>
              <a:t>B= </a:t>
            </a:r>
            <a:r>
              <a:rPr lang="en-IN" dirty="0">
                <a:solidFill>
                  <a:srgbClr val="FF0000"/>
                </a:solidFill>
              </a:rPr>
              <a:t>(4+7+5)/3=5.33</a:t>
            </a:r>
            <a:r>
              <a:rPr lang="en-IN" dirty="0"/>
              <a:t>, </a:t>
            </a:r>
            <a:r>
              <a:rPr lang="en-IN" dirty="0">
                <a:solidFill>
                  <a:srgbClr val="FF0000"/>
                </a:solidFill>
              </a:rPr>
              <a:t>(5+7+7)/3=6.33</a:t>
            </a:r>
          </a:p>
        </p:txBody>
      </p:sp>
      <p:sp>
        <p:nvSpPr>
          <p:cNvPr id="25" name="TextBox 24">
            <a:extLst>
              <a:ext uri="{FF2B5EF4-FFF2-40B4-BE49-F238E27FC236}">
                <a16:creationId xmlns:a16="http://schemas.microsoft.com/office/drawing/2014/main" id="{6A3E2F89-9AFD-4E5D-9634-1450EA0011A8}"/>
              </a:ext>
            </a:extLst>
          </p:cNvPr>
          <p:cNvSpPr txBox="1"/>
          <p:nvPr/>
        </p:nvSpPr>
        <p:spPr>
          <a:xfrm>
            <a:off x="1582259" y="5278733"/>
            <a:ext cx="845103" cy="369332"/>
          </a:xfrm>
          <a:prstGeom prst="rect">
            <a:avLst/>
          </a:prstGeom>
          <a:noFill/>
        </p:spPr>
        <p:txBody>
          <a:bodyPr wrap="none" rtlCol="0">
            <a:spAutoFit/>
          </a:bodyPr>
          <a:lstStyle/>
          <a:p>
            <a:r>
              <a:rPr lang="en-IN" dirty="0"/>
              <a:t>(1.5, 1)</a:t>
            </a:r>
          </a:p>
        </p:txBody>
      </p:sp>
      <p:sp>
        <p:nvSpPr>
          <p:cNvPr id="26" name="TextBox 25">
            <a:extLst>
              <a:ext uri="{FF2B5EF4-FFF2-40B4-BE49-F238E27FC236}">
                <a16:creationId xmlns:a16="http://schemas.microsoft.com/office/drawing/2014/main" id="{2E1C7BA9-D0D7-4D2A-B4C9-D49C308824D1}"/>
              </a:ext>
            </a:extLst>
          </p:cNvPr>
          <p:cNvSpPr txBox="1"/>
          <p:nvPr/>
        </p:nvSpPr>
        <p:spPr>
          <a:xfrm>
            <a:off x="6377114" y="5211125"/>
            <a:ext cx="1253869" cy="369332"/>
          </a:xfrm>
          <a:prstGeom prst="rect">
            <a:avLst/>
          </a:prstGeom>
          <a:noFill/>
        </p:spPr>
        <p:txBody>
          <a:bodyPr wrap="none" rtlCol="0">
            <a:spAutoFit/>
          </a:bodyPr>
          <a:lstStyle/>
          <a:p>
            <a:r>
              <a:rPr lang="en-IN" dirty="0"/>
              <a:t>(5.33, 6.33)</a:t>
            </a:r>
          </a:p>
        </p:txBody>
      </p:sp>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A66800A2-7E14-2FB2-89D6-404A69ADB2B3}"/>
                  </a:ext>
                </a:extLst>
              </p14:cNvPr>
              <p14:cNvContentPartPr/>
              <p14:nvPr/>
            </p14:nvContentPartPr>
            <p14:xfrm>
              <a:off x="4696560" y="3106080"/>
              <a:ext cx="3009600" cy="1096920"/>
            </p14:xfrm>
          </p:contentPart>
        </mc:Choice>
        <mc:Fallback xmlns="">
          <p:pic>
            <p:nvPicPr>
              <p:cNvPr id="5" name="Ink 4">
                <a:extLst>
                  <a:ext uri="{FF2B5EF4-FFF2-40B4-BE49-F238E27FC236}">
                    <a16:creationId xmlns:a16="http://schemas.microsoft.com/office/drawing/2014/main" id="{A66800A2-7E14-2FB2-89D6-404A69ADB2B3}"/>
                  </a:ext>
                </a:extLst>
              </p:cNvPr>
              <p:cNvPicPr/>
              <p:nvPr/>
            </p:nvPicPr>
            <p:blipFill>
              <a:blip r:embed="rId7"/>
              <a:stretch>
                <a:fillRect/>
              </a:stretch>
            </p:blipFill>
            <p:spPr>
              <a:xfrm>
                <a:off x="4687200" y="3096720"/>
                <a:ext cx="3028320" cy="111564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8" name="Ink 7">
                <a:extLst>
                  <a:ext uri="{FF2B5EF4-FFF2-40B4-BE49-F238E27FC236}">
                    <a16:creationId xmlns:a16="http://schemas.microsoft.com/office/drawing/2014/main" id="{925D1B87-EF96-571F-CAB4-CBAF85B1B6D0}"/>
                  </a:ext>
                </a:extLst>
              </p14:cNvPr>
              <p14:cNvContentPartPr/>
              <p14:nvPr/>
            </p14:nvContentPartPr>
            <p14:xfrm>
              <a:off x="4807440" y="1672560"/>
              <a:ext cx="3799800" cy="5124240"/>
            </p14:xfrm>
          </p:contentPart>
        </mc:Choice>
        <mc:Fallback xmlns="">
          <p:pic>
            <p:nvPicPr>
              <p:cNvPr id="8" name="Ink 7">
                <a:extLst>
                  <a:ext uri="{FF2B5EF4-FFF2-40B4-BE49-F238E27FC236}">
                    <a16:creationId xmlns:a16="http://schemas.microsoft.com/office/drawing/2014/main" id="{925D1B87-EF96-571F-CAB4-CBAF85B1B6D0}"/>
                  </a:ext>
                </a:extLst>
              </p:cNvPr>
              <p:cNvPicPr/>
              <p:nvPr/>
            </p:nvPicPr>
            <p:blipFill>
              <a:blip r:embed="rId9"/>
              <a:stretch>
                <a:fillRect/>
              </a:stretch>
            </p:blipFill>
            <p:spPr>
              <a:xfrm>
                <a:off x="4798080" y="1663200"/>
                <a:ext cx="3818520" cy="5142960"/>
              </a:xfrm>
              <a:prstGeom prst="rect">
                <a:avLst/>
              </a:prstGeom>
            </p:spPr>
          </p:pic>
        </mc:Fallback>
      </mc:AlternateContent>
    </p:spTree>
    <p:extLst>
      <p:ext uri="{BB962C8B-B14F-4D97-AF65-F5344CB8AC3E}">
        <p14:creationId xmlns:p14="http://schemas.microsoft.com/office/powerpoint/2010/main" val="25427552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IN" sz="3200" dirty="0"/>
              <a:t>Re-Compute the Euclidean Distances from the centroids</a:t>
            </a:r>
          </a:p>
        </p:txBody>
      </p:sp>
      <p:pic>
        <p:nvPicPr>
          <p:cNvPr id="8195" name="Picture 3"/>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457200" y="1682513"/>
            <a:ext cx="8229600" cy="436133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mc:AlternateContent xmlns:mc="http://schemas.openxmlformats.org/markup-compatibility/2006" xmlns:p14="http://schemas.microsoft.com/office/powerpoint/2010/main">
        <mc:Choice Requires="p14">
          <p:contentPart p14:bwMode="auto" r:id="rId3">
            <p14:nvContentPartPr>
              <p14:cNvPr id="3" name="Ink 2">
                <a:extLst>
                  <a:ext uri="{FF2B5EF4-FFF2-40B4-BE49-F238E27FC236}">
                    <a16:creationId xmlns:a16="http://schemas.microsoft.com/office/drawing/2014/main" id="{92329EC6-22A7-5579-40FA-F43F55ACBB8A}"/>
                  </a:ext>
                </a:extLst>
              </p14:cNvPr>
              <p14:cNvContentPartPr/>
              <p14:nvPr/>
            </p14:nvContentPartPr>
            <p14:xfrm>
              <a:off x="857880" y="1490040"/>
              <a:ext cx="7610400" cy="4282560"/>
            </p14:xfrm>
          </p:contentPart>
        </mc:Choice>
        <mc:Fallback xmlns="">
          <p:pic>
            <p:nvPicPr>
              <p:cNvPr id="3" name="Ink 2">
                <a:extLst>
                  <a:ext uri="{FF2B5EF4-FFF2-40B4-BE49-F238E27FC236}">
                    <a16:creationId xmlns:a16="http://schemas.microsoft.com/office/drawing/2014/main" id="{92329EC6-22A7-5579-40FA-F43F55ACBB8A}"/>
                  </a:ext>
                </a:extLst>
              </p:cNvPr>
              <p:cNvPicPr/>
              <p:nvPr/>
            </p:nvPicPr>
            <p:blipFill>
              <a:blip r:embed="rId4"/>
              <a:stretch>
                <a:fillRect/>
              </a:stretch>
            </p:blipFill>
            <p:spPr>
              <a:xfrm>
                <a:off x="848520" y="1480680"/>
                <a:ext cx="7629120" cy="4301280"/>
              </a:xfrm>
              <a:prstGeom prst="rect">
                <a:avLst/>
              </a:prstGeom>
            </p:spPr>
          </p:pic>
        </mc:Fallback>
      </mc:AlternateContent>
    </p:spTree>
    <p:extLst>
      <p:ext uri="{BB962C8B-B14F-4D97-AF65-F5344CB8AC3E}">
        <p14:creationId xmlns:p14="http://schemas.microsoft.com/office/powerpoint/2010/main" val="394203472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Repeat</a:t>
            </a:r>
          </a:p>
        </p:txBody>
      </p:sp>
      <p:sp>
        <p:nvSpPr>
          <p:cNvPr id="4" name="Rectangle 3">
            <a:extLst>
              <a:ext uri="{FF2B5EF4-FFF2-40B4-BE49-F238E27FC236}">
                <a16:creationId xmlns:a16="http://schemas.microsoft.com/office/drawing/2014/main" id="{3A427C80-0E5B-4486-BF2D-9AAEE0DD8573}"/>
              </a:ext>
            </a:extLst>
          </p:cNvPr>
          <p:cNvSpPr/>
          <p:nvPr/>
        </p:nvSpPr>
        <p:spPr>
          <a:xfrm>
            <a:off x="5791200" y="3810000"/>
            <a:ext cx="304800" cy="1905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F16F39B-2B84-4206-9E2F-8A76771A9401}"/>
              </a:ext>
            </a:extLst>
          </p:cNvPr>
          <p:cNvSpPr/>
          <p:nvPr/>
        </p:nvSpPr>
        <p:spPr>
          <a:xfrm>
            <a:off x="7391400" y="2971800"/>
            <a:ext cx="304800" cy="1143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7" name="Chart 6">
            <a:extLst>
              <a:ext uri="{FF2B5EF4-FFF2-40B4-BE49-F238E27FC236}">
                <a16:creationId xmlns:a16="http://schemas.microsoft.com/office/drawing/2014/main" id="{D603CB13-E743-4CE3-A806-CEC531152898}"/>
              </a:ext>
            </a:extLst>
          </p:cNvPr>
          <p:cNvGraphicFramePr>
            <a:graphicFrameLocks/>
          </p:cNvGraphicFramePr>
          <p:nvPr/>
        </p:nvGraphicFramePr>
        <p:xfrm>
          <a:off x="4114800" y="2245581"/>
          <a:ext cx="4572000" cy="2743200"/>
        </p:xfrm>
        <a:graphic>
          <a:graphicData uri="http://schemas.openxmlformats.org/drawingml/2006/chart">
            <c:chart xmlns:c="http://schemas.openxmlformats.org/drawingml/2006/chart" xmlns:r="http://schemas.openxmlformats.org/officeDocument/2006/relationships" r:id="rId2"/>
          </a:graphicData>
        </a:graphic>
      </p:graphicFrame>
      <p:sp>
        <p:nvSpPr>
          <p:cNvPr id="3" name="TextBox 2">
            <a:extLst>
              <a:ext uri="{FF2B5EF4-FFF2-40B4-BE49-F238E27FC236}">
                <a16:creationId xmlns:a16="http://schemas.microsoft.com/office/drawing/2014/main" id="{3D6B1717-2F8C-453F-8EE5-AC2829BB137B}"/>
              </a:ext>
            </a:extLst>
          </p:cNvPr>
          <p:cNvSpPr txBox="1"/>
          <p:nvPr/>
        </p:nvSpPr>
        <p:spPr>
          <a:xfrm>
            <a:off x="762000" y="1524000"/>
            <a:ext cx="7924800" cy="646331"/>
          </a:xfrm>
          <a:prstGeom prst="rect">
            <a:avLst/>
          </a:prstGeom>
          <a:noFill/>
        </p:spPr>
        <p:txBody>
          <a:bodyPr wrap="square" rtlCol="0">
            <a:spAutoFit/>
          </a:bodyPr>
          <a:lstStyle/>
          <a:p>
            <a:r>
              <a:rPr lang="en-US" dirty="0"/>
              <a:t>This process is repeated until there is no change in the clusters distance. K is chosen randomly or by giving specific initial starting points by the user.</a:t>
            </a:r>
          </a:p>
        </p:txBody>
      </p:sp>
      <mc:AlternateContent xmlns:mc="http://schemas.openxmlformats.org/markup-compatibility/2006" xmlns:p14="http://schemas.microsoft.com/office/powerpoint/2010/main">
        <mc:Choice Requires="p14">
          <p:contentPart p14:bwMode="auto" r:id="rId3">
            <p14:nvContentPartPr>
              <p14:cNvPr id="12" name="Ink 11">
                <a:extLst>
                  <a:ext uri="{FF2B5EF4-FFF2-40B4-BE49-F238E27FC236}">
                    <a16:creationId xmlns:a16="http://schemas.microsoft.com/office/drawing/2014/main" id="{B7C3641D-D69A-4137-A6ED-34FFBFC98D97}"/>
                  </a:ext>
                </a:extLst>
              </p14:cNvPr>
              <p14:cNvContentPartPr/>
              <p14:nvPr/>
            </p14:nvContentPartPr>
            <p14:xfrm>
              <a:off x="8937078" y="5008696"/>
              <a:ext cx="360" cy="360"/>
            </p14:xfrm>
          </p:contentPart>
        </mc:Choice>
        <mc:Fallback xmlns="">
          <p:pic>
            <p:nvPicPr>
              <p:cNvPr id="12" name="Ink 11">
                <a:extLst>
                  <a:ext uri="{FF2B5EF4-FFF2-40B4-BE49-F238E27FC236}">
                    <a16:creationId xmlns:a16="http://schemas.microsoft.com/office/drawing/2014/main" id="{B7C3641D-D69A-4137-A6ED-34FFBFC98D97}"/>
                  </a:ext>
                </a:extLst>
              </p:cNvPr>
              <p:cNvPicPr/>
              <p:nvPr/>
            </p:nvPicPr>
            <p:blipFill>
              <a:blip r:embed="rId4"/>
              <a:stretch>
                <a:fillRect/>
              </a:stretch>
            </p:blipFill>
            <p:spPr>
              <a:xfrm>
                <a:off x="8928438" y="5000056"/>
                <a:ext cx="18000" cy="18000"/>
              </a:xfrm>
              <a:prstGeom prst="rect">
                <a:avLst/>
              </a:prstGeom>
            </p:spPr>
          </p:pic>
        </mc:Fallback>
      </mc:AlternateContent>
      <p:sp>
        <p:nvSpPr>
          <p:cNvPr id="18" name="TextBox 17">
            <a:extLst>
              <a:ext uri="{FF2B5EF4-FFF2-40B4-BE49-F238E27FC236}">
                <a16:creationId xmlns:a16="http://schemas.microsoft.com/office/drawing/2014/main" id="{BF6781E4-464E-422A-B544-0159217FCAED}"/>
              </a:ext>
            </a:extLst>
          </p:cNvPr>
          <p:cNvSpPr txBox="1"/>
          <p:nvPr/>
        </p:nvSpPr>
        <p:spPr>
          <a:xfrm>
            <a:off x="6377114" y="3938726"/>
            <a:ext cx="317716" cy="369332"/>
          </a:xfrm>
          <a:prstGeom prst="rect">
            <a:avLst/>
          </a:prstGeom>
          <a:noFill/>
        </p:spPr>
        <p:txBody>
          <a:bodyPr wrap="none" rtlCol="0">
            <a:spAutoFit/>
          </a:bodyPr>
          <a:lstStyle/>
          <a:p>
            <a:r>
              <a:rPr lang="en-IN" dirty="0"/>
              <a:t>A</a:t>
            </a:r>
          </a:p>
        </p:txBody>
      </p:sp>
      <p:sp>
        <p:nvSpPr>
          <p:cNvPr id="19" name="TextBox 18">
            <a:extLst>
              <a:ext uri="{FF2B5EF4-FFF2-40B4-BE49-F238E27FC236}">
                <a16:creationId xmlns:a16="http://schemas.microsoft.com/office/drawing/2014/main" id="{36AD3D2B-22A1-46F4-A0E9-246C4CD7BCA6}"/>
              </a:ext>
            </a:extLst>
          </p:cNvPr>
          <p:cNvSpPr txBox="1"/>
          <p:nvPr/>
        </p:nvSpPr>
        <p:spPr>
          <a:xfrm>
            <a:off x="7973251" y="2971800"/>
            <a:ext cx="309700" cy="369332"/>
          </a:xfrm>
          <a:prstGeom prst="rect">
            <a:avLst/>
          </a:prstGeom>
          <a:noFill/>
        </p:spPr>
        <p:txBody>
          <a:bodyPr wrap="none" rtlCol="0">
            <a:spAutoFit/>
          </a:bodyPr>
          <a:lstStyle/>
          <a:p>
            <a:r>
              <a:rPr lang="en-IN" dirty="0"/>
              <a:t>B</a:t>
            </a:r>
          </a:p>
        </p:txBody>
      </p:sp>
      <p:sp>
        <p:nvSpPr>
          <p:cNvPr id="14" name="TextBox 13">
            <a:extLst>
              <a:ext uri="{FF2B5EF4-FFF2-40B4-BE49-F238E27FC236}">
                <a16:creationId xmlns:a16="http://schemas.microsoft.com/office/drawing/2014/main" id="{0C3CB657-AF3A-4071-9746-677C3E0CAA52}"/>
              </a:ext>
            </a:extLst>
          </p:cNvPr>
          <p:cNvSpPr txBox="1"/>
          <p:nvPr/>
        </p:nvSpPr>
        <p:spPr>
          <a:xfrm>
            <a:off x="5848422" y="3631168"/>
            <a:ext cx="300082" cy="369332"/>
          </a:xfrm>
          <a:prstGeom prst="rect">
            <a:avLst/>
          </a:prstGeom>
          <a:noFill/>
        </p:spPr>
        <p:txBody>
          <a:bodyPr wrap="none" rtlCol="0">
            <a:spAutoFit/>
          </a:bodyPr>
          <a:lstStyle/>
          <a:p>
            <a:r>
              <a:rPr lang="en-IN" dirty="0"/>
              <a:t>*</a:t>
            </a:r>
          </a:p>
        </p:txBody>
      </p:sp>
      <p:sp>
        <p:nvSpPr>
          <p:cNvPr id="16" name="TextBox 15">
            <a:extLst>
              <a:ext uri="{FF2B5EF4-FFF2-40B4-BE49-F238E27FC236}">
                <a16:creationId xmlns:a16="http://schemas.microsoft.com/office/drawing/2014/main" id="{DE3B9795-7838-4488-9C58-D740D9E8E5F8}"/>
              </a:ext>
            </a:extLst>
          </p:cNvPr>
          <p:cNvSpPr txBox="1"/>
          <p:nvPr/>
        </p:nvSpPr>
        <p:spPr>
          <a:xfrm>
            <a:off x="7530698" y="2790116"/>
            <a:ext cx="300082" cy="369332"/>
          </a:xfrm>
          <a:prstGeom prst="rect">
            <a:avLst/>
          </a:prstGeom>
          <a:noFill/>
        </p:spPr>
        <p:txBody>
          <a:bodyPr wrap="none" rtlCol="0">
            <a:spAutoFit/>
          </a:bodyPr>
          <a:lstStyle/>
          <a:p>
            <a:r>
              <a:rPr lang="en-IN" dirty="0"/>
              <a:t>*</a:t>
            </a:r>
          </a:p>
        </p:txBody>
      </p:sp>
      <p:sp>
        <p:nvSpPr>
          <p:cNvPr id="21" name="Freeform: Shape 20">
            <a:extLst>
              <a:ext uri="{FF2B5EF4-FFF2-40B4-BE49-F238E27FC236}">
                <a16:creationId xmlns:a16="http://schemas.microsoft.com/office/drawing/2014/main" id="{31A6D215-FBEB-4F46-95FB-D32DF1225E37}"/>
              </a:ext>
            </a:extLst>
          </p:cNvPr>
          <p:cNvSpPr/>
          <p:nvPr/>
        </p:nvSpPr>
        <p:spPr>
          <a:xfrm>
            <a:off x="6313128" y="2703442"/>
            <a:ext cx="2251047" cy="1030357"/>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Freeform: Shape 21">
            <a:extLst>
              <a:ext uri="{FF2B5EF4-FFF2-40B4-BE49-F238E27FC236}">
                <a16:creationId xmlns:a16="http://schemas.microsoft.com/office/drawing/2014/main" id="{EAD92BC7-6FB2-4F42-9F10-A5FD5E3F43D3}"/>
              </a:ext>
            </a:extLst>
          </p:cNvPr>
          <p:cNvSpPr/>
          <p:nvPr/>
        </p:nvSpPr>
        <p:spPr>
          <a:xfrm>
            <a:off x="4876800" y="3566530"/>
            <a:ext cx="1539628" cy="954616"/>
          </a:xfrm>
          <a:custGeom>
            <a:avLst/>
            <a:gdLst>
              <a:gd name="connsiteX0" fmla="*/ 87500 w 1630673"/>
              <a:gd name="connsiteY0" fmla="*/ 373712 h 548640"/>
              <a:gd name="connsiteX1" fmla="*/ 39792 w 1630673"/>
              <a:gd name="connsiteY1" fmla="*/ 341907 h 548640"/>
              <a:gd name="connsiteX2" fmla="*/ 7987 w 1630673"/>
              <a:gd name="connsiteY2" fmla="*/ 294199 h 548640"/>
              <a:gd name="connsiteX3" fmla="*/ 35 w 1630673"/>
              <a:gd name="connsiteY3" fmla="*/ 262394 h 548640"/>
              <a:gd name="connsiteX4" fmla="*/ 15938 w 1630673"/>
              <a:gd name="connsiteY4" fmla="*/ 135173 h 548640"/>
              <a:gd name="connsiteX5" fmla="*/ 79548 w 1630673"/>
              <a:gd name="connsiteY5" fmla="*/ 103367 h 548640"/>
              <a:gd name="connsiteX6" fmla="*/ 222672 w 1630673"/>
              <a:gd name="connsiteY6" fmla="*/ 87465 h 548640"/>
              <a:gd name="connsiteX7" fmla="*/ 540724 w 1630673"/>
              <a:gd name="connsiteY7" fmla="*/ 79514 h 548640"/>
              <a:gd name="connsiteX8" fmla="*/ 604335 w 1630673"/>
              <a:gd name="connsiteY8" fmla="*/ 71562 h 548640"/>
              <a:gd name="connsiteX9" fmla="*/ 659994 w 1630673"/>
              <a:gd name="connsiteY9" fmla="*/ 63611 h 548640"/>
              <a:gd name="connsiteX10" fmla="*/ 779263 w 1630673"/>
              <a:gd name="connsiteY10" fmla="*/ 55660 h 548640"/>
              <a:gd name="connsiteX11" fmla="*/ 858776 w 1630673"/>
              <a:gd name="connsiteY11" fmla="*/ 39757 h 548640"/>
              <a:gd name="connsiteX12" fmla="*/ 1009851 w 1630673"/>
              <a:gd name="connsiteY12" fmla="*/ 0 h 548640"/>
              <a:gd name="connsiteX13" fmla="*/ 1319952 w 1630673"/>
              <a:gd name="connsiteY13" fmla="*/ 7952 h 548640"/>
              <a:gd name="connsiteX14" fmla="*/ 1407416 w 1630673"/>
              <a:gd name="connsiteY14" fmla="*/ 23854 h 548640"/>
              <a:gd name="connsiteX15" fmla="*/ 1502832 w 1630673"/>
              <a:gd name="connsiteY15" fmla="*/ 31806 h 548640"/>
              <a:gd name="connsiteX16" fmla="*/ 1534637 w 1630673"/>
              <a:gd name="connsiteY16" fmla="*/ 39757 h 548640"/>
              <a:gd name="connsiteX17" fmla="*/ 1598248 w 1630673"/>
              <a:gd name="connsiteY17" fmla="*/ 111319 h 548640"/>
              <a:gd name="connsiteX18" fmla="*/ 1614150 w 1630673"/>
              <a:gd name="connsiteY18" fmla="*/ 190832 h 548640"/>
              <a:gd name="connsiteX19" fmla="*/ 1630053 w 1630673"/>
              <a:gd name="connsiteY19" fmla="*/ 238540 h 548640"/>
              <a:gd name="connsiteX20" fmla="*/ 1622101 w 1630673"/>
              <a:gd name="connsiteY20" fmla="*/ 357809 h 548640"/>
              <a:gd name="connsiteX21" fmla="*/ 1574394 w 1630673"/>
              <a:gd name="connsiteY21" fmla="*/ 429371 h 548640"/>
              <a:gd name="connsiteX22" fmla="*/ 1542588 w 1630673"/>
              <a:gd name="connsiteY22" fmla="*/ 437322 h 548640"/>
              <a:gd name="connsiteX23" fmla="*/ 1486929 w 1630673"/>
              <a:gd name="connsiteY23" fmla="*/ 453225 h 548640"/>
              <a:gd name="connsiteX24" fmla="*/ 1439221 w 1630673"/>
              <a:gd name="connsiteY24" fmla="*/ 477079 h 548640"/>
              <a:gd name="connsiteX25" fmla="*/ 1375611 w 1630673"/>
              <a:gd name="connsiteY25" fmla="*/ 508884 h 548640"/>
              <a:gd name="connsiteX26" fmla="*/ 1296098 w 1630673"/>
              <a:gd name="connsiteY26" fmla="*/ 524787 h 548640"/>
              <a:gd name="connsiteX27" fmla="*/ 1264293 w 1630673"/>
              <a:gd name="connsiteY27" fmla="*/ 532738 h 548640"/>
              <a:gd name="connsiteX28" fmla="*/ 1160926 w 1630673"/>
              <a:gd name="connsiteY28" fmla="*/ 548640 h 548640"/>
              <a:gd name="connsiteX29" fmla="*/ 985997 w 1630673"/>
              <a:gd name="connsiteY29" fmla="*/ 540689 h 548640"/>
              <a:gd name="connsiteX30" fmla="*/ 954192 w 1630673"/>
              <a:gd name="connsiteY30" fmla="*/ 532738 h 548640"/>
              <a:gd name="connsiteX31" fmla="*/ 524821 w 1630673"/>
              <a:gd name="connsiteY31" fmla="*/ 524787 h 548640"/>
              <a:gd name="connsiteX32" fmla="*/ 421455 w 1630673"/>
              <a:gd name="connsiteY32" fmla="*/ 500933 h 548640"/>
              <a:gd name="connsiteX33" fmla="*/ 373747 w 1630673"/>
              <a:gd name="connsiteY33" fmla="*/ 492981 h 548640"/>
              <a:gd name="connsiteX34" fmla="*/ 341941 w 1630673"/>
              <a:gd name="connsiteY34" fmla="*/ 485030 h 548640"/>
              <a:gd name="connsiteX35" fmla="*/ 286282 w 1630673"/>
              <a:gd name="connsiteY35" fmla="*/ 469127 h 548640"/>
              <a:gd name="connsiteX36" fmla="*/ 230623 w 1630673"/>
              <a:gd name="connsiteY36" fmla="*/ 461176 h 548640"/>
              <a:gd name="connsiteX37" fmla="*/ 206769 w 1630673"/>
              <a:gd name="connsiteY37" fmla="*/ 453225 h 548640"/>
              <a:gd name="connsiteX38" fmla="*/ 167013 w 1630673"/>
              <a:gd name="connsiteY38" fmla="*/ 445274 h 548640"/>
              <a:gd name="connsiteX39" fmla="*/ 135208 w 1630673"/>
              <a:gd name="connsiteY39" fmla="*/ 437322 h 548640"/>
              <a:gd name="connsiteX40" fmla="*/ 87500 w 1630673"/>
              <a:gd name="connsiteY40" fmla="*/ 373712 h 5486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1630673" h="548640">
                <a:moveTo>
                  <a:pt x="87500" y="373712"/>
                </a:moveTo>
                <a:cubicBezTo>
                  <a:pt x="71597" y="357810"/>
                  <a:pt x="53307" y="355422"/>
                  <a:pt x="39792" y="341907"/>
                </a:cubicBezTo>
                <a:cubicBezTo>
                  <a:pt x="26277" y="328392"/>
                  <a:pt x="7987" y="294199"/>
                  <a:pt x="7987" y="294199"/>
                </a:cubicBezTo>
                <a:cubicBezTo>
                  <a:pt x="5336" y="283597"/>
                  <a:pt x="-511" y="273308"/>
                  <a:pt x="35" y="262394"/>
                </a:cubicBezTo>
                <a:cubicBezTo>
                  <a:pt x="2169" y="219710"/>
                  <a:pt x="3069" y="175926"/>
                  <a:pt x="15938" y="135173"/>
                </a:cubicBezTo>
                <a:cubicBezTo>
                  <a:pt x="22118" y="115604"/>
                  <a:pt x="63227" y="105593"/>
                  <a:pt x="79548" y="103367"/>
                </a:cubicBezTo>
                <a:cubicBezTo>
                  <a:pt x="127109" y="96881"/>
                  <a:pt x="174735" y="89944"/>
                  <a:pt x="222672" y="87465"/>
                </a:cubicBezTo>
                <a:cubicBezTo>
                  <a:pt x="328581" y="81987"/>
                  <a:pt x="434707" y="82164"/>
                  <a:pt x="540724" y="79514"/>
                </a:cubicBezTo>
                <a:lnTo>
                  <a:pt x="604335" y="71562"/>
                </a:lnTo>
                <a:cubicBezTo>
                  <a:pt x="622912" y="69085"/>
                  <a:pt x="641330" y="65308"/>
                  <a:pt x="659994" y="63611"/>
                </a:cubicBezTo>
                <a:cubicBezTo>
                  <a:pt x="699675" y="60004"/>
                  <a:pt x="739507" y="58310"/>
                  <a:pt x="779263" y="55660"/>
                </a:cubicBezTo>
                <a:cubicBezTo>
                  <a:pt x="805767" y="50359"/>
                  <a:pt x="833134" y="48304"/>
                  <a:pt x="858776" y="39757"/>
                </a:cubicBezTo>
                <a:cubicBezTo>
                  <a:pt x="971972" y="2026"/>
                  <a:pt x="921003" y="12694"/>
                  <a:pt x="1009851" y="0"/>
                </a:cubicBezTo>
                <a:cubicBezTo>
                  <a:pt x="1113218" y="2651"/>
                  <a:pt x="1216737" y="1759"/>
                  <a:pt x="1319952" y="7952"/>
                </a:cubicBezTo>
                <a:cubicBezTo>
                  <a:pt x="1349531" y="9727"/>
                  <a:pt x="1378032" y="20021"/>
                  <a:pt x="1407416" y="23854"/>
                </a:cubicBezTo>
                <a:cubicBezTo>
                  <a:pt x="1439064" y="27982"/>
                  <a:pt x="1471027" y="29155"/>
                  <a:pt x="1502832" y="31806"/>
                </a:cubicBezTo>
                <a:cubicBezTo>
                  <a:pt x="1513434" y="34456"/>
                  <a:pt x="1524863" y="34870"/>
                  <a:pt x="1534637" y="39757"/>
                </a:cubicBezTo>
                <a:cubicBezTo>
                  <a:pt x="1569958" y="57417"/>
                  <a:pt x="1576073" y="78057"/>
                  <a:pt x="1598248" y="111319"/>
                </a:cubicBezTo>
                <a:cubicBezTo>
                  <a:pt x="1603549" y="137823"/>
                  <a:pt x="1607595" y="164610"/>
                  <a:pt x="1614150" y="190832"/>
                </a:cubicBezTo>
                <a:cubicBezTo>
                  <a:pt x="1618216" y="207094"/>
                  <a:pt x="1629256" y="221796"/>
                  <a:pt x="1630053" y="238540"/>
                </a:cubicBezTo>
                <a:cubicBezTo>
                  <a:pt x="1631948" y="278340"/>
                  <a:pt x="1629556" y="318668"/>
                  <a:pt x="1622101" y="357809"/>
                </a:cubicBezTo>
                <a:cubicBezTo>
                  <a:pt x="1618558" y="376412"/>
                  <a:pt x="1594795" y="417714"/>
                  <a:pt x="1574394" y="429371"/>
                </a:cubicBezTo>
                <a:cubicBezTo>
                  <a:pt x="1564906" y="434793"/>
                  <a:pt x="1553131" y="434447"/>
                  <a:pt x="1542588" y="437322"/>
                </a:cubicBezTo>
                <a:cubicBezTo>
                  <a:pt x="1523972" y="442399"/>
                  <a:pt x="1505482" y="447924"/>
                  <a:pt x="1486929" y="453225"/>
                </a:cubicBezTo>
                <a:cubicBezTo>
                  <a:pt x="1434653" y="488074"/>
                  <a:pt x="1490952" y="453565"/>
                  <a:pt x="1439221" y="477079"/>
                </a:cubicBezTo>
                <a:cubicBezTo>
                  <a:pt x="1417640" y="486889"/>
                  <a:pt x="1398857" y="504235"/>
                  <a:pt x="1375611" y="508884"/>
                </a:cubicBezTo>
                <a:lnTo>
                  <a:pt x="1296098" y="524787"/>
                </a:lnTo>
                <a:cubicBezTo>
                  <a:pt x="1285413" y="527077"/>
                  <a:pt x="1275009" y="530595"/>
                  <a:pt x="1264293" y="532738"/>
                </a:cubicBezTo>
                <a:cubicBezTo>
                  <a:pt x="1236713" y="538254"/>
                  <a:pt x="1187657" y="544821"/>
                  <a:pt x="1160926" y="548640"/>
                </a:cubicBezTo>
                <a:cubicBezTo>
                  <a:pt x="1102616" y="545990"/>
                  <a:pt x="1044195" y="545166"/>
                  <a:pt x="985997" y="540689"/>
                </a:cubicBezTo>
                <a:cubicBezTo>
                  <a:pt x="975101" y="539851"/>
                  <a:pt x="965113" y="533115"/>
                  <a:pt x="954192" y="532738"/>
                </a:cubicBezTo>
                <a:cubicBezTo>
                  <a:pt x="811129" y="527805"/>
                  <a:pt x="667945" y="527437"/>
                  <a:pt x="524821" y="524787"/>
                </a:cubicBezTo>
                <a:cubicBezTo>
                  <a:pt x="490366" y="516836"/>
                  <a:pt x="456057" y="508218"/>
                  <a:pt x="421455" y="500933"/>
                </a:cubicBezTo>
                <a:cubicBezTo>
                  <a:pt x="405679" y="497612"/>
                  <a:pt x="389556" y="496143"/>
                  <a:pt x="373747" y="492981"/>
                </a:cubicBezTo>
                <a:cubicBezTo>
                  <a:pt x="363031" y="490838"/>
                  <a:pt x="352449" y="488032"/>
                  <a:pt x="341941" y="485030"/>
                </a:cubicBezTo>
                <a:cubicBezTo>
                  <a:pt x="312137" y="476515"/>
                  <a:pt x="320460" y="475341"/>
                  <a:pt x="286282" y="469127"/>
                </a:cubicBezTo>
                <a:cubicBezTo>
                  <a:pt x="267843" y="465774"/>
                  <a:pt x="249176" y="463826"/>
                  <a:pt x="230623" y="461176"/>
                </a:cubicBezTo>
                <a:cubicBezTo>
                  <a:pt x="222672" y="458526"/>
                  <a:pt x="214900" y="455258"/>
                  <a:pt x="206769" y="453225"/>
                </a:cubicBezTo>
                <a:cubicBezTo>
                  <a:pt x="193658" y="449947"/>
                  <a:pt x="180206" y="448206"/>
                  <a:pt x="167013" y="445274"/>
                </a:cubicBezTo>
                <a:cubicBezTo>
                  <a:pt x="156345" y="442903"/>
                  <a:pt x="145810" y="439973"/>
                  <a:pt x="135208" y="437322"/>
                </a:cubicBezTo>
                <a:cubicBezTo>
                  <a:pt x="100115" y="384683"/>
                  <a:pt x="103403" y="389614"/>
                  <a:pt x="87500" y="373712"/>
                </a:cubicBezTo>
                <a:close/>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7" name="Picture 16">
            <a:extLst>
              <a:ext uri="{FF2B5EF4-FFF2-40B4-BE49-F238E27FC236}">
                <a16:creationId xmlns:a16="http://schemas.microsoft.com/office/drawing/2014/main" id="{6BD23AC7-7BEE-4009-8467-6511AFAF2427}"/>
              </a:ext>
            </a:extLst>
          </p:cNvPr>
          <p:cNvPicPr>
            <a:picLocks noChangeAspect="1"/>
          </p:cNvPicPr>
          <p:nvPr/>
        </p:nvPicPr>
        <p:blipFill>
          <a:blip r:embed="rId5"/>
          <a:stretch>
            <a:fillRect/>
          </a:stretch>
        </p:blipFill>
        <p:spPr>
          <a:xfrm>
            <a:off x="76200" y="2682460"/>
            <a:ext cx="4131342" cy="1508540"/>
          </a:xfrm>
          <a:prstGeom prst="rect">
            <a:avLst/>
          </a:prstGeom>
        </p:spPr>
      </p:pic>
      <p:sp>
        <p:nvSpPr>
          <p:cNvPr id="15" name="Oval 14">
            <a:extLst>
              <a:ext uri="{FF2B5EF4-FFF2-40B4-BE49-F238E27FC236}">
                <a16:creationId xmlns:a16="http://schemas.microsoft.com/office/drawing/2014/main" id="{D23AEF27-DD04-48AC-9F04-AD6E85969A11}"/>
              </a:ext>
            </a:extLst>
          </p:cNvPr>
          <p:cNvSpPr/>
          <p:nvPr/>
        </p:nvSpPr>
        <p:spPr>
          <a:xfrm>
            <a:off x="5289270" y="3081212"/>
            <a:ext cx="620686" cy="5562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800" dirty="0">
                <a:solidFill>
                  <a:schemeClr val="tx1"/>
                </a:solidFill>
              </a:rPr>
              <a:t>1.5</a:t>
            </a:r>
          </a:p>
          <a:p>
            <a:r>
              <a:rPr lang="en-US" sz="800" dirty="0">
                <a:solidFill>
                  <a:schemeClr val="tx1"/>
                </a:solidFill>
              </a:rPr>
              <a:t>1</a:t>
            </a:r>
          </a:p>
        </p:txBody>
      </p:sp>
      <p:sp>
        <p:nvSpPr>
          <p:cNvPr id="20" name="Oval 19">
            <a:extLst>
              <a:ext uri="{FF2B5EF4-FFF2-40B4-BE49-F238E27FC236}">
                <a16:creationId xmlns:a16="http://schemas.microsoft.com/office/drawing/2014/main" id="{D23AEF27-DD04-48AC-9F04-AD6E85969A11}"/>
              </a:ext>
            </a:extLst>
          </p:cNvPr>
          <p:cNvSpPr/>
          <p:nvPr/>
        </p:nvSpPr>
        <p:spPr>
          <a:xfrm>
            <a:off x="7476385" y="3134275"/>
            <a:ext cx="620686" cy="556232"/>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r>
              <a:rPr lang="en-US" sz="800" dirty="0">
                <a:solidFill>
                  <a:schemeClr val="tx1"/>
                </a:solidFill>
              </a:rPr>
              <a:t>5.33</a:t>
            </a:r>
          </a:p>
          <a:p>
            <a:r>
              <a:rPr lang="en-US" sz="800" dirty="0">
                <a:solidFill>
                  <a:schemeClr val="tx1"/>
                </a:solidFill>
              </a:rPr>
              <a:t>6.33</a:t>
            </a:r>
          </a:p>
        </p:txBody>
      </p:sp>
      <mc:AlternateContent xmlns:mc="http://schemas.openxmlformats.org/markup-compatibility/2006" xmlns:p14="http://schemas.microsoft.com/office/powerpoint/2010/main">
        <mc:Choice Requires="p14">
          <p:contentPart p14:bwMode="auto" r:id="rId6">
            <p14:nvContentPartPr>
              <p14:cNvPr id="5" name="Ink 4">
                <a:extLst>
                  <a:ext uri="{FF2B5EF4-FFF2-40B4-BE49-F238E27FC236}">
                    <a16:creationId xmlns:a16="http://schemas.microsoft.com/office/drawing/2014/main" id="{E68B85FC-AAE1-BDC2-FCF4-7ED4BD6CF635}"/>
                  </a:ext>
                </a:extLst>
              </p14:cNvPr>
              <p14:cNvContentPartPr/>
              <p14:nvPr/>
            </p14:nvContentPartPr>
            <p14:xfrm>
              <a:off x="475920" y="1852200"/>
              <a:ext cx="6454800" cy="3613680"/>
            </p14:xfrm>
          </p:contentPart>
        </mc:Choice>
        <mc:Fallback xmlns="">
          <p:pic>
            <p:nvPicPr>
              <p:cNvPr id="5" name="Ink 4">
                <a:extLst>
                  <a:ext uri="{FF2B5EF4-FFF2-40B4-BE49-F238E27FC236}">
                    <a16:creationId xmlns:a16="http://schemas.microsoft.com/office/drawing/2014/main" id="{E68B85FC-AAE1-BDC2-FCF4-7ED4BD6CF635}"/>
                  </a:ext>
                </a:extLst>
              </p:cNvPr>
              <p:cNvPicPr/>
              <p:nvPr/>
            </p:nvPicPr>
            <p:blipFill>
              <a:blip r:embed="rId7"/>
              <a:stretch>
                <a:fillRect/>
              </a:stretch>
            </p:blipFill>
            <p:spPr>
              <a:xfrm>
                <a:off x="466560" y="1842840"/>
                <a:ext cx="6473520" cy="3632400"/>
              </a:xfrm>
              <a:prstGeom prst="rect">
                <a:avLst/>
              </a:prstGeom>
            </p:spPr>
          </p:pic>
        </mc:Fallback>
      </mc:AlternateContent>
    </p:spTree>
    <p:extLst>
      <p:ext uri="{BB962C8B-B14F-4D97-AF65-F5344CB8AC3E}">
        <p14:creationId xmlns:p14="http://schemas.microsoft.com/office/powerpoint/2010/main" val="229100223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024EFA1-850C-42B1-BF57-A4A8E8A4EA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23875" y="709612"/>
            <a:ext cx="8096250" cy="5438775"/>
          </a:xfrm>
          <a:prstGeom prst="rect">
            <a:avLst/>
          </a:prstGeom>
        </p:spPr>
      </p:pic>
      <mc:AlternateContent xmlns:mc="http://schemas.openxmlformats.org/markup-compatibility/2006" xmlns:p14="http://schemas.microsoft.com/office/powerpoint/2010/main">
        <mc:Choice Requires="p14">
          <p:contentPart p14:bwMode="auto" r:id="rId3">
            <p14:nvContentPartPr>
              <p14:cNvPr id="2" name="Ink 1">
                <a:extLst>
                  <a:ext uri="{FF2B5EF4-FFF2-40B4-BE49-F238E27FC236}">
                    <a16:creationId xmlns:a16="http://schemas.microsoft.com/office/drawing/2014/main" id="{3E81D39B-DDC6-9C88-9C8E-854BA3F9269B}"/>
                  </a:ext>
                </a:extLst>
              </p14:cNvPr>
              <p14:cNvContentPartPr/>
              <p14:nvPr/>
            </p14:nvContentPartPr>
            <p14:xfrm>
              <a:off x="2039760" y="1544760"/>
              <a:ext cx="5391720" cy="4083480"/>
            </p14:xfrm>
          </p:contentPart>
        </mc:Choice>
        <mc:Fallback xmlns="">
          <p:pic>
            <p:nvPicPr>
              <p:cNvPr id="2" name="Ink 1">
                <a:extLst>
                  <a:ext uri="{FF2B5EF4-FFF2-40B4-BE49-F238E27FC236}">
                    <a16:creationId xmlns:a16="http://schemas.microsoft.com/office/drawing/2014/main" id="{3E81D39B-DDC6-9C88-9C8E-854BA3F9269B}"/>
                  </a:ext>
                </a:extLst>
              </p:cNvPr>
              <p:cNvPicPr/>
              <p:nvPr/>
            </p:nvPicPr>
            <p:blipFill>
              <a:blip r:embed="rId4"/>
              <a:stretch>
                <a:fillRect/>
              </a:stretch>
            </p:blipFill>
            <p:spPr>
              <a:xfrm>
                <a:off x="2030400" y="1535400"/>
                <a:ext cx="5410440" cy="4102200"/>
              </a:xfrm>
              <a:prstGeom prst="rect">
                <a:avLst/>
              </a:prstGeom>
            </p:spPr>
          </p:pic>
        </mc:Fallback>
      </mc:AlternateContent>
    </p:spTree>
    <p:extLst>
      <p:ext uri="{BB962C8B-B14F-4D97-AF65-F5344CB8AC3E}">
        <p14:creationId xmlns:p14="http://schemas.microsoft.com/office/powerpoint/2010/main" val="40754841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278D35E2-C49F-FF33-0262-40EFAAF54C0E}"/>
                  </a:ext>
                </a:extLst>
              </p14:cNvPr>
              <p14:cNvContentPartPr/>
              <p14:nvPr/>
            </p14:nvContentPartPr>
            <p14:xfrm>
              <a:off x="231840" y="1014840"/>
              <a:ext cx="8384760" cy="4756320"/>
            </p14:xfrm>
          </p:contentPart>
        </mc:Choice>
        <mc:Fallback xmlns="">
          <p:pic>
            <p:nvPicPr>
              <p:cNvPr id="2" name="Ink 1">
                <a:extLst>
                  <a:ext uri="{FF2B5EF4-FFF2-40B4-BE49-F238E27FC236}">
                    <a16:creationId xmlns:a16="http://schemas.microsoft.com/office/drawing/2014/main" id="{278D35E2-C49F-FF33-0262-40EFAAF54C0E}"/>
                  </a:ext>
                </a:extLst>
              </p:cNvPr>
              <p:cNvPicPr/>
              <p:nvPr/>
            </p:nvPicPr>
            <p:blipFill>
              <a:blip r:embed="rId3"/>
              <a:stretch>
                <a:fillRect/>
              </a:stretch>
            </p:blipFill>
            <p:spPr>
              <a:xfrm>
                <a:off x="222480" y="1005480"/>
                <a:ext cx="8403480" cy="4775040"/>
              </a:xfrm>
              <a:prstGeom prst="rect">
                <a:avLst/>
              </a:prstGeom>
            </p:spPr>
          </p:pic>
        </mc:Fallback>
      </mc:AlternateContent>
    </p:spTree>
    <p:extLst>
      <p:ext uri="{BB962C8B-B14F-4D97-AF65-F5344CB8AC3E}">
        <p14:creationId xmlns:p14="http://schemas.microsoft.com/office/powerpoint/2010/main" val="38998020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C0B885B1-6AE5-5F3D-3B22-74827A8612B5}"/>
                  </a:ext>
                </a:extLst>
              </p14:cNvPr>
              <p14:cNvContentPartPr/>
              <p14:nvPr/>
            </p14:nvContentPartPr>
            <p14:xfrm>
              <a:off x="172800" y="1128960"/>
              <a:ext cx="8154720" cy="4509360"/>
            </p14:xfrm>
          </p:contentPart>
        </mc:Choice>
        <mc:Fallback xmlns="">
          <p:pic>
            <p:nvPicPr>
              <p:cNvPr id="2" name="Ink 1">
                <a:extLst>
                  <a:ext uri="{FF2B5EF4-FFF2-40B4-BE49-F238E27FC236}">
                    <a16:creationId xmlns:a16="http://schemas.microsoft.com/office/drawing/2014/main" id="{C0B885B1-6AE5-5F3D-3B22-74827A8612B5}"/>
                  </a:ext>
                </a:extLst>
              </p:cNvPr>
              <p:cNvPicPr/>
              <p:nvPr/>
            </p:nvPicPr>
            <p:blipFill>
              <a:blip r:embed="rId3"/>
              <a:stretch>
                <a:fillRect/>
              </a:stretch>
            </p:blipFill>
            <p:spPr>
              <a:xfrm>
                <a:off x="163440" y="1119600"/>
                <a:ext cx="8173440" cy="4528080"/>
              </a:xfrm>
              <a:prstGeom prst="rect">
                <a:avLst/>
              </a:prstGeom>
            </p:spPr>
          </p:pic>
        </mc:Fallback>
      </mc:AlternateContent>
      <mc:AlternateContent xmlns:mc="http://schemas.openxmlformats.org/markup-compatibility/2006" xmlns:p14="http://schemas.microsoft.com/office/powerpoint/2010/main">
        <mc:Choice Requires="p14">
          <p:contentPart p14:bwMode="auto" r:id="rId4">
            <p14:nvContentPartPr>
              <p14:cNvPr id="3" name="Ink 2">
                <a:extLst>
                  <a:ext uri="{FF2B5EF4-FFF2-40B4-BE49-F238E27FC236}">
                    <a16:creationId xmlns:a16="http://schemas.microsoft.com/office/drawing/2014/main" id="{1E4950F6-3F7D-55E1-863F-06CA96540064}"/>
                  </a:ext>
                </a:extLst>
              </p14:cNvPr>
              <p14:cNvContentPartPr/>
              <p14:nvPr/>
            </p14:nvContentPartPr>
            <p14:xfrm>
              <a:off x="630000" y="764280"/>
              <a:ext cx="4806000" cy="3239640"/>
            </p14:xfrm>
          </p:contentPart>
        </mc:Choice>
        <mc:Fallback xmlns="">
          <p:pic>
            <p:nvPicPr>
              <p:cNvPr id="3" name="Ink 2">
                <a:extLst>
                  <a:ext uri="{FF2B5EF4-FFF2-40B4-BE49-F238E27FC236}">
                    <a16:creationId xmlns:a16="http://schemas.microsoft.com/office/drawing/2014/main" id="{1E4950F6-3F7D-55E1-863F-06CA96540064}"/>
                  </a:ext>
                </a:extLst>
              </p:cNvPr>
              <p:cNvPicPr/>
              <p:nvPr/>
            </p:nvPicPr>
            <p:blipFill>
              <a:blip r:embed="rId5"/>
              <a:stretch>
                <a:fillRect/>
              </a:stretch>
            </p:blipFill>
            <p:spPr>
              <a:xfrm>
                <a:off x="620640" y="754920"/>
                <a:ext cx="4824720" cy="3258360"/>
              </a:xfrm>
              <a:prstGeom prst="rect">
                <a:avLst/>
              </a:prstGeom>
            </p:spPr>
          </p:pic>
        </mc:Fallback>
      </mc:AlternateContent>
    </p:spTree>
    <p:extLst>
      <p:ext uri="{BB962C8B-B14F-4D97-AF65-F5344CB8AC3E}">
        <p14:creationId xmlns:p14="http://schemas.microsoft.com/office/powerpoint/2010/main" val="321597449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p14="http://schemas.microsoft.com/office/powerpoint/2010/main">
        <mc:Choice Requires="p14">
          <p:contentPart p14:bwMode="auto" r:id="rId2">
            <p14:nvContentPartPr>
              <p14:cNvPr id="2" name="Ink 1">
                <a:extLst>
                  <a:ext uri="{FF2B5EF4-FFF2-40B4-BE49-F238E27FC236}">
                    <a16:creationId xmlns:a16="http://schemas.microsoft.com/office/drawing/2014/main" id="{C66B0CEA-0E3D-66BA-320E-F239303FFA15}"/>
                  </a:ext>
                </a:extLst>
              </p14:cNvPr>
              <p14:cNvContentPartPr/>
              <p14:nvPr/>
            </p14:nvContentPartPr>
            <p14:xfrm>
              <a:off x="322560" y="843120"/>
              <a:ext cx="7832160" cy="4918680"/>
            </p14:xfrm>
          </p:contentPart>
        </mc:Choice>
        <mc:Fallback xmlns="">
          <p:pic>
            <p:nvPicPr>
              <p:cNvPr id="2" name="Ink 1">
                <a:extLst>
                  <a:ext uri="{FF2B5EF4-FFF2-40B4-BE49-F238E27FC236}">
                    <a16:creationId xmlns:a16="http://schemas.microsoft.com/office/drawing/2014/main" id="{C66B0CEA-0E3D-66BA-320E-F239303FFA15}"/>
                  </a:ext>
                </a:extLst>
              </p:cNvPr>
              <p:cNvPicPr/>
              <p:nvPr/>
            </p:nvPicPr>
            <p:blipFill>
              <a:blip r:embed="rId3"/>
              <a:stretch>
                <a:fillRect/>
              </a:stretch>
            </p:blipFill>
            <p:spPr>
              <a:xfrm>
                <a:off x="313200" y="833760"/>
                <a:ext cx="7850880" cy="4937400"/>
              </a:xfrm>
              <a:prstGeom prst="rect">
                <a:avLst/>
              </a:prstGeom>
            </p:spPr>
          </p:pic>
        </mc:Fallback>
      </mc:AlternateContent>
    </p:spTree>
    <p:extLst>
      <p:ext uri="{BB962C8B-B14F-4D97-AF65-F5344CB8AC3E}">
        <p14:creationId xmlns:p14="http://schemas.microsoft.com/office/powerpoint/2010/main" val="2262139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IN" dirty="0"/>
              <a:t>Thanks </a:t>
            </a:r>
          </a:p>
        </p:txBody>
      </p:sp>
      <p:sp>
        <p:nvSpPr>
          <p:cNvPr id="5" name="Subtitle 4"/>
          <p:cNvSpPr>
            <a:spLocks noGrp="1"/>
          </p:cNvSpPr>
          <p:nvPr>
            <p:ph type="subTitle" idx="1"/>
          </p:nvPr>
        </p:nvSpPr>
        <p:spPr/>
        <p:txBody>
          <a:bodyPr/>
          <a:lstStyle/>
          <a:p>
            <a:endParaRPr lang="en-IN"/>
          </a:p>
        </p:txBody>
      </p:sp>
    </p:spTree>
    <p:extLst>
      <p:ext uri="{BB962C8B-B14F-4D97-AF65-F5344CB8AC3E}">
        <p14:creationId xmlns:p14="http://schemas.microsoft.com/office/powerpoint/2010/main" val="155408324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AA0ED-C63C-97B9-2CB5-0C73D29DF2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E1B514-98BC-21DB-B334-4DDDA84E792B}"/>
              </a:ext>
            </a:extLst>
          </p:cNvPr>
          <p:cNvSpPr>
            <a:spLocks noGrp="1"/>
          </p:cNvSpPr>
          <p:nvPr>
            <p:ph type="ctrTitle"/>
          </p:nvPr>
        </p:nvSpPr>
        <p:spPr>
          <a:xfrm>
            <a:off x="609600" y="914400"/>
            <a:ext cx="7772400" cy="1470025"/>
          </a:xfrm>
        </p:spPr>
        <p:txBody>
          <a:bodyPr/>
          <a:lstStyle/>
          <a:p>
            <a:r>
              <a:rPr lang="en-IN" dirty="0"/>
              <a:t>9 pm EST Monday 25 Nov 2024</a:t>
            </a:r>
          </a:p>
        </p:txBody>
      </p:sp>
      <p:sp>
        <p:nvSpPr>
          <p:cNvPr id="3" name="Subtitle 2">
            <a:extLst>
              <a:ext uri="{FF2B5EF4-FFF2-40B4-BE49-F238E27FC236}">
                <a16:creationId xmlns:a16="http://schemas.microsoft.com/office/drawing/2014/main" id="{9AF5B6B5-C7CD-ECBA-52CD-58D9602F477D}"/>
              </a:ext>
            </a:extLst>
          </p:cNvPr>
          <p:cNvSpPr>
            <a:spLocks noGrp="1"/>
          </p:cNvSpPr>
          <p:nvPr>
            <p:ph type="subTitle" idx="1"/>
          </p:nvPr>
        </p:nvSpPr>
        <p:spPr>
          <a:xfrm>
            <a:off x="1028700" y="2209800"/>
            <a:ext cx="7086600" cy="3276600"/>
          </a:xfrm>
        </p:spPr>
        <p:txBody>
          <a:bodyPr>
            <a:normAutofit/>
          </a:bodyPr>
          <a:lstStyle/>
          <a:p>
            <a:r>
              <a:rPr lang="en-IN" dirty="0"/>
              <a:t>Confusion matrix</a:t>
            </a:r>
          </a:p>
          <a:p>
            <a:endParaRPr lang="en-IN" dirty="0"/>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CB56FDC5-744F-9543-BB90-5E3D13C7ECE9}"/>
                  </a:ext>
                </a:extLst>
              </p14:cNvPr>
              <p14:cNvContentPartPr/>
              <p14:nvPr/>
            </p14:nvContentPartPr>
            <p14:xfrm>
              <a:off x="1013400" y="2105640"/>
              <a:ext cx="8053560" cy="4464360"/>
            </p14:xfrm>
          </p:contentPart>
        </mc:Choice>
        <mc:Fallback xmlns="">
          <p:pic>
            <p:nvPicPr>
              <p:cNvPr id="4" name="Ink 3">
                <a:extLst>
                  <a:ext uri="{FF2B5EF4-FFF2-40B4-BE49-F238E27FC236}">
                    <a16:creationId xmlns:a16="http://schemas.microsoft.com/office/drawing/2014/main" id="{CB56FDC5-744F-9543-BB90-5E3D13C7ECE9}"/>
                  </a:ext>
                </a:extLst>
              </p:cNvPr>
              <p:cNvPicPr/>
              <p:nvPr/>
            </p:nvPicPr>
            <p:blipFill>
              <a:blip r:embed="rId3"/>
              <a:stretch>
                <a:fillRect/>
              </a:stretch>
            </p:blipFill>
            <p:spPr>
              <a:xfrm>
                <a:off x="1004040" y="2096280"/>
                <a:ext cx="8072280" cy="4483080"/>
              </a:xfrm>
              <a:prstGeom prst="rect">
                <a:avLst/>
              </a:prstGeom>
            </p:spPr>
          </p:pic>
        </mc:Fallback>
      </mc:AlternateContent>
    </p:spTree>
    <p:extLst>
      <p:ext uri="{BB962C8B-B14F-4D97-AF65-F5344CB8AC3E}">
        <p14:creationId xmlns:p14="http://schemas.microsoft.com/office/powerpoint/2010/main" val="14662160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A65B3C-F5E6-5FAD-A274-B47095C80B2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00E1DB52-9EC0-581F-0C66-9B4FF9767699}"/>
              </a:ext>
            </a:extLst>
          </p:cNvPr>
          <p:cNvSpPr>
            <a:spLocks noGrp="1"/>
          </p:cNvSpPr>
          <p:nvPr>
            <p:ph idx="1"/>
          </p:nvPr>
        </p:nvSpPr>
        <p:spPr/>
        <p:txBody>
          <a:bodyPr/>
          <a:lstStyle/>
          <a:p>
            <a:endParaRPr lang="en-IN"/>
          </a:p>
        </p:txBody>
      </p:sp>
      <mc:AlternateContent xmlns:mc="http://schemas.openxmlformats.org/markup-compatibility/2006" xmlns:p14="http://schemas.microsoft.com/office/powerpoint/2010/main">
        <mc:Choice Requires="p14">
          <p:contentPart p14:bwMode="auto" r:id="rId2">
            <p14:nvContentPartPr>
              <p14:cNvPr id="4" name="Ink 3">
                <a:extLst>
                  <a:ext uri="{FF2B5EF4-FFF2-40B4-BE49-F238E27FC236}">
                    <a16:creationId xmlns:a16="http://schemas.microsoft.com/office/drawing/2014/main" id="{5C151071-E424-3705-E364-E2BD6225A516}"/>
                  </a:ext>
                </a:extLst>
              </p14:cNvPr>
              <p14:cNvContentPartPr/>
              <p14:nvPr/>
            </p14:nvContentPartPr>
            <p14:xfrm>
              <a:off x="253800" y="1170720"/>
              <a:ext cx="8717400" cy="5396040"/>
            </p14:xfrm>
          </p:contentPart>
        </mc:Choice>
        <mc:Fallback xmlns="">
          <p:pic>
            <p:nvPicPr>
              <p:cNvPr id="4" name="Ink 3">
                <a:extLst>
                  <a:ext uri="{FF2B5EF4-FFF2-40B4-BE49-F238E27FC236}">
                    <a16:creationId xmlns:a16="http://schemas.microsoft.com/office/drawing/2014/main" id="{5C151071-E424-3705-E364-E2BD6225A516}"/>
                  </a:ext>
                </a:extLst>
              </p:cNvPr>
              <p:cNvPicPr/>
              <p:nvPr/>
            </p:nvPicPr>
            <p:blipFill>
              <a:blip r:embed="rId3"/>
              <a:stretch>
                <a:fillRect/>
              </a:stretch>
            </p:blipFill>
            <p:spPr>
              <a:xfrm>
                <a:off x="244440" y="1161360"/>
                <a:ext cx="8736120" cy="5414760"/>
              </a:xfrm>
              <a:prstGeom prst="rect">
                <a:avLst/>
              </a:prstGeom>
            </p:spPr>
          </p:pic>
        </mc:Fallback>
      </mc:AlternateContent>
    </p:spTree>
    <p:extLst>
      <p:ext uri="{BB962C8B-B14F-4D97-AF65-F5344CB8AC3E}">
        <p14:creationId xmlns:p14="http://schemas.microsoft.com/office/powerpoint/2010/main" val="386212848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D7DBBEE6-04DE-4F92-9388-33CEEF4E2C3A}"/>
              </a:ext>
            </a:extLst>
          </p:cNvPr>
          <p:cNvPicPr>
            <a:picLocks noChangeAspect="1"/>
          </p:cNvPicPr>
          <p:nvPr/>
        </p:nvPicPr>
        <p:blipFill>
          <a:blip r:embed="rId2"/>
          <a:stretch>
            <a:fillRect/>
          </a:stretch>
        </p:blipFill>
        <p:spPr>
          <a:xfrm>
            <a:off x="1885949" y="1900574"/>
            <a:ext cx="5372102" cy="3056853"/>
          </a:xfrm>
          <a:prstGeom prst="rect">
            <a:avLst/>
          </a:prstGeom>
        </p:spPr>
      </p:pic>
      <p:sp>
        <p:nvSpPr>
          <p:cNvPr id="3" name="Footer Placeholder 2">
            <a:extLst>
              <a:ext uri="{FF2B5EF4-FFF2-40B4-BE49-F238E27FC236}">
                <a16:creationId xmlns:a16="http://schemas.microsoft.com/office/drawing/2014/main" id="{744573CC-B442-46DF-A5F1-5B8AC84B150D}"/>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9CA3533-C46A-4CD4-84C3-761A0127DC3A}"/>
              </a:ext>
            </a:extLst>
          </p:cNvPr>
          <p:cNvSpPr>
            <a:spLocks noGrp="1"/>
          </p:cNvSpPr>
          <p:nvPr>
            <p:ph type="sldNum" sz="quarter" idx="12"/>
          </p:nvPr>
        </p:nvSpPr>
        <p:spPr/>
        <p:txBody>
          <a:bodyPr/>
          <a:lstStyle/>
          <a:p>
            <a:fld id="{B6F15528-21DE-4FAA-801E-634DDDAF4B2B}" type="slidenum">
              <a:rPr lang="en-US" smtClean="0"/>
              <a:pPr/>
              <a:t>38</a:t>
            </a:fld>
            <a:endParaRPr lang="en-US" dirty="0"/>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F21DEA7E-88C9-9868-D64B-D44DC5451749}"/>
                  </a:ext>
                </a:extLst>
              </p14:cNvPr>
              <p14:cNvContentPartPr/>
              <p14:nvPr/>
            </p14:nvContentPartPr>
            <p14:xfrm>
              <a:off x="1306800" y="1206720"/>
              <a:ext cx="6532920" cy="4040280"/>
            </p14:xfrm>
          </p:contentPart>
        </mc:Choice>
        <mc:Fallback xmlns="">
          <p:pic>
            <p:nvPicPr>
              <p:cNvPr id="5" name="Ink 4">
                <a:extLst>
                  <a:ext uri="{FF2B5EF4-FFF2-40B4-BE49-F238E27FC236}">
                    <a16:creationId xmlns:a16="http://schemas.microsoft.com/office/drawing/2014/main" id="{F21DEA7E-88C9-9868-D64B-D44DC5451749}"/>
                  </a:ext>
                </a:extLst>
              </p:cNvPr>
              <p:cNvPicPr/>
              <p:nvPr/>
            </p:nvPicPr>
            <p:blipFill>
              <a:blip r:embed="rId4"/>
              <a:stretch>
                <a:fillRect/>
              </a:stretch>
            </p:blipFill>
            <p:spPr>
              <a:xfrm>
                <a:off x="1297440" y="1197360"/>
                <a:ext cx="6551640" cy="4059000"/>
              </a:xfrm>
              <a:prstGeom prst="rect">
                <a:avLst/>
              </a:prstGeom>
            </p:spPr>
          </p:pic>
        </mc:Fallback>
      </mc:AlternateContent>
    </p:spTree>
    <p:extLst>
      <p:ext uri="{BB962C8B-B14F-4D97-AF65-F5344CB8AC3E}">
        <p14:creationId xmlns:p14="http://schemas.microsoft.com/office/powerpoint/2010/main" val="254005323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Measuring Performance: The Confusion Matrix – Glass Box">
            <a:extLst>
              <a:ext uri="{FF2B5EF4-FFF2-40B4-BE49-F238E27FC236}">
                <a16:creationId xmlns:a16="http://schemas.microsoft.com/office/drawing/2014/main" id="{32ED86EE-1E2C-4EC6-931A-65FE9978BA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85725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865E97BC-BB35-4545-BE3C-FCDF2A0C0805}"/>
              </a:ext>
            </a:extLst>
          </p:cNvPr>
          <p:cNvSpPr>
            <a:spLocks noGrp="1"/>
          </p:cNvSpPr>
          <p:nvPr>
            <p:ph type="ftr" sz="quarter" idx="11"/>
          </p:nvPr>
        </p:nvSpPr>
        <p:spPr/>
        <p:txBody>
          <a:bodyPr/>
          <a:lstStyle/>
          <a:p>
            <a:endParaRPr lang="en-US" dirty="0"/>
          </a:p>
        </p:txBody>
      </p:sp>
      <p:sp>
        <p:nvSpPr>
          <p:cNvPr id="3" name="Slide Number Placeholder 2">
            <a:extLst>
              <a:ext uri="{FF2B5EF4-FFF2-40B4-BE49-F238E27FC236}">
                <a16:creationId xmlns:a16="http://schemas.microsoft.com/office/drawing/2014/main" id="{85A4871A-1C9C-41D6-A07A-0AAEB48330AF}"/>
              </a:ext>
            </a:extLst>
          </p:cNvPr>
          <p:cNvSpPr>
            <a:spLocks noGrp="1"/>
          </p:cNvSpPr>
          <p:nvPr>
            <p:ph type="sldNum" sz="quarter" idx="12"/>
          </p:nvPr>
        </p:nvSpPr>
        <p:spPr/>
        <p:txBody>
          <a:bodyPr/>
          <a:lstStyle/>
          <a:p>
            <a:fld id="{B6F15528-21DE-4FAA-801E-634DDDAF4B2B}" type="slidenum">
              <a:rPr lang="en-US" smtClean="0"/>
              <a:pPr/>
              <a:t>39</a:t>
            </a:fld>
            <a:endParaRPr lang="en-US"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B0C42ED4-6C96-A3D1-48F9-8D9C269B5077}"/>
                  </a:ext>
                </a:extLst>
              </p14:cNvPr>
              <p14:cNvContentPartPr/>
              <p14:nvPr/>
            </p14:nvContentPartPr>
            <p14:xfrm>
              <a:off x="1845450" y="1730430"/>
              <a:ext cx="6141150" cy="3834000"/>
            </p14:xfrm>
          </p:contentPart>
        </mc:Choice>
        <mc:Fallback xmlns="">
          <p:pic>
            <p:nvPicPr>
              <p:cNvPr id="4" name="Ink 3">
                <a:extLst>
                  <a:ext uri="{FF2B5EF4-FFF2-40B4-BE49-F238E27FC236}">
                    <a16:creationId xmlns:a16="http://schemas.microsoft.com/office/drawing/2014/main" id="{B0C42ED4-6C96-A3D1-48F9-8D9C269B5077}"/>
                  </a:ext>
                </a:extLst>
              </p:cNvPr>
              <p:cNvPicPr/>
              <p:nvPr/>
            </p:nvPicPr>
            <p:blipFill>
              <a:blip r:embed="rId4"/>
              <a:stretch>
                <a:fillRect/>
              </a:stretch>
            </p:blipFill>
            <p:spPr>
              <a:xfrm>
                <a:off x="1836090" y="1721070"/>
                <a:ext cx="6159870" cy="3852720"/>
              </a:xfrm>
              <a:prstGeom prst="rect">
                <a:avLst/>
              </a:prstGeom>
            </p:spPr>
          </p:pic>
        </mc:Fallback>
      </mc:AlternateContent>
      <mc:AlternateContent xmlns:mc="http://schemas.openxmlformats.org/markup-compatibility/2006" xmlns:p14="http://schemas.microsoft.com/office/powerpoint/2010/main">
        <mc:Choice Requires="p14">
          <p:contentPart p14:bwMode="auto" r:id="rId5">
            <p14:nvContentPartPr>
              <p14:cNvPr id="5" name="Ink 4">
                <a:extLst>
                  <a:ext uri="{FF2B5EF4-FFF2-40B4-BE49-F238E27FC236}">
                    <a16:creationId xmlns:a16="http://schemas.microsoft.com/office/drawing/2014/main" id="{8AB53BBF-2E01-6A8A-2415-8153750C91BF}"/>
                  </a:ext>
                </a:extLst>
              </p14:cNvPr>
              <p14:cNvContentPartPr/>
              <p14:nvPr/>
            </p14:nvContentPartPr>
            <p14:xfrm>
              <a:off x="3701880" y="3078000"/>
              <a:ext cx="3503880" cy="1938600"/>
            </p14:xfrm>
          </p:contentPart>
        </mc:Choice>
        <mc:Fallback xmlns="">
          <p:pic>
            <p:nvPicPr>
              <p:cNvPr id="5" name="Ink 4">
                <a:extLst>
                  <a:ext uri="{FF2B5EF4-FFF2-40B4-BE49-F238E27FC236}">
                    <a16:creationId xmlns:a16="http://schemas.microsoft.com/office/drawing/2014/main" id="{8AB53BBF-2E01-6A8A-2415-8153750C91BF}"/>
                  </a:ext>
                </a:extLst>
              </p:cNvPr>
              <p:cNvPicPr/>
              <p:nvPr/>
            </p:nvPicPr>
            <p:blipFill>
              <a:blip r:embed="rId6"/>
              <a:stretch>
                <a:fillRect/>
              </a:stretch>
            </p:blipFill>
            <p:spPr>
              <a:xfrm>
                <a:off x="3692520" y="3068640"/>
                <a:ext cx="3522600" cy="1957320"/>
              </a:xfrm>
              <a:prstGeom prst="rect">
                <a:avLst/>
              </a:prstGeom>
            </p:spPr>
          </p:pic>
        </mc:Fallback>
      </mc:AlternateContent>
    </p:spTree>
    <p:extLst>
      <p:ext uri="{BB962C8B-B14F-4D97-AF65-F5344CB8AC3E}">
        <p14:creationId xmlns:p14="http://schemas.microsoft.com/office/powerpoint/2010/main" val="118349951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Data Science and Machine Learning : Confusion Matrix">
            <a:extLst>
              <a:ext uri="{FF2B5EF4-FFF2-40B4-BE49-F238E27FC236}">
                <a16:creationId xmlns:a16="http://schemas.microsoft.com/office/drawing/2014/main" id="{E2E0F29F-8247-4D3D-8D97-ABE19EC570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8806" y="1910954"/>
            <a:ext cx="5386388" cy="3036094"/>
          </a:xfrm>
          <a:prstGeom prst="rect">
            <a:avLst/>
          </a:prstGeom>
          <a:noFill/>
          <a:extLst>
            <a:ext uri="{909E8E84-426E-40DD-AFC4-6F175D3DCCD1}">
              <a14:hiddenFill xmlns:a14="http://schemas.microsoft.com/office/drawing/2010/main">
                <a:solidFill>
                  <a:srgbClr val="FFFFFF"/>
                </a:solidFill>
              </a14:hiddenFill>
            </a:ext>
          </a:extLst>
        </p:spPr>
      </p:pic>
      <p:sp>
        <p:nvSpPr>
          <p:cNvPr id="2" name="Footer Placeholder 1">
            <a:extLst>
              <a:ext uri="{FF2B5EF4-FFF2-40B4-BE49-F238E27FC236}">
                <a16:creationId xmlns:a16="http://schemas.microsoft.com/office/drawing/2014/main" id="{C225E725-9C26-40B3-A9BF-025AB35F86BF}"/>
              </a:ext>
            </a:extLst>
          </p:cNvPr>
          <p:cNvSpPr>
            <a:spLocks noGrp="1"/>
          </p:cNvSpPr>
          <p:nvPr>
            <p:ph type="ftr" sz="quarter" idx="11"/>
          </p:nvPr>
        </p:nvSpPr>
        <p:spPr/>
        <p:txBody>
          <a:bodyPr/>
          <a:lstStyle/>
          <a:p>
            <a:endParaRPr lang="en-US" dirty="0"/>
          </a:p>
        </p:txBody>
      </p:sp>
      <p:sp>
        <p:nvSpPr>
          <p:cNvPr id="3" name="Slide Number Placeholder 2">
            <a:extLst>
              <a:ext uri="{FF2B5EF4-FFF2-40B4-BE49-F238E27FC236}">
                <a16:creationId xmlns:a16="http://schemas.microsoft.com/office/drawing/2014/main" id="{560B07B1-C043-4C38-8FB7-1B97261E2DCB}"/>
              </a:ext>
            </a:extLst>
          </p:cNvPr>
          <p:cNvSpPr>
            <a:spLocks noGrp="1"/>
          </p:cNvSpPr>
          <p:nvPr>
            <p:ph type="sldNum" sz="quarter" idx="12"/>
          </p:nvPr>
        </p:nvSpPr>
        <p:spPr/>
        <p:txBody>
          <a:bodyPr/>
          <a:lstStyle/>
          <a:p>
            <a:fld id="{B6F15528-21DE-4FAA-801E-634DDDAF4B2B}" type="slidenum">
              <a:rPr lang="en-US" smtClean="0"/>
              <a:pPr/>
              <a:t>40</a:t>
            </a:fld>
            <a:endParaRPr lang="en-US" dirty="0"/>
          </a:p>
        </p:txBody>
      </p:sp>
      <mc:AlternateContent xmlns:mc="http://schemas.openxmlformats.org/markup-compatibility/2006" xmlns:p14="http://schemas.microsoft.com/office/powerpoint/2010/main">
        <mc:Choice Requires="p14">
          <p:contentPart p14:bwMode="auto" r:id="rId3">
            <p14:nvContentPartPr>
              <p14:cNvPr id="4" name="Ink 3">
                <a:extLst>
                  <a:ext uri="{FF2B5EF4-FFF2-40B4-BE49-F238E27FC236}">
                    <a16:creationId xmlns:a16="http://schemas.microsoft.com/office/drawing/2014/main" id="{22F854C9-21FB-A455-2F9F-5547B8C24682}"/>
                  </a:ext>
                </a:extLst>
              </p14:cNvPr>
              <p14:cNvContentPartPr/>
              <p14:nvPr/>
            </p14:nvContentPartPr>
            <p14:xfrm>
              <a:off x="1800360" y="1519560"/>
              <a:ext cx="6799680" cy="3727440"/>
            </p14:xfrm>
          </p:contentPart>
        </mc:Choice>
        <mc:Fallback xmlns="">
          <p:pic>
            <p:nvPicPr>
              <p:cNvPr id="4" name="Ink 3">
                <a:extLst>
                  <a:ext uri="{FF2B5EF4-FFF2-40B4-BE49-F238E27FC236}">
                    <a16:creationId xmlns:a16="http://schemas.microsoft.com/office/drawing/2014/main" id="{22F854C9-21FB-A455-2F9F-5547B8C24682}"/>
                  </a:ext>
                </a:extLst>
              </p:cNvPr>
              <p:cNvPicPr/>
              <p:nvPr/>
            </p:nvPicPr>
            <p:blipFill>
              <a:blip r:embed="rId4"/>
              <a:stretch>
                <a:fillRect/>
              </a:stretch>
            </p:blipFill>
            <p:spPr>
              <a:xfrm>
                <a:off x="1791000" y="1510200"/>
                <a:ext cx="6818400" cy="3746160"/>
              </a:xfrm>
              <a:prstGeom prst="rect">
                <a:avLst/>
              </a:prstGeom>
            </p:spPr>
          </p:pic>
        </mc:Fallback>
      </mc:AlternateContent>
    </p:spTree>
    <p:extLst>
      <p:ext uri="{BB962C8B-B14F-4D97-AF65-F5344CB8AC3E}">
        <p14:creationId xmlns:p14="http://schemas.microsoft.com/office/powerpoint/2010/main" val="67035830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46289D-05DB-4456-8364-2720036E9777}"/>
              </a:ext>
            </a:extLst>
          </p:cNvPr>
          <p:cNvPicPr>
            <a:picLocks noChangeAspect="1"/>
          </p:cNvPicPr>
          <p:nvPr/>
        </p:nvPicPr>
        <p:blipFill>
          <a:blip r:embed="rId2"/>
          <a:stretch>
            <a:fillRect/>
          </a:stretch>
        </p:blipFill>
        <p:spPr>
          <a:xfrm>
            <a:off x="0" y="1818080"/>
            <a:ext cx="9144000" cy="3221840"/>
          </a:xfrm>
          <a:prstGeom prst="rect">
            <a:avLst/>
          </a:prstGeom>
        </p:spPr>
      </p:pic>
      <p:sp>
        <p:nvSpPr>
          <p:cNvPr id="2" name="Footer Placeholder 1">
            <a:extLst>
              <a:ext uri="{FF2B5EF4-FFF2-40B4-BE49-F238E27FC236}">
                <a16:creationId xmlns:a16="http://schemas.microsoft.com/office/drawing/2014/main" id="{AB704645-A1D2-4A30-ABB0-B376411CABCC}"/>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8ADFDB76-AE7E-4FFC-BCA7-348A32BED5A1}"/>
              </a:ext>
            </a:extLst>
          </p:cNvPr>
          <p:cNvSpPr>
            <a:spLocks noGrp="1"/>
          </p:cNvSpPr>
          <p:nvPr>
            <p:ph type="sldNum" sz="quarter" idx="12"/>
          </p:nvPr>
        </p:nvSpPr>
        <p:spPr/>
        <p:txBody>
          <a:bodyPr/>
          <a:lstStyle/>
          <a:p>
            <a:fld id="{B6F15528-21DE-4FAA-801E-634DDDAF4B2B}" type="slidenum">
              <a:rPr lang="en-US" smtClean="0"/>
              <a:pPr/>
              <a:t>41</a:t>
            </a:fld>
            <a:endParaRPr lang="en-US" dirty="0"/>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463B3ACB-93EC-AE6A-9599-C0E4768FA904}"/>
                  </a:ext>
                </a:extLst>
              </p14:cNvPr>
              <p14:cNvContentPartPr/>
              <p14:nvPr/>
            </p14:nvContentPartPr>
            <p14:xfrm>
              <a:off x="387720" y="1123200"/>
              <a:ext cx="3625560" cy="3903480"/>
            </p14:xfrm>
          </p:contentPart>
        </mc:Choice>
        <mc:Fallback xmlns="">
          <p:pic>
            <p:nvPicPr>
              <p:cNvPr id="5" name="Ink 4">
                <a:extLst>
                  <a:ext uri="{FF2B5EF4-FFF2-40B4-BE49-F238E27FC236}">
                    <a16:creationId xmlns:a16="http://schemas.microsoft.com/office/drawing/2014/main" id="{463B3ACB-93EC-AE6A-9599-C0E4768FA904}"/>
                  </a:ext>
                </a:extLst>
              </p:cNvPr>
              <p:cNvPicPr/>
              <p:nvPr/>
            </p:nvPicPr>
            <p:blipFill>
              <a:blip r:embed="rId4"/>
              <a:stretch>
                <a:fillRect/>
              </a:stretch>
            </p:blipFill>
            <p:spPr>
              <a:xfrm>
                <a:off x="378360" y="1113840"/>
                <a:ext cx="3644280" cy="3922200"/>
              </a:xfrm>
              <a:prstGeom prst="rect">
                <a:avLst/>
              </a:prstGeom>
            </p:spPr>
          </p:pic>
        </mc:Fallback>
      </mc:AlternateContent>
    </p:spTree>
    <p:extLst>
      <p:ext uri="{BB962C8B-B14F-4D97-AF65-F5344CB8AC3E}">
        <p14:creationId xmlns:p14="http://schemas.microsoft.com/office/powerpoint/2010/main" val="13972873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53EA45-3AB7-970B-C372-7D986095CCEA}"/>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95E99F0-2278-C8A8-ABD5-AC1610649AF0}"/>
              </a:ext>
            </a:extLst>
          </p:cNvPr>
          <p:cNvPicPr>
            <a:picLocks noChangeAspect="1"/>
          </p:cNvPicPr>
          <p:nvPr/>
        </p:nvPicPr>
        <p:blipFill>
          <a:blip r:embed="rId2"/>
          <a:srcRect l="51667"/>
          <a:stretch/>
        </p:blipFill>
        <p:spPr>
          <a:xfrm>
            <a:off x="685800" y="304800"/>
            <a:ext cx="6794341" cy="4953000"/>
          </a:xfrm>
          <a:prstGeom prst="rect">
            <a:avLst/>
          </a:prstGeom>
        </p:spPr>
      </p:pic>
      <p:sp>
        <p:nvSpPr>
          <p:cNvPr id="2" name="Footer Placeholder 1">
            <a:extLst>
              <a:ext uri="{FF2B5EF4-FFF2-40B4-BE49-F238E27FC236}">
                <a16:creationId xmlns:a16="http://schemas.microsoft.com/office/drawing/2014/main" id="{789237B1-D2DF-743E-757E-752366B03207}"/>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9F1B5A4D-212F-027E-9C7E-0FAD17143771}"/>
              </a:ext>
            </a:extLst>
          </p:cNvPr>
          <p:cNvSpPr>
            <a:spLocks noGrp="1"/>
          </p:cNvSpPr>
          <p:nvPr>
            <p:ph type="sldNum" sz="quarter" idx="12"/>
          </p:nvPr>
        </p:nvSpPr>
        <p:spPr/>
        <p:txBody>
          <a:bodyPr/>
          <a:lstStyle/>
          <a:p>
            <a:fld id="{B6F15528-21DE-4FAA-801E-634DDDAF4B2B}" type="slidenum">
              <a:rPr lang="en-US" smtClean="0"/>
              <a:pPr/>
              <a:t>42</a:t>
            </a:fld>
            <a:endParaRPr lang="en-US" dirty="0"/>
          </a:p>
        </p:txBody>
      </p:sp>
      <mc:AlternateContent xmlns:mc="http://schemas.openxmlformats.org/markup-compatibility/2006" xmlns:p14="http://schemas.microsoft.com/office/powerpoint/2010/main">
        <mc:Choice Requires="p14">
          <p:contentPart p14:bwMode="auto" r:id="rId3">
            <p14:nvContentPartPr>
              <p14:cNvPr id="5" name="Ink 4">
                <a:extLst>
                  <a:ext uri="{FF2B5EF4-FFF2-40B4-BE49-F238E27FC236}">
                    <a16:creationId xmlns:a16="http://schemas.microsoft.com/office/drawing/2014/main" id="{647F3616-2C7F-643F-5E65-2C05AE57C585}"/>
                  </a:ext>
                </a:extLst>
              </p14:cNvPr>
              <p14:cNvContentPartPr/>
              <p14:nvPr/>
            </p14:nvContentPartPr>
            <p14:xfrm>
              <a:off x="2511720" y="923040"/>
              <a:ext cx="6460560" cy="5166360"/>
            </p14:xfrm>
          </p:contentPart>
        </mc:Choice>
        <mc:Fallback xmlns="">
          <p:pic>
            <p:nvPicPr>
              <p:cNvPr id="5" name="Ink 4">
                <a:extLst>
                  <a:ext uri="{FF2B5EF4-FFF2-40B4-BE49-F238E27FC236}">
                    <a16:creationId xmlns:a16="http://schemas.microsoft.com/office/drawing/2014/main" id="{647F3616-2C7F-643F-5E65-2C05AE57C585}"/>
                  </a:ext>
                </a:extLst>
              </p:cNvPr>
              <p:cNvPicPr/>
              <p:nvPr/>
            </p:nvPicPr>
            <p:blipFill>
              <a:blip r:embed="rId4"/>
              <a:stretch>
                <a:fillRect/>
              </a:stretch>
            </p:blipFill>
            <p:spPr>
              <a:xfrm>
                <a:off x="2502360" y="913680"/>
                <a:ext cx="6479280" cy="5185080"/>
              </a:xfrm>
              <a:prstGeom prst="rect">
                <a:avLst/>
              </a:prstGeom>
            </p:spPr>
          </p:pic>
        </mc:Fallback>
      </mc:AlternateContent>
    </p:spTree>
    <p:extLst>
      <p:ext uri="{BB962C8B-B14F-4D97-AF65-F5344CB8AC3E}">
        <p14:creationId xmlns:p14="http://schemas.microsoft.com/office/powerpoint/2010/main" val="133466372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BAB7E6-9252-C124-E249-25F3C3DE9E60}"/>
              </a:ext>
            </a:extLst>
          </p:cNvPr>
          <p:cNvPicPr>
            <a:picLocks noChangeAspect="1"/>
          </p:cNvPicPr>
          <p:nvPr/>
        </p:nvPicPr>
        <p:blipFill>
          <a:blip r:embed="rId2"/>
          <a:srcRect l="6666" t="29259" r="13333" b="5556"/>
          <a:stretch/>
        </p:blipFill>
        <p:spPr>
          <a:xfrm>
            <a:off x="609600" y="2362200"/>
            <a:ext cx="7315200" cy="3352800"/>
          </a:xfrm>
          <a:prstGeom prst="rect">
            <a:avLst/>
          </a:prstGeom>
        </p:spPr>
      </p:pic>
      <mc:AlternateContent xmlns:mc="http://schemas.openxmlformats.org/markup-compatibility/2006" xmlns:p14="http://schemas.microsoft.com/office/powerpoint/2010/main">
        <mc:Choice Requires="p14">
          <p:contentPart p14:bwMode="auto" r:id="rId3">
            <p14:nvContentPartPr>
              <p14:cNvPr id="8" name="Ink 7">
                <a:extLst>
                  <a:ext uri="{FF2B5EF4-FFF2-40B4-BE49-F238E27FC236}">
                    <a16:creationId xmlns:a16="http://schemas.microsoft.com/office/drawing/2014/main" id="{FE24C747-4944-4D1C-31FE-C88411B19CFA}"/>
                  </a:ext>
                </a:extLst>
              </p14:cNvPr>
              <p14:cNvContentPartPr/>
              <p14:nvPr/>
            </p14:nvContentPartPr>
            <p14:xfrm>
              <a:off x="174960" y="933120"/>
              <a:ext cx="8794800" cy="5731560"/>
            </p14:xfrm>
          </p:contentPart>
        </mc:Choice>
        <mc:Fallback xmlns="">
          <p:pic>
            <p:nvPicPr>
              <p:cNvPr id="8" name="Ink 7">
                <a:extLst>
                  <a:ext uri="{FF2B5EF4-FFF2-40B4-BE49-F238E27FC236}">
                    <a16:creationId xmlns:a16="http://schemas.microsoft.com/office/drawing/2014/main" id="{FE24C747-4944-4D1C-31FE-C88411B19CFA}"/>
                  </a:ext>
                </a:extLst>
              </p:cNvPr>
              <p:cNvPicPr/>
              <p:nvPr/>
            </p:nvPicPr>
            <p:blipFill>
              <a:blip r:embed="rId4"/>
              <a:stretch>
                <a:fillRect/>
              </a:stretch>
            </p:blipFill>
            <p:spPr>
              <a:xfrm>
                <a:off x="165600" y="923760"/>
                <a:ext cx="8813520" cy="5750280"/>
              </a:xfrm>
              <a:prstGeom prst="rect">
                <a:avLst/>
              </a:prstGeom>
            </p:spPr>
          </p:pic>
        </mc:Fallback>
      </mc:AlternateContent>
    </p:spTree>
    <p:extLst>
      <p:ext uri="{BB962C8B-B14F-4D97-AF65-F5344CB8AC3E}">
        <p14:creationId xmlns:p14="http://schemas.microsoft.com/office/powerpoint/2010/main" val="335987970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B5BE03-7164-6206-ADB8-07864359C40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FF51B49-9D41-2EC2-DFBA-60D2C3C7E04F}"/>
              </a:ext>
            </a:extLst>
          </p:cNvPr>
          <p:cNvPicPr>
            <a:picLocks noChangeAspect="1"/>
          </p:cNvPicPr>
          <p:nvPr/>
        </p:nvPicPr>
        <p:blipFill>
          <a:blip r:embed="rId2"/>
          <a:srcRect l="6666" t="29259" r="13333" b="5556"/>
          <a:stretch/>
        </p:blipFill>
        <p:spPr>
          <a:xfrm>
            <a:off x="609600" y="2362200"/>
            <a:ext cx="7315200" cy="3352800"/>
          </a:xfrm>
          <a:prstGeom prst="rect">
            <a:avLst/>
          </a:prstGeom>
        </p:spPr>
      </p:pic>
    </p:spTree>
    <p:extLst>
      <p:ext uri="{BB962C8B-B14F-4D97-AF65-F5344CB8AC3E}">
        <p14:creationId xmlns:p14="http://schemas.microsoft.com/office/powerpoint/2010/main" val="18868052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7EE0F7-C3F1-B327-548F-EA17571F0025}"/>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0B2FEC36-0DAE-C40E-ECC2-D3DA67BE51F2}"/>
              </a:ext>
            </a:extLst>
          </p:cNvPr>
          <p:cNvPicPr>
            <a:picLocks noChangeAspect="1"/>
          </p:cNvPicPr>
          <p:nvPr/>
        </p:nvPicPr>
        <p:blipFill>
          <a:blip r:embed="rId2"/>
          <a:srcRect l="6666" t="29259" r="13333" b="5556"/>
          <a:stretch/>
        </p:blipFill>
        <p:spPr>
          <a:xfrm>
            <a:off x="609600" y="2362200"/>
            <a:ext cx="7315200" cy="3352800"/>
          </a:xfrm>
          <a:prstGeom prst="rect">
            <a:avLst/>
          </a:prstGeom>
        </p:spPr>
      </p:pic>
    </p:spTree>
    <p:extLst>
      <p:ext uri="{BB962C8B-B14F-4D97-AF65-F5344CB8AC3E}">
        <p14:creationId xmlns:p14="http://schemas.microsoft.com/office/powerpoint/2010/main" val="224155269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C46C0755-7EBC-E531-1416-A0507D99C535}"/>
              </a:ext>
            </a:extLst>
          </p:cNvPr>
          <p:cNvSpPr>
            <a:spLocks noGrp="1"/>
          </p:cNvSpPr>
          <p:nvPr>
            <p:ph type="title"/>
          </p:nvPr>
        </p:nvSpPr>
        <p:spPr/>
        <p:txBody>
          <a:bodyPr/>
          <a:lstStyle/>
          <a:p>
            <a:r>
              <a:rPr lang="en-IN" dirty="0"/>
              <a:t>END</a:t>
            </a:r>
          </a:p>
        </p:txBody>
      </p:sp>
      <p:sp>
        <p:nvSpPr>
          <p:cNvPr id="5" name="Text Placeholder 4">
            <a:extLst>
              <a:ext uri="{FF2B5EF4-FFF2-40B4-BE49-F238E27FC236}">
                <a16:creationId xmlns:a16="http://schemas.microsoft.com/office/drawing/2014/main" id="{792563C2-9F3B-379C-A91E-89DCE1409EB9}"/>
              </a:ext>
            </a:extLst>
          </p:cNvPr>
          <p:cNvSpPr>
            <a:spLocks noGrp="1"/>
          </p:cNvSpPr>
          <p:nvPr>
            <p:ph type="body" idx="1"/>
          </p:nvPr>
        </p:nvSpPr>
        <p:spPr/>
        <p:txBody>
          <a:bodyPr/>
          <a:lstStyle/>
          <a:p>
            <a:endParaRPr lang="en-IN"/>
          </a:p>
        </p:txBody>
      </p:sp>
    </p:spTree>
    <p:extLst>
      <p:ext uri="{BB962C8B-B14F-4D97-AF65-F5344CB8AC3E}">
        <p14:creationId xmlns:p14="http://schemas.microsoft.com/office/powerpoint/2010/main" val="71313023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EBDD76-6E3C-C47B-4C53-395851E561F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44E596-8A76-E118-7BC0-5BD694D4DA39}"/>
              </a:ext>
            </a:extLst>
          </p:cNvPr>
          <p:cNvSpPr>
            <a:spLocks noGrp="1"/>
          </p:cNvSpPr>
          <p:nvPr>
            <p:ph type="ctrTitle"/>
          </p:nvPr>
        </p:nvSpPr>
        <p:spPr>
          <a:xfrm>
            <a:off x="609600" y="914400"/>
            <a:ext cx="7772400" cy="1470025"/>
          </a:xfrm>
        </p:spPr>
        <p:txBody>
          <a:bodyPr/>
          <a:lstStyle/>
          <a:p>
            <a:r>
              <a:rPr lang="en-IN" dirty="0"/>
              <a:t>9 pm EST Monday 2 Dec 2024</a:t>
            </a:r>
          </a:p>
        </p:txBody>
      </p:sp>
      <p:sp>
        <p:nvSpPr>
          <p:cNvPr id="3" name="Subtitle 2">
            <a:extLst>
              <a:ext uri="{FF2B5EF4-FFF2-40B4-BE49-F238E27FC236}">
                <a16:creationId xmlns:a16="http://schemas.microsoft.com/office/drawing/2014/main" id="{6F4E22D6-CE40-8AEE-10E0-D76F03EC6E44}"/>
              </a:ext>
            </a:extLst>
          </p:cNvPr>
          <p:cNvSpPr>
            <a:spLocks noGrp="1"/>
          </p:cNvSpPr>
          <p:nvPr>
            <p:ph type="subTitle" idx="1"/>
          </p:nvPr>
        </p:nvSpPr>
        <p:spPr>
          <a:xfrm>
            <a:off x="1028700" y="2209800"/>
            <a:ext cx="7086600" cy="3276600"/>
          </a:xfrm>
        </p:spPr>
        <p:txBody>
          <a:bodyPr>
            <a:normAutofit/>
          </a:bodyPr>
          <a:lstStyle/>
          <a:p>
            <a:r>
              <a:rPr lang="en-IN" dirty="0"/>
              <a:t>Assignments</a:t>
            </a:r>
          </a:p>
          <a:p>
            <a:r>
              <a:rPr lang="en-IN" dirty="0"/>
              <a:t>1)Mall</a:t>
            </a:r>
          </a:p>
          <a:p>
            <a:r>
              <a:rPr lang="en-IN" dirty="0"/>
              <a:t>2)Predict Diabetes</a:t>
            </a:r>
          </a:p>
          <a:p>
            <a:endParaRPr lang="en-IN" dirty="0"/>
          </a:p>
        </p:txBody>
      </p:sp>
    </p:spTree>
    <p:extLst>
      <p:ext uri="{BB962C8B-B14F-4D97-AF65-F5344CB8AC3E}">
        <p14:creationId xmlns:p14="http://schemas.microsoft.com/office/powerpoint/2010/main" val="200841343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4F3A39-E5D9-DFCE-8DAA-4E0272AD6E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8C0CA9-2BFC-D355-0433-40A2FC5EEFBB}"/>
              </a:ext>
            </a:extLst>
          </p:cNvPr>
          <p:cNvSpPr>
            <a:spLocks noGrp="1"/>
          </p:cNvSpPr>
          <p:nvPr>
            <p:ph type="ctrTitle"/>
          </p:nvPr>
        </p:nvSpPr>
        <p:spPr>
          <a:xfrm>
            <a:off x="609600" y="914400"/>
            <a:ext cx="7772400" cy="1470025"/>
          </a:xfrm>
        </p:spPr>
        <p:txBody>
          <a:bodyPr/>
          <a:lstStyle/>
          <a:p>
            <a:r>
              <a:rPr lang="en-IN" dirty="0"/>
              <a:t>9 pm EST Tuesday 3 Dec 2024</a:t>
            </a:r>
          </a:p>
        </p:txBody>
      </p:sp>
      <p:sp>
        <p:nvSpPr>
          <p:cNvPr id="3" name="Subtitle 2">
            <a:extLst>
              <a:ext uri="{FF2B5EF4-FFF2-40B4-BE49-F238E27FC236}">
                <a16:creationId xmlns:a16="http://schemas.microsoft.com/office/drawing/2014/main" id="{D2B9FE1E-DB6F-1B4C-9CAC-00B363582718}"/>
              </a:ext>
            </a:extLst>
          </p:cNvPr>
          <p:cNvSpPr>
            <a:spLocks noGrp="1"/>
          </p:cNvSpPr>
          <p:nvPr>
            <p:ph type="subTitle" idx="1"/>
          </p:nvPr>
        </p:nvSpPr>
        <p:spPr>
          <a:xfrm>
            <a:off x="1028700" y="2209800"/>
            <a:ext cx="7086600" cy="3276600"/>
          </a:xfrm>
        </p:spPr>
        <p:txBody>
          <a:bodyPr>
            <a:normAutofit/>
          </a:bodyPr>
          <a:lstStyle/>
          <a:p>
            <a:r>
              <a:rPr lang="en-IN" dirty="0"/>
              <a:t>Assignments</a:t>
            </a:r>
          </a:p>
          <a:p>
            <a:r>
              <a:rPr lang="en-IN" dirty="0"/>
              <a:t>1)Mall</a:t>
            </a:r>
          </a:p>
          <a:p>
            <a:r>
              <a:rPr lang="en-IN" dirty="0"/>
              <a:t>2)Predict Diabetes</a:t>
            </a:r>
          </a:p>
          <a:p>
            <a:r>
              <a:rPr lang="en-IN" b="1" dirty="0"/>
              <a:t>LOGISTIC REGRESSION</a:t>
            </a:r>
          </a:p>
          <a:p>
            <a:endParaRPr lang="en-IN" dirty="0"/>
          </a:p>
        </p:txBody>
      </p:sp>
    </p:spTree>
    <p:extLst>
      <p:ext uri="{BB962C8B-B14F-4D97-AF65-F5344CB8AC3E}">
        <p14:creationId xmlns:p14="http://schemas.microsoft.com/office/powerpoint/2010/main" val="218956954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5DF389-2F8A-4805-A9D2-66859375CEC1}"/>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F15BAC4-7775-4E72-8E62-CD0A988BE84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75064053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876AF-5FB6-7B54-2C13-06BF44EFFE0C}"/>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8DF8F973-3D56-8BB7-4D33-2C8EAA7BDCD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46408141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10717</TotalTime>
  <Words>1014</Words>
  <Application>Microsoft Office PowerPoint</Application>
  <PresentationFormat>On-screen Show (4:3)</PresentationFormat>
  <Paragraphs>189</Paragraphs>
  <Slides>50</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50</vt:i4>
      </vt:variant>
    </vt:vector>
  </HeadingPairs>
  <TitlesOfParts>
    <vt:vector size="53" baseType="lpstr">
      <vt:lpstr>Arial</vt:lpstr>
      <vt:lpstr>Calibri</vt:lpstr>
      <vt:lpstr>Office Theme</vt:lpstr>
      <vt:lpstr>9 pm EST Thursday 21 Nov 2024</vt:lpstr>
      <vt:lpstr>PowerPoint Presentation</vt:lpstr>
      <vt:lpstr>PowerPoint Presentation</vt:lpstr>
      <vt:lpstr>Holiday, Wednesday 20 Nov 2024</vt:lpstr>
      <vt:lpstr>9 pm EST Thursday 21 Nov 2024</vt:lpstr>
      <vt:lpstr>K-Means</vt:lpstr>
      <vt:lpstr>K Means</vt:lpstr>
      <vt:lpstr>K-Means</vt:lpstr>
      <vt:lpstr>K-Means Uses Cases</vt:lpstr>
      <vt:lpstr>Common business cases where K-means is used</vt:lpstr>
      <vt:lpstr>K-Means-How is works</vt:lpstr>
      <vt:lpstr>K=3 Clusters</vt:lpstr>
      <vt:lpstr>PowerPoint Presentation</vt:lpstr>
      <vt:lpstr>K-Means-How is works</vt:lpstr>
      <vt:lpstr>Data with No Answers</vt:lpstr>
      <vt:lpstr>Data with No Answers</vt:lpstr>
      <vt:lpstr>Plot a Graph</vt:lpstr>
      <vt:lpstr>Plot a Graph with the Data</vt:lpstr>
      <vt:lpstr>1. Cluster assignment</vt:lpstr>
      <vt:lpstr>1. Cluster assignment</vt:lpstr>
      <vt:lpstr>2. Compute the Centroid</vt:lpstr>
      <vt:lpstr>2. How to Compute the centroid for A, B</vt:lpstr>
      <vt:lpstr>2. Compute the centroid and plot it on the Graph</vt:lpstr>
      <vt:lpstr>3. Measure the Euclidean Distances </vt:lpstr>
      <vt:lpstr>4. Reassign the data point to closest centroid.  Redraw or Rearrange the data and  the Clusters</vt:lpstr>
      <vt:lpstr>5. Re Compute the Centroid for the rearranged clusters</vt:lpstr>
      <vt:lpstr>6. How to Compute the centroid for A, B</vt:lpstr>
      <vt:lpstr>7. Plot the new Centroids on the graph </vt:lpstr>
      <vt:lpstr>Re-Compute the Euclidean Distances from the centroids</vt:lpstr>
      <vt:lpstr>Repeat</vt:lpstr>
      <vt:lpstr>PowerPoint Presentation</vt:lpstr>
      <vt:lpstr>PowerPoint Presentation</vt:lpstr>
      <vt:lpstr>PowerPoint Presentation</vt:lpstr>
      <vt:lpstr>PowerPoint Presentation</vt:lpstr>
      <vt:lpstr>Thanks </vt:lpstr>
      <vt:lpstr>9 pm EST Monday 25 Nov 2024</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vt:lpstr>
      <vt:lpstr>9 pm EST Monday 2 Dec 2024</vt:lpstr>
      <vt:lpstr>9 pm EST Tuesday 3 Dec 2024</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Arun kumar Nair</cp:lastModifiedBy>
  <cp:revision>81</cp:revision>
  <dcterms:created xsi:type="dcterms:W3CDTF">2006-08-16T00:00:00Z</dcterms:created>
  <dcterms:modified xsi:type="dcterms:W3CDTF">2024-12-04T03:18:38Z</dcterms:modified>
</cp:coreProperties>
</file>