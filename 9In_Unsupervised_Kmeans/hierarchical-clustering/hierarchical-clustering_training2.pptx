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9" r:id="rId4"/>
    <p:sldId id="265" r:id="rId5"/>
    <p:sldId id="260" r:id="rId6"/>
    <p:sldId id="278" r:id="rId7"/>
    <p:sldId id="276" r:id="rId8"/>
    <p:sldId id="279" r:id="rId9"/>
    <p:sldId id="281" r:id="rId10"/>
    <p:sldId id="28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842" autoAdjust="0"/>
  </p:normalViewPr>
  <p:slideViewPr>
    <p:cSldViewPr snapToGrid="0">
      <p:cViewPr varScale="1">
        <p:scale>
          <a:sx n="63" d="100"/>
          <a:sy n="63" d="100"/>
        </p:scale>
        <p:origin x="7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0:11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7 8042,'0'0'4897,"0"-1"-4931,0 1 0,0 0 1,0 0-1,0 0 1,0 0-1,0 0 0,0 0 1,0 0-1,0 0 0,0 0 1,0 0-1,0 0 0,0 0 1,0 0-1,0 0 1,0-1-1,0 1 0,0 0 1,-1 0-1,1 0 0,0 0 1,0 0-1,0 0 0,0 0 1,0 0-1,0 0 1,1 0-1,-1-1 0,0 1 1,0 0-1,0 0 0,0 0 1,0 0-1,0 0 0,0 0 1,0 0-1,0 0 1,0 0-1,0 0 0,0 0 1,0 0-1,0 0 0,0-1 1,0 1-1,-17-3-5166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0:12.4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0 9090,'0'0'14416,"-5"1"-16383,-9 1-1253,-10-1-2320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0:08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4993,'0'0'2209,"7"0"-2201,-4 0 256,1 0-264,-1 0-104,4 0-1361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0:10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5601,'0'0'12083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0:48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19 808,'0'0'6308,"-3"-19"-745,-35 19-9575,4 0-1790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0:05.9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214 53 1384,'0'0'2994,"0"-2"-2643,1-20 11498,2 2-10501,-3 19-1153,3-7 2827,-5 49-3028,-2-1 0,-2-1 0,-13 49 0,-3 17 213,17-81-176,2-6 54,-3 35-1,6-52 207,-13-2-531,2-5-385,-1 0 0,1-1 0,0 0 0,1-1 0,-16-14 1,6 5-1237,-20-18-3592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0:06.6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336 46 4601,'0'0'7123,"-2"-5"-6154,2 5-967,-3-5 459,1 1 1,0-1-1,-1 1 1,0-1 0,0 1-1,0 0 1,-4-4 0,6 7 2,-1 1-416,1 0 0,-1 0 0,0 0 0,0 0 0,0 0 0,0 0 1,0 1-1,0-1 0,-3 2 0,-3 3-23,0 0 0,0 1-1,-14 13 1,15-12-58,-1-1-1,0 1 1,0-1-1,-14 7 1,8-6-481,1-2-1,-1 0 1,0-1-1,-27 6 1,30-9-576,1 0 0,-1-1 1,0 0-1,-13-1 1,2-5-3707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0:07.2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0 6857,'0'0'7410,"8"0"-6899,-5 0-512,-1 1-1,0 0 1,1-1 0,-1 1-1,0 0 1,1 0 0,-1 0 0,0 1-1,0-1 1,0 0 0,0 1 0,0 0-1,0-1 1,0 1 0,-1 0 0,1 0-1,-1 0 1,1 0 0,-1 0-1,0 0 1,0 0 0,2 4 0,1 3 0,0 0 1,0 1-1,-1 0 0,3 13 1,-4-12-18,0 1 0,0 0 0,-1 0 0,-1-1 0,0 1 0,0 0-1,-1 0 1,-1 0 0,0-1 0,-1 1 0,0-1 0,0 1 0,-1-1 0,-8 14 0,-2-4 59,0-1 1,-1-1-1,-28 28 0,-61 46 230,44-41-197,60-52-75,0 1 1,0-1-1,-1 0 1,1 0-1,0 0 1,0 0-1,0 0 1,0 0-1,0 0 1,0 0 0,0 1-1,-1-1 1,1 0-1,0 0 1,0 0-1,0 0 1,0 0-1,0 1 1,0-1 0,0 0-1,0 0 1,0 0-1,0 0 1,0 0-1,0 1 1,0-1-1,0 0 1,0 0 0,0 0-1,0 0 1,0 0-1,0 1 1,0-1-1,0 0 1,0 0-1,0 0 1,1 0 0,-1 0-1,0 1 1,0-1-1,0 0 1,0 0-1,0 0 1,0 0-1,0 0 1,0 0-1,1 0 1,-1 0 0,0 1-1,0-1 1,0 0-1,0 0 1,0 0-1,0 0 1,1 0-1,-1 0 1,0 0 0,0 0-1,0 0 1,18 3 127,32-2 309,-40-1-322,36-1 429,1-2-1,71-13 0,-91 12-715,31-3 0,27 6-4279,-43 1 670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0:11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7 8042,'0'0'4897,"0"-1"-4931,0 1 0,0 0 1,0 0-1,0 0 1,0 0-1,0 0 0,0 0 1,0 0-1,0 0 0,0 0 1,0 0-1,0 0 0,0 0 1,0 0-1,0 0 1,0-1-1,0 1 0,0 0 1,-1 0-1,1 0 0,0 0 1,0 0-1,0 0 0,0 0 1,0 0-1,0 0 1,1 0-1,-1-1 0,0 1 1,0 0-1,0 0 0,0 0 1,0 0-1,0 0 0,0 0 1,0 0-1,0 0 1,0 0-1,0 0 0,0 0 1,0 0-1,0 0 0,0-1 1,0 1-1,-17-3-5166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0:12.4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0 9090,'0'0'14416,"-5"1"-16383,-9 1-1253,-10-1-2320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0:08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4993,'0'0'2209,"7"0"-2201,-4 0 256,1 0-264,-1 0-104,4 0-1361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0:10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5601,'0'0'12083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0:48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19 808,'0'0'6308,"-3"-19"-745,-35 19-9575,4 0-1790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1:21.4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6034 742 4521,'0'0'2058,"5"0"-1493,22 0 5156,-27-23-4074,0 17-1596,0 0-1,-1 0 0,0 1 1,0-1-1,0 0 0,-1 1 1,0-1-1,0 1 0,0-1 1,-1 1-1,0 0 0,0 0 0,0 0 1,0 0-1,-1 1 0,0-1 1,-4-3-1,-10-11-27,0 2-1,-1 0 1,-1 1-1,-27-17 1,-93-48 133,103 61-76,-24-12 48,0 3-1,-3 2 0,0 3 0,-100-24 1,-309-55 333,368 79-62,49 9-322,-84-9 0,-212 1-74,52 4 26,218 12-23,-648-34 28,710 41-35,-83-1 2,-127 17-1,121 1-23,1 4 0,1 5-1,-119 46 1,148-41 0,1 4 1,2 3-1,1 3 0,-117 86 1,-329 304 30,432-345 24,4 3-1,4 5 1,-124 188 0,132-164-16,6 2 1,6 4-1,-55 160 0,-54 309 108,105-343-72,-33 146 36,77-294 0,-11 200 0,28 296 382,5-322-203,0-196-222,4 0 1,3-1-1,4 0 0,3 0 0,52 146 0,9-17 200,131 251-1,-174-401-204,2 0-1,3-3 0,3-1 0,1-2 1,3-2-1,60 50 0,49 45 33,102 88 93,-207-193-125,1-3 0,2-2 1,86 42-1,105 18 221,-120-50-146,310 115 105,229 89-148,-589-221-55,0-3 0,2-4 0,1-3 0,0-3 0,1-4 1,116 3-1,-165-14 5,383-1 120,-139-28-11,-72 5-106,326 13-2,-351 12-19,561-1-12,-694-2 5,1-1 1,-1-3 0,0-1-1,0-2 1,-1-3 0,-1 0-1,57-27 1,97-45-163,-5-8 1,204-133-1,21-101 238,-255 190-51,387-300-45,-477 378 22,-4-2 0,-2-4 0,-3-2 0,-3-3 0,-3-2 0,-3-3 0,57-109 0,-43 53 3,-7-2 0,-5-3 0,70-272 0,-110 333 1,9-124 0,-16-76 17,-9 213-27,-3 1 1,-2 0-1,-26-97 1,-70-168-51,80 268 34,-2 2 0,-2 1 0,-41-60 0,-115-140-100,82 120 130,65 77 4,2-1 0,2-2 0,-26-72 0,-54-101 20,76 176-36,-3 0-1,-54-58 1,-103-95 36,26 30 48,96 102-84,-3 2-1,-158-117 0,-202-85-41,293 193 33,56 31 18,-138-61 0,104 66-34,-134-33 1,241 78-1,-47-13-211,-111-15 0,136 28-3050,-61-15-1,28-5-3399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2:15.8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0 167 7418,'0'0'14448,"9"-19"-20896,-1 4 4506,21-26-1,-1 1-2212,2-12-2167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3:41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0 568,'0'0'3916,"-17"0"-4459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3:48.5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332 53 3201,'0'0'4646,"0"-3"-4366,0 2-148,0-1 1,0 1-1,0-1 1,0 1-1,0-1 0,0 1 1,0 0-1,-1-1 0,1 1 1,0-1-1,-1 1 0,0 0 1,1-1-1,-1 1 0,0 0 1,1-1-1,-1 1 1,0 0-1,0 0 0,0 0 1,0 0-1,0 0 0,-2-1 1,1 0 57,-1 0-1,1 0 1,-1 1 0,1-1 0,-1 1 0,1 0 0,-1-1 0,0 1-1,0 1 1,1-1 0,-1 0 0,0 1 0,0-1 0,0 1 0,0 0-1,0 0 1,0 0 0,-3 1 0,-3-1-617,-44 0 567,52 0 247,-27 0-401,10 0 14,18 0 380,-26 9-507,-5-2 226,31-7 219,-1 0-326,1-1-1,-1 1 1,1 0-1,-1 0 1,1 0-1,-1 0 1,1 0-1,-1 0 0,1 0 1,-1 0-1,1 0 1,-1 0-1,1 0 1,-1 0-1,1 0 1,-1 0-1,1 1 1,-1-1-1,1 0 0,-1 0 1,1 1-1,-1-1 1,1 0-1,0 0 1,-1 1-1,0 0 1,-50 31-3524,20-16-1724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5:04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52 2497,'0'0'3346,"9"0"2213,14 0-5650,77 0 18,135-16 0,-149 1 95,47-5 35,-122 20-81,-67 2-79,0 4 0,-104 22 0,93-14 213,44-10-92,-25 6 157,-1-2-1,-74 3 0,122-11-358,7 0-8,24 1 180,-16 0 31,0-1 1,0 0 0,0-1-1,0-1 1,15-3 0,-15 3 3,-5 1 0,-16 0-397,-11 1 353,9-1 84,0 1 0,0 0 1,-14 2-1,19 0-58,4-1-60,17-2 25,0 0-1,0-1 0,1 0 0,-1-1 0,-1-1 0,31-12 0,-40 12-266,-18 6 139,-21 5 76,-39 16 77,38-11 83,0-1-1,-69 11 1,100-21-303,7-1 97,17 1 74,32-4 90,74-27 43,-125 29-234,-5 0 87,-15 1 112,13 0-20,0 0 1,1 0-1,-1 1 0,0-1 0,1 1 1,-1 0-1,1 0 0,-1 0 1,-3 2-1,26 0-21,153-3 94,-171 0-17,-58 4 280,-74 21 707,446-47-1079,-189 9-420,-172 15 472,-80 15 1,79-9 1055,-87 3 2636,134-10-4009,0-1 163,0 1-1,0 0 1,0-1 0,0 1 0,-1-1 0,1 1-1,0 0 1,-1-1 0,1 1 0,0-1-1,-1 1 1,1-1 0,0 1 0,-1-1 0,1 1-1,-1-1 1,1 1 0,-1-1 0,1 0-1,-1 1 1,-1-1 0,-14 7-3335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5:09.1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50 110 232,'0'0'2814,"-3"0"-2309,-1 0-1750,3 0 1614,0 0-1,1 0 0,-1 0 1,1 0-1,-1 0 0,1 0 0,-1 0 1,1-1-1,-1 1 0,1 0 1,-1 0-1,-3-4 3683,3 3-3683,2-6 703,1 5-1055,0 1 1,0 0-1,0-1 0,0 1 1,0 0-1,0 0 1,0 0-1,0 0 0,0 0 1,0 1-1,0-1 1,4 0-1,4-2 120,65-28 508,-46 19-548,51-17 1,-68 25-100,-13 2-71,-22 1-63,7 2 147,0 1 1,0 1-1,0 0 1,0 1-1,-25 11 0,-20 5 31,0 1-14,153-21-754,-60-6 786,0 0 1,48-18-1,-64 21-41,-8 2-17,-16 1-136,-2 1 145,0 0-1,0 1 1,0 1-1,1 0 0,-1 0 1,-18 10-1,-30 8 3,50-19 12,-6 2-62,22-3-51,3-2 106,-1-1 1,1-1-1,-1 1 0,1-2 0,-1 0 1,0 0-1,11-6 0,-4 2-12,-61 6-15,-2 16 158,46-14-155,0 0-1,0 0 1,0 0-1,0 0 1,0 0-1,0 0 1,0 0-1,0 0 1,0 0-1,0 0 1,0 0-1,0 0 1,0 0-1,0 0 1,0 0-1,0 1 1,0-1-1,0 0 1,0 0-1,0 0 1,0 0-1,0 0 1,0 0-1,0 0 1,0 0-1,0 0 1,0 0-1,0 0 1,0 0-1,0 0 1,0 0-1,0 0 1,0 0-1,0 0 1,0 0-1,0 0 1,0 0-1,9 1-67,14 0 89,-12-2 4,0-1 0,0 0 1,0-1-1,19-8 0,5-1 15,-93 19-92,-84 36 66,133-40-269,9-1 111,17 0 79,29-6 131,-30 0-95,27-7 331,-43 11-293,-1 0 1,1 0-1,0-1 1,0 1-1,0 0 1,0 0-1,0 0 1,0 0-1,0 0 1,0 0-1,0 0 1,0 0-1,0 0 1,0 0-1,0-1 1,0 1-1,0 0 1,0 0-1,0 0 1,0 0-1,0 0 1,0 0-1,0 0 1,0 0-1,0-1 1,0 1-1,0 0 1,0 0 0,0 0-1,0 0 1,0 0-1,0 0 1,0 0-1,0 0 1,0-1-1,0 1 1,0 0-1,0 0 1,0 0-1,0 0 1,0 0-1,0 0 1,0 0-1,1 0 1,-1 0-1,0 0 1,0 0-1,0 0 1,0 0-1,0-1 1,0 1-1,0 0 1,0 0-1,0 0 1,1 0 0,-1 0-1,0 0 1,0 0-1,0 0 1,0 0-1,0 0 1,-25-1 18,-39 3 214,61-2-228,3 0-8,0 0 1,0 0-1,-1 0 1,1 0-1,0 0 0,-1 0 1,1 0-1,0 1 1,0-1-1,-1 0 1,1 0-1,0 0 1,0 0-1,-1 0 1,1 0-1,0 1 1,0-1-1,0 0 1,-1 0-1,1 0 1,0 1-1,0-1 0,0 0 1,0 0-1,-1 1 1,1-1-1,0 0 1,0 0-1,0 1 1,0-1-1,0 0 1,0 0-1,0 1 1,0-1-1,13 1-260,5-1 296,1-1 0,-1 0 0,34-9 0,-16-1 14,31-7 152,-101 18 361,20-2-516,1 2-1,-1 0 0,1 0 0,-26 5 1,35-3-38,-23 34-2213,7-20-2238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6:52.3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80 6529,'0'0'6939,"0"-15"-5705,0 4-667,0-27 1210,0 27-1067,1 15-422,14 1166 2973,-16-822-2683,-20 254-170,2-374-313,-31 286 252,24-362-44,11-76-214,-7 124 0,20 144 23,3-183-25,2-113-83,2 0 0,2-1 0,17 63 0,-24-108-4,21 117 23,-14-67-14,-3-14 71,-4-34-75,0 0 1,0 0 0,0 0 0,1-1 0,0 1 0,0 0-1,0 0 1,2 5 0,1-5 16,0 3 28,-4-6-48,0-1 0,0 1 1,0 0-1,0-1 0,1 1 0,-1 0 0,0-1 0,0 1 0,1 0 1,-1-1-1,1 1 0,-1 0 0,0-1 0,1 1 0,-1-1 0,1 1 1,-1-1-1,1 1 0,-1-1 0,1 1 0,0-1 0,-1 0 1,1 1-1,0-1 0,-1 0 0,1 0 0,0 1 0,-1-1 0,2 0 1,25 3 36,-15-2 26,1 1-41,1-1 0,0 0-1,0-1 1,0 0 0,-1-1-1,23-5 1,77-26 71,-40 9-65,28-4-35,2 3-1,106-9 1,478 16-163,-478 18 144,798 6-241,-340 39 165,-609-41 104,246 17-176,71 20-83,-211-28 194,4 1 33,80-1-21,-156-12 38,795 5 151,-641-7 141,-224-18 40,-8 6-282,0-1-1,-1 0 1,0-1-1,-1 0 0,-1-1 1,0-1-1,16-29 0,-4-4 9,27-75-1,58-258-28,-29-11-50,-71 347 34,37-214 56,11-61-61,51-296 27,-61 294-47,-39 262 17,-2-1-1,-4-67 1,4-66 47,2-50 106,-7 189-147,-1 41 2,-1 0 0,0 0 0,-1 0 1,-1 1-1,0-1 0,-1 1 0,0 0 1,-1 1-1,-13-22 0,14 28-15,0 0 0,-1 0 0,0 0 0,0 1 0,-1 0 0,0 0 0,0 0 0,-1 1 0,1 0 0,-1 1 0,0 0 1,-12-5-1,-11-2-62,-1 1 1,-34-6-1,44 11 62,-356-55-43,251 44 4,-334-41-66,-185-27 84,382 33 35,7 1-16,-496-68 3,227 65-98,38 6 15,-72-4 31,314 35 64,-40-1 15,79 5-6,-63-1-1,74 13-296,195 1 280,-1-1 1,1 1-1,0-1 1,0 1 0,0 0-1,0-1 1,0 1-1,1 0 1,-1 0-1,0 0 1,0 0-1,0-1 1,1 1-1,-1 0 1,0 0-1,1 1 1,-1-1-1,1 0 1,-1 0-1,1 0 1,0 0-1,-1 0 1,1 0-1,0 1 1,0 0-1,0-1 258,0 11-1165,1-5 130,1 0 0,-1 0 0,1 0 0,0 0 0,1 0 0,0 0 0,0 0 0,5 7 1,13 16-4999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9:01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2935 342 3777,'0'0'6477,"-3"0"-5753,3 0-700,0 0 0,-1 0 0,1 0 0,-1 0 0,1 0 0,0 0 0,-1 0 0,1 0 0,0 0 0,-1 0 0,1 0 0,0 0 0,-1 0 0,1 0 0,-1 0 0,1-1 0,0 1 0,0 0 0,-1 0 0,1 0 0,0-1 0,-1 1 0,1 0 0,0 0 0,0-1 0,-1 1 0,1 0 0,0-1 0,0 1 0,-1-1 0,-5-6 1814,-15-22 2977,18 24-4696,0 0 1,-1 0 0,1 0 0,-8-7-1,0 2 1250,-9-3-1247,2 2-59,1 1-1,-29-11 1,20 10-49,-1 2-1,0 1 0,-1 1 1,0 1-1,0 2 0,-43-2 1,-14 8-72,-94-5 117,67-13-32,-35-3-22,87 13 41,-64-15 0,8 0-1,-148-23 83,219 39-134,-45 1 0,-31-4 67,35 1 2,-124 6 0,96 3-47,75 0-6,1 1-1,-1 2 0,1 1 1,1 2-1,-64 23 0,60-14-11,1 2-1,1 2 0,1 1 1,-42 33-1,56-37-4,1 1 0,0 0 0,2 2 0,0 1 0,2 1 0,-29 41 0,39-49 0,1 1 0,0-1 1,1 1-1,1 1 0,1-1 1,0 1-1,1 0 0,0 0 1,2 0-1,0 1 0,1 26 1,0-25 11,1-1 0,1 0 1,0 0-1,2 0 1,0 0-1,1-1 1,0 1-1,2-1 1,12 27-1,-4-17 16,1-1-1,1 0 1,2-1-1,0-1 1,2 0 0,1-2-1,0 0 1,2-2-1,0 0 1,1-1 0,1-2-1,1 0 1,34 15-1,24 5 56,89 25 0,3-19-5,-16-5-6,40 12-49,-126-32-5,-31-8-7,231 50 31,-208-48-34,-1 1 25,0-3 0,91 3 1,-63-13 21,96-14 0,-121 6-48,-24 4 24,0-2-1,-1-3 1,58-18-1,99-37-20,-181 55 10,0 0 0,0-1-1,0-1 1,-2 0 0,1-2-1,-1 0 1,16-17 0,5-2-2,-24 19 2,1-1-1,-2 0 1,0-1-1,0-1 1,-2 0-1,0-1 0,13-24 1,-9 8 1,-1-1 0,-1 0 0,9-40 0,-15 33-9,-1 0 0,-2 0 0,-3-78-1,-1 77-45,0 38 34,0 1 1,-1 0 0,1 0-1,-1 0 1,0 0 0,0 0-1,0 0 1,0 0 0,0 0-1,-1 0 1,0 0-1,1 1 1,-1-1 0,0 1-1,0-1 1,0 1 0,-5-4-1,-4-3-1,0 1-1,0 1 0,-14-7 0,-15-10 157,-17-17 79,54 41-220,0 0 1,2 0 24,-10-8 444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9:04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287 1547 6753,'0'0'10952,"12"0"-10964,-8 0 33,37-1 158,1 2 0,0 2 0,66 13 1,-24 5-49,0-3 1,2-5 0,141 6-1,-164-18-98,77-4 92,-126 1-96,-1 0 0,0-1-1,0-1 1,0 0 0,-1-1 0,1-1 0,-1 0 0,0 0 0,-1-1 0,0 0 0,20-18 0,3-7 120,-1-2 1,31-39-1,-32 34-87,-19 24-36,22-25 217,30-47 1,-55 73-203,-2-2 0,1 1 0,-2-1 0,0 0 0,-1-1 0,0 0 0,3-20-1,-2-17 131,-3 0 0,-3-77-1,-2 67-155,1 50-10,-2 1-1,0-1 1,0 1 0,-1-1-1,-10-25 1,-33-64 38,32 75-39,-1-2-16,-2 0 1,-2 1-1,0 1 0,-2 1 0,-1 1 1,-43-40-1,30 35-5,-2 2-1,-1 1 1,-1 3-1,-58-30 1,47 29 28,22 10-66,-1 2-1,0 1 1,-60-18 0,22 17 27,-121-9-1,-69 15-146,251 9 165,0 0-1,0 0 1,0 0-1,0 0 1,0 1 0,0 0-1,0 0 1,1 1-1,-1 0 1,1 0-1,0 0 1,-6 5 0,-8 7-15,-29 30 1,37-35 33,-202 235 146,199-228-142,1 0 1,1 2-1,0-1 0,1 1 0,1 1 0,1 0 1,1 0-1,1 1 0,1 0 0,0 0 1,-4 40-1,7-29 13,1 1 0,5 51 0,-2-73-17,1 0 1,0 1-1,0-1 0,2 0 0,-1 0 1,1-1-1,1 1 0,0-1 0,1 0 1,12 18-1,1-5 21,0-1-1,2-1 1,1 0 0,0-2-1,1 0 1,30 17 0,5 1 35,108 89 1,-142-107-52,-17-15-7,-1 1 0,0 0 0,-1 0 0,1 1 0,8 11 0,-7-7-19,-3-4-7,0-1 0,0 1 0,-1 0 0,0 0 0,3 10 0,-3-9 28,0-1 0,0 1 0,1-1 0,0 0 0,5 6 0,8 14 63,-14-15 28,-9-8-503,-19-9-2241,15 3 956,-34-11-6736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6:00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4113,'-3'6'8490,"4"-2"-8796,1-2 308,0-1 0,0 1 0,0-1 0,0 1 0,0-1 0,1 0 0,-1 1 0,0-1 0,1 0 0,2 0 0,8 4 3,28 12 28,0-3 1,1-1 0,81 13-1,137 4 25,-205-26-37,-43-1 6,-27-1 138,-510 13 246,524-15-312,5 0-40,14-1-53,0-2 0,0 0 0,-1-1 0,1-1 0,18-7 0,-12 4 21,45-10 0,-124 21-98,36-4-349,-1 2 0,-28 4 0,-5 12-1716,8 3-1680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6:01.3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288 0 4913,'0'0'4192,"-6"3"-116,210 10-3870,-193-10-195,-14 2 14,-19 4 11,-112 20-576,-173 15 1,276-41 539,113 7 84,-14-4 99,57 4 662,-154-9 1995,-28 1-4800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6:22.7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 3529,'0'0'15106,"0"-3"-16944,0-11-2308,0-8-5872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6:24.2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90 215 4033,'0'0'3134,"5"-7"-2638,2-3-310,-4 6 76,0-1 0,0 1 0,1-1 1,-1 1-1,8-5 0,-11 9-207,0 0 0,0 0 0,0 0 0,0 0 0,0 0-1,0 0 1,1 0 0,-1 0 0,0 0 0,0 0 0,0 0 0,0 0 0,0 0 0,0 0 0,0 0-1,1 0 1,-1 0 0,0 0 0,0 0 0,0 0 0,0 0 0,0 1 0,0-1 0,0 0 0,0 0 0,0 0-1,1 0 1,-1 0 0,0 0 0,0 0 0,0 0 0,0 1 0,0-1 0,0 0 0,0 0 0,0 0-1,0 0 1,0 0 0,0 0 0,0 1 0,0-1 0,0 0 0,0 0 0,0 0 0,0 0 0,0 0-1,0 0 1,0 0 0,0 1 0,0-1 0,0 0 0,0 0 0,0 0 0,-1 0 0,1 0 0,0 0 0,0 1-1,-1 16 511,-9 24-511,-18 33 347,3 2-1,3 0 0,-22 141 0,44-193 555,5-26-493,8-3-314,0 0 0,-1-1-1,1 0 1,17-13-1,51-42-35,-50 38-45,145-116 33,-51 37 278,192-117 0,-182 136 25,-107 72-124,-25 10-202,1 0 0,-1 0 0,1 0 0,0-1 0,-1 0 0,0 0 0,6-3-1,-28 22-6594,-5-12 901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6:37.9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453 934 2937,'0'3'10611,"0"14"-10249,0 2 52,0-1 1,1 0-1,7 35 1,-6-46-335,1 0 1,-1 0-1,1 0 1,1 0 0,-1-1-1,1 1 1,0-1-1,0 0 1,1 0 0,0-1-1,0 1 1,11 8 0,5 2 56,2 0-1,0-2 1,0 0 0,29 11 0,104 34 241,-103-43-262,1-3 0,0-2 0,90 8 0,169-11 406,-303-8-513,3-1 47,-1 0 0,1-1 0,-1 0-1,0-1 1,1-1 0,-1 0 0,14-7-1,81-46 251,-103 55-304,13-10 80,0 0 1,-1-1 0,-1-1-1,0-1 1,-1 0-1,-1 0 1,0-2-1,-1 1 1,-1-2 0,0 1-1,13-34 1,-13 22-66,-1-1 0,-2-1 0,-1 0 0,-1 0 0,-2 0 0,-1-1 0,-2-44 0,-1 67-19,0 0 0,0 0 1,-1-1-1,0 1 1,-1 0-1,0 0 0,-1 1 1,0-1-1,0 0 0,-1 1 1,0 0-1,-5-9 0,-120-192-38,84 141 52,-56-61-1,89 116-60,-1 0 0,0 2-1,-1-1 1,-1 2 0,0 0 0,-30-15 0,-102-36 113,105 48-85,0 1 0,-58-7 1,-89-4-56,120 16 79,-263-5-76,324 12 52,-1 1 1,1 0-1,0 1 0,-1 0 1,1 1-1,0-1 0,1 1 1,-1 1-1,-13 7 0,-6 6 12,-30 25-1,43-30 7,-18 13-5,1 2 1,1 1-1,2 1 1,1 2-1,2 1 1,0 1-1,3 0 1,1 2-1,1 1 1,2 1-1,1 0 1,-21 73-1,31-75 8,2 0 0,1 1 0,2 0 0,1-1 0,7 54 0,-4-70 5,2-2 0,1 1 0,0 0 0,1-1 0,1 0 0,0 0 0,1-1 0,11 16 0,-2-5-1,1-2-1,1-1 1,44 44-1,-32-41 9,2-2-1,0-1 1,2-1 0,0-2-1,2-2 1,0-1 0,1-2-1,1-1 1,44 10 0,12-3 25,0-4 1,169 11-1,137-22 99,-296-8-110,-86 1-10,0-1 0,0-1 1,0-1-1,0-1 1,-1 0-1,0-1 0,0-1 1,0-1-1,-1-1 1,0 0-1,0-1 0,-1-1 1,0 0-1,0-2 1,-2 1-1,1-2 1,-2 0-1,1-1 0,14-19 1,-14 13-5,-1 0 0,0-1 0,-1-1 1,-2 0-1,0 0 0,-1-1 0,-1 0 0,-2-1 1,0 0-1,-1 0 0,-2 0 0,2-43 0,-5 54-15,0-19-2,-5-39-1,4 60-5,-2 0 1,1-1-1,-1 1 0,-1 1 0,0-1 1,-11-20-1,-14-15-61,-2 0 0,-2 2-1,-71-73 1,34 50 20,-103-76 0,172 142 51,-140-101-301,106 80 241,0 1-1,-46-19 1,66 34 31,-1 1-1,1 1 1,-1 0 0,0 1 0,-1 1-1,-18-1 1,-99 7-110,114-2 130,1 1 0,0 1 0,0 1 0,0 1 1,-27 12-1,-88 48-7,118-58 15,-1 1 0,-158 91-12,145-81 0,2 1 0,0 2 0,-42 42 0,60-53 2,0 1-1,1 0 0,0 1 0,1 0 0,0 0 0,1 1 0,1 0 1,-8 24-1,8-15-8,1 1 1,1-1 0,1 1-1,0 43 1,3-54 21,0-3 1,0 1 1,0 0-1,1-1 1,0 1-1,0 0 0,1-1 1,1 1-1,7 19 1,1-10-122,0 0 0,2-1 1,0 0-1,1-1 0,1-1 1,0 0-1,35 28 0,-27-27-1978,0-1-1,1-2 0,30 15 0,-20-15-5420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6:04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5 6465,'0'-5'10051,"-10"165"-9299,-1 2-378,11 46-208,1-202 51,0-6-259,5-11-739,4-20-3010,1-3-4859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6:05.5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1 4417,'0'0'7726,"0"0"-7702,0 0 1,1 0 0,-1 0-1,0 0 1,0 0 0,0 0-1,0 0 1,1 0 0,-1 0-1,0-1 1,0 1 0,0 0 0,1 0-1,-1 0 1,0 0 0,0 0-1,0 0 1,1 0 0,-1 1-1,0-1 1,0 0 0,0 0-1,0 0 1,1 0 0,-1 0-1,0 0 1,0 0 0,0 0-1,0 0 1,1 0 0,-1 1 0,0-1-1,0 0 1,0 0 0,0 0-1,0 0 1,1 1 0,-1-1-1,0 0 1,0 0 0,0 0-1,0 0 1,0 1 0,0-1-1,0 0 1,0 1 0,1 17 139,-2 1 0,0 0 1,0-1-1,-2 1 0,-1-1 1,0 0-1,-1 0 0,-1 0 1,-13 28-1,11-32-87,0 0 0,0 0 0,-2-1 0,0 0 0,-13 14 0,19-23-106,-1 1 1,0-1-1,0-1 1,0 1 0,-1-1-1,1 0 1,-1 0-1,0 0 1,1-1-1,-1 0 1,0 0 0,-1 0-1,1-1 1,0 0-1,0 0 1,-8-1 0,-1 1-269,-17-3-1113,31 2 1233,0 0 1,0-1 0,0 1 0,0-1 0,0 1 0,-1-1-1,1 1 1,0-1 0,0 0 0,1 1 0,-1-1 0,0 0 0,0 0-1,0 0 1,0 0 0,1 0 0,-1 0 0,0 0 0,1 0-1,-1 0 1,1 0 0,-1-2 0,-4-19-6397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6:06.4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21 4281,'0'0'6099,"-5"-2"-5455,1-1-457,2 2-85,1 0 0,-1 1 0,1-1-1,-1 0 1,0 0 0,1 1-1,-1-1 1,0 1 0,1-1 0,-1 1-1,-3-1 1,23-5 1110,120 5-853,-74 2-304,-62-1-58,0 0 1,0 0-1,-1 0 1,1 0 0,0 0-1,0 1 1,-1-1-1,1 1 1,0-1 0,-1 1-1,1 0 1,-1 0-1,1-1 1,-1 1 0,1 0-1,-1 0 1,0 1-1,1-1 1,-1 0 0,0 0-1,0 1 1,2 1-1,-2 0 4,1 0 0,-1 1 1,0-1-1,0 0 0,0 0 0,0 1 0,-1-1 0,1 0 0,-1 1 0,0-1 0,0 4 0,-1 2 13,0-1 0,0 0 0,-1 1 0,1-1 0,-2 0 0,0 0 0,0 0 0,0-1 0,-6 10 0,-3 0 11,-2 0-1,0-1 1,-1 0 0,-1-1 0,-28 21-1,-95 54 50,123-80-49,10-7-33,4-2 2,1-1 0,0 1-1,0-1 1,-1 1-1,1-1 1,0 1 0,0 0-1,0 0 1,0 0-1,-1 0 1,1 0 0,1 0-1,-1 0 1,0 0-1,0 0 1,-1 2 0,2-2-128,-1 0-22,6 1 170,11 1 41,0-1 1,1-1 0,-1 0 0,29-3-1,-3 0 75,-10 3 147,-1-1 0,0-2 0,0-2 0,0 0 1,59-18-1,-26 4 435,-42 12-202,41-16 0,-61 22-643,0-1 0,-1 0-1,1 1 1,0-1 0,0 1-1,-1-1 1,1 1 0,0 0-1,0 0 1,0 0 0,0 0-1,2 0 1,8 1-1625,5-4-2058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6:07.3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5297,'0'0'9454,"11"1"-8172,-9 4-1156,0 0 1,0 1 0,0-1 0,-1 0-1,0 1 1,0-1 0,0 0-1,-1 1 1,0-1 0,0 1-1,-1 8 1,1 2 38,0 329 885,1-387-9525,5 8-1026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6:07.9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19 6833,'0'0'4765,"-7"18"-4147,-23 54-177,24-59-288,1 1 0,0 0 0,-3 19 0,7-27-74,0 0 0,0 1 0,1-1 0,0 0 0,1 0 0,-1 1 1,4 10-1,-4-16-58,1 1 0,0 0 0,0-1 0,0 1 0,0 0 0,0-1 0,0 1 0,1-1 0,-1 1 0,0-1 0,1 0 1,-1 0-1,1 1 0,-1-1 0,1 0 0,0 0 0,0-1 0,-1 1 0,1 0 0,0-1 0,3 2 0,4 0 64,0 0-1,0-1 1,13 1-1,-11-2-21,23 2 153,0-1 0,38-5 0,-65 3-171,0-1 0,-1 0 0,1 0 0,0 0 0,-1-1 0,0 0 0,0 0 0,0-1 0,0 1 0,0-1 1,0-1-1,7-7 0,-9 8 22,0 0 1,0-1 0,-1 1-1,1-1 1,-1 0 0,-1 0-1,1 0 1,-1 0 0,0 0-1,0-1 1,0 1 0,-1 0-1,1-1 1,-1 0 0,0-10-1,0-6 21,-1 14-49,0 1 0,0-1 0,0 0-1,-3-14 1,2 20-32,0-1 0,0 1 0,0-1 0,0 1 0,0 0 0,-1-1 0,1 1 0,-1 0 0,1 0 0,-1 0 0,0 0 0,0 0 0,0 0 0,0 1 0,0-1 0,0 1 0,-1-1 0,-2-1 0,-5-1-27,0 0-1,-1 0 1,1 0-1,-1 2 1,0-1 0,1 1-1,-1 1 1,0 0-1,0 0 1,0 1 0,0 1-1,0 0 1,0 0-1,-12 4 1,-1 1-384,1 2 0,0 1-1,0 1 1,1 0 0,-23 16 0,-2 3-2178,7-3-2304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6:12.7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43 472,'0'0'12727,"3"0"-12567,10-1-143,0-1 1,0-1-1,0 0 0,15-5 1,18-4-21,-7 6-15,0 2 0,73 1 0,-93 3-36,-18 0-25,-6 7 26,-21 11-95,0 0 0,0-2 0,-40 17 0,34-17-35,-14 5-271,28-14 79,-27 17 0,32-8-334,13-16 673,0 1 0,-1-1 1,1 0-1,0 1 0,0-1 0,0 1 0,-1-1 1,1 0-1,0 1 0,0-1 0,0 0 0,0 1 1,0-1-1,0 1 0,0-1 0,0 0 0,0 1 1,0-1-1,0 1 0,0-1 0,0 0 0,0 1 1,0-1-1,0 1 0,1-1 0,-1 0 0,0 1 1,0-1-1,0 0 0,1 1 0,-1-1 0,0 0 1,0 1-1,1-1 0,-1 0 0,0 0 0,1 1 1,-1-1-1,0 0 0,1 0 0,-1 1 0,0-1 1,1 0-1,-1 0 0,0 0 0,1 0 0,0 0 1,32 4-25,0-1 1,39-3 0,-31-1 484,47 6 0,-86-5-368,0 0 0,0 1-1,0-1 1,1 0 0,-1 1 0,0-1 0,0 1 0,-1 0 0,1 0 0,0 0 0,0 0 0,0 0 0,0 0 0,-1 0 0,1 1 0,-1-1 0,1 0 0,-1 1-1,1 0 1,-1-1 0,0 1 0,0 0 0,0-1 0,0 1 0,0 0 0,1 2 0,-1 3 134,0 0 0,0 0 0,0 0 0,-1 0 0,0 0 0,-1 10 0,0-8-75,0-3-39,0 1 0,0-1 0,-1 0 0,0 0 1,0-1-1,-1 1 0,0 0 0,0-1 1,0 1-1,0-1 0,-1 0 0,0 0 0,0 0 1,-1-1-1,1 1 0,-1-1 0,-9 6 0,3-2 16,-1 0 0,-1 0 0,0-2-1,0 1 1,0-2 0,-25 8 0,17-9-48,1 0-1,-1-2 1,1 0 0,-23-1 0,39-2-92,-1 0 1,1-1-1,-1 1 1,1-1-1,0 0 0,-1 0 1,1 0-1,0 0 1,0-1-1,1 0 1,-1 0-1,-3-3 0,6 4-128,0 1 0,1 0 0,-1-1 0,0 1 0,1 0 1,-1-1-1,1 1 0,0-1 0,0 1 0,-1-1 0,1-2 0,-1-4-2020,1 1-2074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6:13.1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1 4865,'0'0'6825,"0"0"-6756,1 0-1,-1 0 0,0 0 0,1 0 0,-1 0 0,0 0 0,1 0 0,-1 0 0,0 0 0,1 0 0,-1 1 0,0-1 0,0 0 0,1 0 0,-1 0 0,0 1 0,0-1 0,1 0 0,-1 0 0,0 0 1,0 1-1,0-1 0,0 0 0,1 1 0,-1-1 0,0 0 0,0 0 0,0 1 0,0-1 0,0 0 0,0 1 0,0-1 0,0 0 0,0 1 0,0-1 0,0 0 0,0 1 0,0-1 0,0 1 0,0 10 318,1-4-237,-1 1 1,0 0-1,-1 0 1,1-1-1,-2 1 1,1 0-1,-1-1 1,-5 14-1,3-12-185,-2 0-1,1 0 1,-1 0-1,-1 0 1,0-1-1,-13 13 1,14-16-509,0-1 1,0 1-1,-1-1 1,0-1 0,-14 7-1,-1-3-3746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6:13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311 4 6361,'0'0'5283,"-8"-1"-4862,6 1-409,-1-1 28,0 0-1,0 1 1,1 0 0,-1-1 0,0 1 0,0 0 0,0 1 0,0-1 0,0 0 0,0 1 0,0-1 0,1 1 0,-1 0 0,0 0 0,0 0-1,1 1 1,-1-1 0,1 1 0,-1-1 0,1 1 0,-1 0 0,1 0 0,0 0 0,0 0 0,-2 3 0,0 3 4,0-1 0,1 1 0,0 1 1,0-1-1,1 0 0,0 1 0,0-1 0,1 1 0,0-1 1,1 1-1,0 0 0,0-1 0,1 1 0,3 14 1,-3-18-40,1 0 1,0 0-1,1 0 1,-1 0-1,1 0 1,0 0-1,0-1 1,1 0 0,-1 1-1,1-1 1,0 0-1,0-1 1,0 1-1,6 3 1,8 5 17,0 0 0,24 10 0,60 23 2,-101-45-21,0 1 1,0-1-1,0 1 0,0 0 1,0-1-1,0 1 1,0 0-1,-1 0 0,1-1 1,0 1-1,0 0 0,-1 0 1,1 0-1,-1 0 0,1 0 1,-1 0-1,1 0 1,-1 0-1,0 0 0,1 0 1,-1 0-1,0 0 0,0 0 1,0 0-1,0 0 0,0 0 1,0 0-1,0 1 1,0-1-1,0 0 0,0 0 1,-1 0-1,1 0 0,0 0 1,-1 0-1,1 0 0,-1 0 1,0 1-1,0 2 61,-1-1 0,0 1 0,0 0-1,0-1 1,-1 1 0,1-1 0,-1 0 0,-5 5-1,-10 5 27,0-2 0,-1 0-1,-1-1 1,0-1 0,0-1-1,-38 10 1,10-6-242,-92 8 1,90-19-676,49-1 789,0 0 0,1 0-1,-1 0 1,0 0-1,1 0 1,-1 0 0,1 0-1,-1 0 1,0 0 0,1-1-1,-1 1 1,1 0-1,-1 0 1,1-1 0,-1 1-1,1 0 1,-1-1 0,1 1-1,-1 0 1,1-1-1,-1 1 1,1-1 0,0 1-1,-1-1 1,1 1 0,0-1-1,-1 1 1,1-1-1,0 1 1,0-1 0,-1 0-1,0-23-1976,2 11 361,-1-23-3571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6:14.1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8042,'0'0'6633,"239"-3"-6633,-161-3-80,-10 6-960,-11-10-1897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6:15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275 36 5313,'0'0'8763,"1"-6"-8005,-1-1-531,0 5-134,0 0-1,0 0 1,1 0-1,-1 0 0,0-1 1,1 1-1,-1 0 1,1 0-1,3-1 3337,-5 30-3572,-32 98 437,-1-2 68,-10 183 13,25 6-36,9-108-10,8-166-285,-38 905 888,41-760-708,-3 197 107,-2-302-270,-2 40 15,1 24 267,-25 157 0,27-260-307,2 48 0,1-53 10,0-33 100,0-9-324,0-26-970,-1-1-1,-1 1 1,-2 0-1,-12-47 1,-11-17-5522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6:16.5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4705,'0'0'7710,"34"9"-7092,107 28-241,-102-27-103,60 5 0,-47-8-37,425 46 966,-79-11-1071,-113-21 3,1-21 22,-119-2-110,-116 3-21,20-1 29,93-10 1,166-19 188,-23 4-153,-99 2-28,193 15-11,-257 9-43,310 8-6,574 3 187,-678-13 122,488 1 2365,-855-6-3275,4 1 112,-38-11-2503,-18-5-4231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6:17.8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332 1 3201,'0'0'4218,"-34"13"-3766,-105 40-215,42-17-2,90-32 39,0-1-1,1 0 0,-1-1 1,-1 0-1,1 0 0,-12 2 1373,22-4-1226,430-16 2662,155 3-1855,-474 13-1021,506 45 357,-101-1-294,296-39-129,-479-6-51,109-18 10,427-66 424,-854 84-512,428-16 210,-353 17-173,333 14 124,-60 6 114,-238-16 4,-6-4 853,-121 0-839,-13 0-990,-118 0-4592,44 0-2190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6:40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1 142 5961,'6'0'12573,"24"2"-12434,-19-6-132,0-1 0,0 0 0,21-12 0,-1 0-23,10-2-9,2 3 0,0 1-1,1 2 1,0 2 0,56-6-1,-73 14-46,38 1 0,-49 2-117,-16 1 184,1-1 0,-1 0 0,0 0 0,1 1 0,-1-1-1,1 0 1,-1 0 0,0 1 0,1-1 0,-1 0 0,1 1 0,-1-1 0,0 1 0,0-1 0,1 0 0,-1 1 0,0-1 0,0 1-1,1-1 1,-1 1 0,0-1 0,0 1 0,0-1 0,0 1 0,0-1 0,0 1 0,0-1 0,0 1 0,0 0 0,1 19-53,-1-16 27,1 1 8,-1 1 1,0 0-1,0-1 1,0 1-1,-1-1 1,0 1 0,0 0-1,0-1 1,-1 0-1,0 1 1,0-1-1,0 0 1,0 0 0,-1 0-1,-6 8 1,-1-2-100,-1 0 1,0-2 0,0 1-1,-1-1 1,0-1 0,-17 9-1,28-17 87,0 1 0,-1 0 1,1 0-1,0-1 0,-1 1 0,1 0 0,0 0 0,0 0 0,0 0 0,0 1 0,0-1 0,-1 2 0,2-2 7,-1-1 0,1 1 0,0-1-1,0 1 1,0 0 0,0-1-1,0 1 1,-1 0 0,1-1-1,0 1 1,1 0 0,-1-1-1,0 1 1,0-1 0,0 1-1,0 0 1,0-1 0,1 1-1,-1-1 1,0 1 0,1 0-1,0 1 8,1 0-1,-1 0 1,1-1-1,0 1 1,0 0-1,0-1 1,0 1 0,0-1-1,0 0 1,0 0-1,1 0 1,-1 0-1,4 1 1,35 11 30,107 37 50,-139-47-59,-1 1 0,-1 0 0,1 0 0,0 1 0,-1 0 0,10 9 0,-14-12 1,0 1 1,-1 0-1,1 0 0,-1 0 0,0 0 0,0 0 0,0 0 0,0 1 1,0-1-1,-1 1 0,1-1 0,-1 1 0,0 0 0,-1-1 1,1 1-1,0 0 0,-1 4 0,1-6 11,-1 0-1,0 1 1,0-1 0,0 0-1,0 0 1,0 0-1,0 0 1,-1 0 0,1 0-1,-1 0 1,1 0 0,-1 0-1,0 0 1,0 0-1,0 0 1,0 0 0,0 0-1,0-1 1,0 1 0,-1 0-1,1-1 1,-1 1 0,1-1-1,-1 1 1,1-1-1,-1 0 1,0 0 0,-3 2-1,-8 4 60,0-1-1,-1 0 1,0-1-1,-1-1 1,1 0 0,-1-1-1,-26 2 1,-109-2 394,89-4-334,22 1-86,11 1-5,-1-1-1,-49-7 1,42 2-35,-8-2-28,26 6-357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6:41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359 36 5145,'0'0'5893,"0"-1"-5714,0 1-1,0 0 1,0-1-1,1 1 1,-1 0-1,0-1 1,0 1-1,0-1 1,0 1-1,-1 0 1,1-1-1,0 1 1,0 0-1,0-1 0,0 1 1,0 0-1,0-1 1,0 1-1,-1 0 1,1-1-1,0 1 1,-1-1-1,-6-3-74,-1 0 1,0 1-1,0 0 0,-1 0 0,1 1 1,-1 0-1,-15-1 0,-66 0 32,63 3-96,15 1-6,0 0 0,0 1-1,0 0 1,0 1 0,0 0 0,0 1 0,1 0 0,0 1 0,-17 9 0,26-12-41,0-1 0,0 1 0,0-1 0,1 1 1,-1 0-1,1 0 0,-1 0 0,1-1 0,0 1 1,0 1-1,0-1 0,0 0 0,0 0 0,0 0 1,0 0-1,1 1 0,-1-1 0,1 0 0,-1 3 1,1-1-4,-1-1 0,1 1 0,0-1 1,0 1-1,0-1 0,1 1 0,-1-1 1,1 1-1,0-1 0,0 0 1,0 1-1,0-1 0,3 4 0,0-1 20,1 0 0,0-1-1,0 0 1,0 0 0,0 0-1,1-1 1,0 1 0,0-1-1,12 5 1,9 4 59,30 9 0,-48-18-61,41 11 31,1-2-1,95 11 1,-15-3 108,-125-20-154,0 0 0,-1 1 0,1 0 0,0 0 0,9 5 0,-13-6-2,-1 0 1,1 0-1,-1 0 1,1 0-1,-1 0 1,0 1-1,1-1 0,-1 0 1,0 1-1,0-1 1,0 1-1,0-1 1,0 1-1,0-1 1,-1 1-1,1 0 0,-1-1 1,1 1-1,-1 0 1,1 0-1,-1 0 1,0 3-1,1 8-1,-1-10 20,0 0 1,1-1-1,-1 1 0,0 0 0,0 0 0,-1 0 0,1-1 1,0 1-1,-1 0 0,0 0 0,0-1 0,1 1 1,-2 0-1,1-1 0,0 1 0,0-1 0,-1 0 1,1 1-1,-1-1 0,-2 3 0,-13 8 21,0-1-1,0 0 1,-1-1-1,0-1 1,-1 0-1,0-2 1,0 0-1,-1-1 1,0-1-1,-30 5 1,-9-3 66,0-1-1,-86-3 1,137-4-113,3 0-78,-1 0 1,0 0-1,0 0 1,0-1-1,0 0 0,-9-3 1,13 3 50,0 0 0,0 0 1,0 0-1,0 0 0,1 0 0,-1 0 1,0-1-1,1 1 0,0-1 1,-1 1-1,1-1 0,0 0 0,-1 0 1,1 1-1,0-1 0,0 0 0,1 0 1,-1 0-1,0 0 0,1 0 1,-1 0-1,1 0 0,-1 0 0,1-4 1,-1-9-1093,0 0 0,1 0 0,3-18 0,5-3-3837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6:42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5281,'2'0'10535,"12"-3"-10116,667 3 2602,-681 0-3038,1 0 0,-1 0 0,1 0 0,-1 0 1,0 0-1,1 0 0,-1 0 0,1 0 0,-1 0 0,1 0 0,-1 0 0,0 0 0,1 0 0,-1 0 0,1 0 0,-1 0 0,0 1 1,1-1-1,-1 0 0,0 0 0,1 0 0,-1 1 0,0-1 0,1 0 0,-1 1 0,0-1 0,0 0 0,1 1 0,-1-1 0,0 1 1,-5 9-1483,-18 7-1775,-4-4-1291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6:43.3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11 370 8586,'0'0'5446,"0"0"-5410,0 0 0,0 0-1,0 0 1,0 0 0,0 0 0,0 1-1,0-1 1,0 0 0,0 0 0,0 0-1,0 0 1,0 0 0,0 0-1,0 0 1,0 0 0,0 1 0,0-1-1,0 0 1,0 0 0,0 0-1,0 0 1,0 0 0,0 0 0,0 0-1,0 0 1,0 1 0,0-1 0,0 0-1,0 0 1,0 0 0,0 0-1,0 0 1,0 0 0,1 0 0,-1 0-1,0 0 1,0 0 0,0 0-1,0 1 1,0-1 0,0 0 0,0 0-1,0 0 1,0 0 0,1 0 0,-1 0-1,0 0 1,0 0 0,0 0-1,0 0 1,0 0 0,0 0 0,0 0-1,0 0 1,1 0 0,-1 0-1,0 0 1,0 0 0,0 0 0,0 0-1,0 0 1,0 0 0,0 0 0,0 0-1,1 0 1,-1-1 0,0 1-1,0 0 1,0 0 0,-14 281 1579,14-231-1040,4-50-365,2-1-151,1 0 0,0-1 0,-1 1 0,0-1 0,1 0 0,-1-1 0,0 1 0,0-1 0,8-6 0,498-300 1263,-104 58-510,-238 149 96,-166 98-842,-3 3-45,0 0 0,0 0 0,-1 0-1,1 1 1,0-1 0,0 0 0,0 0 0,0 1 0,0-1 0,0 1 0,0-1-1,0 1 1,0-1 0,0 1 0,2-1 0,-2 1 2,-11 1-1897,-16 2-408,1 1 0,-41 13 0,-7 3-4240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6:44.4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1 163 4177,'0'0'6815,"0"-5"-6063,0-2-1574,0-5 4472,3 28-1056,5 92-2092,-7-73-372,8 51 1,-9-85-111,0 0 0,0 0 0,1 0 0,-1 0 0,0 0 1,1-1-1,-1 1 0,1 0 0,-1 0 0,1 0 0,-1-1 0,1 1 0,0 0 0,-1-1 0,1 1 0,0-1 0,-1 1 0,1-1 0,0 1 0,0-1 1,0 1-1,-1-1 0,1 0 0,0 1 0,0-1 0,0 0 0,0 0 0,1 1 0,33-2 627,-17 0-648,13-1 193,-1-2-1,0-1 1,38-11-1,91-36 69,-126 41-208,352-134 199,-63 23-261,-297 113 156,1 0 0,0 2 0,51-8 1,-78 14-121,-2-1-1583,-14 13 472,-107 96-4361,51-52 89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6:47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292 27 1720,'0'0'7665,"0"-4"-6726,6-18 6398,-10 32-6475,-26 28-656,-57 58 1,18-23-106,28-29-39,-15 18-30,55-61-48,0 0-1,0-1 1,0 1 0,1 0 0,-1-1-1,1 1 1,-1 0 0,0 0 0,1 0-1,-1-1 1,1 1 0,0 0 0,-1 0-1,1 0 1,0 0 0,-1 0 0,1 0-1,0 0 1,0 0 0,0 0 0,0 0-1,0 0 1,0 0 0,0 0 0,0 0-1,0 0 1,1 0 0,-1 0 0,0 0-1,1 0 1,-1-1 0,0 1 0,1 0-1,-1 0 1,1 0 0,0 0 0,-1-1 0,1 1-1,0 0 1,-1 0 0,1-1 0,0 1-1,0-1 1,-1 1 0,1-1 0,0 1-1,0-1 1,2 1 0,4 2-24,0-1 1,0 0 0,0 0-1,0-1 1,9 1 0,255 3 233,-159-7-80,-107 3-86,-1-1 0,1 0-1,0 0 1,-1-1 0,1 0 0,-1 1 0,0-1 0,1-1 0,-1 1 0,0-1 0,1 0 0,-1 0 0,0 0 0,0 0 0,-1-1 0,1 1 0,0-1 0,-1 0 0,0 0 0,1 0 0,-1-1 0,-1 1 0,1-1 0,0 0 0,-1 0-1,3-5 1,1-5 184,-4 10-61,0 0 1,-1-1-1,1 1 0,-1 0 0,0-1 0,1-6 0,-2 10 264,0 6-531,-2 22 156,-2 0 0,-1 0 0,-1 0 0,-14 35 0,4-7 80,-6 25-62,-16 113 0,38-192 95,-1 9-2093,2-10 1723,-1 0-1,0 0 1,1 0-1,-1 0 1,0 0 0,1 0-1,-1-1 1,0 1-1,1 0 1,-1 0-1,0 0 1,1 0 0,-1 0-1,0 0 1,1-1-1,-1 1 1,0 0-1,0 0 1,2-2-1305,-2 2 1305,0 0-1,0-1 1,0 1-1,1 0 1,-1-1-1,0 1 1,0 0 0,0-1-1,0 1 1,16-26-6910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6:48.2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87 6873,'0'0'6991,"-4"-2"-6148,-15-6-185,18 8-622,1 0 0,0 0 0,0 0 1,0 0-1,0 0 0,0-1 0,-1 1 0,1 0 1,0 0-1,0 0 0,0 0 0,0 0 1,0 0-1,0 0 0,0 0 0,-1-1 1,1 1-1,0 0 0,0 0 0,0 0 0,0 0 1,0 0-1,0 0 0,0-1 0,0 1 1,0 0-1,0 0 0,0 0 0,0 0 1,0-1-1,0 1 0,0 0 0,0 0 0,0 0 1,0 0-1,0 0 0,0-1 0,0 1 1,0 0-1,0 0 0,0 0 0,0 0 1,0 0-1,0-1 0,0 1 0,0 0 0,0 0 1,1 0-1,-1 0 0,0 0 0,0 0 1,0-1-1,0 1 0,0 0 0,0 0 1,1 0-1,-1 0 0,0 0 0,0 0 0,0 0 1,0 0-1,1 0 0,9-5-244,-10 4 381,28-9 23,1 1 0,31-7 1,-28 8-121,5 1 47,0 1 0,0 2-1,66 1 1,-105 23-344,-2-6 260,0 0 1,0 0-1,-2 0 1,0-1 0,0 0-1,-11 16 1,-58 75 266,53-74-275,-152 182 195,159-190-200,12-21-30,35-2 232,0-1 0,0-2 0,35-9 0,92-31 302,-61 15-327,182-50 186,-262 74-611,-1-1 0,1 0-1,-1-1 1,0-1 0,0 0-1,22-16 1,-10 1-2401,0 3-2422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6:48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307 110 6889,'0'0'7671,"-7"2"-7181,-1 2-416,0 0 1,1 0 0,-1 0-1,1 1 1,0 0 0,1 1-1,-1 0 1,1 0-1,0 0 1,0 1 0,1 0-1,-9 13 1,3-3 104,1 2 1,0-1-1,1 1 1,-10 33-1,16-39-105,0 1-1,0 0 1,2 0 0,0 0-1,0 1 1,1-1 0,4 25-1,-4-36-56,1 0-1,0-1 1,0 1-1,-1 0 1,2 0-1,-1-1 1,0 1-1,1-1 1,-1 1-1,1-1 1,-1 0-1,1 1 1,0-1-1,0 0 0,0 0 1,1 0-1,-1-1 1,0 1-1,1 0 1,-1-1-1,1 0 1,-1 1-1,1-1 1,0 0-1,5 1 1,5 1 102,0-1-1,1 0 1,-1-1 0,19-1 0,-22 0-48,8 0 23,0 0 0,1-1 0,-1-1 1,0 0-1,0-2 0,0 0 0,0-1 0,-1 0 0,31-15 1,-32 11 27,0-1 1,-1 0 0,0-1 0,-1-1-1,0 0 1,-1-1 0,0 0 0,16-23 0,-23 27-80,-1 1 1,0-1 0,0 0 0,-1 0 0,0 0 0,0 0 0,-1-1 0,0 0 0,-1 1-1,0-1 1,-1 0 0,0 0 0,0 0 0,-1 0 0,-1 0 0,1 0 0,-4-12 0,3 17-44,-1-1 0,0 1 0,0 0 0,0 0 0,-1 0 0,1 0 0,-1 0 0,0 1 0,-1-1 1,1 1-1,-1 0 0,0 0 0,0 0 0,-1 0 0,1 1 0,-6-4 0,-5-2-38,1 1 0,-2 1 0,1 1 0,-20-6 1,-5 1-310,-1 2 0,0 2 0,0 2 1,-52-1-1,-48 3-2358,11-2-2479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6:55.4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4761,'0'0'4638,"0"0"-4460,1 0 0,-1 0 0,0 0 0,0 0 0,1 0 0,-1 0 0,0 0 0,1 0 0,-1 0 0,0 0 0,0 0 1,1 0-1,-1 0 0,0 0 0,0 0 0,1 0 0,-1 0 0,0 0 0,0 0 0,1 1 0,-1-1 0,0 0 0,0 0 0,1 0 0,-1 0 0,0 1 0,0 321 1506,1-307-1656,0 1 0,0-1 0,2 0 0,0 0 0,0 0 0,2 0 0,0 0 0,0-1-1,1 0 1,14 22 0,-15-28-13,0 0-1,0-1 0,1 0 1,0 0-1,0 0 1,1-1-1,0 0 0,0 0 1,1-1-1,-1 0 0,1 0 1,0-1-1,0 0 1,1 0-1,-1-1 0,1 0 1,0-1-1,0 0 0,12 2 1,25-1 376,90-6 1,-94-4-222,1-1 1,-2-3 0,45-16 0,-57 17-141,31-9-2,11-6-5,1 4-1,121-20 0,-109 35-22,122 6 0,-169 2-11,0 2 0,-1 2 0,1 1 0,-1 2 0,60 23 1,-87-28-20,0 1 0,-1 0 1,1 1-1,-1-1 0,0 2 1,-1-1-1,13 14 0,41 57 266,-48-60-238,168 213 400,-156-188-110,-18-29-249,-7-13 46,1 1 1,0-1-1,0 1 0,-1-1 1,1 1-1,0-1 1,0 0-1,0 1 0,-1-1 1,1 0-1,0 0 0,0 0 1,0 1-1,0-1 0,0 0 1,-1 0-1,1 0 0,0-1 1,0 1-1,0 0 0,0 0 1,-1 0-1,2-1 1,21-6-107,17-11 126,25-12-56,108-34-1,-158 59-45,-11 4 6,-1-1 0,1 1-1,-1 0 1,1 0 0,-1 1-1,8-2 1,8-18 194,4 0-219,2 2 0,0 0 0,2 2 0,-1 0 0,2 2 0,56-20 0,-70 30 5,0 0 1,1 1 0,-1 1 0,23-1 0,64 4-75,-40 0 15,-21 2 13,-1 1-1,58 13 1,30 4 26,123-3 77,-104-10-53,135-2 11,-267-6 13,-9 0-6,0 0-1,-1-1 0,1 0 0,-1 0 0,1 0 0,-1-1 0,0 0 1,1 0-1,-1 0 0,4-2 0,40-31 4,-27 19-8,22-16-2,2 2-1,86-43 0,-124 69 12,-2 0-1,1-1 1,-1 0 0,1 0 0,-1-1-1,-1 0 1,1 1 0,4-9 0,-6 10-8,43-66 228,-46 70-207,0 0 0,1-1 0,-1 1 0,0 0 0,0 0 0,1-1 1,-1 1-1,0 0 0,0 0 0,1-1 0,-1 1 0,0 0 0,0-1 0,0 1 1,0 0-1,0-1 0,0 1 0,1 0 0,-1-1 0,0 1 0,0 0 1,0-1-1,0 1 0,0 0 0,0-1 0,0 1 0,-1-1 0,1 1 1,0 0-1,0-1 0,0 1 0,0 0 0,0-1 0,0 1 0,-1 0 1,1 0-1,0-1 0,0 1 0,-1-1 0,-18 8-1698,-21 16-2763,-12 8-1608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6:56.6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767 5 4097,'1'-2'10629,"-9"1"-9658,-122-1-247,-168 5 227,234 6-737,-108 27 1,126-25-188,-2 5 7,47-15 44,2 18 423,12 1 47,2 2 11,-12-14-580,-1-1 0,0 1 0,-1 0 0,2 12 0,-3-15-389,0 0-1,0 1 0,0-1 1,-1 0-1,1 0 0,-2 0 1,1 0-1,-3 8 0,-17 20-5942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6:58.7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3041,'7'2'17054,"-9"31"-22299,-7-14-299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6:59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6937,'0'0'6170,"2"2"-5527,0 1-562,0 0 1,0 0 0,0 0 0,-1 1 0,0-1 0,1 0 0,-1 1 0,-1-1 0,1 1-1,0 3 1,3 45 806,-3-19-300,17 224 1114,-15-85-5698,-2-159-775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7:00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1 10626,'0'0'5986,"36"9"-5413,121 34-228,-142-38-303,1 1-1,-1 1 1,0 0-1,0 0 1,-1 2-1,0 0 1,0 1-1,17 15 1,-18-14-9,8 7 10,-1 0-1,-2 2 0,1 0 1,-2 0-1,19 32 0,-26-37-29,-2 1-1,0 0 0,0 1 0,-1 0 0,-2 0 0,1 0 0,-2 1 0,4 33 0,-6-29-9,-1-1 0,-2 28 1,0-42 2,0 0 0,0 0 1,-1 0-1,0 0 1,0-1-1,0 1 0,-1-1 1,0 0-1,-1 0 1,1 0-1,-5 6 1,-5 2 23,0 0 0,-1-1 0,-1 0 0,0-1 0,0-1 0,-1 0 0,-1-1 0,0-1 0,0 0 0,-1-2 0,0 0 0,0-1 0,-33 7 0,-6-3 25,-1-2 0,-1-3 0,-67-2 0,55-4-595,70 0 488,0 1 0,0 0 0,0 0 0,0-1 0,1 1 0,-1 0 0,0-1 0,0 1 1,0-1-1,0 1 0,1-1 0,-1 1 0,0-1 0,1 0 0,-1 1 0,0-1 0,1 0 1,-1 0-1,1 1 0,-1-1 0,1 0 0,-1 0 0,1 0 0,0 0 0,-1 1 0,1-1 0,0 0 1,0 0-1,0 0 0,-1-2 0,1-1-482,0 1-1,0-1 1,1 0-1,-1 0 1,1 1 0,1-7-1,10-15-5528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7:01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54 488 8450,'0'0'8864,"1"4"-8653,0 8-122,-1 0 0,-1 0 0,0 0 0,0 0 0,-1-1 0,-1 1 0,0 0 0,-8 21 0,-3 11 97,8-22-136,2 1 1,0 0-1,-1 43 0,5-65-47,0-1-1,0 1 1,0 0-1,0-1 1,1 1-1,-1 0 1,0-1-1,0 1 1,1 0-1,-1-1 1,0 1-1,1-1 1,-1 1-1,0 0 1,1-1-1,-1 1 1,1-1-1,-1 0 1,1 1-1,-1-1 1,1 1-1,0-1 1,-1 0-1,1 1 1,-1-1-1,1 0 1,0 1-1,-1-1 1,1 0-1,0 0 1,-1 0-1,1 0 1,1 0-1,28 0 5,-17-1 28,-2 1-1,0-1-1,0-1 1,1 0 0,-1-1-1,-1 0 1,1 0-1,0-1 1,-1-1 0,0 0-1,0 0 1,0-1 0,-1 0-1,0-1 1,13-11-1,-11 8-22,-1 0-1,0-1 0,-1 0 0,0-1 0,0 0 0,-1 0 1,-1-1-1,0 0 0,-1 0 0,8-26 0,-15 34-152,-7 9-5,1 1 138,0 1 1,1-1-1,-1 2 1,1-1-1,0 1 1,1 0-1,-1 0 0,1 0 1,1 1-1,0 0 1,0 0-1,0 0 1,1 0-1,0 1 1,1-1-1,-1 1 1,2 0-1,-1 0 1,1 16-1,1-24-4,0 1-1,0-1 1,0 0 0,0 0-1,0 1 1,1-1 0,-1 0-1,0 0 1,1 0 0,-1 1-1,1-1 1,-1 0 0,1 0-1,0 0 1,-1 0 0,1 0-1,0 0 1,0 0 0,0 0-1,0 0 1,0-1 0,0 1-1,0 0 1,0 0 0,0-1-1,0 1 1,0-1 0,0 1-1,0-1 1,1 1-1,0-1 1,6 2-32,-1-1 0,0-1 0,0 1 0,12-2 0,-4 1 56,-7-1-11,0 1 1,-1-1-1,1 0 1,-1-1-1,1 0 1,-1 0-1,1-1 1,-1 1 0,0-2-1,10-6 1,-5 3 13,-1-1 0,0-1 0,-1 0 0,0 0 1,12-16-1,-1-3 7,-1 0 0,-2-1 0,28-61 1,-23 38 36,-2-1 1,-3 0-1,-2-2 0,-3 0 1,7-57-1,-5-14 532,-13 120-402,-1 5-207,-1 5-146,1 113 309,5-1 0,5 0 0,5-1 0,39 139 0,-49-232-54,1-1 1,1-1-1,17 31 0,-25-51-116,0-1-1,0 1 0,0 0 1,0-1-1,0 1 1,0 0-1,0 0 0,1-1 1,-1 1-1,0 0 0,0-1 1,0 1-1,0 0 1,1 0-1,-1-1 0,0 1 1,0 0-1,1 0 0,-1-1 1,0 1-1,0 0 0,1 0 1,-1 0-1,0 0 1,0-1-1,1 1 0,-1 0 1,0 0-1,1 0 0,-1 0 1,0 0-1,1 0 1,-1 0-1,0 0 0,1 0 1,-1 0-1,0 0 0,1 0 1,-1 0-1,0 0 0,1 0 1,-1 0-1,0 0 1,0 1-1,1-1 0,-1 0 1,0 0-1,1 0 0,-1 0 1,0 1-1,0-1 1,1 0-1,-1 0 0,0 0 1,0 1-1,0-1 0,1 0 1,-1 1-1,0-1 0,0 0 1,0 0-1,0 1 1,0-1-1,1 0 0,-1 1 1,0 0-1,4-22-2047,-2 1 0,2-32-1,-4-8-4329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7:01.4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 9026,'0'0'3801,"203"-6"-3529,-146 6-272,14 0-1048,-10 0-1249,-15 0-2728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7:01.7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357 1 6633,'0'0'8007,"-35"17"-6729,-114 61-275,135-70-849,0 0 0,1 0 0,0 2 0,0-1 0,1 2 1,0-1-1,-13 18 0,21-23-112,-2 1-21,1 0 0,0 1-1,0 0 1,0 0 0,1 0 0,1 0 0,-1 1 0,1 0 0,0 0 0,1 0-1,-1 0 1,2 0 0,-1 0 0,1 0 0,1 1 0,-1 8 0,2-16-21,0-1 0,-1 1 0,1-1 1,-1 1-1,1-1 0,0 0 0,0 1 1,-1-1-1,1 0 0,0 1 0,-1-1 1,1 0-1,0 0 0,0 0 0,0 0 1,-1 0-1,1 0 0,0 0 0,0 0 1,0 0-1,-1 0 0,1 0 0,1-1 1,1 1 7,13 0 41,-4 1 24,1-1 1,19-4-1,-28 4-35,0-1 0,1-1 0,-1 1 0,0-1 0,0 0 0,0 0 0,0 0 0,0 0 0,-1 0 0,7-6 0,-8 6 25,-2 6-252,0-1 179,0 0-1,1 0 0,-1 0 0,1 0 0,0 0 0,0 0 0,0 0 0,0 0 0,1 0 0,-1-1 0,1 1 0,0 0 0,0-1 0,-1 1 0,2-1 1,-1 0-1,0 0 0,0 0 0,1 0 0,-1 0 0,1 0 0,0-1 0,-1 1 0,1-1 0,0 1 0,0-1 0,0 0 0,0 0 0,4 0 0,10 3 39,0-2 0,0 0 0,0 0 0,21-2 0,-28 0-23,12-1-3,1 0-1,39-7 1,-52 6-22,1-1 0,-1 0 0,0-1 0,0 0 0,0 0 0,0-1 0,-1-1 0,10-6 0,-8 3-240,0-1 0,-1 0 0,0 0 0,-1-1 0,0 0 0,-1-1 0,8-13 0,-13 17-600,0 1 1,0-1 0,3-14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7:32.2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200 20 6041,'0'0'5657,"-3"-13"-2728,1 6 2728,2 7-5652,-1 1 1,1-1-1,-1 0 0,0 0 0,1 0 0,-1 1 0,0-1 0,1 0 0,-1 1 0,1-1 1,-1 0-1,1 1 0,-1-1 0,1 1 0,-1-1 0,1 1 0,-1-1 0,1 1 0,0-1 1,-1 1-1,1-1 0,0 1 0,-1 1 0,-6 18 65,5-12-35,-7 18 104,0 1-1,-9 55 0,14-56 74,-2 0-1,-16 44 1,-3 7 157,13-30-184,-11 88 0,20-110-540,-8 40 0,1-71-3511,1-16-69,-4-11-1693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7:32.9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13 6905,'0'0'7649,"-6"-2"-7165,-17-7-152,17 7 1044,6 18-505,4 9-375,1 1 1,17 48-1,-7-28-225,-1 3-11,44 136 419,-44-147-564,1 0 0,37 60-1,-42-84-273,-10-21-1617,-10-24-3342,0 6-1920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7:33.5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1 5905,'0'0'8997,"4"11"-7073,0 34-1153,-1 1 0,-4 54 0,-1-78-985,-1 0 1,0 0-1,-2-1 1,0 1-1,-1-1 1,-2 0-1,0-1 1,-20 37-1,5-24-2607,6-18-2653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7:34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10 3593,'0'0'9919,"0"-1"-9818,0 1 0,0 0 0,0-1 0,0 1 0,0 0 0,0-1 0,0 1-1,0 0 1,0-1 0,0 1 0,0 0 0,0-1 0,0 1 0,0 0 0,0-1 0,0 1-1,1 0 1,-1 0 0,0-1 0,0 1 0,0 0 0,1-1 0,-1 1 0,0 0 0,0 0 0,1 0-1,-1-1 1,0 1 0,1 0 0,-1 0 0,0 0 0,0 0 0,1-1 0,0 1 0,29 2-32,1 1 1,-1 1-1,0 1 1,0 2-1,40 14 1,-63-19-54,-1 1 0,1-1 0,-1 1 0,0 1 1,0-1-1,7 6 0,-10-7-8,-1 0 0,0 0-1,0 1 1,0-1 0,0 0 0,0 1 0,0 0 0,-1-1 0,1 1 0,-1 0 0,0 0-1,1 0 1,-1 0 0,-1 0 0,1 0 0,0 4 0,0 3 20,0-1 1,-1 1-1,-1 0 0,0-1 1,0 1-1,0-1 0,-1 1 1,-1-1-1,0 0 1,-6 14-1,-4 3 70,-1-1 1,-22 28-1,29-42-81,-265 332 351,272-343-371,0 0-1,0 0 1,-1 0-1,1 0 1,0 0 0,0 0-1,0 0 1,0 1 0,0-1-1,0 0 1,0 0-1,-1 0 1,1 0 0,0 0-1,0 1 1,0-1 0,0 0-1,0 0 1,0 0-1,0 0 1,0 1 0,0-1-1,0 0 1,0 0 0,0 0-1,0 0 1,0 1-1,0-1 1,0 0 0,0 0-1,0 0 1,0 0 0,0 1-1,1-1 1,-1 0-1,0 0 1,0 0 0,0 0-1,0 0 1,0 1 0,0-1-1,0 0 1,1 0-1,-1 0 1,0 0 0,0 0-1,12 3-22,23-2 141,-28-1-90,1 0 9,24 1 94,0-2-1,0-1 1,0-1-1,48-12 1,-15-8 504,-1-3 0,113-63 1,-168 84-456,3-3-28,-2 2-3933,-9 5 3575,6-7-5994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7:35.8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82 5777,'0'0'6066,"-4"-2"-5281,-17-6 2108,21 7-2796,1 0 1,0 1 0,-1-1 0,1 0-1,0 1 1,-1-1 0,1 0 0,0 1-1,0-1 1,-1 1 0,1-1 0,0 1-1,0-1 1,0 1 0,0 0 0,0-1-1,0 1 1,0 0 0,2 0 0,28-7-398,-21 5 465,261-42 187,-100 36-338,-162 8-15,-7 0-4,1 0-1,-1 0 0,0 0 0,1 0 0,-1 0 1,0 1-1,1-1 0,-1 0 0,0 1 0,0 0 1,1 0-1,-1 0 0,0 0 0,0 0 0,0 0 1,0 0-1,3 3 0,-3-1-24,-1-1 0,0 1 1,1 0-1,-1 0 0,0-1 0,-1 1 1,1 0-1,0 0 0,-1 0 0,0 0 0,0 0 1,1 0-1,-2 5 0,1 2-6,-1 1 0,0-1 0,-1 1 0,0-1 0,-1 0 0,0 0 0,0 0 0,-1 0 0,0 0 0,-1-1 0,0 0 0,-9 12 0,-7 6-99,-1-2 0,-40 36 1,-9 11 15,71-72 106,-1 0 1,1 0-1,0 0 0,0 0 0,0 0 1,0 0-1,0 0 0,0 0 1,0 0-1,0 1 0,0-1 0,0 0 1,0 0-1,-1 0 0,1 0 0,0 0 1,0 0-1,0 0 0,0 0 0,0 1 1,0-1-1,0 0 0,0 0 0,0 0 1,0 0-1,0 0 0,0 0 1,0 0-1,0 1 0,0-1 0,0 0 1,0 0-1,0 0 0,0 0 0,0 0 1,1 0-1,-1 0 0,0 1 0,0-1 1,0 0-1,0 0 0,0 0 1,0 0-1,0 0 0,0 0 0,0 0 1,0 0-1,0 0 0,1 0 0,-1 0 1,0 0-1,0 0 0,0 1 0,0-1 1,0 0-1,0 0 0,0 0 1,0 0-1,1 0 0,-1 0 0,0 0 1,0 0-1,0 0 0,0 0 0,13 0-93,-7 0-7,70-2 56,106 5 168,-176-2-113,-1-1 0,0 1 0,0 0 0,0 1 0,1-1 0,-1 1 0,0 0 0,-1 0 0,7 4 0,-9-5 8,0 1 0,-1-1 0,1 1 1,0 0-1,0 0 0,-1 0 0,0 0 1,1 0-1,-1 0 0,0 0 0,0 0 1,0 0-1,0 1 0,0-1 0,0 0 1,-1 1-1,1-1 0,-1 1 0,0-1 0,1 1 1,-2 3-1,1-1 43,-1 0 0,0 0 0,0 0 1,0 0-1,-1 0 0,0 0 0,0 0 0,0 0 1,-1-1-1,1 1 0,-1-1 0,0 1 0,-1-1 1,1 0-1,-1-1 0,-7 8 0,-8 4 110,0 0 0,-29 16-1,40-26-130,-18 11 73,0-1-1,-1-1 0,0-2 1,-1 0-1,0-2 0,-1-1 1,-59 9-1,78-19-1771,20-8-1891,-9 8 3325,28-19-7121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7:36.1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1 8490,'0'0'9738,"0"93"-9482,-11-49-104,-3-2-152,-4 0-32,0-10-784,-18 0-913,4-13-1503,4-12-2433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7:36.5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0 10850,'0'0'5208,"-1"28"-5007,-7 95-90,7-101-71,0 0 0,4 34 0,-1-50-38,-1 1 1,1-1-1,0 1 1,1-1 0,-1 0-1,1 0 1,0 0-1,1 0 1,5 7 0,14 15 61,1-2 1,43 39 0,-2-3 33,-61-59-55,-1 1 1,1 1 0,-1-1 0,0 0-1,-1 1 1,1 0 0,-1-1-1,0 1 1,0 0 0,0 0 0,1 8-1,-1 2 270,0 0 0,-2 26 0,0-27-167,-1-7-95,1 0-1,-2 0 1,1 0-1,-1 0 1,0 0-1,-1-1 1,0 1-1,0-1 1,0 0-1,0 0 1,-1 0-1,0 0 1,-1 0-1,1-1 1,-1 0-1,0 0 1,-9 7-1,6-5-81,-1-1 0,1 0 1,-1 0-1,0-1 0,-1 0 0,1-1 0,-1 0 0,0 0 0,0-1 0,0 0 0,-18 1 0,13-2-375,1-2-1,-1 0 1,-20-2 0,28 1 21,0-1 0,0 0 0,0 0 0,0 0 0,0-1 0,1 0 1,-1 0-1,-9-7 0,-28-25-4599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7:36.8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0 248 8690,'0'0'5337,"185"-103"-4017,-106 71-183,6 3-441,-3 0-312,0 7-168,-10 6-216,-5 6-240,-17 4-1497,-25 6-3600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7:38.2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414 35 7298,'0'0'8461,"-5"-6"-7810,-14-17-189,14 17-168,5 11-139,-11 72 467,-3-1-1,-34 105 1,12-76-199,-54 110-1,64-159-390,-2-1 0,-3-2 0,-61 83 0,92-136-32,0 1 0,0-1-1,0 0 1,-1 0 0,1 0 0,0 1 0,0-1-1,0 0 1,0 0 0,0 0 0,0 0 0,0 0-1,0 1 1,0-1 0,0 0 0,-1 0-1,1 0 1,0 0 0,0 0 0,0 0 0,0 1-1,0-1 1,-1 0 0,1 0 0,0 0 0,0 0-1,0 0 1,0 0 0,-1 0 0,1 0 0,0 0-1,0 0 1,0 0 0,-1 0 0,1 0 0,0 0-1,0 0 1,0 0 0,0 0 0,-1 0 0,1 0-1,0 0 1,0 0 0,0 0 0,0 0 0,-1 0-1,1 0 1,0-1 0,0 1 0,0 0 0,-1 0-1,1-5-30,-1 0-1,1 1 1,0-1-1,0 0 0,1 0 1,-1 1-1,1-1 1,0 0-1,0 1 0,1-1 1,-1 1-1,4-6 1,2-8-28,1 0 0,2 1 0,-1 0 0,2 1 0,0 0 0,1 0 0,21-20 1,-17 19 45,2 1 0,0 1 0,1 1 0,0 0 0,42-21 0,-41 27 6,0 0 0,0 1 0,1 2 0,-1 0 0,1 1 0,25-1 0,130 2-31,-100 4 39,-33 0 17,-23 0 9,0 0 1,0-2-1,33-5 1,-51 6-18,0-1 0,0 1 0,0-1 0,0 0 1,0 0-1,-1 1 0,1-1 0,0-1 0,0 1 0,-1 0 1,1 0-1,-1-1 0,1 1 0,-1-1 0,0 1 0,0-1 0,1 1 1,-1-1-1,0 0 0,0 0 0,-1 1 0,1-1 0,1-4 1,0-2 231,-1 0 0,0 1 1,0-1-1,-1-13 0,0 15 60,0 6-23,0 25-125,-4 35 49,-2-1 0,-17 69 0,2-12 72,-13 176-116,29-167-7360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7:39.2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106 795 1408,'0'0'5552,"-10"-31"-4512,-31-101 6,38 124-843,0-1 0,1 1 1,0-1-1,1 1 0,-1-1 0,1-16 1,1 8 267,-6-377 6733,6 330-7009,0 49-83,0 3 82,0 1 1,0 0 0,-4-20-1,2 30-142,0 7-92,-2 16-89,-12 221 56,9-5 519,8 371 446,33 10-258,-12-370-419,59 583 330,37 5 82,-76-610-461,72 484 1326,-69-127-907,-26 3-314,-8-181-150,22 70 139,2 128 334,-35-559-574,-6 476 397,5-421-186,1-99 324,0-4-955,0-52-1392,-2-96-4313,-7 39-753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7:40.3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5297,'0'0'8161,"-1"3"-6474,-2 9-5844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7:42.3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273 179 3105,'0'0'3146,"-33"-3"-2580,-101-5-59,50 5 760,62 4 1624,33-1-2653,-1 1-1,0 1 1,0 0-1,1 0 0,16 7 1,13 3 247,63 10 118,0-4-1,159 7 1,216-20-263,-279-7-206,-152 2-133,601-12 207,-305-9-160,755-26 793,-645 48-711,497-3 168,-659-5-178,114-1-84,267-11 42,-599 16-63,554-6 181,-56 2-99,746-49 30,-935 19 5,-117 8 366,71 23-299,-195 8-53,669-2 901,-152 3 1033,-657-3-1621,21 0 129,23 0-180,-44 0-317,3 0 60,-2 0-43,-5 0 238,-54 0-4193,4 0-1761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7:43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9 10498,'0'0'6576,"-1"-3"-6201,-1-3-62,0 7-93,0 15 9,2 40-156,0-33 39,0 2-20,-2 0 1,-1-1-1,0 0 1,-2 0-1,-11 34 0,10-44-523,1 1-1,-2-1 0,-16 25 1,18-31-466,-1 0 1,0-1 0,0 0-1,-1-1 1,1 1 0,-2-1-1,-9 6 1,-12 1-8245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7:43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0 11258,'0'0'3745,"0"189"-3561,0-118 8,0-4-88,-7-6-104,-7-9-80,0-14-520,-22-9-952,4-16-1497,0-13-3584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7:44.2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9658,'0'0'5321,"25"-1"-5167,81-5 96,-98 6-225,0 0-1,1 0 1,-1 1-1,0 0 1,0 0 0,0 1-1,0 0 1,0 0-1,0 1 1,-1 0-1,1 0 1,-1 1-1,0 0 1,0 1-1,0-1 1,0 1-1,-1 0 1,0 1 0,0 0-1,-1 0 1,1 0-1,-1 0 1,0 1-1,-1 0 1,0 0-1,0 0 1,0 1-1,-1-1 1,0 1-1,-1 0 1,1 0 0,-2 0-1,1 0 1,0 10-1,0-5 17,-1 0-1,0 0 0,0 0 1,-2 0-1,1 1 1,-2-1-1,0 0 1,0 0-1,-1 0 1,-1-1-1,0 1 1,-1-1-1,0 0 0,-11 17 1,-12 10 173,-2-2 0,-2-1 0,-45 40 0,70-69-174,0-1 17,-9 14 174,15-19-125,5-1-5,31-1 58,0-2 0,61-13 0,71-27 73,-61 15-188,51-9-1695,-142 33-1757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7:45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 10018,'0'0'6711,"0"0"-6705,-1 0 1,1 0-1,0-1 1,0 1-1,0 0 1,0 0-1,0-1 0,0 1 1,0 0-1,0 0 1,0-1-1,0 1 1,0 0-1,0 0 0,0-1 1,0 1-1,1 0 1,-1 0-1,0-1 1,0 1-1,0 0 1,0 0-1,0-1 0,0 1 1,1 0-1,-1 0 1,0 0-1,0-1 1,11 9 17,5 14 239,-1 1 1,0 0 0,-2 1-1,15 35 1,29 109 1045,-36-83-839,-4 0 0,10 124 0,-10 176 63,-9 202 24,10 328 234,29 296 365,37-168-955,-46-68-21,-67-541-125,-29-5-13,-28 318 90,75-12 651,11-581-711,0-148-44,0 0 0,0-1-1,0 1 1,1 0 0,0 0 0,0 0 0,1-1 0,-1 1 0,4 7 0,10 1 165,-10-4-152,-1 0-1,1 0 1,-2 0-1,1 1 1,-2 0 0,1-1-1,-2 1 1,2 20 0,-2-27-43,11 398 1531,-13-296-1908,9-207-5792,2 31 728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7:46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7 122 8194,'0'0'5530,"-1"-7"-4868,-1-2-432,-2-24 640,5 32-851,-1 0-1,1 0 1,-1 0-1,1 0 1,-1 0-1,1 1 1,0-1 0,-1 0-1,1 0 1,0 0-1,0 0 1,0 1-1,-1-1 1,1 0 0,0 1-1,0-1 1,0 1-1,0-1 1,0 1-1,0-1 1,0 1 0,1 0-1,0-1 1,3-1 42,22-9-4,0 2 0,0 0 0,1 2 0,0 1 0,0 1 0,1 2 0,0 0 0,-1 2 0,58 5 1,-82-3-67,0 0 1,0-1-1,1 2 1,-1-1 0,0 0-1,0 1 1,0-1-1,0 1 1,0 1 0,-1-1-1,1 0 1,-1 1 0,1-1-1,-1 1 1,0 0-1,0 0 1,0 1 0,0-1-1,-1 1 1,0-1 0,1 1-1,1 4 1,-1 0-57,0 0 1,0 0 0,-1 0-1,0 1 1,-1-1 0,0 0 0,0 1-1,0-1 1,-1 1 0,-2 12-1,1-17 48,1 0-1,-1 0 1,0-1 0,0 1-1,0-1 1,-1 1-1,1-1 1,-1 1-1,0-1 1,0 0-1,0 0 1,-1 0-1,-3 5 1,-3-1 1,0 1 0,0-1 1,-11 6-1,13-9 30,0 1 0,0-1 0,0 2 0,1-1-1,0 1 1,0-1 0,-9 13 0,14-17-38,1-1-1,-1 1 0,1 0 0,-1-1 1,1 1-1,-1 0 0,1 0 0,0 0 0,-1-1 1,1 1-1,0 0 0,0 0 0,0 0 1,-1-1-1,1 1 0,0 0 0,0 0 1,0 0-1,0 0 0,1 0 0,-1-1 1,0 1-1,0 0 0,0 0 0,1 0 1,-1 0-1,0-1 0,1 1 0,-1 0 1,1 0-1,-1-1 0,1 1 0,-1 0 1,2 0-1,1 1-5,0 0 0,0 0 0,0 0 0,0-1 1,1 1-1,5 1 0,-5-2 66,83 24 29,34 13 26,-105-32-86,-1 0-1,-1 2 1,1 0-1,-1 0 1,21 17-1,-31-21-14,-1 0 0,1 0 0,-1 0 0,0 0-1,0 1 1,0-1 0,0 1 0,-1 0 0,0 0 0,0-1-1,0 2 1,0-1 0,0 5 0,-1-6 12,-1-1 0,1 1 0,-1-1 0,0 1 0,0 0 0,0-1 0,0 1 1,-1-1-1,1 1 0,-1-1 0,0 1 0,0-1 0,0 1 0,-1-1 0,1 0 0,-1 1 0,0-1 0,0 0 0,0 0 0,-3 3 0,-3 1 65,0-1 0,0 0 0,-1 0 0,1-1 0,-1 0 0,0-1 0,-1 1 0,-17 4 0,-4-1 97,-48 8-1,30-11 89,-78-3-1,87-2-126,36 0-94,0 0-1,0 0 1,0 0-1,0-1 1,0 1-1,0-1 1,-6-3-1,8 4-165,1-1 0,0 0 0,-1 0 0,1 0 0,0 0-1,0 0 1,0 0 0,0 0 0,0 0 0,0 0 0,0 0-1,0-1 1,0 1 0,1 0 0,-1-1 0,0 1 0,1 0-1,-1-1 1,1 1 0,-1-1 0,1 1 0,0-3-1,-1-9-4147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7:46.9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0 8314,'0'0'6697,"0"10"-6617,-18 12 144,0 7-64,-3-3-96,-1 3-64,-3 0-1264,4-7-1497,7-12-1880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7:47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200 0 10626,'0'0'4186,"-26"15"-3527,-83 50-232,104-61-409,0-1 0,0 1 0,0 0 0,1 0-1,-1 0 1,1 0 0,0 1 0,0 0 0,0 0 0,-5 10 0,7-10-6,0 1-1,1 0 1,-1-1 0,1 1 0,0 0 0,1 0 0,0 8-1,-1-5 11,1-4-13,-1 1-1,1 0 1,1 0-1,-1 0 1,1 0-1,0-1 1,0 1-1,1 0 1,-1-1-1,1 1 1,0-1-1,1 1 1,0-1-1,0 0 1,0 0-1,0 0 1,0-1-1,1 1 1,0-1-1,0 0 1,7 6-1,14 10 65,1-1 0,1-1-1,32 16 1,90 36 76,-75-36-66,-69-32-85,11 5 11,-2 1-1,23 14 1,-34-20-16,0 0 1,0 1 0,0-1-1,0 1 1,0 0 0,-1 0-1,1 0 1,-1 0 0,0 0-1,0 1 1,0-1 0,0 0-1,-1 1 1,1 0 0,-1-1-1,2 7 1,-3-6 3,1 1-1,-1-1 1,0 1-1,0-1 1,0 1 0,-1-1-1,1 0 1,-1 1 0,0-1-1,0 0 1,-1 1-1,1-1 1,-1 0 0,0 0-1,0 0 1,-1 0-1,1-1 1,-5 6 0,2-3 24,-1-1 1,0 0 0,0 0-1,-1-1 1,1 0-1,-1 0 1,0 0 0,0-1-1,0 0 1,-8 2-1,-1-1 22,0-1 0,-1-1-1,1 0 1,-1-1-1,-24-2 1,15 1-93,21 1-25,1-1 1,-1 0 0,0 0 0,1-1-1,-1 1 1,1-1 0,0 0 0,-1 0-1,1 0 1,0-1 0,-1 0-1,1 0 1,0 0 0,0 0 0,-6-5-1,-5-7-1311,1 0 0,1-1 0,-18-27-1,1-3-6254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7:47.7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 7578,'0'0'3952,"182"-35"-3856,-129 31-96,15 1-672,-18 0-1552,-7 0-5122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7:48.6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9994,'0'0'10538,"8"20"-10704,30 103 331,167 682 1751,-154-472-1429,-13 1-1,-7 416 0,-31-737-482,-4 556 138,-21 1-52,-75 598 287,96-1113-354,-57 572 186,39-461-128,-80 754 182,77-507 546,23-367-638,-10 310 553,12-324-602,2-1 0,11 61-1,17 87 297,-16-89-222,33 121 0,-28-159-176,-12-35 58,-1 0 0,6 24-1,-10-31-43,1-1 1,1 0-1,-1 0 0,2 0 0,4 9 0,8 14 124,-15-26-148,0 1 1,-1 0-1,1 0 0,-1 0 0,0 0 1,-1 9-1,5 30 87,12 16-19,-5-22 18,12 80 0,-7-21 40,-6-37 16,-8-55-24,1-9 1,4-14-309,-7 14 66,81-218-7596,-47 115 1551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7:49.8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271 61 5401,'0'0'8093,"0"-8"-7056,0-45 2161,0 55-3166,-1 5-3,0 0 0,-1-1 0,1 1 0,-2-1 0,1 1 0,-1-1-1,-5 11 1,-6 13 187,2 7-95,2 0 1,2 1-1,1 0 0,2 0 1,2 0-1,1 41 0,2-70-110,1 1 1,-1-1-1,2 0 0,-1 1 0,1-1 0,1 0 0,0 0 0,0 0 0,1-1 0,0 1 0,10 15 0,-10-18 5,1 0 0,0 0 0,0-1 0,1 0 0,-1 0 0,1 0-1,0 0 1,1-1 0,-1 0 0,1 0 0,0-1 0,0 0 0,0 0-1,0-1 1,10 3 0,-2-2 13,1-1 1,-1 0-1,1-1 0,0-1 1,-1-1-1,1 0 0,-1-1 0,1 0 1,-1-1-1,1-1 0,22-9 0,-25 8-14,-1-1 0,-1 0 0,1 0 0,-1-1 0,0-1 0,0 0 0,-1 0 0,0-1 0,-1 0-1,0-1 1,0 0 0,-1 0 0,-1-1 0,8-13 0,-11 16 63,-1-1-1,0 0 1,0 1 0,-1-1 0,0-1-1,-1 1 1,1 0 0,-2 0 0,0-14-1,0 27-80,0 0-1,-1 0 0,1 0 1,-1 0-1,0 0 1,0-1-1,0 1 0,-1 0 1,-2 5-1,-7 17 12,-95 330 1093,17-52-894,-21-16-544,-35-17-1593,28-98-2221,-4-23-3992,111-139 7429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7:51.6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0 586 6753,'0'0'3168,"31"-5"-2487,278-36 900,-95 18-879,279-32 441,1263-119 787,746 60-923,-1215 55-731,226-6-199,-1168 60-61,657-22-34,163 10 910,-851 18-744,52 7 69,9 0 864,90-21 237,-464 13-1244,18 0-10,121 0 76,-222 0-3493,5 0-1861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7:52.8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924 312 1088,'0'0'3430,"-15"-28"-3079,-47-83-284,59 106-60,0 1 0,0 0 1,0 0-1,0 0 0,-1 0 1,1 1-1,-1-1 1,-6-3-1,7 5 7,0 1-1,0 0 1,0-1 0,0 2 0,0-1-1,-1 0 1,-5 0 0,-5-2 55,-28-3 501,0 1 1,0 2-1,0 2 0,-54 5 0,61-1-45,0 2-1,1 1 0,-1 2 1,-56 20-1,29-3 435,-89 48 0,139-67-801,-20 13 245,31-18-368,0 1 1,0-1 0,-1 0 0,1 0 0,0 1 0,0-1 0,0 1 0,0-1 0,1 1 0,-1-1 0,0 1 0,1-1-1,-1 1 1,1 0 0,-1-1 0,1 1 0,0 0 0,-1 2 0,2-2 4,-1-1-1,0 1 1,1-1 0,-1 0 0,1 1 0,0-1-1,0 0 1,-1 1 0,1-1 0,0 0-1,0 0 1,0 0 0,0 0 0,0 0-1,0 0 1,0 0 0,1 0 0,-1 0-1,0 0 1,1-1 0,-1 1 0,0 0 0,1-1-1,2 1 1,43 12 502,-39-11-435,55 9 716,113 5 0,70-14-160,-139-3-478,113 1 172,998-26 713,-437-20-648,708-36-307,1513-93 31,-2352 148-84,-627 27-62,868 16-1,-53-5 19,-570-12 69,-205 2 375,-1-3 0,124-20 0,-136 14-155,1 2 0,75 0 0,-49 4-246,190-4-29,-483 3-10807,98 6 1515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7:53.8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1 648 7458,'0'0'7495,"8"-8"-6858,-5 4-554,0 1-14,1-1 0,-1 1 1,1 0-1,-1 0 0,1 0 1,0 0-1,0 0 0,0 1 1,1 0-1,-1 0 1,0 0-1,1 0 0,-1 1 1,1 0-1,8-1 0,8-1 179,356-33 2115,19 15-1546,495-32-265,-664 36-507,1203-71 471,-305 73-283,-304 7-108,1-24-89,856-121 23,-1528 137-38,25-3-37,673-62 486,-405 39 800,-324 29 733,-129 26-4375,-65 57-6138,35-37-2443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7:57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81 3753,'0'0'7525,"0"-11"-7149,0-28-134,0 9 4866,-20 31-4620,16 0-480,-1 1 0,1 0 0,0 0 0,0 0 0,0 1 0,0-1 0,0 1 0,0 0 0,1 0 0,0 1-1,-1-1 1,1 1 0,-5 7 0,-3 4 41,1 2 0,-8 18-1,11-21-33,2 1 1,0 0-1,1 1 0,1-1 1,0 1-1,1-1 0,1 1 1,0 0-1,3 31 0,-1-42-4,-1 0-1,1 0 1,1 0-1,-1 0 0,1 0 1,0 0-1,0 0 0,0 0 1,1-1-1,-1 1 1,1-1-1,0 1 0,1-1 1,-1 0-1,1-1 0,0 1 1,0 0-1,0-1 0,0 0 1,0 0-1,1 0 1,-1-1-1,10 4 0,3 2 31,1-2 0,0 0 0,0-2-1,1 1 1,26 1 0,84-2 151,-98-4-131,-26 1-46,0-1 0,0-1 0,-1 1 0,1-1 0,0 1 0,0-1 0,-1-1 0,1 1-1,0-1 1,-1 0 0,0 0 0,1 0 0,-1 0 0,0-1 0,0 0 0,0 0 0,0 0 0,-1 0-1,1 0 1,-1-1 0,0 1 0,0-1 0,0 0 0,-1 0 0,1-1 0,-1 1 0,0 0 0,2-6-1,0-5 4,0 0-1,-1-1 0,-1 1 0,-1-1 0,0 1 1,-1-1-1,0 1 0,-5-27 0,4 37-18,0 0-1,0 0 0,-1 0 1,1 1-1,-1-1 1,0 1-1,-1-1 1,1 1-1,-1 0 1,0 0-1,0 0 1,0 0-1,-6-6 1,3 6-5,0-1 1,0 1-1,0 0 1,-1 0 0,0 1-1,1 0 1,-1 0-1,-9-2 1,-9 0-11,1 0-1,-1 2 1,0 1-1,-34 1 1,52 1-17,1 0 0,-1 0 0,0 1 0,0 0 0,1 0 0,-1 1 0,-11 4 0,14-4-60,1-1-1,0 2 1,-1-1-1,1 0 1,0 1-1,0-1 1,1 1-1,-1 0 1,0 0-1,1 0 0,0 0 1,0 0-1,0 0 1,0 1-1,-2 4 1,1 1-407,0 0 0,1 1 1,0-1-1,0 1 1,1-1-1,1 1 0,-1 0 1,3 17-1,-2 2-1802,0 11-3054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7:57.8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415 76 1280,'0'0'14427,"-34"-13"-14073,-108-40-165,138 51-177,-1 0 0,0 1-1,1 0 1,-1 0 0,0 0 0,0 0 0,0 1-1,0 0 1,0 0 0,0 0 0,-6 1-1,9 0-3,0 0-1,0 0 0,0 0 0,0 0 0,0 1 0,0-1 0,0 1 0,0-1 0,1 1 0,-1-1 0,0 1 0,1 0 0,-2 2 0,-5 6 25,-8 10 53,0 2-1,2 0 1,0 0-1,2 1 1,0 1-1,2 0 0,0 0 1,2 1-1,1 1 1,1-1-1,1 1 1,1 0-1,1 0 1,1 27-1,2-35-59,0 4 29,3 33-1,-1-47-43,-1-1-1,1 1 1,0-1-1,1 0 1,-1 1-1,2-1 1,7 13-1,-2-6 12,1 0 0,0-1 0,1 0 0,0 0-1,26 21 1,-29-28-6,0-1 0,1 0 0,-1 0-1,1-1 1,0 0 0,0 0 0,0-1 0,0-1-1,1 1 1,-1-1 0,19 1 0,-8-2 56,0-1 1,34-3-1,-45 1-49,1 1-1,-1-2 1,1 0 0,-1 0 0,0 0-1,0-1 1,13-8 0,-5 1 16,-1-1 0,0 0 0,0-1 0,-2-1-1,1 0 1,-2-1 0,0 0 0,16-25 0,-21 26 46,0 0 0,-1 0-1,0-1 1,-2 0 0,1 0 0,-2-1 0,0 0 0,-1 1-1,0-1 1,0-32 0,-3 41-12,0-1 0,-1 0 0,1 0 0,-5-15 0,4 20-56,-1-1 0,1 0-1,-1 1 1,0 0 0,0-1-1,0 1 1,-1 0 0,1 0-1,-1 0 1,1 0 0,-1 0-1,-3-2 1,-3-1-17,-1 0 0,1 0 1,-1 1-1,0 1 0,0 0 0,0 0 0,0 0 1,-1 2-1,-13-3 0,-9 0-65,-57 0 0,89 5 65,-26-1-159,-33 5-1,52-4 68,1 1 1,0 1-1,0 0 1,0 0-1,0 0 0,0 1 1,1-1-1,-1 2 0,-9 5 1,10-3-256,-1 1-1,1-1 1,0 1 0,0 1 0,1-1 0,0 1 0,0 0-1,1 0 1,0 0 0,1 1 0,-1-1 0,2 1 0,-1 0-1,-1 11 1,1 40-6074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7:58.7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536 187 9754,'0'0'4565,"-4"-3"-3913,-120-87 3025,116 85-3621,0 0 1,0 1-1,0 0 0,0 1 0,-1-1 1,0 1-1,1 1 0,-1 0 1,0 0-1,0 1 0,0 0 1,0 0-1,0 1 0,0 1 0,0-1 1,-1 1-1,2 1 0,-11 2 1,5 0-62,0 0 1,0 2-1,1-1 1,-1 2-1,1 0 1,1 0-1,-1 1 1,1 1-1,1 0 1,-14 13-1,17-14 3,0 1 1,1 0-1,0 1 0,1 0 0,0 0 0,0 0 0,1 0 0,0 1 1,1 0-1,1 0 0,-1 0 0,2 1 0,-1-1 0,2 1 0,-1 13 1,2-15 5,0 1 1,0-1 0,2 0 0,-1 0 0,1 0 0,0 0-1,1 0 1,1 0 0,-1 0 0,1-1 0,1 0 0,0 0-1,0 0 1,1 0 0,0-1 0,0 0 0,11 10 0,-3-7 0,0 1 0,0-2 0,1 0 1,1-1-1,0 0 0,0-1 0,1-1 1,0-1-1,0 0 0,34 6 0,-19-7-12,0-1 0,0-1 0,0-2 0,0-2-1,42-5 1,-55 3 16,0-1 1,0-1-1,0 0 0,-1-2 0,0 0 1,0-1-1,-1 0 0,0-2 0,-1 0 0,0-1 1,29-26-1,-33 27 12,-1-1 0,-1-1 1,0 0-1,-1 0 0,0-1 0,-1 0 1,0 0-1,-1-1 0,0 0 0,-1-1 1,-1 1-1,-1-1 0,0 0 0,0 0 1,1-21-1,-5 28-15,1 0 0,-2 0 0,1-1 0,-1 1 0,0 0 0,-1 0 0,1 0 1,-2 0-1,1 0 0,-1 0 0,0 1 0,-1-1 0,-5-7 0,3 6-3,-1 0-1,-1 0 1,1 1 0,-2 0-1,1 1 1,-1 0 0,0 0 0,0 1-1,-13-7 1,2 3-6,0 1-1,0 0 1,0 2-1,-1 0 1,-39-6-1,17 7-111,-83 0 0,112 6-51,0 0 0,0 1 0,1 0 1,-1 1-1,0 1 0,1 0 0,0 1 0,-1 0 0,2 1 0,-1 1 0,0 0 0,1 1 0,-22 16 0,14-8-1037,1 1 0,-18 19 0,-17 30-5635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7:59.7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90 5737,'0'0'6146,"-4"-5"-5894,-24-34 1245,27 29 4965,8 4-4179,16-2-2870,-14 6 1436,10-3-584,0 1 0,1 1 0,-1 1 0,1 0 0,-1 2 0,27 2 0,17-2-36,122-3 119,-17 1-163,80 2-26,87 2 57,687 68 352,7 0 29,-370-69-363,-598-4-165,-1-3 0,75-16-1,-122 18-31,-13 4-58,0 0 0,0 0-1,0 0 1,0 0 0,0 0 0,0 0-1,0 0 1,0 0 0,-1 0-1,1 0 1,0 0 0,0 0 0,0 0-1,0 0 1,0 0 0,0 0-1,0 0 1,0 0 0,0 0-1,0 0 1,0 0 0,0 0 0,0 0-1,0 0 1,0 0 0,0 0-1,0 0 1,0 0 0,0 0 0,0 0-1,0 0 1,0 0 0,0 0-1,0-1 1,0 1 0,0 0 0,0 0-1,0 0 1,0 0 0,0 0-1,0 0 1,0 0 0,0 0 0,0 0-1,0 0 1,0 0 0,0 0-1,0 0 1,0 0 0,0 0-1,0 0 1,0 0 0,0 0 0,0 0-1,0-1 1,-23 0-3250,15 1 2663,-47-4-5256,-19-4-4441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8:01.7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58 5217,'0'0'7575,"0"-9"-6581,0-30-4,0 29 2163,0 13-3129,-10 161 1102,2-50-501,4 244 325,5-238-689,-2-112-223,1 1 0,1-1-1,-1 1 1,2-1 0,-1 1-1,6 15 1,-8-34 534,0 1 0,1-1 0,1-17 1,0-1-1606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8:07.4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242 71 968,'0'0'14482,"0"-2"-14468,0 1-1,0 0 1,0-1-1,0 1 1,0-1-1,0 1 1,0 0-1,0-1 1,1 1-1,-1 0 1,0-1-1,2-1 1,3-2-10,0 1 0,0-1 0,1 1 0,0 0 0,0 1 0,0-1 0,0 1 0,0 1 0,1-1 0,-1 1 0,12-3 0,-7 3-4,-1 0 0,1 1 1,0 0-1,0 1 0,0 0 0,21 3 0,-31-3 1,-1 1-1,1-1 0,0 0 1,0 1-1,0 0 1,-1-1-1,1 1 0,0-1 1,-1 1-1,1 0 1,0-1-1,-1 1 0,1 0 1,-1 0-1,1 0 0,-1-1 1,1 1-1,-1 0 1,0 0-1,1 0 0,-1 0 1,0 0-1,0 0 0,0 0 1,0 2-1,2 29 68,-3-25-34,2 8 41,-1 0 0,0 0 0,-1 0 0,-1 0 0,-1 0 0,0 0 0,-1 0 0,0-1 0,-1 0 0,-8 15 0,-14 19 66,-3-1 0,-1-2 0,-3-1 0,-1-1 1,-2-2-1,-2-2 0,-1-1 0,-57 40 0,64-53 174,32-24-188,5-1-26,22-3 56,-1 0 1,1-2-1,-1-1 0,0-1 0,31-13 1,-5 3 17,287-73 276,-329 88-511,6 0-104,0-1-1,-1 0 1,24-10-1,-32 6-957,32-54-5048,-15 20-766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8:07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208 0 8730,'0'0'4649,"-21"19"-4166,-64 65-131,81-80-323,1 1 0,0-1 0,-1 0 1,2 1-1,-1 0 0,0 0 0,1 0 1,0 0-1,0 0 0,1 0 0,-1 0 1,1 1-1,0-1 0,1 0 0,-1 1 1,1-1-1,0 1 0,1-1 0,1 9 1,-1 10 64,0-17-81,-1-1 0,1 0 0,0 0 0,1 0 0,-1 0 0,1 0 0,0 0 0,1 0 0,0-1 0,0 1 0,0-1 0,0 0 0,1 0 0,0 0 0,0 0 0,0 0 0,1-1 0,9 7 0,4 3 37,0-2-1,2 0 1,39 16 0,13 2 35,-34-15 40,40 21 0,-75-34-95,0-1 0,0 1 0,0 0 1,-1 0-1,1 0 0,-1 1 0,1-1 0,-1 0 0,0 1 1,0 0-1,0-1 0,3 6 0,-3-3 60,-1 0-1,1 0 1,-1 0 0,0-1-1,0 1 1,-1 0 0,1 0-1,-1 6 1,-1-8-48,1-1 0,-1 1 0,1 0-1,-1-1 1,0 1 0,0 0 0,0-1 0,0 0 0,-1 1 0,1-1-1,-1 0 1,1 1 0,-1-1 0,0 0 0,0 0 0,0 0 0,0-1-1,-3 3 1,-7 5 65,0-1 1,-18 8-1,18-9-48,-300 140-646,281-139-1104,29-8 1409,1 0 0,-1 1 0,0-1 0,1 0 0,-1 0 0,0-1 0,0 1 0,1 0 0,-1-1 0,0 1 0,1-1 0,-1 1 0,1-1 0,-1 0 0,1 1 0,-3-3 0,-7-13-4622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8:08.3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1 116 9826,'0'0'5567,"34"-9"-4647,113-29-196,51 0 234,-108 24-782,25-1-81,-65 14-2523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8:10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48 6969,'0'0'7255,"3"-3"-6393,0-1-584,23-21 1046,-25 23-1114,1 1 0,0-1-1,0 1 1,0-1 0,0 1 0,0 0-1,1 0 1,-1 0 0,0 0 0,0 0-1,1 1 1,4-2 947,1 4-956,-5 1-183,-1-1-1,1 1 1,-1 0-1,1 0 1,-1 0-1,0 0 1,0 0-1,0 0 1,-1 0-1,3 6 1,2 4 82,19 43 314,-3 1 0,22 78-1,16 125 11,-59-257-420,8 59 395,-5-32-2613,-2-23-1645,-2-41-9175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8:10.6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64 9658,'0'0'5891,"-13"33"-5278,-37 107-271,46-128-304,0 0 1,1 1 0,1-1 0,0 0 0,1 1 0,0-1 0,2 16 0,-1-5 14,0-18-46,0-1 1,0 1 0,0-1 0,1 0-1,0 1 1,0-1 0,0 0-1,0 1 1,0-1 0,1 0 0,0 0-1,0 0 1,0 0 0,1 0 0,-1-1-1,1 1 1,0-1 0,0 1 0,0-1-1,0 0 1,0 0 0,1 0-1,-1-1 1,1 1 0,0-1 0,0 0-1,0 0 1,0 0 0,5 1 0,5 1 41,1 0 1,0-1-1,0-1 1,0 0-1,0-1 1,1-1-1,-1 0 1,17-3-1,-22 2 3,0-1 0,0-1-1,-1 1 1,1-1 0,-1-1 0,1 0-1,-1 0 1,0-1 0,0 0 0,-1-1-1,0 0 1,0 0 0,0-1 0,-1 1-1,0-2 1,8-8 0,-1-1 144,-1-1-1,-1 0 1,0-1 0,-1-1-1,-1 1 1,10-31 0,-14 30 0,-1 0 0,-1-1 1,0 1-1,-2-1 0,0-39 0,-2 57-176,0 0 0,-1 0 0,1 0 0,-1 0-1,1 0 1,-1 0 0,0 0 0,0 0 0,0 0-1,0 1 1,-1-1 0,1 0 0,-1 1-1,0-1 1,1 1 0,-1 0 0,0-1 0,0 1-1,-1 0 1,1 0 0,0 0 0,-1 1 0,1-1-1,-1 1 1,0-1 0,1 1 0,-1 0-1,0 0 1,-5-2 0,-7 0-23,-1 0 0,0 0 0,0 2 0,-23 0 0,36 1 2,-8-1-26,-104 2-103,98 1 26,-1 0 0,1 1 1,0 0-1,-26 10 0,34-10-320,-4 1 298,1 1 1,0 0-1,-20 12 1,29-14-160,0-1 0,0 0 0,0 1 0,1 0 0,-1-1 0,1 1 0,-3 4 0,3-5-259,1 1-1,0-1 1,0 1-1,0-1 1,0 1-1,0-1 1,0 1-1,1 0 1,-1-1-1,1 1 1,0 3-1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8:13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188 26 2593,'0'0'18489,"13"-9"-18647,13 4 92,-7 1 18,0 1 0,32-1 0,-50 4-56,-1 13-195,0-4 279,-1-1-1,0 1 1,0 0-1,-1 0 1,0 0-1,0-1 1,-6 12-1,0-4 22,0 0 0,-1-1-1,-11 14 1,-13 12 29,-1-2-1,-3-1 1,-1-2 0,-54 40 0,71-56 17,35-20-106,11-2 87,1-2 1,-1 0-1,0-2 1,0 0-1,27-12 0,11-2 39,-34 11-121,-10 2-89,1 2 1,0 0-1,-1 1 0,36-2 0,-52 6-820,1 0 0,0-1 1,-1 1-1,1-1 0,-1 0 0,5-1 0,9-6-3483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8:13.5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8 864,'0'0'11864,"-3"-2"-11616,2 2-225,0-1 1,0 0-1,0 1 0,0-1 0,1 1 1,-1-1-1,0 1 0,0-1 1,0 1-1,0 0 0,0 0 0,0-1 1,0 1-1,0 0 0,0 0 0,-1 0 1,1 0-1,0 0 0,0 0 1,0 0-1,0 1 0,0-1 0,0 0 1,-1 1-1,0 0 25,0 1 0,1-1 0,-1 0-1,0 1 1,1 0 0,-1-1 0,1 1 0,0 0 0,-1 0 0,1-1 0,0 1 0,0 0-1,-1 3 1,0 1 7,-1 0-1,1 1 0,0 0 0,1-1 1,0 1-1,0 0 0,0 0 0,1 0 1,0 11-1,1-14-45,-1 1 0,1-1 0,0 0 0,0 1 0,0-1 0,0 0 0,1 0-1,0 0 1,0 0 0,0 0 0,0 0 0,1 0 0,-1-1 0,1 1 0,5 4 0,23 15 68,1-1 0,1-2 0,53 25 0,50 31 231,-134-74-273,0-1 0,0 1-1,0 0 1,0 0 0,-1 0 0,1 0 0,-1 0 0,1 0-1,-1 1 1,0-1 0,0 0 0,0 1 0,0-1-1,0 1 1,-1-1 0,1 1 0,-1-1 0,0 1-1,1-1 1,-1 1 0,0 0 0,0-1 0,-1 1 0,1-1-1,-1 1 1,1-1 0,-1 1 0,0-1 0,0 1-1,0-1 1,0 0 0,0 1 0,0-1 0,-1 0-1,1 0 1,-1 0 0,-2 3 0,-11 6 85,0 0 0,-1-1 1,0-1-1,0-1 0,-1 0 0,-19 6 1,10-6-64,0-1 0,0-1-1,-43 4 1,26-9-1990,43-1 1837,-1 0 0,1-1 0,-1 1 0,1 0-1,-1 0 1,1 0 0,-1-1 0,1 1 0,-1 0 0,1-1 0,-1 1 0,1 0 0,-1-1 0,1 1 0,0 0 0,-1-1 0,1 1 0,0-1 0,-1 1 0,1-1 0,0 1 0,-1-1 0,1 1-1,0-1 1,0 1 0,0-1 0,0 1 0,-1-1 0,1 1 0,0-1 0,0 0 0,-1-23-2613,1 18 1404,0-19-4395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8:14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0 167 7009,'0'0'7062,"10"-5"-6425,16-6-225,1 2-1,35-9 1,71-12 554,-67 17-679,300-67 2185,-397 79-10471,-1 1-445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8:16.8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 5033,'0'0'5176,"0"-3"-4437,0-19 5842,0 24-6613,0 325 877,0-185-4358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8:17.2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1 9538,'0'0'4253,"-6"27"-3813,-18 89-215,22-103-179,0-1-1,1 1 0,1 0 0,0 14 0,1-22-29,0 1 0,0-1 0,0 1 0,1-1 0,-1 1 0,1-1 0,0 0 0,4 7 0,-2-8-1,-1 1 1,1-1-1,0 0 1,0 0-1,0 0 0,0 0 1,1-1-1,-1 0 1,1 0-1,0 0 0,0 0 1,0-1-1,1 0 1,-1 0-1,0 0 0,1-1 1,9 2-1,4 0 130,0-1-1,0-1 1,24-2-1,-12 1 134,-21-1-191,0 1 0,0-1 1,0-1-1,-1 0 0,1 0 0,0-1 0,-1 0 0,0 0 0,0-1 0,16-10 0,-20 11-23,1-1-1,-1 0 1,0-1 0,0 1-1,0-1 1,0 0 0,-1 0-1,0 0 1,0-1 0,-1 1 0,1-1-1,-1 0 1,0 0 0,-1-1-1,1 1 1,2-13 0,-3 8 85,0-1 0,-1 0 0,0 1 0,-1-1 1,-2-21-1,2 29-122,-1 0 0,0 1 0,1-1 0,-2 0 1,1 0-1,0 1 0,-1-1 0,0 1 0,0-1 0,0 1 1,0 0-1,-1-1 0,1 1 0,-1 0 0,1 1 1,-1-1-1,0 0 0,0 1 0,-1 0 0,-3-3 0,-2 1-26,-1 0 0,1 1-1,0 0 1,-1 1 0,0 0-1,1 0 1,-16 0-1,-4 1-47,-36 5-1,53-3-46,1 1 0,0 1 0,-1-1 0,1 2 0,0 0 1,1 0-1,-14 8 0,-5 5-857,-28 22 1,45-31 558,-58 44-3646,8-6-2486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8:26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44 112 8786,'0'0'6985,"0"-10"-6212,0-44 187,0 6 3569,0 52-4716,-4 617-420,4-620 411,0-1-1,-1 1 0,1-1 1,0 1-1,-1-1 0,1 1 1,-1-1-1,1 1 0,-1-1 1,1 1-1,0-1 1,-1 0-1,0 1 0,1-1 1,-1 0-1,1 1 0,-1-1 1,1 0-1,-1 0 0,0 0 1,1 1-1,-1-1 1,1 0-1,-1 0 0,0 0 1,1 0-1,-1 0 0,0 0 1,1 0-1,-1 0 0,1-1 1,-1 1-1,0 0 1,1 0-1,-1-1 0,-4 1-1390,-10 0-5385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8:27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272 14 7274,'0'0'6852,"1"-2"-5984,-1 1-846,0 1 0,1 0 1,-1 0-1,0 0 0,0-1 0,0 1 0,0 0 1,0 0-1,1-1 0,-1 1 0,0 0 0,0 0 1,0-1-1,0 1 0,0 0 0,0 0 1,0-1-1,0 1 0,0 0 0,0 0 0,0-1 1,0 1-1,0 0 0,0 0 0,0-1 1,0 1-1,0 0 0,0 0 0,0-1 0,0 1 1,-1 0-1,1 0 0,0-1 0,0 1 1,0 0-1,0 0 0,-1 0 0,1-1 0,0 1 1,0 0-1,0 0 0,-1 0 0,1 0 1,0-1-1,0 1 0,-1 0 0,1 0 0,0 0 1,0 0-1,-1 0 0,1 0 0,0 0 0,0 0 1,-1 0-1,1 0 0,0 0 0,0 0 1,-1 0-1,1 0 0,0 0 0,0 0 0,-1 0 1,-25 6 421,9 3-254,0 0 0,0 1 0,-23 17 0,9-5 22,18-14-125,1 1 0,0 0 0,1 1 0,-12 12 0,19-18-80,1 0 1,0 0 0,0 1 0,0 0 0,0-1 0,1 1 0,0 0 0,0 0-1,0 1 1,0-1 0,1 0 0,0 0 0,0 1 0,0 10 0,1-13-5,0 5 9,0 0 0,0 0-1,1-1 1,3 14-1,-3-18-7,0 0-1,0-1 1,0 1-1,1 0 0,-1-1 1,1 1-1,0-1 1,0 1-1,0-1 0,0 0 1,0 0-1,0 0 0,1 0 1,-1 0-1,5 2 1,10 5 33,2 0 0,-1-2 0,1 0 1,0-1-1,1-1 0,29 4 1,-17-3 14,35 11 0,-60-15-50,1 1-1,-1 0 1,1 1 0,-1-1-1,0 2 1,-1-1-1,1 0 1,-1 1 0,0 1-1,9 8 1,-11-9 1,-1 0-1,1 0 1,-1 0-1,-1 0 1,1 0-1,-1 1 1,1-1-1,-2 1 1,1 0-1,-1-1 1,1 1-1,-1 0 1,-1 0-1,1 9 1,-1-13 13,0 0-1,0 0 1,0 0-1,-1 1 1,1-1 0,0 0-1,-1 0 1,1 0-1,-1 0 1,0 0-1,0 0 1,1 0 0,-1 0-1,-1 0 1,-1 2-1,1-2 15,-1 1 0,-1-1 0,1 0 0,0 0-1,0 0 1,-1 0 0,1-1 0,-5 2-1,-16 6 92,-1-1 0,1-1 0,-49 7 0,-79-7-566,139-6 10,9-1 138,1 1-1,0-1 1,-1 0 0,1 0 0,-1 0 0,1-1-1,-1 1 1,1-1 0,-1 0 0,1 0 0,0 0-1,0 0 1,-1 0 0,1-1 0,0 1 0,-5-5-1,-3-9-3828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8:27.4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0 143 5753,'0'0'9538,"29"-11"-8612,97-36-190,-77 31-358,0 2 0,2 2-1,60-7 1,-71 14-337,2-2-86,17-1 101,-39 4-2891,-58 14-1636,-19 8-1810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8:28.2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23 6409,'0'0'6917,"-5"-4"-5895,-17-11-48,17 11 2211,5 8-3160,3 32 350,1-1 0,2 1-1,12 42 1,3 18-36,1 87-104,-13-90-804,-9-93 483,0 1-1,0-1 0,0 1 1,0 0-1,0-1 1,0 1-1,0-1 0,0 1 1,0 0-1,1-1 1,-1 1-1,0-1 0,1 1 1,-1-1-1,0 1 0,1-1 1,-1 1-1,0-1 1,1 1-1,-1-1 0,1 1 1,0 0-1,11-1-4435,-2-3-342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8:28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293 9 8850,'0'0'5762,"0"0"-5746,0-1 0,0 1 0,0 0-1,0 0 1,0-1 0,0 1 0,0 0-1,0-1 1,0 1 0,0 0 0,0 0-1,0-1 1,0 1 0,0 0 0,0 0-1,0-1 1,0 1 0,0 0 0,-1 0-1,1-1 1,0 1 0,0 0 0,0 0-1,0-1 1,-1 1 0,1 0 0,0 0-1,0 0 1,0-1 0,-1 1-1,1 0 1,0 0 0,0 0 0,0 0-1,-1 0 1,1 0 0,0 0 0,-1-1-1,1 1 1,0 0 0,0 0 0,-1 0-1,1 0 1,0 0 0,-1 0 0,-10 5 172,-1 1 1,1 0-1,0 1 1,1 0 0,0 0-1,-17 16 1,16-14-26,4-2-31,-1-1 0,1 1 1,-9 11-1,14-16-117,0 1-1,1 0 0,-1 0 1,0 0-1,1 0 1,0 1-1,0-1 0,0 0 1,0 1-1,0-1 0,0 0 1,1 1-1,0 3 0,-1 0 6,1-1-1,0 0 1,0 0-1,0 0 1,1 0-1,0 0 0,0 0 1,1 0-1,-1 0 1,1 0-1,1 0 0,-1-1 1,1 1-1,0-1 1,4 6-1,11 10 8,1-1 0,1-1-1,1 0 1,25 16 0,-18-14 71,47 46 1,-69-61-58,-1 1 0,1 0 0,-1 0 0,-1 1 1,1-1-1,-1 1 0,-1 0 0,1 0 0,-1 1 0,-1-1 0,1 0 0,-1 1 1,-1 0-1,0-1 0,0 1 0,-1 0 0,0 0 0,-2 17 0,1-23 2,0 0-1,-1 0 0,1 0 1,-1 0-1,0-1 0,0 1 0,0-1 1,0 1-1,0-1 0,-1 0 1,1 1-1,-1-1 0,-4 2 1,-42 25 260,39-23-224,-2 0-23,0 0 0,0-1-1,0-1 1,-1 0 0,0-1 0,-17 3-1,-4-3 122,-42-1-1,72-2-186,0-1 1,0 0-1,-1 0 0,1 0 1,0 0-1,0-1 0,0 0 1,1 0-1,-1 0 0,0 0 1,1 0-1,-1-1 0,-4-4 1,1 0-346,-1 0-1,1 0 1,1-1 0,-10-13 0,13 15-49,0-1 1,0 0-1,1 1 0,-1-1 1,1 0-1,1 0 0,-1-1 1,1 1-1,1 0 1,-1-11-1,0-4-1648,-3-23-3795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8:29.2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0 230 7906,'0'0'6869,"4"-1"-6074,218-52 2770,-144 37-3089,471-121 1964,-525 128-2280,-19 7-60,-1 0-1,1 0 1,0 1-1,0-1 1,0 1-1,8 0 1,-12 1 94,-1-3 185,-16 4-11111,-7 4-1073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8:45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21 116 1880,'0'0'4515,"-3"0"-3572,-15 3 6095,20-3-6914,273 8 1302,4 0-683,-226-8-674,550-16 215,-379-5-228,135-10-12,-218 25-55,213-16 129,250-11-47,756 27 9,-893 22-63,-338-9-17,187 10 14,489 14 35,401-3-48,-276 21 28,-399-18-25,184-13-19,-348-13-12,9-4 18,-201-2 24,77-9 1,-95 1-16,6 3-9,351-23 33,46-7 36,-465 27 40,20-1 638,-115 10-650,5-1 6,-19-3 444,-133-21-6533,39 4-2988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8:47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235 401 1096,'0'0'5867,"-13"-9"-5086,-81-53 1462,79 51-1316,5 4-538,0-1 0,-1 1 0,0 1 0,-13-6 0,5 2-175,-8-2 1121,26 12-1187,5 0-261,1709 38 2610,-655-23-2212,-707-17-220,85 1-23,476 3 6,-663 8-44,5 1 18,811-4 38,-262-4-34,-587-3 15,294-21-17,-2-26 1,-382 35-17,54-6 9,882-79-11,-443 66 22,-263 16-17,-175 8-7,164-11 8,52-4-37,-356 21 3,272-27 47,-249 22-16,75 1 0,-38 3-12,123-2 111,-203 1 308,-21 3-560,-5 0-840,-82 0-7054,12-3-845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8:49.7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305 267 1408,'0'0'1822,"-31"-6"-1583,-98-21-143,105 22 69,0 0 1,0-2-1,-27-11 0,46 16-3,-10-5 1270,14 3 836,23 2 1008,-8 2-3771,292-10 3801,-85 5-2375,1115-22 376,-475-23-712,-213 7-255,59 12-268,161 18-23,-346 29 6,-169-6-39,117 2-8,710 1-16,-240-8 96,-536-7-64,477-36-10,130 17 22,-732 22-64,748 6-266,-564-4 278,-463-3 18,1 0 0,0 0 0,0-1 0,0 2 0,0-1 0,0 0 0,0 0 0,0 0 0,0 0 0,0 0 0,-1 1 0,1-1 0,0 0 0,0 1 1,0-1-1,-1 1 0,1-1 0,1 2 0,-2-2-11,1 1 0,-1-1 0,0 1 0,0-1 1,0 1-1,0-1 0,0 0 0,0 1 0,0-1 0,0 1 1,0-1-1,0 1 0,0-1 0,-1 1 0,1-1 0,0 1 1,0-1-1,0 0 0,0 1 0,-1-1 0,1 1 0,0-1 0,0 0 1,-1 1-1,1-1 0,-4 4-360,0 0 1,0 0-1,0 0 1,-8 5-1,-39 17-3895,-17 0-377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8:54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429 976 2865,'0'0'5071,"-16"-3"4363,31 5-9350,1-1-1,-1 2 1,30 9-1,-1-1 58,-19-5-26,660 139 792,-568-123-846,1-4 0,182 3 1,-10-21 71,-264-1-114,-1-1-1,1-1 1,29-9 0,77-25 62,-91 25-73,-27 7-7,9-1 19,0-1-1,0-1 1,0-1-1,-1-1 1,-1-1-1,28-18 0,-19 7 9,0-2-1,-2-1 1,0-2-1,46-58 0,-64 71 20,0-1 1,0-1-1,-2 0 0,0 0 0,-1 0 1,0-1-1,-2 0 0,0-1 0,-1 1 1,0-1-1,-2 0 0,2-29 0,-4 27 23,1 10-59,-1 0 0,0 0 1,0 0-1,-1 0 1,-1 0-1,1 0 0,-2 0 1,1 0-1,-1 1 1,-8-17-1,-2 2-26,-2 1 0,-1 0 0,-1 1-1,-1 0 1,-1 2 0,0 0 0,-2 1 0,0 1 0,-1 1 0,-1 1-1,0 1 1,-1 0 0,-28-10 0,-65-18 88,-183-42-1,148 55-120,-249-17-1,121 42 50,172 6-55,78 0 34,0 2 0,0 1 0,1 1 0,-40 12 0,-111 46-90,176-62 109,-267 110 53,187-73-33,-92 59-1,151-81-33,1 2-1,0 0 1,1 2-1,1 0 1,-24 30-1,32-33 6,1 0-1,1 1 0,1 0 1,0 1-1,2 0 1,0 1-1,1 0 1,-5 21-1,9-23-25,1 1 0,1 0-1,1 0 1,2 21-1,-1-16 17,0-14 22,1 1 0,1 0 1,0-1-1,0 1 0,1-1 1,0 0-1,1 0 0,0 0 1,7 11-1,6 8 38,35 44-1,-33-48-19,1-2 0,2 0 0,0-2 0,1 0 0,1-1 0,47 28 0,-49-35 12,1-1 0,-1-2-1,2 0 1,0-1 0,0-2-1,0 0 1,1-2 0,45 4 0,11-4 100,129-9 1,-176 1-94,0-2 1,-1-1-1,0-2 0,0-1 0,0-1 1,45-22-1,-69 27 36,0 0 0,-1-1-1,1 0 1,-1 0 0,0-1 0,0 0 0,-1 0 0,0-1 0,-1 1 0,1-2 0,-1 1-1,5-11 1,-10 31-3532,-6 15 1398,2-20 1200,-1 1 0,1-1 0,-1 1-1,-1-1 1,-5 6 0,-31 39-6628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8:57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707 1994 7298,'0'0'7088,"-11"0"-6468,-13-1-393,7 0 1299,42 4-875,-5 0-488,0 1-1,33 12 0,7 1 126,-2-6 15,0-2 0,74 1 0,121-10 93,-181-1-334,9-1 44,0-4-1,0-3 0,-1-4 1,136-40-1,-194 46-42,-1-1 1,0-1-1,0-1 1,-1-1-1,0-1 0,-1 0 1,0-2-1,-1 0 1,-1-1-1,0 0 0,-1-2 1,16-21-1,27-42 34,-4-2 1,-4-4-1,-3-1 1,36-94-1,-67 138-72,-2 0 0,-2-1-1,-3 0 1,-1-1 0,-2-1 0,-2 1 0,-1-64 0,-4 55 4,2-2-25,-4-1-1,-12-85 1,4 93-15,-28-85 0,28 110-6,0 0-1,-1 1 0,-2 1 0,0 0 0,-21-27 1,17 29 7,0 0 1,-1 1-1,-1 1 1,-29-22-1,34 30-18,-1 1-1,1 1 1,-1 0 0,-1 1-1,0 1 1,0 0-1,-31-7 1,-10 4-41,-96-5 1,-61 14 64,104 1-14,100-1 16,-75 0-8,-104 13-1,-69 35-44,206-33 52,1 1 1,-92 44 0,70-23-1,-86 61 0,120-71 0,2 2 0,1 2-1,-55 61 1,81-80-4,-176 209 69,142-162 20,-71 122 0,108-166-67,0 1 0,1-1 0,0 1 1,2 0-1,0 1 0,-3 21 0,3 6 43,2 50 1,3-73-51,1 0 0,1 0 0,1 0 0,1 0 0,1-1 0,0 1 0,2-1 1,0-1-1,18 31 0,-5-16 25,1-1 0,2-1 0,1 0 0,35 33 0,-33-39 0,2-1 0,0-2 0,1 0 0,1-3 0,1 0-1,1-2 1,1-2 0,0 0 0,1-3 0,1-1 0,0-1-1,0-2 1,1-2 0,0-1 0,54 1 0,-49-7 30,-25 2-34,0-2 1,0 0 0,0-1-1,-1-1 1,1 0 0,28-8-1,-44 9-23,10-2 64,0-1 0,0-1 0,-1 0 0,0 0-1,0-1 1,17-13 0,-23 15-732,-3 4 874,-1 0 0,1-1 1,-1 1-1,0-1 0,1 1 0,-1-1 0,1 1 0,-1-1 0,1 1 0,-1-1 0,0 1 1,0-1-1,1 1 0,-1-1 0,0 0 0,0 1 0,1-1 0,-1 1 0,0-1 1,0 0-1,0 1 0,0-1 0,0 0 0,0 1 0,0-2 0,0 1 52,-18 66-17135,7-43 7315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5:38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80 1240,'0'0'3278,"-4"0"-2798,3 0-398,0 0 0,0 0 0,0 0 0,0 0 0,-1-1 0,1 1 0,0 0 0,0 0 0,0-1 0,0 1 0,0-1-1,0 1 1,0-1 0,0 1 0,0-1 0,0 0 0,0 1 0,0-1 0,1 0 0,-1 0 0,0 0 0,0 0 0,1 0 0,-1 0-1,1 0 1,-1 0 0,0 0 0,1 0 0,0 0 0,-1 0 0,1 0 0,0 0 0,0 0 0,-1-2 0,1 3 6,0-1 0,1 0 0,-1 1 0,0-1 0,0 0 0,0 0 0,-1 1 0,1-1 0,0 0 0,0 1 0,0-1 0,0 0 0,-1 1 0,1-1 0,0 1 0,-1-1 0,1 0 0,0 1 0,-1-1 0,1 1 0,-1-1 0,1 1 0,0-1 0,-1 1 0,0-1 0,0 0 0,0 1 31,0 0 1,0 0 0,0 0-1,0 0 1,0 0-1,0 0 1,0 0-1,0 0 1,0 1-1,0-1 1,0 0 0,0 1-1,0-1 1,0 0-1,-1 2 1,-3 1-20,0 0 0,1 0 0,0 0 1,0 1-1,-6 6 0,-3 5-96,1 1 0,1 0-1,1 0 1,0 1 0,1 1-1,1-1 1,0 2 0,1-1 0,1 1-1,1 0 1,1 0 0,1 0 0,0 1-1,1 26 1,2-40-4,-1-2 0,1 1 0,0 0-1,0 0 1,0-1 0,1 1 0,0 0 0,0-1 0,0 1 0,0-1 0,1 1 0,-1-1 0,1 1 0,0-1 0,5 7 0,-5-8-9,0-1 0,0 1 0,0-1 0,0 1 0,0-1 0,0 0 0,1 1 0,-1-1 0,1-1 0,0 1 0,5 3 0,-3-4 9,0 0 0,0 0 0,1 0 0,-1 0 0,1-1 0,8 0 0,32 0 252,11 1-156,1-2-1,68-12 0,-85 7-106,1 1 0,50 0 0,97 2 110,-102-3-103,-45 2-104,-16 2 109,28-2 103,69-15-1,46-4-245,-82 14 123,-50 6-47,65 4 0,-37 1 72,-11 0-43,-1 3 0,66 15 0,-36-5 111,-1 3-80,-67-12-33,0 0 0,25 15 1,9 4 52,-31-17-11,130 58 11,-146-65-38,-1 0-1,0 0 0,1 0 1,-1 0-1,0 0 1,0 0-1,0 0 0,0 0 1,0 1-1,0-1 1,0 0-1,0 1 1,-1-1-1,1 1 0,0-1 1,-1 1-1,1-1 1,-1 1-1,0-1 1,1 1-1,-1 0 0,0-1 1,0 1-1,0-1 1,0 1-1,0 0 0,0-1 1,-1 1-1,1-1 1,-1 1-1,1-1 1,-2 3-1,-1 5 49,-1 0 1,0 0-1,-10 16 1,14-25-27,-42 67 52,40-73 361,0 0 0,0 0 0,0 0 0,1 0 0,-1-9-1,0-12-414,1-1 0,4-45-1,-2 69-17,0 1 0,0-1 0,1 0 0,-1 1 0,1-1 0,0 1 0,0-1 0,0 1-1,0 0 1,1 0 0,-1 0 0,1 0 0,-1 0 0,1 0 0,0 1 0,6-4 0,6-4-172,1 0 0,21-9 0,-18 10 67,17-9 23,1 1 1,0 2-1,1 1 0,1 2 1,0 2-1,48-6 0,-41 13-18,48 4 0,-26 0 44,-52 1 79,0 0 1,-1 0-1,1 2 0,16 5 1,-6-2 0,37 14 22,110 50 0,-132-52-19,11 1 20,2-2 1,0-2-1,1-3 0,104 11 0,-101-20 313,77-3-1,-56-3-11,-69 2-250,-1-1 1,1 0-1,-1-1 0,1 0 0,-1-1 0,0 0 0,10-4 1,61-34 610,-31 14-557,-26 15-29,-2-1 0,0-2 0,0 0 0,-2-1 0,25-25 0,-39 36-57,-1-1 1,0 1 0,0-1 0,-1 0-1,0 0 1,0-1 0,0 1-1,-1-1 1,3-11 0,1-7 53,2-32 1,-8 54-110,3-40 108,-4-52 0,0 31 1085,3 46-707,-1 13 2238,-1 5-2772,0 0 1,0-1-1,0 1 1,0 0-1,0 0 1,0-1-1,0 1 1,0 0-1,0 0 1,-1-1-1,1 1 1,0 0-1,0 0 0,0 0 1,0-1-1,0 1 1,-1 0-1,1 0 1,0 0-1,0-1 1,0 1-1,0 0 1,-1 0-1,1 0 1,0 0-1,0 0 1,-1 0-1,1 0 1,0-1-1,0 1 1,-1 0-1,1 0 0,0 0 1,0 0-1,-1 0 1,1 0-1,-15 3-1921,-22 11-1795,26-9 2071,-34 8-3324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5:40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3713,'0'0'2424,"3"6"-3200,-10 13-272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9:10.5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40 3441,'0'0'8578,"0"-6"-7576,0-18-151,0 24-816,0-1 0,0 1 0,0 0 0,0-1 0,0 1-1,0 0 1,0 0 0,0-1 0,0 1 0,0 0 0,0-1 0,0 1-1,0 0 1,0-1 0,0 1 0,0 0 0,0 0 0,0-1 0,1 1-1,-1 0 1,0 0 0,0-1 0,0 1 0,0 0 0,1 0-1,-1-1 1,0 1 0,0 0 0,0 0 0,1 0 0,-1-1 0,0 1-1,0 0 1,1 0 0,-1 0 0,0 0 0,0 0 0,1 0 0,-1 0-1,0-1 1,1 1 0,-1 0 0,0 0 0,1 0 0,-1 0 0,0 0-1,0 0 1,1 0 0,-1 1 0,0-1 0,1 0 0,-1 0 0,0 0-1,0 0 1,1 0 0,-1 0 0,12 14-84,2 30 385,-2 1 0,-1 0 0,-3 1 0,-1 0 0,0 69 0,-6-84-361,1-4-187,-4 49-1,2-70-141,-1 0-1,0 0 1,0 0 0,-1 0 0,0 0 0,0 0 0,0-1-1,0 1 1,-1-1 0,0 0 0,0 0 0,-1 0-1,-6 8 1,-15 6-4733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9:11.0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 9378,'0'0'4593,"32"-5"-4281,0-1-215,15-2 100,-1 2 1,75-1 0,-105 7-150,135 6 333,-132-4-340,1 2-1,-1 0 1,0 1-1,0 0 0,30 15 1,-35-13-24,0 0 0,0 1 1,-1 1-1,0 0 0,-1 1 1,0 0-1,15 18 0,-20-20-8,-1 0 0,0 0 0,0 1 0,-1 0 0,0 0-1,-1 0 1,0 1 0,0 0 0,-1 0 0,0 0-1,-1 0 1,2 13 0,-2 59 254,-2-55-131,0-21-99,-1 1 0,1 0 0,-1 0 0,0-1 0,-1 1 0,1-1 0,-1 1 0,-1-1 0,1 0 0,-5 9 0,0-5 27,0-1 0,0 0 0,-1 0 1,0 0-1,-11 9 0,-6 3 28,-1-2 0,0-1 0,-1-1-1,-1-1 1,-35 15 0,17-13-11,-1-1 0,-80 17-1,118-32-160,-1 0 0,1-2 0,-15 1-1,22-1-12,1-21-2117,5-4-187,14-3-1642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9:11.7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292 633 6489,'0'0'7051,"-27"8"-6603,-87 31-9,106-35-379,0-1 0,1 1 1,0 1-1,0-1 0,0 1 0,0 1 1,1-1-1,0 1 0,0 0 0,1 0 0,-10 13 1,7-7 51,0-2-43,0 2 0,1-1 0,1 1 0,-7 16 0,10-23-60,1 0-1,1 0 1,-1 1 0,1-1-1,0 0 1,0 1 0,1-1 0,-1 1-1,1 0 1,0-1 0,1 1-1,-1-1 1,3 8 0,-2-12-3,-1 0 0,1 0 0,0 0 0,0 0 1,0 0-1,-1 0 0,1 0 0,0 0 0,0-1 1,0 1-1,0 0 0,0-1 0,1 1 0,-1-1 1,0 1-1,0-1 0,0 1 0,0-1 0,1 0 1,0 1-1,31 3 77,-27-4-55,4 1 7,0 0-1,1-1 1,-1 0-1,0-1 1,0 0-1,0 0 1,0-1 0,0 0-1,0-1 1,-1 0-1,18-9 1,-5-1 12,-1 0 0,0-2 0,-1 0 1,-1-2-1,0 0 0,-2-1 0,21-25 0,-29 23 271,-8 20-325,-1-1 0,0 1 1,1-1-1,-1 1 0,1 0 1,-1-1-1,0 1 0,1 0 1,-1 0-1,1-1 1,-1 1-1,1 0 0,-1 0 1,1 0-1,-1 0 0,1-1 1,-1 1-1,1 0 0,-1 0 1,1 0-1,-1 0 0,1 0 1,-1 0-1,1 0 0,-1 0 1,1 1-1,-1-1 1,2 0-1,-2 0 2,3 1-2,-1 0 0,1 0 0,0 0 0,0 1-1,-1-1 1,1 0 0,-1 1 0,1 0 0,-1 0-1,0 0 1,1 0 0,-1 0 0,2 3 0,19 15 65,-18-18-55,0 1 1,0-1-1,0 1 1,0-2-1,0 1 1,0 0-1,1-1 1,-1 0 0,0 0-1,1-1 1,-1 1-1,1-1 1,-1-1-1,1 1 1,-1-1-1,8-1 1,-6 0 5,0-1-1,1 0 1,-1-1 0,0 1 0,0-1-1,-1 0 1,1-1 0,-1 0 0,0 0-1,6-7 1,4-7 5,-1 1-1,-1-2 1,0 0-1,-2 0 0,-1-2 1,13-30-1,-11 18-12,-2-1 0,-2 0 0,-1-1 0,6-64 0,-7-146 19,-7 213-13,1 24 17,-1 6 11,0 0 0,1 0 1,-1 0-1,-1 0 0,1 0 0,0 0 0,-1 0 0,1 0 0,-1 0 0,0 0 0,0 0 0,0 0 0,0 0 1,-1 0-1,-1-3 0,3 6-35,0 0 0,0 0 0,-1 0 1,1 0-1,0-1 0,0 1 0,0 0 0,0 0 1,0 0-1,0 0 0,0 0 0,0 0 0,0 0 1,-1 0-1,1 0 0,0 0 0,0-1 0,0 1 1,0 0-1,0 0 0,0 0 0,-1 0 0,1 0 1,0 0-1,0 0 0,0 0 0,0 0 1,0 0-1,-1 0 0,1 0 0,0 0 0,0 0 1,0 0-1,0 0 0,0 0 0,0 0 0,-1 1 1,1-1-1,0 0 0,0 0 0,0 0 0,0 0 1,0 0-1,0 0 0,0 0 0,-1 0 0,1 0 1,0 0-1,0 1 0,0-1 0,0 0 0,0 0 1,0 0-1,0 0 0,0 0 0,0 1 0,-2 11-162,2-11 154,-9 493 215,11-462-176,11 55 1,-10-71-19,1-1 0,1 0 0,0 0 0,1 0 0,12 21 0,-17-35-7,0 1 0,0 0 0,0 0 0,1-1-1,-1 1 1,1-1 0,-1 1 0,1-1 0,-1 1 0,4 1-1,-4-3-28,0 0 0,-1 1 0,1-1-1,0 0 1,0 0 0,-1 1 0,1-1-1,0 0 1,0 0 0,-1 0 0,1 0-1,0 0 1,0 0 0,-1 0 0,1-1-1,0 1 1,0 0 0,-1 0 0,1 0-1,1-1 1,0-1-115,-1 1-1,1-1 1,0 1-1,-1-1 0,1 1 1,-1-1-1,1 0 1,-1 0-1,0 0 1,0 0-1,0 0 1,0 0-1,0 0 1,0 0-1,-1-1 0,1-3 1,6-41-4430,-6-6-2933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9:12.1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 8482,'0'0'3136,"231"-32"-3136,-181 38-960,-11 10-1776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9:12.4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220 0 4977,'0'0'7602,"-30"17"-6823,-95 56-151,119-70-578,1 1 1,0-1-1,0 1 1,1 0-1,-1 0 0,1 0 1,0 1-1,0-1 1,0 1-1,1 0 1,-5 8-1,6-8-8,1-1 0,0 1 0,0 0 0,0-1 0,0 1 0,1 0 0,0 0 0,0-1 0,1 6 0,-1 8 93,1-17-124,-1 0 1,0 0 0,1 0-1,-1 0 1,1 0-1,-1-1 1,1 1 0,-1 0-1,1 0 1,0 0-1,-1 0 1,1-1-1,0 1 1,0 0 0,-1-1-1,1 1 1,0 0-1,0-1 1,0 1-1,0-1 1,0 0 0,0 1-1,0-1 1,0 0-1,0 1 1,0-1-1,0 0 1,0 0 0,0 0-1,0 0 1,0 0-1,0 0 1,1 0-1,43-3 512,-38 1-461,1 0-1,-1 0 1,0-1 0,0 0-1,0 0 1,-1-1 0,1 0-1,-1 0 1,0 0 0,0-1-1,0 0 1,-1 0 0,7-8-1,-3 3 187,-1-1-1,1 0 1,-2 0-1,0-1 0,0 0 1,7-21-1,-13 33-238,0-1-1,0 1 1,0-1 0,0 1-1,0-1 1,0 1-1,0-1 1,0 1 0,0 0-1,0 0 1,0-1-1,0 1 1,0 0-1,0 0 1,0 0 0,0 0-1,0 0 1,1 1-1,23 1-185,-15 1 189,0 1 0,19 8 0,14 6 58,33 0-114,-27-13-4757,-39-5-2430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9:12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1 222 7842,'0'0'6166,"29"0"-5364,209 0 674,299-35 43,-211 0-1114,515-71 94,-801 100-490,-22 4-2,-1 0-1,0-1 1,1-1 0,-2-1-1,1-1 1,17-7-1,-35 11-1391,-6 1 636,-12 0-980,-29 1-3847,-11 0-2589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9:13.3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0 106 8482,'0'0'3275,"31"-2"-2205,-6 0-824,204-17 1372,1044-45 1743,-1199 63-3125,173-5 780,-239 6-818,9-1-232,-17 1 138,1-1-1,-1 1 1,0 0-1,1 0 1,-1 0 0,0-1-1,1 1 1,-1 0-1,0 0 1,1-1 0,-1 1-1,0 0 1,1-1-1,-1 1 1,0 0-1,0-1 1,1 1 0,-1-1-1,0 1 1,0 0-1,0-1 1,0 1-1,0-1 1,1 1 0,-1 0-1,0-1 1,0 1-1,0-1 1,0 0-1,-15 2-1499,-21 2-2909,-62 16 0,11 0-6360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9:14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7786,'0'0'7708,"1"-1"-7603,-1 1 1,1 0-1,-1 0 0,1-1 0,0 1 1,-1 0-1,1 0 0,0 0 1,-1-1-1,1 1 0,0 0 0,-1 0 1,1 0-1,0 0 0,-1 0 1,1 1-1,0-1 0,-1 0 1,1 0-1,1 1 0,3 3 38,0 1 0,0 0 0,-1 0 0,1 1 0,-1-1 0,0 1 0,-1 0 0,1 0 0,-1 0 1,3 9-1,4 12 223,6 30 1,-13-46-257,6 31 245,7 72 0,3 19-160,-12-120-785,-2-9-1737,7-24-10422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9:15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1 1616,'0'0'15620,"14"112"-14940,-14-67-280,0 0-112,0 3-88,0-6-48,0-4-56,-7-6-96,-7-6-536,-26-1-832,8-2-1049,-3-17-2744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9:15.8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3 7882,'0'0'7528,"3"0"-7406,-1-1 1,1 1-1,-1-1 1,1 1-1,-1 0 0,1 0 1,-1 0-1,5 1 1,-4 1-117,1 0 1,0 0 0,-1 1 0,1 0 0,-1-1 0,0 1 0,0 0 0,0 1 0,0-1-1,-1 0 1,1 1 0,-1 0 0,3 5 0,1 3 20,-1-1-1,0 1 1,5 18-1,-5-5-6,-2-1-1,-1 1 1,-1 0-1,-4 48 1,2-59-8,-2 1 1,1-1-1,-2 0 1,0 0-1,0 0 1,-2-1-1,1 1 0,-2-1 1,-14 23-1,4-12 21,-1-1-1,0-1 1,-43 39-1,56-55 90,7-5 85,12-7-60,26-19-46,58-35 341,-81 51-364,0 0 1,1 1-1,35-9 1,-12 12-1407,-15 7-3047,-14 0-1223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9:16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207 0 11562,'0'0'5106,"-28"189"-4594,7-134-256,-8-7-160,4-3-96,-3-16-672,-5-10-865,8-9-2344,8-10-2976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9:16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378 112 5601,'0'0'9244,"4"-11"-8679,11-38-114,-7 24 340,-7 23-579,0 0 0,0-1 0,-1 1 0,1-1 1,-1 1-1,1-1 0,-1 1 0,0-6 1127,-2 26-1433,-8 14 148,-26 58 1,6-20 190,13-22-171,1 0 0,2 1 1,3 1-1,2 0 0,2 0 0,-1 76 0,7-92-65,0-20-9,0 0 1,2-1-1,2 24 1,-2-36 3,-1 1 0,1-1 0,0 0 0,-1 1 0,1-1 0,0 0 0,0 0 0,0 1 0,0-1 0,0 0 0,1 0 0,-1 0 0,0 0 0,0 0 0,1-1 0,-1 1 0,0 0 0,1 0 0,-1-1 0,1 1-1,-1-1 1,1 0 0,-1 1 0,1-1 0,-1 0 0,1 0 0,-1 0 0,1 0 0,-1 0 0,1 0 0,2-1 0,2 1 25,0-1-1,-1 0 0,1 0 0,-1 0 0,0-1 1,1 0-1,8-4 0,-3-2 6,0 0 0,0-1 0,-1 0 0,0 0 0,-1-1 0,16-22 0,-8 8 1,-2-2 0,15-30 0,-25 47 19,-1-1 1,1 0-1,-2 0 0,0 0 1,0 0-1,-1 0 0,2-21 1,-4 30 151,0 2-72,-1 26-101,-1 1 0,-1-1 0,-10 37 0,-29 79 708,20-72-483,7-20-135,-41 127 139,39-135-278,-1 0-1,-29 48 1,8-30-1029,-2-2-1,-73 82 1,20-50-5264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9:19.3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143 189 7346,'0'0'4318,"-7"-9"-3563,-3-3-501,5 6-17,0 1 1,0-2 0,1 1 0,-6-11 0,-15-20 2800,18 28-2610,0-1 0,1 1 0,1-1 0,-6-13 0,9 17-213,2 5-125,0-1 1,-1 0-1,1 1 0,-1-1 1,0 0-1,1 1 1,-1-1-1,0 1 0,0-1 1,0 1-1,0-1 1,0 1-1,-2-2 0,2 7-34,-12 142 794,5 167-1,14-112-482,52 224 288,-13-119-299,3 334 732,9 69 358,-32-471-1068,-14-113-216,-8-110-548,-17-31-2901,-20-19-29,-10-14-2219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9:20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11 473 784,'0'0'13703,"-3"-5"-13276,-5-10-239,8 15-179,0-1 0,0 1 1,0 0-1,0-1 0,0 1 0,1 0 1,-1 0-1,0-1 0,0 1 1,0 0-1,0-1 0,0 1 0,0 0 1,0 0-1,1-1 0,-1 1 0,0 0 1,0 0-1,0-1 0,0 1 1,1 0-1,-1 0 0,0 0 0,0-1 1,1 1-1,-1 0 0,0 0 0,0 0 1,1 0-1,4-1 107,-1 0 0,1 0 0,-1 1-1,1 0 1,8 0 0,6 1 148,15-1 156,555-17 2356,1056-70-1368,-143 28-801,-28 1-383,-1128 50-189,326-16 1,510-35 22,-1141 58-30,-10 1 133,-1-1 0,0-1 0,0-2 0,0-1 0,32-10 0,-20 3 206,11-3 147,-53 15-482,1-1 0,0 1 0,-1-1-1,1 1 1,-1 0 0,1-1 0,0 1-1,-1-1 1,1 1 0,-1-1-1,1 0 1,-1 1 0,0-1 0,1 1-1,-1-1 1,1-1 0,-5-5 206,-15 0-697,-163-22-6024,65 6-1521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9:21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 7242,'0'0'6265,"0"0"-6187,0-1 0,0 1 0,0 0 0,0 0-1,0-1 1,0 1 0,0 0 0,0 0 0,0-1 0,0 1 0,0 0 0,0 0 0,1 0 0,-1-1 0,0 1 0,0 0 0,0 0-1,0 0 1,0-1 0,1 1 0,-1 0 0,0 0 0,0 0 0,0 0 0,1 0 0,-1-1 0,0 1 0,0 0 0,1 0 0,-1 0-1,0 0 1,0 0 0,0 0 0,1 0 0,58-4 411,-19 2-158,219-5 416,-257 6-751,0 1 0,1 0 0,-1 0 0,0 0 0,0 0 0,1 1 0,-1-1 0,0 1 0,0-1-1,1 1 1,-1 0 0,0 0 0,0 0 0,0 0 0,0 0 0,0 0 0,0 1 0,-1-1 0,1 1 0,0-1 0,-1 1 0,1 0 0,-1-1-1,1 1 1,-1 0 0,0 0 0,0 0 0,0 0 0,0 0 0,0 0 0,0 1 0,-1-1 0,1 0 0,-1 0 0,1 0 0,-1 1 0,0 4-1,2 12 35,0 1-1,-1 0 0,-2 0 1,0 0-1,-1-1 0,-1 1 1,0 0-1,-2-1 0,0 0 1,-14 32-1,-6 1 75,-3-2 0,-1 0 0,-66 83 0,95-133-97,0 0 0,-1 0-1,1 0 1,0 0 0,0 0-1,0 0 1,0 0 0,0 0-1,0 0 1,0 0 0,0 1-1,0-1 1,0 0 0,0 0-1,0 0 1,0 0 0,0 0 0,0 0-1,0 0 1,0 0 0,0 1-1,0-1 1,0 0 0,0 0-1,0 0 1,0 0 0,0 0-1,0 0 1,0 0 0,0 0-1,0 1 1,0-1 0,0 0-1,0 0 1,0 0 0,0 0-1,0 0 1,0 0 0,1 0 0,-1 0-1,0 0 1,0 0 0,0 1-1,0-1 1,0 0 0,0 0-1,0 0 1,0 0 0,0 0-1,1 0 1,-1 0 0,0 0-1,0 0 1,0 0 0,0 0-1,0 0 1,0 0 0,0 0-1,0 0 1,1 0 0,-1 0 0,0 0-1,0 0 1,12 0-60,-6 0 98,13-1 44,0-1 0,0 0 0,32-9-1,59-24 213,-61 19-220,109-25 36,-113 30-232,-31 8-682,-1-1-1,-1-1 1,1 0-1,0-1 1,15-10-1,1-3-3823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9:21.4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407 128 10042,'0'0'3933,"-13"29"-3460,-37 93-149,48-116-306,0 0-1,-1 0 1,2 0-1,-1 1 1,1-1-1,0 0 0,0 1 1,1-1-1,0 10 1,1-2 18,-1-12-27,0 0 1,0 0-1,0 0 0,1 0 0,-1 0 0,1 0 0,-1 0 1,1 0-1,0 0 0,0 0 0,-1-1 0,1 1 0,1 0 1,-1-1-1,0 1 0,0 0 0,1-1 0,2 3 0,-1-1 14,1-1-1,-1 0 1,1 0 0,0 0-1,0 0 1,0-1-1,0 1 1,7 0-1,8 1 107,-1 0-1,1-2 0,23-1 0,-27 0-4,0-1-20,-1 0-1,1-1 1,-1 0 0,0-1 0,0 0 0,0-2 0,0 0 0,0 0 0,-1-1-1,0-1 1,0 0 0,-1 0 0,0-2 0,0 1 0,12-13 0,-16 14-37,-1-1-1,1-1 1,-1 1 0,-1-1 0,1 0 0,-2-1 0,1 1 0,-1-1-1,-1 0 1,0-1 0,0 1 0,-1-1 0,0 1 0,-1-1 0,0 0-1,-1 0 1,0 0 0,-1 0 0,0 0 0,-2-16 0,1 22-43,-1 0 0,1 1 0,-1-1 0,0 1 1,0 0-1,0-1 0,-1 1 0,1 0 0,-1 0 0,0 1 0,0-1 1,-1 0-1,1 1 0,-1 0 0,1 0 0,-1 0 0,0 0 1,0 1-1,0-1 0,-1 1 0,1 0 0,-1 0 0,-5-1 1,-7-2-19,-2 0 0,1 1 1,0 1-1,-33-2 1,40 4-12,-123-2 13,111 4-70,0 1-1,0 1 0,0 1 1,-25 9-1,-129 63-1910,126-52 603,-44 19-3066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9:22.9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73 6745,'0'0'5343,"-1"-1"-5274,1 1 0,0-1 1,-1 1-1,1-1 0,0 0 1,0 1-1,0-1 0,-1 0 0,1 1 1,0-1-1,0 0 0,0 1 1,0-1-1,0 0 0,0 1 0,0-1 1,1 1-1,-1-2 0,6 0 100,0-1 1,0 1-1,0 0 0,1 1 0,-1 0 0,1 0 1,8-1-1,13-1 192,77-14 371,201-7-1,-275 24-706,-14-1-8,0 0-1,0 2 1,0 0 0,27 6-1,-40-7-21,-1 1 0,1 0 0,-1 1 0,1-1 0,-1 1 0,0-1-1,1 1 1,-1 0 0,0 0 0,0 1 0,0-1 0,-1 0 0,1 1-1,0 0 1,-1 0 0,0 0 0,0 0 0,0 0 0,0 0 0,0 0-1,0 0 1,-1 1 0,0-1 0,0 1 0,0-1 0,1 8 0,-1-5-9,-1 0 1,1 1-1,-1-1 1,-1 0-1,1 1 1,-1-1-1,-1 0 1,1 1-1,-1-1 1,0 0-1,0 0 1,0 0-1,-1 0 1,0-1-1,-1 1 1,1-1-1,-1 0 1,0 0-1,0 0 1,0 0-1,-1-1 1,-7 6-1,-8 5-16,0-1 0,-1-1 0,-1-1 0,-33 14 0,40-20-4,10-3-79,10-3-9,13-1 55,193 2 19,-198-1 47,0 1-1,0 1 0,0 0 1,0 1-1,0 1 1,-1 0-1,1 0 0,12 7 1,-20-8 1,0-1 0,0 1 1,-1 0-1,1 0 1,0 1-1,-1 0 0,0-1 1,0 1-1,0 1 0,-1-1 1,1 0-1,-1 1 0,0 0 1,0 0-1,-1 0 1,1 0-1,-1 0 0,0 0 1,-1 1-1,1-1 0,0 7 1,-1-7 38,0 0-1,-1 1 1,1-1 0,-1 1 0,-1-1 0,1 0-1,-1 1 1,1-1 0,-1 0 0,-1 1 0,1-1 0,-1 0-1,0 0 1,0 0 0,-1 0 0,1 0 0,-1-1 0,0 1-1,-1-1 1,1 0 0,-1 0 0,1 0 0,-1 0 0,0-1-1,-8 6 1,-7 3 82,0-1-1,0-1 0,-1 0 0,0-2 1,0 0-1,-1-1 0,-38 6 1,22-7-163,0-2 1,-1-1 0,-64-4 0,100 1-106,1 0 1,-1-1 0,0 1-1,0 0 1,0 0 0,1-1-1,-1 1 1,0-1 0,0 1-1,1-1 1,-1 0 0,1 0 0,-1 0-1,0 0 1,1 0 0,0 0-1,-1 0 1,1 0 0,0-1-1,-1 1 1,1 0 0,0-1-1,0 1 1,-2-4 0,-1-9-3774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9:23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1 9218,'0'0'6313,"0"83"-5376,0-47-265,0-4-128,0 0-296,-7-3-160,-8-1-88,1-12-328,-7 4-824,3-4-1505,4-10-2440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9:24.1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1 864,'0'0'11833,"-16"3"-11063,-50 13-2,64-16-725,-1 1 0,1 0 0,0 0 0,0 0 1,0 0-1,1 0 0,-1 0 0,0 1 0,0-1 0,1 0 0,-1 1 0,0 0 0,1-1 0,0 1 1,-1 0-1,1 0 0,0 0 0,0 0 0,0 0 0,0 0 0,0 0 0,1 0 0,-1 0 1,0 0-1,1 0 0,0 4 0,-1-3-22,1 0-1,0 1 1,0-1 0,1 1 0,-1-1 0,1 0-1,0 1 1,0-1 0,0 0 0,0 1 0,0-1-1,1 0 1,2 5 0,0-3-3,1-1-1,-1 0 1,1 0 0,0 0-1,0 0 1,0-1-1,1 1 1,10 4 0,54 19 184,-44-19-164,110 29 155,-133-37-181,-1 1 0,0 0 0,0 0 0,0 0 0,0 0 0,0 0 0,0 0 0,0 0 0,0 1 0,-1-1 0,1 1 0,0-1 0,-1 1 0,1 0 0,-1 0 0,0 0 0,1 0 0,-1 0 0,0 0 0,1 4 0,0 0 127,-1 0-1,0 1 0,0 0 1,-1-1-1,0 12 0,-1-2 210,1-13-313,0 0 0,-1 0 0,1 1 0,-1-1 0,0 0 1,0 0-1,0 0 0,-1 0 0,1 0 0,-1 0 0,1 0 0,-1-1 0,0 1 1,0 0-1,0-1 0,-1 0 0,1 1 0,0-1 0,-4 2 0,-6 5 22,0-1 0,-1-1 0,-14 7 0,2-1 14,9-4-21,-1 0 0,-1-1 0,1-1 0,-1-1 0,0 0 0,-1-2 0,1 0 0,-33 3 1537,51-9-1965,1-1 41,-1 1-1,0-1 0,0 1 0,0 0 0,0-1 0,0 1 0,-1-4 0,0-5-1023,-2-24-3991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9:24.5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1 142 6905,'0'0'6431,"4"1"-6108,7 4 180,0-1 0,1-1 0,0 0 0,0 0 0,23 1 0,67-4 1324,-52-1-1271,-19-1-336,-1-1-1,1-2 1,-1 0 0,0-3-1,-1 0 1,40-18 0,-56 21-442,0-1 1,-1 0 0,0-1-1,19-14 1,15-18-6298,-23 17-2804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9:25.4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59 7786,'0'0'8481,"3"0"-8123,19-1-112,1-2 1,44-9-1,-2-1-44,62-2 65,169 1 0,-283 14-268,0 0-1,0 1 1,23 5 0,-33-6-4,0 1 0,0 0-1,0 0 1,0 0 0,-1 0 0,1 1-1,0-1 1,0 1 0,-1 0 0,1 0-1,-1 0 1,0 0 0,1 0 0,-1 0 0,0 1-1,0-1 1,0 1 0,-1-1 0,1 1-1,1 4 1,-1-2-1,-1 0 0,1 0 0,-1 0 0,-1 0 0,1 1 0,-1-1 0,0 0 0,0 0 0,0 0 0,-1 0 0,0 1 0,0-1 0,0 0 1,-1 0-1,0 0 0,1-1 0,-2 1 0,1 0 0,-1-1 0,1 1 0,-1-1 0,0 0 0,-1 0 0,-5 6 0,-8 7 6,-1-2-1,0 0 1,-40 25 0,51-36-7,-30 19-5,-2-1 0,-1-3 1,-49 18-1,85-36 4,39-1-60,0 1 0,0 1 0,38 9 0,-63-9 70,0 1 1,0 0-1,0 0 0,-1 1 1,1 0-1,-1 0 0,0 1 1,0 1-1,-1 0 0,0 0 1,0 0-1,0 1 0,0 0 1,-1 0-1,8 12 0,-12-15 5,-1 1-1,1 0 0,-1 0 1,0 0-1,0 0 0,-1 0 1,1 0-1,-1 0 0,0 1 0,-1-1 1,1 8-1,-1-10 18,0 1 0,0-1 0,-1 0 0,1 1 1,-1-1-1,1 0 0,-1 0 0,0 1 0,0-1 0,-1 0 0,1 0 0,-1 0 0,0 0 0,1 0 0,-1-1 1,0 1-1,-1 0 0,-3 3 0,-10 4 65,0-1 0,-1 0 0,0-1 1,0-1-1,-1-1 0,0 0 0,-21 3 0,2-1 12,-2-1-1,-62 2 0,-75-10 46,172 2-156,0-2 1,0 1-1,1 0 0,-1-1 0,0 1 1,0-1-1,1 0 0,-1-1 0,1 1 1,-1-1-1,1 1 0,-4-3 0,5 2-66,0 0-1,0 0 0,0 0 1,1 0-1,-1-1 0,1 1 0,-1 0 1,1-1-1,0 1 0,0-1 1,0 1-1,0-1 0,0 0 0,1 1 1,-1-1-1,1 0 0,0 1 0,0-6 1,0 2-359,0 0 0,1 0 0,0 0 0,0 0 1,0 0-1,1 0 0,0 1 0,0-1 0,1 1 0,-1-1 1,1 1-1,0 0 0,1-1 0,-1 2 0,1-1 0,6-6 1,35-33-8278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9:25.9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 2 8794,'0'0'8632,"6"-1"-7567,-53 55-154,33-39-713,1 0 0,-18 27 0,27-36-180,1 0 0,-1 1 0,1 0 0,1 0 0,0 0 0,-1 0 0,2 0 1,-1 0-1,1 0 0,0 15 0,1-17-12,0 1 0,0-1 1,1 0-1,0 0 0,0 1 0,0-1 0,0 0 0,1 0 1,0 0-1,0 0 0,1 0 0,-1-1 0,1 1 0,5 6 1,-1-4 2,0 0 1,1 0 0,0-1-1,0 0 1,0 0-1,18 8 1,24 10 45,2-2 0,54 14 0,-33-11-27,-72-25-28,9 3-13,0 1 0,-1 0-1,14 8 1,-21-11 10,0 1 0,0-1-1,0 1 1,0 0 0,0-1-1,0 1 1,0 0 0,-1 0 0,1 0-1,0 0 1,-1 1 0,0-1 0,0 0-1,0 1 1,0-1 0,0 0-1,0 1 1,0-1 0,0 5 0,0 0 22,-1 0 0,0 0 0,0 0 0,-1 0 0,1-1 0,-4 14 0,2-16-4,1 0 0,-1 0 0,0 0 0,0 0 0,0-1 0,-1 1 0,1-1 0,-1 1 0,0-1 0,0 0 0,0 0 0,-6 4 0,-6 3 21,-1 0 1,-1 0 0,1-2-1,-2 0 1,1-1-1,-1 0 1,-30 6 0,14-6 21,-1-2 0,0-1 0,-43 0 0,50-3-37,13-1-15,0 1-1,0-2 1,-16-2 0,28 3-43,-1-1 1,1 0 0,-1 0-1,1 0 1,0 0 0,-1 0-1,1-1 1,0 1 0,0-1-1,0 0 1,0 0 0,0 0-1,1-1 1,-1 1-1,0-1 1,1 1 0,-4-7-1,2 3-181,1-1-1,0 1 0,1-1 0,0 0 1,0 0-1,0 0 0,-1-11 0,1-49-2286,2 62 2314,2-47-3799,10 6-2101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9:26.3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1 153 9618,'0'0'6886,"46"-7"-5952,-43 6-912,338-41 1317,19 5 388,111-11 657,-418 40-2017,-38 5-72,-1 1 0,22-1 0,-60 2 948,7 0-1796,-34 3 0,-41 13-3610,-12 2-4459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3:37.9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1 936,'0'0'0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3:39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667 59 472,'0'0'1311,"0"5"-677,-3 14-154,3-18-210,-1-1 0,1 1 0,-1 0 0,1 0 1,-1 0-1,1-1 0,-1 1 0,0 0 0,1-1 0,-1 1 1,0-1-1,0 1 0,1-1 0,-3 2 1716,22-5 4675,26-8-5424,17-4-1690,19 1 491,-28 6 7,-1-3 0,58-19 0,-109 29-189,-8 1 7,0 0 12,-28 2-193,0 2 1,0 2 0,-62 18-1,32-8 71,-326 63-661,275-63 986,-170 1 0,285-17-319,4 0 6,161 1 151,187-3 253,-237-7 185,-159 12-205,-1 2 0,-59 15 0,39-7-35,26-6 166,38-7-370,3 1 72,0-1 1,1 0-1,-1 1 1,0-1-1,1 0 1,-1 0-1,1 0 1,-1 0 0,0 0-1,1 0 1,1-1-1,7 0-12,412 1 272,-420 0-80,-30-6-84,12 3 1,-3 0-43,-31-1 0,49 4-215,-18 0-7526,-4 0 8748,0-2 0,-1 0-1,1-2 1,-35-10 0,105 8-804,250 2 1852,-314 4-1903,-90 0 389,-156-19 0,358 12-952,363 1 382,-368 6-51,-89 0-50,-5 0 9,2 0 254,-22 3-1086,23-3 856,1 0 0,0 0 0,-1 0 0,1 0 0,0 0 0,0 0 0,0 1 0,-1-1 0,1 0-1,0 0 1,0 0 0,-1 1 0,1-1 0,0 0 0,0 0 0,0 0 0,0 1 0,0-1 0,-1 0 0,1 0 0,0 1 0,0-1 0,0 0 0,0 1 0,0-1 0,0 0 0,0 0 0,0 1 0,8 12-2106,19 3-1801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3:40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7 232,'0'0'9122,"7"-7"-8922,-3 7 96,3 0-296,0 0-48,4 39-216,-1 6-1176,-10-3-1681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3:41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68 1504,'0'0'10753,"0"-4"-9829,0 0-1739,-2-23 5176,-3 12-6782,-2-3-3179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3:41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66 2801,'0'0'10506,"0"-11"-9847,0-31-198,2 32-158,2 8-290,2 8-137,2 8 124,-1 0 0,0 0 0,-1 1 0,8 31 1,-8-25 45,11 30-109,-4 0 0,-1 2-1,-3-1 1,-2 2 0,0 58 0,-7-7-3995,0-74 142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3:42.2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311 1 7578,'0'0'3671,"-6"27"-3498,-12 92-45,17-115-121,1 1 0,0-1-1,0 1 1,0 0 0,1-1-1,-1 1 1,1-1 0,0 1-1,0-1 1,1 1 0,-1-1-1,1 0 1,0 0 0,0 0-1,0 0 1,1 0 0,0 0-1,-1 0 1,1-1 0,0 1-1,5 3 1,2 3 29,141 138 612,-149-146-628,1 1 0,-1 0 0,0 0 0,0 0 0,0 0 0,-1 0 0,1 0 0,-1 1 0,1-1 0,-1 1 0,0-1 0,-1 1 0,1-1 0,0 1 0,-1-1 0,0 1 0,0 5 0,0-8 11,0 1-1,-1 0 1,1-1-1,0 1 1,-1 0-1,1-1 0,-1 1 1,0-1-1,1 1 1,-1-1-1,0 1 1,0-1-1,0 1 0,0-1 1,0 0-1,0 1 1,0-1-1,-1 0 1,1 0-1,0 0 0,-1 0 1,-2 1-1,-3 2 72,0-1-1,0 0 0,-13 4 0,13-5-57,-20 5 26,1-2 0,-1 0 0,0-2 0,0-1 0,-29-1 0,44-1-287,0-1 0,0 0 0,0 0 0,1-1 0,-1 0 0,1-1 0,-1-1 0,1 1 0,0-2 0,0 0 0,1 0 1,-1-1-1,1 0 0,0-1 0,1 0 0,0 0 0,-9-10 0,-24-33-3395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3:42.5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 7282,'0'0'2880,"225"-51"-2880,-193 51-1064,-22 0-4121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3:43.0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781 1928 9250,'0'0'2614,"38"0"-1883,18 0-433,194-1 623,-181-3-729,123-23 1,66-34 20,-198 45-165,0-3 0,-2-3 0,0-2-1,-2-3 1,103-65 0,-127 70-28,-1-2 0,-2-1 1,0-1-1,-2-2 1,-1 0-1,-1-2 1,-1-1-1,-2-1 0,-2 0 1,30-63-1,-31 49-29,-2-1 1,-3-1-1,-1 0 0,-3-1 0,-1 0 0,-3 0 1,-2-1-1,-3 0 0,-5-68 0,1 96-4,-1 0-1,0 0 1,-2 1-1,-1 0 0,0 0 1,-2 0-1,0 1 1,-2 0-1,0 1 1,-14-20-1,-9-4 34,-1 1-1,-78-72 0,76 80 10,-1 3-1,-1 1 0,-2 1 1,-49-25-1,62 40-54,0 2 0,-1 0 0,0 2 1,-1 1-1,0 2 0,-1 1 0,-61-5 0,21 9 26,1 4 0,-1 3 0,-73 13-1,32 5 54,-125 42 0,181-46-5,0 3-1,2 2 0,0 2 0,-70 48 0,82-46 19,2 3 0,1 1 0,1 2 0,2 2-1,-49 62 1,38-31 74,3 2-1,3 1 0,3 3 0,4 1 1,3 1-1,-38 137 0,54-152-30,-9 79 0,17 6-19,7-145-90,0 19 16,1 0 0,4 30 0,-3-41-13,0-1 1,0 1 0,1-1 0,0 1-1,1-1 1,0 0 0,0 0 0,6 8 0,13 13 27,1 0-1,1-1 1,1-1 0,1-1 0,1-2 0,2-1 0,0-1 0,1-2 0,1-1 0,1-1 0,0-2 0,1-1 0,1-2 0,0-1-1,49 8 1,9-5 197,1-5 0,185-6-1,-274-3-195,0 0-1,-1 0 0,1 0 1,0-1-1,0 0 0,0 0 1,-1 0-1,1-1 0,-1 0 1,1 0-1,-1 0 0,0 0 1,1 0-1,-1-1 0,0 0 1,-1 0-1,7-6 0,-9 0-2310,-1-2-1128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9:40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5583 181 1464,'0'0'9026,"-27"0"-6341,11-2-2482,0 0 0,1-1 0,-1 0 0,1-1 0,-1-1 0,-26-13 0,17 8-44,-33-10 0,-25 2-18,-97-9 1,-85 7 95,-74 5 54,-103-8 139,-209 12 21,447 12-367,164 1-89,-1 1 0,0 2 0,-65 17 0,-115 46-35,167-50 36,-210 74 246,-420 209 0,429-154-155,196-108-43,1 3 0,-58 58 0,9 6 133,5 5 1,-159 226-1,182-213 5,-84 175 0,-37 145 241,185-410-410,-78 197 154,-74 274 0,154-452-157,2 1-1,-6 90 1,11 110 22,6-236-29,2 31 12,2 0 0,15 74 0,35 94 32,-31-143-38,3-1 0,4-1-1,2-2 1,4-1 0,74 108 0,-59-110 36,2-2-1,4-3 1,2-2-1,120 93 1,-76-81 61,191 99 1,-149-92-93,-74-41 38,2-4 1,1-2 0,2-4 0,149 35 0,-114-42 16,2-5 1,217 2 0,-181-17-29,172-2 53,-260-2-74,0-3 0,0-3 0,-1-2 0,65-22 0,-36 4 16,-1-4-1,83-45 0,-85 32 27,96-70-1,69-70 94,-114 82-7,63-54-62,78-56 27,-238 187-111,151-109 49,-144 98-23,81-83 0,-56 41 0,72-105 1,-115 143-21,-3-1 0,-2-1 1,-1-1-1,29-87 1,-33 66 0,-3 0 1,-4-1 0,-2-1 0,2-135 0,-12 158 28,-11-402 332,0 131-307,1 10-49,4-109-22,8 240-4,-1 142 18,2-1-1,1 1 1,2 0-1,10-32 0,47-128-41,-35 116 27,90-306 313,-115 365-50,-1-1 1,-1 0 0,0 0 0,-2 1-1,-2-20 1,-1 15-233,-1 1 1,-1 0-1,-13-33 0,-7-24 162,18 41-96,7 26-80,-2 1 0,1 0 0,-1 0 0,-1 0 0,-7-15 0,3 8-96,6 14 73,0 0 0,1-1 0,-2 1 1,1 0-1,-1 1 0,1-1 1,-4-4-1,3 7-184,-3 14-1297,-31 125-4330,16-67 773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9:46.1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7291 776 16,'0'0'8727,"-4"0"-7803,2 0-677,1 0 0,-1 0 0,1 0-1,-1-1 1,1 1 0,-1-1-1,1 1 1,-1-1 0,1 1 0,-1-1-1,1 0 1,-1 1 0,1-1-1,0 0 1,0 0 0,-1 0 0,-1-2-1,2 2 181,-20-9 2010,12 8-2390,0 0 0,0 0 0,0 0 1,0 1-1,0 0 0,0 1 0,0 0 1,-10 2-1,-35-3 513,-284-65 1182,261 49-1493,24 4-98,-100-17 77,54 12-91,8 1-46,-38 1-62,-308-48 486,234 33-430,39 8-26,-156-24 46,-117-22-80,103-9 6,-97-18-16,425 95-16,-623-96 53,163 63-66,209 19 49,-541 3-192,406 44 170,348-25-51,0 1 0,1 3 0,1 2 0,-73 32 0,44-11 5,-119 79 0,149-85 30,2 2-1,2 1 1,1 2-1,1 2 1,2 1-1,1 2 1,2 1-1,2 1 1,2 1-1,-23 48 1,16-22 13,-117 252 222,118-243-177,5 2 1,-24 103-1,31-63-37,5 2 0,1 229 0,14-340-15,-1 27 23,2 0 0,1 0-1,13 62 1,88 216-55,29-13 98,-108-249-35,3-3 1,52 77-1,-60-102-3,0-1 1,1 0-1,2-1 0,0-2 0,1 0 0,41 26 0,194 94 153,10-20-99,-132-67-22,78 38 44,-109-42-88,125 40 0,396 103 97,-572-178-80,-1-2-1,2-2 1,88 3-1,-2-11 8,102-1 73,-207-5-85,57-13 0,-62 10-51,-1 2-1,59-4 1,701 9 37,-728 2-31,-1 3 0,0 3-1,105 26 1,-10 4 42,212 24 0,54-37-17,-353-25-14,104-2 38,-136 0-22,1-2 0,58-15 1,14-12 24,-1-5 1,181-88 0,-205 82-29,158-83 59,-198 97-55,0-1 0,-2-2 0,45-42 1,47-48 1,35-33-7,-158 142 16,0-1 0,-2-1 0,0 1-1,14-26 1,25-64 20,-10 21-31,16-22 22,-9 21 64,41-104 0,-52 90 31,-4-1 0,-5-2 1,24-178-1,-7-354-206,-43 629 75,-1 0-1,1-1 0,-1 1 0,0 0 0,0 0 1,0 0-1,-1 0 0,1 0 0,-1 0 0,1 0 1,-1 1-1,0-1 0,-3-2 0,-33-34 58,24 26-53,-24-20-16,-1 1 1,-80-46 0,66 44 6,-203-126 85,244 151-28,0 0-1,0 0 0,1-1 1,0-1-1,-17-22 0,-4-27 563,24 43-529,5 10-24,-1 0 1,1 0-1,-1 0 0,-1 1 1,-4-7-1,6 13-72,3 0 35,-1-1-380,-5 2-827,-6 10-384,-99 116-5362,45-60 1533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9:52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761 3490 2272,'0'0'563,"-8"-6"-1615,3 3 1053,0-1 56,0 1 0,0-1-1,0 0 1,1 0-1,-1 0 1,1-1 0,0 0-1,0 1 1,1-1 0,-4-7-1,5 6 146,-1 0-1,0 0 1,0 0 0,-1 0-1,0 1 1,0-1 0,-6-6-1,7 9-121,0 1-1,0 0 0,1 0 1,-1 0-1,-1 0 0,1 1 1,0-1-1,0 1 0,-1 0 1,1 0-1,-1 0 0,1 0 1,-1 0-1,1 1 0,-1 0 1,-4 0-1,7-1 396,0 1 0,0 0 0,0 0 0,-1 0 0,1 0 0,0 0 0,0 0 0,0 1 0,-1-1 0,1 0 0,0 1 0,0-1 0,0 1 0,0-1-1,0 1 1,-2 0 0,3 0-293,0-1 0,0 0 0,0 1-1,0-1 1,0 1 0,0-1 0,0 0-1,0 1 1,0-1 0,0 1-1,0-1 1,0 0 0,0 1 0,0-1-1,0 1 1,0-1 0,0 0 0,0 1-1,1-1 1,-1 0 0,0 1 0,0-1-1,1 1 1,7 10-1405,7 4 1555,0-1 0,1 0 0,1-1 0,0-1 0,1 0-1,0-1 1,37 15 0,147 42 73,-154-53-204,463 94 427,-209-52-432,-92-18-113,100 25-14,160 45-4,-213-47 5,35 7-29,347 37 79,-280-65-93,-102-2-11,-164-28 10,-14-3-13,273 19 33,-162-19-28,25-6 60,-110-3-52,33-11-36,-74 4 10,-58 8 4,216-15 10,-164 12 9,100-17 0,-114 11-21,-22 5-2,-1 0 0,37-1 0,-41 4 2,0-1 0,-1-1 0,19-4-1,-19 3 2,1 1-1,0 0 0,20 0 0,-14 2-3,-1-1 0,1-1 0,32-8 1,67-25 40,-100 29-29,37-16 1,0-2 1,61-36-1,44-20-9,-116 60 0,203-80-6,92-53 51,-295 132-65,74-22 0,-13 5 3,68-21 34,2 0-32,-121 32 27,-1-2 1,102-73-1,-87 51-2,65-64 0,57-70 13,-94 89-14,-83 80-12,96-92 20,109-135 0,-185 194-7,-2-2 0,-2-1 1,37-83-1,-27 34 97,31-114 1,-11-11 90,-54 180-116,-1 0-1,2-94 0,-10 129-52,1-5-10,-1 0 1,-1 0 0,-1-1 0,0 1 0,-1 0-1,-8-25 1,2 21-28,0 0 0,-2 1 0,0 1 0,-25-33 0,12 23 16,-1 0 1,-32-27-1,10 18-66,-2 2-1,-82-47 1,43 34 63,-2 4 0,-150-54 0,155 70-1,-21-9 18,-112-23 0,97 30 23,-8-2-80,-81-3-113,-26-5 225,183 29-60,-535-95 40,9 36-60,-190-21 2,148 54-54,164 15 87,-700-25-4,384 46-81,398 3 90,-129 35-81,244-11 52,-57-3 55,-367 37-91,632-52-3,0 2-1,0 3 1,1 2-1,1 2 1,-55 25-1,75-24 11,1 0 0,0 2-1,2 2 1,-34 30 0,-87 103-9,117-116-1,2 1 1,-47 83-1,40-52 33,-28 78 1,49-105 4,3 0 0,1 1 0,2 0 1,-5 74-1,9 183 29,6-182-56,3-60 38,3-1-1,2 0 0,22 77 1,-28-121-18,11 39 35,28 73-1,-32-101-26,2-1 0,1 0 0,0 0 0,32 40 0,-9-20 3,98 112 47,-104-124-36,1-2 1,63 45 0,-39-33-1,76 72 0,39 60-2,-143-141 19,-1 0 0,-2 2-1,34 64 1,-52-86-3,0 1 1,-1 0 0,-1 1-1,0-1 1,3 24-1,-4-13-12,-1 45-1,-3-46 1832,-14-31-5280,-5-5-2074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9:57.4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63 177 176,'0'0'5493,"-11"0"-5038,-41 0 9066,63 0-9989,79-1 756,113-15 1,133-39-64,286-33-98,-592 84-54,34-8-1,-58 11-64,-4 1 43,-49 4-71,-102 41 101,53-13-82,-665 149-20,517-130 96,188-40-62,54-10-112,7-1 22,79-3 144,160-27 0,86-39 16,-170 33-27,-79 19-39,182-46 220,-340 70 1004,-159 53-1022,138-38-144,99-20-1289,6 1 744,10 2-307,15 0-1901,0-4-2888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9:59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36 1816,'0'0'18970,"9"0"-19040,115-2 196,138 4-50,-255-2-71,21 2-22,-24 0-69,-17 0-94,-373 11 211,295-13-4,769 10-163,-1250-10-206,1190 0 492,-616 0-109,19-1-99,-21 1 70,0 0 0,0 0 1,1 0-1,-1 0 1,0 0-1,1 0 0,-1 0 1,0 0-1,0 0 0,1 0 1,-1 0-1,0 0 1,0 0-1,1 0 0,-1 0 1,0-1-1,0 1 1,1 0-1,-1 0 0,0 0 1,0 0-1,1 0 0,-1-1 1,0 1-1,0 0 1,0 0-1,1 0 0,-1 0 1,0-1-1,0 1 0,0 0 1,0 0-1,0-1 1,1 1-1,-1 0 0,0 0 1,0-1-1,0 1 0,0 0 1,0 0-1,0-1 1,0 1-1,0 0 0,0-1 1,0 1-1,0 0 0,0 0 1,0-1-1,0 1 1,0 0-1,0 0 0,0-1 1,-1 1-1,1 0 0,0-1 1,-1 0 5,0 0 1,-1 0 0,1 0-1,0 0 1,-1 0-1,1 1 1,-1-1 0,1 0-1,-1 1 1,1-1-1,-1 1 1,0-1-1,1 1 1,-1 0 0,0-1-1,-2 1 1,-6-1 14,-105-25 118,106 24-90,8 1-49,1 1-118,0 0 108,1 0 0,-1 0 0,0 0 0,0 0 0,0 0 0,0 0 0,0 0 0,1 0 0,-1 0 0,0 0 0,0 0 0,0 0 0,0 0 0,0-1 0,0 1 0,0 0 0,1 0 0,-1 0 0,0 0 1,0 0-1,0 0 0,0 0 0,0-1 0,0 1 0,0 0 0,0 0 0,0 0 0,0 0 0,0 0 0,0-1 0,0 1 0,0 0 0,0 0 0,0 0 0,0 0 0,0 0 0,0 0 0,0-1 0,0 1 0,0 0 0,0 0 0,0 0 0,0 0 0,0 0 0,0-1 0,0 1 0,0 0 0,0 0 0,0 0 0,0 0 0,0 0 0,-1 0 0,1 0 0,0-1 0,0 1 0,-65-7-30,64 7 25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0:01.1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1 184,'0'0'0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0:02.5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311 1 3137,'-135'115'1843,"109"-95"-1129,19-17-119,-9-3 41,-5 0 9735,43 0-9428,158 0-49,500-17-360,163-72-302,-283 63-295,-1030 59-645,233-9 403,-648 18-169,363-19 628,444-17 108,75-6-240,3 0-19,-1 0 1,1 0 0,0 0-1,-1 0 1,1 0-1,0 0 1,-1 0 0,1 0-1,-1 0 1,1 0 0,0 0-1,-1 0 1,1 0-1,0 0 1,-1 0 0,1 1-1,-1-1 1,1 0 0,0 0-1,-1 0 1,1 1-1,0-1 1,0 0 0,-1 1-1,0 3-156,10 0 76,92 11 240,128 3 0,107-16-76,-195-3-55,65 2-7,402-11 78,-515 3-64,140-6 7,-232 13 88,-3 0-94,-28 0-32,-35 0-8,-74 9 1,-83 21-182,-251 28-322,-466 1 88,667-57 1286,786 2-641,-295-5-194,848-2 3787,-1134 3-8756,20 0-584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0:05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8426,'0'0'6393,"7"0"-6385,-3 0-152,3 0-3137,-3 4 1345,3-4-1305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0:06.0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9754,'0'0'5153,"0"-9"-5361,4 9-872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0:14.7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15430 1214 4673,'-3'-4'11879,"-12"-18"-11539,0 3-293,-2 1 0,0 1 0,-1 0 0,0 1 1,-41-26-1,-111-53 14,75 52 10,-1 3 0,-159-41 0,-210-18 20,218 51 0,-160-26-8,-107-9 36,133 19-150,-58 5 57,-69-11 214,-704-87-32,801 127-181,-42-4 74,374 25-90,-658-50 33,-969 46 162,1289 13-147,322 3-42,-104 17 0,-93 29-2,-542 137 161,239-12 31,426-112-111,-232 119 0,19 53-6,23 31 19,240-167-1,-127 135 0,-88 131 25,300-325-110,-478 596 323,47 42 283,213-252-513,20 11 84,116-214-127,-59 130 37,69-81-1,37-88-10,-8 2-47,-45 115-9,21 10-36,-159 785 785,174-591-578,45 4-75,40-491-129,0 415 173,27-2-72,152 662 273,-10-390 117,-9-158-304,29-6-106,20-65 31,25-9 30,-66-135-60,154 290 133,52-33 8,42-75 145,-313-403-270,4-5 0,170 128 0,229 90 211,-364-237-294,-56-34 18,3-3 0,2-5 0,147 49 0,173 12 34,8-26 7,-61-12-61,-79-4 6,-3 11 0,499 205 0,-619-208-16,292 112 68,-75-85-15,-226-62 2,537 81 35,-327-64-74,-168-21 74,325 10 0,-411-40-31,553 16 62,500 103-122,-388 12-11,-695-114-13,232 49 107,-215-51-57,131 5 0,-148-18 2,1-3 0,118-16 0,-49-9-26,12-3-80,199-10 1,-188 34 29,-39 3 77,223-32 0,-44-36-15,28-6-77,-200 55 39,142-29 44,-210 35 9,0-3 1,70-30-1,343-156-25,-412 175-19,-1-3 0,-1-2-1,-2-3 1,92-73 0,163-177 24,-15 12-2,-243 226 1,-3-2 1,-2-2 0,-3-3-1,76-106 1,250-430-119,-320 499 93,14-25 9,-6-4-1,-4-2 1,62-184 0,209-802-18,-88 130 4,-200 777 0,-37 168 8,103-517-49,-32-9 71,-67 113 33,-12 298-77,6-124 0,65-434-1,15 211 18,47-321-66,-94 400-252,-21-1 12,-15 365 255,2-472-149,-4 343 142,-8 10-94,-41-234 0,22 250 3,-7 1 0,-6 2 0,-8 1 0,-72-158 0,-7 46 8,21 46 139,7-57 35,22 54-36,42 142-70,-3 2 0,-3 2 0,-4 1 0,-3 3 0,-3 1 0,-3 3 0,-3 2 0,-130-115 0,90 107-41,-134-77 1,27 20 95,-240-186-188,282 196 228,104 74-21,-3 2 0,-127-69 0,-484-198-3,613 286 11,0-3 0,3-2-1,0-3 1,-59-48 0,-82-69 14,56 66-44,62 39 16,79 46-33,0 0 0,0 0 0,0 0 0,0 0 0,0 1 1,0-1-1,0 0 0,0 0 0,0 0 0,0 0 0,0 0 0,0 0 0,0 0 0,0 1 0,0-1 0,0 0 0,0 0 0,0 0 0,0 0 0,0 0 0,0 0 0,0 0 1,0 1-1,0-1 0,0 0 0,0 0 0,0 0 0,0 0 0,-1 0 0,1 0 0,0 0 0,0 0 0,0 0 0,0 1 0,0-1 0,0 0 0,0 0 0,0 0 1,0 0-1,-1 0 0,1 0 0,0 0 0,0 0 0,0 0 0,0 0 0,0 0 0,0 0 0,0 0 0,-1 0 0,1 0 0,0 0 0,0 0 0,0 0 0,0 0 0,0 0 1,0 0-1,0 0 0,-1 0 0,1 0 0,0 0 0,0 0 0,0 0 0,0 0 0,0 0 0,0-1 0,0 1 0,-1 0 0,10 19-1609,16 24-2119,36 46 0,-44-69 1219,21 18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1:01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49 40,'0'0'641,"0"-1"-589,0-43 205,0 40-671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3:51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75 1296,'0'0'2009,"-39"-71"-3210,24 68-559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5:02.4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294 351 1280,'0'0'4301,"4"-6"-164,919 6-3653,-630-13-381,955 13 98,-841 9 5,1 1-61,137 0 151,-123 3-157,-2-1 131,1673-12-61,-1820 10-174,-111-3-21,689 30 1,-227-20-9,-468-7 4,-117-9 947,-32 0 330,-24 0-683,-22-4-548,0-1 0,0-2 0,-38-11 1,7 2-26,-402-57 1,129 22 40,-220-5 130,227 30-145,-166-10 44,-82-5 63,424 24-1,-155-15-195,-63 8 201,-262 7-149,524 16 47,-346 14-144,-28-9 193,131-24-135,-408-22 74,133 21-14,494 20-67,-451 16 61,80 42-16,497-56 1,-133 19 445,-171 1 0,296-22 215,21 0-614,-13 0 60,6 2-140,7 0-106,46 10 108,0-3-1,51 5 0,96 1 98,-109-11-82,1115 54 86,13-23-222,-835-16-176,105 3 75,-346-19 125,536 24-153,-306 6-72,55 5 65,308 3 94,-256-16-22,-211-15-118,31 2 85,278 21-101,-501-29 331,296 11 11,-323-13 14,0-1 3933,-48-1-4403,-1 1 0,1-1 0,-1 1 0,1 1 0,-1-1 0,-11 5-1,-7 2-641,-44 7-2619,-2-7-693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5:59.6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1 264,'0'0'0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6:35.5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428 102 856,'0'0'1346,"-6"4"-1324,-16 11 45,20-14 199,0 0 1,-1 0-1,1-1 0,-1 1 0,1 0 0,-1-1 1,0 1-1,1-1 0,-1 0 0,1 0 0,-1 0 1,0 0-1,1-1 0,-3 0 0,-6 0-46,-56 1 515,0-4 1,-129-24-1,180 23 225,13 2 5,11 2-260,843 1 1518,-748 5-2209,195 36 0,-29-1 15,-169-29-14,138 7 26,66-28 24,-301 10-64,157-18 21,-27 1-15,53 0 0,73-5 49,108 13-47,-272 10 14,235-12 154,122-5 23,-363 16-191,326-25 134,-104 13-111,-56 5-7,-124-5-18,205-9 96,-149 20-28,364 15 26,172 47 140,-263-25 1153,-343-30-882,298 10 850,-35-7-618,-268 0-586,154 31 0,-210-30 484,0-2 0,106-1 0,-160-6-643,-1-1 0,0 0 1,1 0-1,-1 0 0,0 0 1,1 0-1,-1 0 0,0 0 1,1-1-1,-1 1 0,0 0 1,1-1-1,-1 1 0,0-1 1,0 1-1,0-1 0,0 0 1,1 1-1,0-2 0,-1-1-463,0 1 0,-1 0 0,1-1 0,-1 1 0,0 0 0,0 0 0,0-1 0,0 1-1,0 0 1,-1-5 0,1 3-436,-3-29-6248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5:15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418 74 1608,'0'0'4028,"0"0"-3932,-1 0-1,1 0 1,0-1 0,0 1 0,0 0 0,0 0 0,0-1-1,0 1 1,0 0 0,0 0 0,0-1 0,0 1-1,0 0 1,0 0 0,0-1 0,0 1 0,0 0-1,0 0 1,0-1 0,0 1 0,0 0 0,0 0-1,0-1 1,0 1 0,0 0 0,0 0 0,1 0-1,-1-1 1,0 1 0,0 0 0,0 0 0,0 0 0,1-1-1,-1 1 1,0 0 0,0 0 0,0 0 0,1 0-1,-1 0 1,0-1 0,0 1 0,1 0 0,-1 0-1,10 2 13,-1 1 0,1 0-1,15 8 1,16 5 287,32 4 142,125 18-1,81-8-242,-200-22-211,774 76 281,347-14-338,-797-54 64,-377-15-96,429 25-11,-3 33-372,-430-55 389,-15-3 13,1 0 0,-1 0-1,0 1 1,9 3 0,-44-2 899,-91-12-859,42 2-44,-792-79 181,-1-30-18,-294-48-19,818 120-119,-459 1 0,483 43-163,322 0 100,7 1-613,385 43 620,-298-37 15,321 24 37,734 62 237,-83-11-540,-96-9-278,-924-69 544,295 34 27,-148-12 47,-169-21-40,-13-1 865,-37-1-3629,-8-3-1488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5:16.5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14 488,'0'0'2693,"3"1"-2884,13 4 7769,23-5-6753,78-12 1,-80 8-839,72 1 0,-78 3-192,-32 6-158,-2 1 371,0 0-1,-1-1 0,0 0 1,0 0-1,0 0 1,-1-1-1,0 1 1,0-1-1,-1 0 1,-10 8-1,-3 3 91,-81 61 392,-2 2-148,102-79-336,-1 0-1,0 1 1,1-1-1,-1 1 1,0-1-1,1 1 1,-1-1-1,1 1 1,-1-1-1,1 1 1,-1 0-1,1-1 1,-1 1-1,1 0 0,-1-1 1,1 1-1,0 0 1,0-1-1,-1 1 1,1 0-1,0 0 1,0 1-1,17-1 111,-8-1-115,111 1 406,145-2-44,-192-3-111,114-21 0,-161 19 555,-25 6-499,-3 0-1379,-40 0-3709,7 0-357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5:17.5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1225 116 4625,'0'0'4825,"-2"-6"-4158,0 1-486,-1-1 0,1 1 0,-1 0 0,0 0 0,0 0 0,0 0 0,-1 1 0,1-1 0,-1 1 0,0 0 0,-1 0 0,1 0 0,-1 1 0,0-1 0,0 1 0,-6-3-1,-10-1-93,0 1-1,-1 0 0,1 2 0,-37-3 1,-89 4 17,98 4-71,24 0-33,1 1 0,0 1 0,0 1 0,-40 13 1,-92 41 3,120-43 0,-150 71 24,152-68-21,2 2 0,0 2 1,-38 34-1,60-47-12,0 1-1,1 1 1,1-1-1,0 2 1,0-1-1,1 1 1,0 0 0,1 0-1,1 1 1,0 0-1,-4 18 1,4-9-4,1 0-1,1 1 1,1-1 0,0 1 0,2-1 0,4 27 0,-3-41 15,1 0-1,0 0 1,0 0 0,1 0-1,0-1 1,1 1 0,0-1-1,0 0 1,0 0 0,1 0 0,0-1-1,0 1 1,11 9 0,7 4 21,1 0 0,32 20 0,-17-15-6,1-1-1,1-3 0,1-1 0,65 21 0,-42-21 48,1-4 0,96 12 0,142-8 99,-6-23-173,-284 3-1,18-2 34,-1-1 1,0-1-1,0-2 1,0-1-1,0-1 1,-1-2-1,-1-1 0,41-21 1,-48 20 19,-1 0 0,0-1 0,-1-1 0,-1-1 0,-1-1 0,0-1 1,0 0-1,-2-1 0,0-1 0,-2 0 0,18-31 0,-20 26 0,-2-1-1,-1 0 1,-1 0-1,-1-1 1,-2 0-1,0 0 0,-2-1 1,0 1-1,-2-1 1,-1 0-1,-5-34 1,3 50-35,-1 0-1,0 1 1,0-1 0,-1 1 0,-1 0 0,1 0 0,-2 0-1,1 1 1,-1 0 0,-1 0 0,0 0 0,-15-14 0,7 9 2,0 0 0,-1 2 1,0-1-1,-1 2 1,0 1-1,-23-11 0,8 8-39,-1 1-1,0 2 1,-1 2-1,-57-8 1,-143 3-1469,187 14 234,1 2 1,0 2 0,-59 15 0,19-4-3017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5:19.5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1 4793,'0'0'6101,"-4"0"-7209,-20 0-1435,-16 0-2868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5:20.2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1 8618,'0'0'1136,"-111"13"-4433,79-4 2673,0-5-624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5:31.5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925 5255 5801,'0'0'7803,"19"2"-7835,-10 0 46,0 2-1,0-1 1,-1 2-1,14 7 0,10 6-1,244 99 225,-205-92-109,148 29 0,-62-22-44,-73-14-88,116 12 0,-53-9 81,-22-1-19,-38-11-54,172 11 16,-165-19-18,104-3 4,-22-24 43,-14 1-10,-135 21-13,0-1-1,0-2 1,35-12 0,-45 13 15,-1 0 39,-1-1-1,0 0 1,-1-1 0,0 0-1,0-1 1,18-16 0,-4 1 191,42-49 0,4-20 190,-34 41-228,17-28 124,77-142 1,-72 115-136,-49 86-176,-1-1-1,-1 1 0,-1-2 1,-1 1-1,-1-1 0,8-36 1,-9-10 343,-5-125 0,-4 99-399,1 5-13,3-96-27,4 140 41,2 1 0,2 0 0,27-74 0,-25 82 21,1-12 9,-2 0 1,7-89-1,-6 37 44,1-3 82,14-78-149,24-131 15,-23-3 13,-25 284-26,8-87-9,6-131 11,-16 183-19,-4-134 79,0 155-65,-3 2 0,-14-65 0,3 47-27,-2 1-1,-42-90 0,1 13 174,39 95-157,-40-71-25,36 75 31,-90-130-3,74 109 27,19 28-90,-47-53 1,46 60 82,-15-16 48,-1 2 0,-2 1-1,-49-34 1,79 65-56,-217-137 61,46 51-135,136 72 45,-1 3 1,-52-13-1,85 27 16,-322-76 60,278 70-99,0 1 0,-93 0 0,113 9-34,-488 16-1524,322-3 1460,-33 3 202,217-13-63,0 1 0,0 1-1,1 0 1,-1 2 0,1 0 0,0 2 0,1 0 0,0 1-1,-28 20 1,-5 9-40,-78 80 1,93-81 49,2 1 0,2 2 1,-40 65-1,-61 144 0,-98 359-38,162-409 69,-81 303 9,22-5-29,123-477-11,-15 64-4,3 0 0,-9 122 0,-5 250 7,26-185 40,6-171 74,1-65-113,2 0 0,12 53 0,-6-35 2,54 286 44,-63-335-50,33 179 20,-26-155-21,1 1 0,0-1-1,3-1 1,15 30 0,-7-21-41,1-1 1,2-1-1,1-1 0,56 59 0,-46-60-106,62 47-1,-82-71 118,-1 0 1,1-1-1,0-1 0,1 0 0,0-1 1,0-1-1,0 0 0,28 5 0,0-6 205,68-2-1,-77-2-114,-33 0 62,3-16-589,-4-3-1540,0-13-972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5:32.8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1 4297,'-3'0'13089,"-90"0"-20122,21 0-1320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5:18.4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57 1216,'0'0'4740,"1"-4"-4315,-1 2-365,1 0-1,-1 0 1,1 0-1,0 0 1,0 1-1,0-1 1,0 0-1,0 0 1,0 0-1,0 1 1,1-1-1,-1 1 1,0-1-1,1 1 1,0 0-1,-1-1 1,1 1-1,0 0 1,-1 0-1,1 0 1,0 0-1,0 0 1,0 1-1,0-1 1,0 0-1,0 1 1,3-1-1,4-2-184,0 0 0,0 1 0,0 0 0,0 0-1,0 1 1,1 0 0,-1 1 0,1 0 0,-1 0 0,0 1 0,11 2-1,48 23-2470,-32-16 327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5:18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3833,'0'0'720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5:19.1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 8330,'203'-38'1232,"-203"35"-832,0 6-2736,0 26 1792,0-4-657,0-5-1255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5:19.8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5329,'0'0'1873,"203"65"-2546,-107-37 1,11-8-1624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5:21.3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5209,'0'0'-900,"14"12"2363,-9-11-1194,-4-1-123,1 0 0,0 0 0,-1 1 0,1-1 0,0 0 0,-1 1 0,1-1 0,0 1 0,-1 0 1,1 0-1,-1-1 0,1 1 0,1 2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5:33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5777,'0'0'6986,"4"0"-5786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5:34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44 551 0,'62'-151'0,"-48"119"0,-9 21 0,-4 9 0,-1-1 0,1 0 0,0 1 0,0 0 0,0-1 0,1 1 0,-1 0 0,0-1 0,1 1 0,0 0 0,-1 0 0,1 0 0,0 1 0,0-1 0,0 0 0,0 1 0,0-1 0,1 1 0,-1 0 0,0-1 0,1 1 0,-1 0 0,1 0 0,-1 1 0,1-1 0,3 0 0,8-4 0,0 0 0,0-1 0,21-13 0,5-3 0,-23 13 0,-1-1 0,0 0 0,-1-1 0,27-26 0,11-9 0,-26 27 0,0 1 0,52-27 0,-60 36 0,0 1 0,0 1 0,1 1 0,0 0 0,33-3 0,-52 8 0,3 1 0,0-1 0,0 1 0,1 0 0,-1 0 0,0 0 0,8 2 0,-11-2 0,0 1 0,0-1 0,0 1 0,0-1 0,0 1 0,0-1 0,0 1 0,0 0 0,0 0 0,-1 0 0,1-1 0,0 1 0,0 0 0,-1 0 0,1 0 0,0 0 0,-1 0 0,1 0 0,-1 1 0,1-1 0,-1 0 0,0 0 0,1 0 0,-1 0 0,0 0 0,0 1 0,0-1 0,0 2 0,2 43 0,-3 0 0,-1-1 0,-2 1 0,-2-1 0,-22 78 0,23-103 0,-4 15 0,-1 0 0,-2-1 0,-1 0 0,-2-1 0,-20 35 0,-161 275 0,183-318 0,-103 188 0,107-197 0,-1-1 0,0 0 0,-21 21 0,27-31 0,-1 0 0,-1-1 0,1 0 0,-1 0 0,1-1 0,-1 0 0,0 0 0,0 0 0,-1 0 0,1-1 0,0 0 0,-12 1 0,11-1 0,0 0 0,-1 0 0,1 0 0,0 1 0,1 0 0,-1 0 0,0 1 0,1-1 0,0 1 0,0 1 0,0-1 0,-9 10 0,0 4 0,0-1 0,-20 35 0,13-18 0,34-63 0,7-6 0,24-57 0,12-21 0,-54 110 0,17-27 0,30-41 0,-41 63 0,-1 1 0,1-1 0,0 1 0,1 0 0,0 1 0,0 0 0,0 0 0,1 1 0,15-7 0,-8 8 11,-16 4 2,1 0 0,-1 0 0,1 0 1,0 0-1,-1 0 0,1 0 0,-1 0 0,1 0 0,-1 0 1,1-1-1,0 1 0,-1 0 0,1 0 0,-1-1 1,1 1-1,-1 0 0,0-1 0,1 1 0,-1 0 0,1-1 1,-1 1-1,1-1 0,-1 1 0,0-1 0,1 1 1,-1-1-1,0 1 0,0-1 0,1 1 0,-1-1 1,0 1-1,0-1 0,0 1 0,0-1 0,0 1 0,0-1 1,0 0-1,0 1 0,0-1 0,0 1 0,0-1 1,0 0-1,0 1 0,0-2 0,1-1 843,-1 0-436,-7-16 7086,-18-38-6580,15 38 487,10 19-1387,0-1-1,-1 1 1,1 0 0,0 0-1,0 0 1,0-1 0,0 1-1,0 0 1,0 0 0,-1 0-1,1 0 1,0 0 0,0 0-1,0-1 1,0 1 0,-1 0-1,1 0 1,0 0 0,0 0-1,0 0 1,-1 0 0,1 0-1,0 0 1,0 0-1,-1 0 1,1 0 0,0 0-1,0 0 1,0 0 0,-1 0-1,1 0 1,0 0 0,0 0-1,-1 0 1,-4 18 603,4-14-654,-7 52 623,5-34-352,-7 30-1,11-119 1201,8-3-1423,-4 36 86,1-46-1,-6 79-121,0 15-575,-2 8 558,-2 0 1,0 0-1,-1-1 1,-1 0-1,-1 0 1,-11 22-1,-10 30 77,22-53-36,-4 9 43,1 1 0,1 0-1,2 0 1,-6 62 0,12-91 300,0-5 30,2-5-292,-1 1 0,1-1 0,1 0-1,0 1 1,0 0 0,0-1 0,1 1-1,7-9 1,4-14-25,-8 16-34,12-23 44,-2-2-1,-2 0 1,15-58 0,-31 92-16,3-6 154,-2 12-406,0 0 171,0 0 1,0 0-1,0 0 1,1 0-1,-1 0 1,0 0-1,0 0 0,0 0 1,0 0-1,0 0 1,0 0-1,0 0 1,0 0-1,1 0 1,-1 0-1,0 0 1,0 0-1,0 0 0,0 0 1,0 0-1,0 0 1,0 0-1,0 0 1,1 0-1,-1 0 1,0 0-1,0 0 0,0 0 1,0 0-1,0 0 1,0 0-1,0 1 1,0-1-1,0 0 1,0 0-1,0 0 1,0 0-1,0 0 0,1 0 1,-1 0-1,0 0 1,0 0-1,0 1 1,0-1-1,0 0 1,0 0-1,0 0 1,0 0-1,0 0 0,0 0 1,0 0-1,0 0 1,0 1-1,0-1 1,0 0-1,0 0 1,-1 0-1,1 0 1,0 8-211,0 1 0,-1-1 0,-1 0 0,1 0 0,-1 0 1,-1 0-1,1 0 0,-6 10 0,-4 4-1282,-22 30 0,31-47 1183,-32 42-3920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5:40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1437 234 1224,'7'-4'12088,"-7"3"-12072,0-1 1,-1 1-1,1-1 0,-1 1 0,1-1 0,-1 1 0,0-1 1,1 1-1,-1-1 0,0 1 0,0 0 0,0-1 1,0 1-1,0 0 0,0 0 0,-1 0 0,1 0 0,0 0 1,-3-2-1,-33-16 274,22 12-237,-2-1-27,-1 0-1,0 1 1,0 1-1,0 1 1,-1 1 0,0 0-1,0 1 1,0 1-1,-33 1 1,-205 1 245,247 1-274,0-1 0,1 2 0,-1-1 0,0 1 0,1 1 1,0-1-1,-1 2 0,-12 6 0,1 1-9,1 1 0,-25 20 0,-58 35 90,80-50-74,1 1 0,1 0 0,1 2 0,0 0 0,2 2 0,0 0 0,1 0 0,2 2 0,0 0 0,-14 33 0,-6 24 22,-26 94 1,25-66 46,-2 27-19,26-87-46,-27 71 1,13-52 111,3 2 1,3 0-1,3 0 0,-11 111 1,16-87 25,-12 207 524,24 241-85,-11-382-415,1 1 48,10-161-217,-1 81 191,19 152-1,23-31-162,-20-105 38,-2-23-6,4-1 0,2-1-1,50 96 1,-59-134 18,1-1-1,2 0 1,1-2-1,2 0 1,1-1-1,52 51 1,-48-59 36,2 0 1,0-2-1,1-1 1,1-2-1,1-1 1,0-1-1,54 16 1,248 48 286,-250-63-381,-13-2 0,74 16 25,161 12 0,-85-40 59,-121-3-11,-93 0-76,1 0 1,-1 0 0,0 0-1,0-1 1,0 0 0,0 0-1,-1-1 1,1 0 0,-1 0 0,12-8-1,6-6 115,29-27 0,-28 22-84,-22 20-44,142-113 102,-107 87-112,80-42-1,-34 28 22,-2-5 0,129-95 0,-177 113-2,-1-2-1,-2-1 0,-1-1 1,-1-2-1,-2-1 1,-2-1-1,23-45 1,-16 19-16,-3-1-1,-2-1 1,31-124 0,-42 112 30,-2 0 1,3-111-1,-13-160 98,-5 214-109,1 46-19,-17-141 0,8 177 13,-2 0-1,-3 1 1,-2 0 0,-27-59-1,7 26 50,5 14-18,-71-123 0,31 85-47,-170-289 28,163 250-23,-122-168 0,173 275 1,-60-82 25,70 102-30,-1 1-1,0 0 1,-36-28-1,15 16-13,17 14 14,-32-21 1,41 30 3,-7-5-18,-1 1-1,0 1 1,-1 0 0,1 2-1,-29-8 1,23 11-3,-237-52 16,172 43-3,84 13-17,0 1 0,0 1 1,0-1-1,0 1 1,-13 2-1,-5-1 7,-180-1-50,206 0 61,-9 2-2920,-9 9 872,-32 23 1,-5 4-1265,5-11-1657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5:42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3977,'0'0'6496,"8"0"-6404,20 0 43,22-1 313,88 11 0,-136-10-447,-1 1 1,1-1-1,-1 0 1,0 0-1,1 1 1,-1-1 0,1 1-1,-1-1 1,0 1-1,1 0 1,-1 0-1,0-1 1,0 1-1,1 0 1,-1 0-1,0 0 1,0 0-1,0 0 1,0 1-1,0-1 1,-1 0-1,1 0 1,0 1 0,0-1-1,0 3 1,0 1 8,0 0-1,-1 0 1,1 0 0,-1 0 0,0 1 0,-1 5 0,0-5 14,0 2-8,0-1-1,-1 0 0,0 0 1,0-1-1,-1 1 0,0 0 1,0-1-1,-1 0 0,1 1 1,-6 5-1,-51 59 102,50-60-95,-30 30 27,23-24-38,1-1-1,1 2 0,0 0 0,-13 22 0,28-40-8,-1 1 0,1-1 1,0 1-1,-1-1 0,1 0 0,0 1 0,0-1 0,-1 1 0,1-1 0,0 0 0,0 1 0,0-1 0,0 1 0,-1-1 1,1 1-1,0-1 0,0 1 0,0-1 0,0 1 0,0-1 0,0 1 0,0-1 0,0 1 0,1-1 0,-1 1 0,0-1 1,0 0-1,0 1 0,0-1 0,1 1 0,-1-1 0,0 1 0,0-1 0,1 0 0,-1 1 0,0-1 0,1 0 1,-1 1-1,0-1 0,1 0 0,0 1 0,21 2 247,-15-3-186,549 5 972,-311-7-869,-244 1-180,0 1 0,-1 0 0,1 0 1,0 0-1,-1 0 0,1 0 0,-1 0 0,1 0 1,0 0-1,-1 0 0,1 0 0,0 0 1,-1 0-1,1 0 0,-1 0 0,1 1 1,0-1-1,-1 0 0,1 0 0,-1 1 1,1-1-1,-1 0 0,1 1 0,-1-1 0,1 0 1,-1 1-1,1-1 0,-1 1 0,1-1 1,-1 1-1,0-1 0,1 1 0,-1 0 1,0-1-1,0 1 0,1-1 0,-1 1 1,0-1-1,0 1 0,0 0 0,0-1 1,1 1-1,-1 0 0,0-1 0,0 1 0,0 0 1,-1-1-1,1 1 0,0-1 0,0 1 1,0 1-1,-1 3-1201,1 6-2702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6:03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560 360 200,'-127'-124'384,"122"118"-331,-1 2 0,-1-1 1,1 1-1,-12-7 0,-8 6 179,11 3-92,-41-6 500,-63-2 0,9 9 1251,110 1-1761,0 1 0,0-1 0,-1 1 1,1-1-1,0 0 0,0 1 0,0-1 0,0 1 0,0-1 1,0 0-1,1 1 0,-1-1 0,0 0 0,0 1 1,0-1-1,0 1 0,0-1 0,0 0 0,1 1 0,-1-1 1,0 0-1,1 1 0,19 4 72,0-2 0,1 0 0,30 0-1,27 3 107,18 12-114,121 40 0,-168-46-96,0-3-1,1-2 1,72 1-1,12 2 201,-57-3-228,-13-1 19,87 19 0,-77-9-43,0-4 1,94 4-1,151-11 148,-220-6-175,231-13 117,-131 2-93,14-3 45,93-1 17,77 6 45,-3 0-49,1268 10 99,-291 81-176,-1235-66-33,-18 0 22,115 0-1,-65-15 122,149 0 2590,-306-1-2630,0 1 1,0-1-1,0 0 0,0 0 0,0 0 1,0 0-1,-5-3 0,-7-3-89,-52-13-16,1 4-1,-111-13 1,-142 4-37,220 20 43,-501-42 97,148 10-32,181 9 251,-429-101 0,556 100-304,-1 7 0,-155-4 0,-296 18-2,389 9-5,-276-15 8,2-1 2,443 15-16,-776 13-44,-10-5 125,520-9-46,-107 1-35,399 1 4,0 0-1,0 2 0,0-1 1,1 2-1,-1-1 0,1 2 1,-18 9-1,-31 10 4,60-24 0,0 0 0,-1 0 0,1 0 0,0 0 0,0 0 0,0 0 0,0 0 0,-1 0 0,1 0-1,0 0 1,0 0 0,0 0 0,0 0 0,0 0 0,-1 0 0,1 0 0,0 0 0,0 0 0,0 0 0,0 0 0,0 0-1,-1 0 1,1 0 0,0 1 0,0-1 0,0 0 0,0 0 0,0 0 0,0 0 0,0 0 0,0 0 0,-1 1 0,1-1-1,0 0 1,0 0 0,0 0 0,0 0 0,0 0 0,0 1 0,0-1 0,0 0 0,0 0 0,0 0 0,0 0 0,0 0-1,0 1 1,0-1 0,0 0 0,0 0 0,0 0 0,0 0 0,0 1 0,12 4 112,29 6 117,-30-9-204,638 110 106,-377-73-98,243 45-163,266 40-155,-140-60-77,2-28 21,-579-33 317,177 10-41,220 9-235,198-15 42,307 15 45,-545 25 21,-418-47 190,60 4-15,-45-4 8,34 4 1,-38-1 24,-13-3 317,-2 0-297,-17 2-285,-158-1-4278,68-1-746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6:04.2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1 366 2721,'0'0'3672,"7"-15"-2802,3-3-572,-5 10-74,0 0 1,-1 0-1,0-1 1,0 1-1,4-17 0,-4 8 2119,-2 7-1670,1 1 0,0-1-1,0 1 1,6-10 0,5-10-179,-2 0 1,11-37-1,-4 13 206,-19 50-650,0 2-41,0 1 1,0-1-1,0 1 1,1-1 0,-1 0-1,0 1 1,0-1-1,0 0 1,1 1-1,-1-1 1,0 1 0,1-1-1,-1 0 1,0 1-1,1-1 1,-1 1 0,1-1-1,-1 1 1,1-1-1,0 0-90,-1 5-383,-3 136 307,-37 252 0,27-318 185,-31 222 112,37-239 377,8-89-379,1 1 0,14-60 0,24-61-161,-3 19 44,70-293-21,-103 399-19,-4 27-60,0 2-353,-11 387 114,11-389 483,0-7 159,11-311-21,-4 246-255,-7 72-128,0 1-398,-1 7 269,1 0 0,-1 1 0,-1-1 0,1 0 0,-2 0 0,1 0 0,-1 0 0,-7 14-1,-2 0-1003,-24 32 0,28-44 614,-38 50-3354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6:06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1399 912,'0'0'2997,"5"-2"-2553,-1 0-359,-3 1-65,0 0-1,0 0 1,1 0 0,-1 0 0,0 1 0,1-1 0,-1 0 0,1 1 0,-1-1 0,1 1 0,-1 0 0,3-1 1511,17 1-1290,-20 0-240,0 0-1,0 0 0,0 0 0,0 0 0,0 0 0,0 0 0,0 1 1,0-1-1,0 0 0,0 0 0,0 1 0,0-1 0,0 1 1,0-1-1,0 1 0,-1-1 0,3 2 0,7 4 5,1-5 7917,-2-10-5401,3-17-3838,-8 16 2147,37-82-378,42-144 0,57-257-249,-34 188-7,-65 180-142,-10 26-14,-29 96-54,-1 2-68,-1 6-478,-1 18 517,-2 0 0,0-1 0,-1 1 0,-1-1 0,-2 0 0,-10 26 0,-64 129 74,73-161-39,-123 236 56,-117 248 17,201-383-10,58-162-1117,-5-19-3388,-6 20-1041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6:07.5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200 155 1088,'0'0'4077,"-31"4"-3277,-97 13-68,87-12 885,44-5-1427,19 0-10,564-10 1830,-363 0-1786,840-22 498,1 1-174,-767 20-443,602-27 83,40 0-220,-774 36-93,713-6 234,-708 16-106,211 37 0,-62-4 1,-39-13 19,472 35 83,-583-56 1737,-192 0-2052,-174 5-5830,75-11-1448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6:08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6634 900 3489,'0'0'3459,"5"-16"-2940,25-74 390,-28 82-504,-1-1-1,-1 1 0,1-1 1,-1 1-1,-2-12 0,1-8 19,1 8-138,-1-25 599,0 42-858,0-1 1,0 1 0,0 0-1,0 0 1,0 0 0,0 1-1,-1-1 1,1 0 0,-1 0-1,0 1 1,0-1-1,-3-2 1,-9-10 8,-1 1 0,0 0 0,-1 1 0,0 1 0,-1 0 1,-1 1-1,0 1 0,0 1 0,-28-10 0,-17 1-37,-100-17 1,-70 6-130,114 15-119,-74-9 25,-450-73-462,274 2 677,-60-12-189,327 86-78,0 5 0,-133-3-1,168 17 179,-153 1-93,166 2 140,-107 20-1,82-4 27,0 3 0,2 4-1,-97 46 1,45-6-10,-141 96 0,-106 103 32,-15 34-54,285-209-47,-150 163 0,7 67 11,102-125-891,-155 160-1734,39-47 969,-43 92-265,208-250 549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6:11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56 856,'0'0'3544,"-2"-7"-3087,-3-24-98,4 26 43,-1-6 1229,8 10-638,4 2-1168,929-1-740,-911 1 853,0 2 0,52 12 0,-52-9-33,0-1 0,54 3 0,11-7 57,131 18-1,258 14-68,-104-12 93,237 15 62,-305-17-113,-240-13 42,738 33-1315,404-39 56,-1203-1 1297,1 0-1,-1-1 1,1 1-1,13-6 1,4 0 83,-57 6-1101,-10 1-1804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6:13.0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43 212 3065,'0'0'2323,"-2"3"-2166,1-1-158,0 0-1,0 1 1,0-1-1,1 0 0,-1 1 1,1-1-1,-1 0 1,1 1-1,0-1 1,0 5-1,-3 18 2522,12-31-1029,-1-2-1361,0 0-1,-1-1 1,-1 0-1,1 0 1,-1-1-1,-1 1 1,0-1-1,0 0 1,4-16 0,-3 9-41,-2-1 0,0 1 0,-1-1 1,-1 1-1,1-24 0,-3 25 90,0 16-182,0 0 1,0 0-1,0 0 0,0 0 0,0 0 0,0 0 0,0 0 1,1 0-1,-1 0 0,0 0 0,0 0 0,0 0 0,0 0 0,0 1 1,0-1-1,0 0 0,0 0 0,0 0 0,0 0 0,0 0 1,0 0-1,0 0 0,0 0 0,0 0 0,0 0 0,0 0 0,0 0 1,0 0-1,0 0 0,0 0 0,0 0 0,1 0 0,-1 0 1,0 0-1,0 0 0,0 0 0,-1 28-192,-5 2 195,-2-1 0,-21 52 0,-4 13 27,13-26 25,-11 41 38,29-193 1236,30-213-1065,-18 227-81,-10 69-246,0 3-108,-7 351-182,7-352 638,0-17 367,2-7-588,1 1 0,0 0 0,2 0 0,14-42-1,-12 42 47,0 0 0,-1-1-1,-2 0 1,0 0 0,1-24-1,-5 46-174,-1 13-362,-1-2 364,0 0 0,-1 0 0,0-1 0,-1 1 0,-6 11-1,-8 21-738,5 5-1003,4-10-1034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6:14.8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132 132 4153,'0'0'3911,"12"-13"-3413,4-5-264,-2 2 446,29-26 0,-38 29 1796,-6 24-1174,-1 37-1291,-3 1 0,-11 49 1,4-30 63,8-39-116,2-11 549,1-39-157,16-163-351,-9 129-3,-3-5 47,-2 34-122,-2 22-111,0 7-147,-3 19 234,-13 37 0,0-6 90,13-35 8,-5 13 7,2 0 0,1 1 0,-3 61 0,7-81 386,0-29-85,13-217-197,-8 131-691,-6 253 2444,2-150-1804,-1 0-36,1 0 127,-11 1-599,-59 18-4954,22-3 1315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6:20.3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913 171 1568,'0'0'3700,"-2"-5"-230,2 5-3308,-1-1 1,1 1-1,0 0 1,0 0 0,0 0-1,-1 0 1,1 0-1,0 0 1,-1 0-163,0 0 0,1 0 0,-1 0 0,1 0 0,-1 0 0,1 0 0,-1 0 0,1 0 1,-1 0-1,1 0 0,-1 1 0,1-1 0,-1 0 0,1 0 0,-1 1 0,1-1 0,-1 0 0,1 0 0,-1 1 0,1-1 0,0 1 0,-1-1 1,1 0-1,-1 1 0,-3 8 3487,26-7-3502,225-4 87,268 4 109,-225 21-167,-31-2 0,-47-15-4,96 5 3,-5-1 17,-156-8-20,626 12-2,347-21 25,-921-8-22,-31 1 8,336 11-24,-46 3 52,-320-8-29,38 0 16,-39 9-43,153-3 6,-49-21 102,-61 3-36,-94 16 1858,-88 0-1723,-76-15-178,-2 3 0,0 3 0,-109-2 0,-725-40 89,701 47-121,-88-6-6,-305-6 42,588 20-25,-31-1 1,-1 3 0,1 1 0,-60 13 1,-172 26-16,159-27 12,-271 8 26,299-21-20,-488 1 24,300-5-16,1-9-13,-1-1-2,-1935 9 29,2145 5 14,0 2 1,-72 15 0,102-17 681,21-3-305,19 2-768,0 1 0,0-1 0,0 1 0,1-1 0,-1 1 0,0 0 0,0-1-1,1 1 1,0 0 0,-1 0 0,1 0 0,0 1 0,-1 1 0,-5 6-1944,-4 4-3251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6:21.6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1 2809,'0'5'12705,"0"-2"-13004,-1-1 0,1 0 0,0 0 0,-1 0 0,1 0 0,-1 0 0,1 0 0,-1 0 0,0 0 0,0 0 0,0 0 0,0 0 0,0-1 0,-3 4 0,-15 11-2928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6:22.3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 64 1136,'0'0'4196,"7"-19"1074,-7-23-4470,0 41-815,-1 0-46,-8 0-263,-7 2-703,0 0 1,0 1-1,-20 5 0,-16 8-3459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6:23.1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0 122 3793,'0'0'6208,"2"-2"-5428,-2 2-764,0-1 1,0 1-1,0 0 0,0 0 1,0 0-1,0-1 1,0 1-1,0 0 0,0 0 1,0 0-1,0-1 0,0 1 1,0 0-1,1 0 0,-1 0 1,0 0-1,0-1 1,0 1-1,0 0 0,0 0 1,1 0-1,-1 0 0,0 0 1,0 0-1,0-1 0,1 1 1,-1 0-1,0 0 1,0 0-1,0 0 0,1 0 1,-1 0-1,0 0 0,0 0 1,0 0-1,1 0 0,-1 0 1,0 0-1,0 0 1,0 0-1,1 0 0,-1 0 1,0 0-1,0 0 0,0 1 1,1-1-1,-1 0 0,0 0 1,0 0-1,0 0 1,0 0-1,1 0 0,-1 0 1,0 1-1,0-1 0,0 0 1,7 19 60,1 30-203,6 191 513,-6-74-136,-8-163-240,1-1 1,-1 1-1,0-1 0,1 0 1,0 1-1,-1-1 1,1 0-1,0 0 1,0 0-1,1 3 1,-1-5-1,-1 1 1,0-1-1,1 0 1,-1 1 0,0-1-1,1 0 1,-1 1-1,0-1 1,1 0 0,-1 0-1,1 1 1,-1-1-1,0 0 1,1 0 0,-1 0-1,1 0 1,-1 0-1,1 0 1,-1 1 0,1-1-1,-1 0 1,1 0-1,0-1 14,1 1 0,-1-1 0,0 1-1,0 0 1,0-1 0,0 0-1,0 1 1,0-1 0,0 0 0,-1 1-1,1-1 1,0 0 0,1-1-1,13-18 41,-2-1-1,0 0 0,-1-1 1,11-28-1,-6 10-50,-2-1 0,10-47 0,12-88-29,-27 127 13,5-37-434,-17 97 416,0 1 1,0-1-1,-1 0 0,-1 0 0,0 0 0,-8 15 1,-5 15 9,12-29 25,1 0 0,1 0 0,0 1 0,0 0 0,-1 21-1,4-33 262,-1-3-140,0-1 0,0 0-1,1 1 1,-1-1-1,1 0 1,0 1-1,-1-1 1,1 0-1,0 0 1,1 1-1,-1-5 1,1 1 6,-2 7-186,1-1 0,0 0 1,0 0-1,0 0 0,0 0 1,0 0-1,0 0 0,-1 1 0,1-1 1,0 0-1,0 0 0,0 0 1,0 0-1,-1 0 0,1 0 0,0 0 1,0 0-1,0 0 0,-1 0 1,1 0-1,0 0 0,0 0 1,0 0-1,-1 0 0,1 0 0,0 0 1,0 0-1,0 0 0,-1 0 1,1 0-1,0 0 0,0 0 0,0 0 1,0 0-1,-1 0 0,1 0 1,0-1-1,0 1 0,0 0 0,0 0 1,0 0-1,-1 0 0,1 0 1,0-1-1,0 1 0,0 0 0,0 0 1,0 0-1,0 0 0,0-1 1,0 1-1,0 0 0,0 0 0,-1 0 1,1-1-1,0 1 0,0 0 1,0 0-1,0 0 0,0 0 1,0-1-1,1 1 0,-1 0 0,0 0 1,0 0-1,0-1 0,-7 12-4099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6:24.4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296 55 1432,'0'0'4627,"-9"-5"-4297,2 1-261,-63-35 1756,64 37-1797,-1 1 0,1 0 0,0 0-1,-1 0 1,1 1 0,-1 0 0,1 0 0,-8 2-1,-10-1 2762,26-1-2757,15-1 120,31 2 294,-47 0-445,-1-1 1,1 0-1,0 1 1,-1-1-1,1 0 1,0 1-1,-1-1 1,1 1-1,-1-1 1,1 1-1,0 0 1,-1-1-1,0 1 1,1-1-1,-1 1 1,1 0-1,-1-1 1,0 1-1,1 0 1,-1-1-1,0 1 1,0 0-1,0 0 1,1-1-1,-1 1 1,0 0-1,0 1 1,0 26-34,-1-18 23,1 0 19,-1 0 0,-1 1 0,0-1 0,0 0 0,-1 0 0,-1 0 0,1 0-1,-2-1 1,1 1 0,-1-1 0,0 0 0,-1 0 0,0-1 0,-11 12 0,-3 1 80,-1-1 1,-1-1 0,0 0-1,-26 14 1,48-33-90,0 0 0,1 0 0,-1 0 0,0 0 0,0 0 0,0 1 0,1-1 0,-1 0 1,0 0-1,0 0 0,0 0 0,1 0 0,-1 0 0,0 0 0,0 0 0,0 1 0,1-1 0,-1 0 0,0 0 1,0 0-1,0 0 0,0 0 0,0 1 0,1-1 0,-1 0 0,0 0 0,0 0 0,0 1 0,0-1 0,0 0 1,0 0-1,0 1 0,0-1 0,0 0 0,0 0 0,0 0 0,0 1 0,0-1 0,0 0 0,0 0 0,0 1 1,0-1-1,0 0 0,0 0 0,0 0 0,0 1 0,0-1 0,0 0 0,0 0 0,-1 0 0,1 1 1,0-1-1,0 0 0,0 0 0,0 0 0,0 0 0,-1 0 0,1 1 0,0-1 0,0 0 0,0 0 0,-1 0 1,1 0-1,0 0 0,0 0 0,-1 0 0,26 3-27,-18-2 37,283 15 2000,-286-16-2201,39 0-3135,-15 0-1167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6:25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56,'0'0'8234,"5"1"-7749,172 5 1473,-18-3-1501,-140-1-431,63 7 136,-71-7-145,-1 0 1,0 0-1,1 2 1,-1-1-1,14 8 0,-22-10-24,0 0-1,-1-1 1,1 1-1,-1 0 1,1 0-1,-1 0 0,1 1 1,-1-1-1,0 0 1,0 0-1,0 1 1,0-1-1,0 1 1,0-1-1,0 1 0,0-1 1,0 1-1,0 0 1,-1-1-1,1 1 1,-1 0-1,1-1 0,-1 1 1,0 0-1,0 0 1,0 2-1,0-2 8,-1 0 1,0 1-1,1-1 0,-1 0 1,0 0-1,0 0 0,0 0 0,-1 0 1,1 0-1,0-1 0,-1 1 1,1 0-1,-1-1 0,0 1 0,1-1 1,-1 1-1,0-1 0,0 0 0,-3 2 1,-11 5 38,0 1 0,-1-2 0,0-1 0,0 0 0,-1-1 0,1 0 0,-1-2 0,-29 3-1,48-6-40,-1 0-1,0 0 0,0 0 0,0 0 0,0 0 0,0 0 0,1 0 0,-1 1 0,0-1 0,0 0 0,0 0 0,0 0 0,0 0 0,0 0 0,0 1 0,0-1 1,0 0-1,0 0 0,0 0 0,1 0 0,-1 0 0,0 1 0,0-1 0,0 0 0,0 0 0,0 0 0,0 0 0,0 1 0,0-1 0,-1 0 0,1 0 0,0 0 0,0 0 1,0 1-1,0-1 0,0 0 0,0 0 0,0 0 0,0 0 0,0 0 0,0 1 0,0-1 0,-1 0 0,1 0 0,0 0 0,0 0 0,0 0 0,0 0 0,0 0 1,0 0-1,-1 1 0,1-1 0,0 0 0,14 4-3,1 0 1,20 3 0,12 3 59,-47-10-54,26 6 22,0 1-1,-1 1 1,0 1-1,37 20 1,-56-25-31,0-1 0,0 1 0,-1 0-1,1 1 1,-1-1 0,0 1 0,0 0 0,-1 1 0,0-1 0,0 1 0,0-1 0,0 1 0,-1 1 0,0-1 0,0 0-1,-1 1 1,0-1 0,0 1 0,0 0 0,-1-1 0,0 1 0,0 0 0,-1 8 0,0-1 22,1-8 6,-1 1-1,0-1 0,-1 1 0,0-1 1,-1 9-1,1-13 1,0 1 0,0-1 1,-1 0-1,1 1 0,0-1 1,-1 0-1,1 0 0,-1 0 0,0 0 1,0 0-1,0-1 0,0 1 0,0 0 1,0-1-1,0 0 0,-4 3 1,-6 1 178,0 0 0,0-1 0,0 0 0,-1 0 0,0-2 0,1 1 0,-15 0 0,-93-3 743,60-1 426,42 13-5756,4-8 209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6:27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329 947 5841,'0'0'2824,"12"6"-2611,31 11 363,1-2 1,76 17 0,126-10 787,3-20-725,-146-3-466,-72 1-83,-1-2 0,1-1 0,0-1 1,-1-2-1,1-1 0,42-16 0,-59 17-27,0 0 1,0-1-1,0 0 1,-1-1-1,0 0 1,0-1-1,-1-1 1,0 0-1,-1-1 1,0 0-1,-1 0 1,0-1-1,0-1 1,13-23-1,-6-4 149,-2-1-1,-1 0 1,11-59 0,-25 99-209,4-17 46,-1-1 1,-1 0-1,-1 1 1,-1-1-1,-2-23 1,1 39-50,0-1-1,0 1 1,0-1-1,-1 1 1,1 0-1,-1-1 1,0 1-1,0 0 1,0 0 0,0 0-1,-1 0 1,1 1-1,-4-4 1,-42-33-9,36 30 8,-7-4-17,0 1 0,0 0 0,-40-16 0,-67-16 17,53 20 27,-209-97 683,172 70-339,78 38-302,-1 1 0,-1 2-1,1 1 1,-2 2 0,-45-4 0,-175 2 53,240 10-125,-1 0-1,1 1 0,1 1 1,-1 0-1,0 1 0,1 1 0,0 0 1,-18 9-1,14-4-5,0 0 0,0 1-1,1 1 1,0 1 0,-22 22-1,29-24 2,1 0 0,0 1-1,0 0 1,1 1 0,1 0-1,0 0 1,1 1 0,1 0-1,0 0 1,0 0 0,1 0-1,-1 16 1,-2 20 56,3 0 0,3 60 0,1-80-1,0-14-42,2 0 1,0 0 0,0-1 0,2 1 0,0-1 0,0 1-1,8 14 1,54 98 71,-45-90-46,-18-33-27,1-1 0,-1 1 1,1-1-1,0 1 0,0-1 1,0 0-1,1 0 0,-1-1 1,1 1-1,0-1 0,0 0 1,0 0-1,0-1 1,11 4-1,4 0 51,1-1 0,36 5 0,-17-4 22,-39-6-203,-5 1-125,-17 0-631,-28 0-2420,-13-1-2703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6:28.6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1 531 696,'0'0'7834,"11"7"-5479,56 37-1593,96 85 1,-144-114-712,-4-3 3,0-2 0,1 0 0,0-1 0,0-1 0,1 0 0,0-1 0,0-1 0,1 0 0,0-2-1,30 5 1,15-3 110,112-3 1,-105-4-112,-21 2-17,87-4 46,-115 1-66,-1 0 0,1-2 0,-1 0 0,29-11 0,-31 9 32,0-2 1,-1 0 0,0-1 0,26-18 0,-34 19-3,0 0-1,0 0 0,0-1 1,-1 0-1,0 0 1,-1-1-1,0 0 1,7-15-1,-3 5 29,-2 1-1,0-1 1,-2-1 0,0 0-1,-1 0 1,-1 0-1,-1-1 1,-1 0 0,1-29-1,-4 17 56,1 12-19,-1 1-1,-4-28 1,3 43-95,0-1-1,-1 1 1,1 0-1,-1 0 1,-1-1 0,1 1-1,-1 1 1,0-1 0,-1 0-1,1 1 1,-9-10 0,1 5-15,0 0 0,0 1 0,-1 0 0,0 1 0,-1 0 0,-23-10 0,-86-27-5,88 34 64,-20-9-10,28 10-51,-1 1 0,0 0 0,-54-8 1,-105 15-87,97 4 97,68-2-12,0 1 0,0 1 0,1 1 0,-1 1 0,0 0 0,1 2 0,0 0 0,-30 15 0,38-15-7,1 0 0,0 1-1,0 0 1,1 1-1,0 1 1,0-1-1,1 1 1,0 1 0,1 0-1,0 0 1,0 0-1,1 1 1,1 0-1,-1 1 1,-4 13 0,3 0 16,0-1 1,2 1 0,1 0-1,-4 40 1,5 104 47,4-125-51,1-41-281,0 0 0,0 0 0,0-1 0,1 1 0,-1 0 0,0-1 0,1 1 0,0-1 0,0 0 0,0 1 0,0-1 0,0 0 0,3 3-1,2-4-3445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6:30.1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303 926 512,'0'0'8315,"4"0"-8021,157 8 740,-77-3-799,-50-1 22,0 1 0,45 13-1,-45-9-103,0-2-1,41 3 0,118-8 330,-105-3-286,-72 2-129,1-2 1,-1 0 0,1-1-1,-1-1 1,0 0 0,0-2 0,0 1-1,-1-2 1,1 0 0,-1-1-1,-1 0 1,1-2 0,-1 1-1,-1-2 1,1 0 0,18-18 0,-14 10-53,0-1 0,-1 0 1,-1-1-1,19-30 0,-27 37-3,-2 0 0,1-1 0,-2 0-1,0 0 1,0 0 0,-1 0 0,-1 0 0,-1-1-1,2-16 1,-2-8 435,-5-76 0,1 103-436,-1 0 1,0 0-1,-1 0 1,0 1 0,-8-15-1,-33-56 42,33 62-50,-2-3 16,-1 0-1,-27-32 0,33 46-8,0-1-1,-1 1 1,0 1-1,0 0 1,-1 0-1,1 1 0,-21-9 1,-13-5 96,27 12-29,0 1 1,-1 0 0,0 1 0,0 1-1,-29-5 1,-57 1-3,-184 6-1,161 5-62,119 0-21,0 0-1,0 0 0,0 0 1,0 1-1,0 1 0,0-1 1,1 1-1,-15 7 0,-55 40-23,53-34 32,9-6-9,-117 87 16,118-84-24,1 0-1,0 0 1,1 1-1,0 1 1,1 0-1,-16 30 1,-12 33 44,3 1 1,-45 144 0,79-212-31,0 1 0,0-1 1,1 17-1,0-24-2,1 0 0,0 0 1,1 0-1,-1 0 0,1 0 0,-1 0 0,1 0 1,1-1-1,-1 1 0,0 0 0,1-1 0,0 1 0,2 4 1,6 1 36,0 0 1,0-1-1,1 0 1,0-1-1,0 0 1,1-1 0,-1 0-1,2 0 1,-1-2-1,0 1 1,21 3-1,-26-6-81,0 0 0,0 1 0,0 0 0,0 0 0,0 1 0,-1 0 0,1 0 0,-1 0 0,0 1 0,-1 0 0,7 6 0,4 6-2250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2:35.3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22 1432,'0'0'5405,"-3"-3"-4602,-9-8 33,9 8-37,5-1 2190,8 9-8276,7 4 2567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2:36.1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46 3081,'0'0'4775,"-14"-4"-4215,-3 0-361,8 3-31,0-1 1,0-1-1,1 0 0,-14-6 1,21 9 606,1-2-662,7 1-117,18-1 51,28-4 0,-26 2 9,31 0-1,-57 4-31,-15 0-194,5 0 177,-179 7 148,185-6-421,7 0 121,17 2 104,28 1 112,-26-3-62,-15-1 0,1 0 1,-1 0-1,0 1 0,11 3 0,-19-4-4,0 0 0,0 0 1,0 0-1,0 0 0,0 0 1,0 0-1,0 0 1,0 0-1,-1 0 0,1 0 1,0 0-1,0 0 0,0 0 1,0 0-1,0 1 1,0-1-1,0 0 0,0 0 1,0 0-1,0 0 0,0 0 1,0 0-1,0 0 1,0 0-1,0 0 0,0 1 1,0-1-1,0 0 0,0 0 1,0 0-1,0 0 1,0 0-1,0 0 0,0 0 1,0 0-1,0 0 0,0 1 1,0-1-1,0 0 1,0 0-1,0 0 0,0 0 1,0 0-1,0 0 0,0 0 1,0 0-1,1 0 1,-1 0-1,0 0 0,0 1 1,0-1-1,0 0 0,0 0 1,0 0-1,0 0 1,0 0-1,1 0 0,-11 3 68,-10 0 128,-1 0 0,1-1 1,-30 0-1,196 13-3684,-86-12-858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2:39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24 184 416,'0'0'16152,"3"-6"-16010,10-11-133,2 0-1,0 1 1,1 0-1,1 1 1,0 1-1,1 0 1,0 2 0,1 0-1,33-15 1,-42 23-62,0 1 0,0 0 0,0 1 0,0 0 0,1 1 0,13-1 0,-23 2-49,-5 2-290,-39 23 370,-1-2 0,-2-2-1,0-2 1,-59 15-1,90-30 41,5-1-34,23-3 20,-1 0 7,0-1 0,-1-1 0,1 0 0,-1 0 0,15-6 0,12-2-3,-8 4-9,2-1-24,0 2 0,48-3 0,-80 8-99,-1 1 87,-1-1 0,1 0 0,-1 1 0,1-1 0,-1 0 0,1 0 0,-1 0 0,1 0-1,-1 0 1,1 0 0,-3-1 0,-7 1-34,-28 3 94,-67 16 1,2 0 239,104-19-258,0 1 0,-1-1 0,1 0 0,-1 0 1,1 0-1,-1 0 0,1 1 0,-1-1 0,1 0 1,-1 0-1,1 1 0,0-1 0,-1 0 0,1 1 1,0-1-1,-1 0 0,1 1 0,0-1 0,-1 0 1,1 1-1,0-1 0,0 1 0,-1-1 0,1 1 0,0-1 1,0 1-1,0-1 0,0 1 0,0-1 0,0 1 1,0-1-1,0 1 0,0-1 0,0 1 0,2 11-3040,7 1-1834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2:41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 1008,'0'0'11375,"26"0"-11357,-15 0 180,0 0 0,0-1 0,0 0 0,-1 0 1,1-1-1,0-1 0,16-5 0,-15 3-183,0 2 1,-1-1-1,2 2 1,-1 0-1,0 0 1,0 1-1,18 0 1,-29 2 54,0-1-1,1 0 1,-1 1 0,1-1 0,-1 0 0,0 1 0,1 0 0,-1-1 0,0 1-1,1 0 1,-1 0 0,0 0 0,0-1 0,0 1 0,0 0 0,0 1 0,0-1 0,0 0-1,0 0 1,0 0 0,0 1 0,-1-1 0,1 0 0,0 2 0,-1-2-152,0 0 1,0 0-1,-1 0 0,1 0 1,0 0-1,-1-1 1,1 1-1,0 0 0,-1 0 1,1 0-1,-1-1 1,0 1-1,1 0 1,-1-1-1,1 1 0,-1 0 1,0-1-1,1 1 1,-1-1-1,0 1 1,0-1-1,0 0 0,1 1 1,-2 0-1,-23 5-3299,3-4-3262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6:38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450 711 680,'0'0'2283,"-11"1"4173,12 1-6403,-1 0 0,1 0-1,0 0 1,0 0-1,0 0 1,0-1 0,0 1-1,1 0 1,-1-1-1,1 1 1,-1-1 0,1 0-1,-1 1 1,1-1 0,0 0-1,-1 0 1,1 0-1,3 2 1,39 16 410,-20-11-255,0-2-1,1 0 0,0-2 0,31 2 0,102-3 415,-97-4-511,-48 1-44,0-2-1,1 1 1,-1-2 0,0 0 0,-1 0 0,1-1 0,-1-1 0,1 0 0,-1-1 0,-1 0-1,1-1 1,-1 0 0,15-13 0,5-6 70,-2-2 1,0-2-1,25-35 0,-45 55-116,-2 0 0,1 0 0,-1-1 0,-1 0-1,0-1 1,-1 0 0,0 0 0,-1 0 0,0 0-1,-1 0 1,0-1 0,-1 0 0,0 0 0,-1-23-1,-1 29 6,1 1-18,-1 0-1,0 0 1,0-1 0,0 1-1,-1 0 1,0 0 0,0 0-1,-1 0 1,1 0-1,-1 0 1,0 1 0,-1-1-1,0 1 1,-4-7-1,-11-10-5,0 0-1,-2 2 1,-1 0 0,0 2-1,-41-28 1,27 24 10,-2 2 1,0 2 0,-49-18-1,66 29-20,0 2-1,-1 0 0,0 1 1,-34-2-1,-86 6-49,69 1 77,43-1 13,-71 3-8,88-2-24,0 1 1,-1 1 0,1 0-1,0 0 1,-22 11 0,10-1-3,1 0 1,1 2 0,0 0-1,2 1 1,-1 2-1,2 0 1,0 1 0,2 1-1,0 0 1,-19 31-1,23-30 3,0 1 0,2 0-1,0 1 1,2 0 0,0 0-1,2 1 1,0 1 0,2-1-1,1 1 1,-3 50 0,7-56 0,2 28-1,-2-44 0,1 0 0,-1 0 1,1 0-1,0-1 0,0 1 0,1 0 0,-1-1 1,0 1-1,1-1 0,-1 1 0,1-1 0,0 1 1,3 2-1,5 3 21,0-1 1,0-1 0,0 1 0,1-2-1,0 1 1,0-1 0,1-1-1,20 5 1,102 14 174,-87-16-166,110 13-180,-91-15-2648,-35-4-959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6:39.7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462 871 3409,'0'0'6450,"-2"-3"-5815,0 0-617,-1-4 739,3 6-730,1 1 1,0-1-1,-1 1 0,1 0 1,-1-1-1,1 1 1,0 0-1,-1 0 0,1 0 1,0-1-1,-1 1 1,1 0-1,0 0 0,0 0 1,-1 0-1,1 0 0,0 0 1,1 1-1,58-1 583,214-6 527,-223 1-1088,1-1 0,-2-3 0,67-20 0,-104 25-32,0-1 0,0 0-1,-1-1 1,1 0-1,-1-1 1,-1 0 0,13-10-1,-19 12-12,0 0 0,0 0 1,0 0-1,-1 0 0,0-1 0,0 0 0,0 0 0,-1 0 0,0 0 0,0-1 0,0 1 1,-1-1-1,0 0 0,0 1 0,1-13 0,-1-1-6,-1 0 0,-1-36 0,-1 47 7,0-1 0,-1 1 0,0 0 0,-1 0 0,1 0-1,-2 0 1,-7-16 0,-8-7 5,-2 0-1,0 2 1,-2 1-1,-43-43 1,46 53-20,-2 2 1,0 0-1,0 1 1,-2 1 0,0 1-1,-46-20 1,-267-78-78,333 111 87,-7-2-4,-1 1-1,0 0 1,1 0 0,-1 1-1,0 0 1,0 1 0,0 1 0,0 0-1,-19 4 1,14-1-10,1 1 1,0 1-1,0 0 1,0 1-1,1 1 1,-18 11-1,11-3-2,1 0 0,1 1 1,0 1-1,1 1 0,1 1 0,1 0 0,0 1 1,-19 35-1,26-38 13,1 0 0,0 0 0,1 1 0,2 0 1,0 1-1,0-1 0,2 1 0,1 0 0,0 1 0,2-1 0,0 0 1,1 1-1,3 20 0,-1-33 9,0 0 0,0 0 0,1 0-1,0 0 1,1-1 0,0 1 0,0-1 0,0 0 0,1 0 0,0-1 0,1 1-1,-1-1 1,1 0 0,0-1 0,12 9 0,5 3 18,1-1 1,0-2-1,34 15 1,11 3-140,97 29 0,-62-36-2930,-50-18-1162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6:40.6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358 884 3593,'0'0'5766,"-9"-3"-4460,25 4-1043,-1 1-1,0 0 1,0 1 0,22 8 0,28 5 74,-15-10-110,1-3 0,65-3 0,-98-1-175,0 0 0,1-2 0,-1 0 0,-1-1-1,1-1 1,-1-1 0,20-9 0,-26 10 14,0 0 1,0-1-1,-1-1 1,0 0-1,0 0 1,0-1-1,-1-1 1,-1 1-1,1-1 1,-1-1-1,11-16 1,-10 9-30,0 0 0,-1-1 1,-1-1-1,-1 1 0,0-1 0,-2 0 1,4-29-1,-2-12-60,-4-66 0,-2 94 17,-1 19 2,0 1-1,-1 0 0,-1-1 1,0 1-1,0 0 0,-1 1 0,-1-1 1,0 1-1,-1-1 0,0 1 1,0 1-1,-1 0 0,-1-1 0,0 2 1,-12-13-1,-4-2-48,-1 2-1,-1 1 1,-1 1-1,-47-26 1,56 36 40,0 1 0,0 1 1,-1 1-1,-1 1 1,1 0-1,-1 2 0,0 0 1,0 1-1,0 1 1,0 1-1,0 1 0,-24 2 1,33-1 2,-1 1 0,0 1 0,1 0 1,-1 0-1,1 1 0,0 0 1,-11 7-1,-73 46-26,69-40 42,-10 6-23,1 2 1,2 1 0,1 1 0,-39 42 0,59-55 4,1 0-1,0 0 1,1 1-1,0 0 1,2 0 0,0 1-1,0 1 1,1-1 0,1 1-1,1 0 1,1 1 0,-5 34-1,8-36-7,0 1 0,1-1 0,1 0 0,2 16 0,-1-25 23,-1-1 0,1 1 0,0-1 0,1 0 0,-1 0 0,1 0 0,1 0 0,-1 0 0,1-1 0,0 1 0,0-1 0,6 6 0,14 10 23,0 0-1,2-2 1,51 30 0,90 32-2888,-115-60-12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6:41.5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518 1109 4121,'0'0'5128,"-4"-7"-4760,-5-14 246,1 1 0,-7-28 1,8 26-546,-1 1 0,0-1 1,-13-19-1,5 9-58,12 20 101,6 11-66,13 14-29,-3-1 57,0-4 4,0-1 0,0 0 0,0 0-1,1-1 1,0-1 0,0 0 0,1 0-1,-1-2 1,22 4 0,9-2 133,75-2 0,-90-3-149,-18 0-36,-1 0 0,0-1 0,1 0 1,-1 0-1,0-1 0,0-1 0,0 0 0,0 0 1,0-1-1,-1 0 0,1 0 0,-1-1 1,0 0-1,-1-1 0,1 0 0,-1-1 0,0 1 1,-1-1-1,0-1 0,0 0 0,0 0 0,6-11 1,-5 6-10,-1 0 1,0 0-1,-1-1 1,-1 0 0,0 0-1,-1 0 1,3-23-1,-2 0 24,0-68-1,-6 87-35,-1 0-1,-1 0 1,0 0 0,-1 1-1,-1-1 1,-1 1 0,0 0 0,-1 0-1,-1 1 1,-12-19 0,-8-9 13,-3 2-1,-46-51 1,62 76-27,0 1 0,-2 1-1,0 0 1,-1 1 0,0 1-1,-1 1 1,0 0 0,-1 2-1,0 0 1,-1 1 0,0 1-1,0 1 1,-1 1 0,0 1-1,0 1 1,-37-2 0,43 5 9,-88-1-70,94 3 63,0 0 0,0 1 0,-1-1 1,1 2-1,0 0 0,1 0 0,-19 9 1,8 1-8,0 0 1,0 2 0,1 1 0,1 0 0,1 1 0,0 1 0,1 0-1,1 1 1,1 1 0,0 1 0,2 0 0,0 0 0,2 1-1,0 1 1,2-1 0,0 2 0,1-1 0,2 1 0,0 0 0,2 0-1,-1 31 1,4-37 10,-1 0-3,2 0 0,0 0 1,5 24-1,-4-34 5,0-1-1,1 1 1,0 0 0,0-1 0,1 0-1,0 0 1,0 0 0,1 0 0,0-1-1,9 11 1,26 21-641,56 44 0,-28-35-2000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6:42.1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439 995 4841,'0'0'3930,"0"-3"-3382,0 2-460,0 1 0,1-1-1,-1 0 1,0 1 0,0-1-1,0 0 1,0 1 0,1-1-1,-1 1 1,0-1-1,1 0 1,-1 1 0,0-1-1,1 1 1,-1-1 0,1 1-1,-1-1 1,1 1 0,-1 0-1,1-1 1,-1 1 0,1 0-1,-1-1 1,1 1 0,0 0-1,-1-1 1,1 1-1,0 0 1,-1 0 0,1 0-1,-1 0 1,1 0 0,1 0-1,31 0-129,-16 1 214,90-1-111,247-7 46,-298 2-76,-1-2 0,0-2-1,0-3 1,65-23 0,-106 30-13,-1 0 1,-1-1 0,1 0-1,-1-1 1,0 0-1,0-1 1,15-14 0,-22 16-17,1 1 0,-1-2 0,0 1 1,-1 0-1,1-1 0,-1 0 0,0 0 1,-1 0-1,0-1 0,0 1 0,-1-1 1,1 0-1,-2 1 0,2-15 0,0-20-50,-2-1-1,-5-46 0,0 65 55,-1 1 0,-1 0 0,-1 0 0,-2 1 0,0 0 0,-21-36 0,17 32 17,0 1-12,0 2 0,-1 0-1,-2 1 1,0 0 0,-26-26 0,28 34-12,-1 1-1,0 1 1,-1 0 0,-1 1 0,0 1 0,0 0 0,-1 1 0,-19-6 0,1 3-13,-1 1-1,0 2 1,-72-7 0,-116 8-57,187 9 53,0 1 1,-1 2 0,2 1-1,-62 17 1,72-13 10,0 1 0,0 1 0,1 1 0,1 1 0,0 2 0,-42 31 0,56-36 3,0-1 1,1 2 0,0-1 0,1 1-1,0 1 1,1 0 0,-7 13-1,0 4-31,-18 52-1,-7 48-368,16-8-999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6:54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4977,'0'0'3781,"15"11"855,-14-7-4609,1 1 1,-1 0-1,0-1 1,0 1-1,-1 0 1,1 0 0,-1-1-1,-1 10 1,1 7 126,8 284 1120,-2-191-1012,3 57 129,-7-55-3902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6:54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7634,'0'0'4567,"16"-1"-4283,260-6 1305,-253 9-1502,1 1 0,-1 0 1,-1 2-1,1 1 0,-1 1 1,27 12-1,-34-13-55,-1 1 0,0 1 0,0 0 0,0 1 0,-1 1 0,0 0 0,-1 1 0,0 0 0,19 24 0,-26-26 5,0 1 1,-1-1-1,0 1 1,0 0-1,-1 0 1,-1 0-1,1 0 1,-2 0-1,1 1 1,-2-1 0,1 0-1,-2 15 1,0-19-12,0 0 1,0 1 0,0-1-1,-1 0 1,0 0 0,0 0-1,0 0 1,-1 0-1,0 0 1,0-1 0,0 1-1,-1-1 1,0 0 0,0 0-1,0 0 1,-9 6 0,-6 6 40,0-2 0,-1-1 0,-23 13 0,25-16-86,-1-1 1,0 0-1,0-2 0,-1 0 0,0-1 0,0-1 1,-1-1-1,0-1 0,0 0 0,-37 0 0,57-4-27,0 0-1,0 0 0,-1 0 1,1 0-1,0 0 0,-1 0 1,1-1-1,0 1 0,0 0 1,0-1-1,-1 1 0,1-1 1,0 1-1,0-1 0,0 0 1,0 1-1,0-1 0,0 0 1,0 0-1,0 0 0,0 0 1,0 0-1,0 0 0,1 0 1,-1 0-1,0 0 0,1 0 1,-1 0-1,1 0 0,-1-1 0,0 0 1,0-4-471,0-1 1,1 1-1,0 0 1,0 0-1,1-10 1,0-5-2293,-1-21-5493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6:55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176 321 3649,'0'0'7228,"-23"36"-7007,-74 117-6,87-138-165,1 2 0,1-1 0,0 1 0,-5 20 0,10-26 4,1 0 0,1 0-1,0 0 1,1 19 0,0-17 5,0-12-43,0 0 0,0 0 0,0 0 0,0 0 0,0 0 1,0 0-1,0 0 0,0 1 0,0-1 0,1 0 0,-1 0 1,0 0-1,1 0 0,-1 0 0,1 0 0,-1 0 0,1-1 1,0 1-1,-1 0 0,1 0 0,1 1 0,0-1 13,0 0-1,0-1 0,0 1 1,0-1-1,0 0 0,1 1 0,-1-1 1,0 0-1,4 0 0,-2-1 59,1 1 0,-1-1 0,1 0 0,-1 0 0,1 0 0,-1-1 0,0 1 0,1-1 0,-1 0 0,0 0 0,0-1 0,-1 1 0,1-1 0,6-5 0,2-4 222,0-1-1,16-21 1,-23 26-222,8-9 373,-2 0 1,0-1-1,-1-1 0,-1 0 1,10-29-1,-19 60-539,1 0-1,0 0 0,1 0 1,0 0-1,1 0 1,0-1-1,1 1 1,8 15-1,-10-22 27,1 0 0,0 0 1,0 0-1,0 0 0,0-1 0,1 0 0,0 1 0,0-1 1,0-1-1,0 1 0,1-1 0,0 1 0,-1-1 0,1 0 0,0-1 1,1 1-1,-1-1 0,0 0 0,1-1 0,8 3 0,-9-3 46,0-1 0,-1 1 0,1-1 0,0 0 0,0 0 0,0-1 0,-1 1 0,1-1 0,0 0 0,-1 0 0,1-1-1,-1 1 1,1-1 0,-1 0 0,8-5 0,-5 1 21,0 0 0,0 0 0,-1-1 0,0 0 0,-1 0 0,1 0 0,7-15 0,-2 1 49,-1-1 0,-1 1 0,0-2 1,-2 1-1,-1-1 0,0 0 0,3-35 0,-3-17 181,-4-77 0,-3 95-55,1 40-135,0 0 1,-2 0 0,-6-31-1,4 39-16,1 10-168,0 16-175,1 173 48,3-103 261,0-57 8,1 0 0,1 0 0,1-1 1,2 1-1,1-1 0,1-1 1,2 1-1,1-1 0,1-1 1,1 0-1,1-1 0,29 40 1,-43-66-31,11 12 107,-11-12-101,0 0-1,0-1 0,-1 1 0,1 0 1,0 0-1,0 0 0,0-1 0,0 1 1,0 0-1,0 0 0,0 0 0,0-1 1,1 1-1,-1 0 0,0 0 0,0 0 1,0-1-1,0 1 0,0 0 1,0 0-1,0 0 0,0 0 0,0-1 1,1 1-1,-1 0 0,0 0 0,0 0 1,0 0-1,0 0 0,1-1 0,-1 1 1,0 0-1,0 0 0,0 0 0,0 0 1,1 0-1,-1 0 0,0 0 0,0 0 1,0 0-1,1 0 0,-1 0 0,0 0 1,0 0-1,1 0 0,-1 0 0,0 0 1,0 0-1,0 0 0,1 0 0,-1 0 1,0 0-1,0 0 0,0 0 0,0 0 1,1 0-1,-1 1 0,0-1 0,0 0 1,0 0-1,0 0 0,1 0 0,-1 0 1,0 1-1,0-1 0,0 0 0,0 0 1,1-18-532,-1-12-2227,-4-37 0,-11 0-3519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6:55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 6913,'0'0'4962,"193"-13"-4450,-154 13-328,-4 0-184,15 0-840,-10 0-1513,-12 0-3128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6:55.8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1 6209,'0'0'2965,"-13"27"-2122,-40 88 20,49-108-738,1 0-1,0 0 1,0 1 0,1-1 0,0 1 0,0-1 0,1 1 0,0 0 0,1 0-1,-1-1 1,2 15 0,1 3 401,-2-24-497,0-1 0,0 1-1,1 0 1,-1-1 0,0 1 0,1 0-1,-1-1 1,1 1 0,-1 0 0,0-1-1,1 1 1,0-1 0,-1 1-1,1-1 1,-1 1 0,1-1 0,0 1-1,-1-1 1,1 0 0,0 1 0,-1-1-1,1 0 1,0 0 0,-1 1 0,1-1-1,0 0 1,0 0 0,-1 0 0,1 0-1,0 0 1,0 0 0,0 0 0,-1 0-1,2 0 1,32-5 513,-26 3-441,1-1 0,-1-1 0,0 0 0,0 0 0,0 0 0,-1-1 0,0 0-1,9-8 1,53-54 248,-57 54-285,-2 3 23,0-1 1,-1 0 0,13-20-1,-21 29 93,-1 3-86,-1 8-101,0 1 0,-1-1 0,0 1 0,0-1-1,-6 13 1,-7 29 42,14-46-32,-5 52 11,6-53-12,0 0 0,0 0 0,0-1 0,0 1-1,1 0 1,0 0 0,-1 0 0,2-1 0,-1 1 0,0 0-1,1-1 1,1 4 0,0-3 10,0-1-1,1 0 1,-1 0 0,1 0-1,-1-1 1,1 1-1,0-1 1,0 0 0,0 0-1,0 0 1,0-1-1,1 0 1,-1 1 0,0-1-1,1-1 1,5 2-1,13-1 93,-1 0-1,23-2 0,-26 1-38,-11-1-81,1 1 0,-1-1 0,1-1-1,-1 0 1,0 0 0,1 0 0,-1-1-1,0 0 1,-1-1 0,1 0 0,-1 0-1,1-1 1,6-5 0,-5 2-316,-1 0 0,1 0 1,-2-1-1,1 0 0,-1-1 0,-1 0 1,1 0-1,-2 0 0,6-13 1,6-31-4301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6:56.8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 1 7114,'0'0'3231,"7"15"-1839,5-12-948,0-2 0,0 1 0,0-1 1,1-1-1,19-2 0,3 1-144,-34 1-297,-1 0-1,1 1 1,-1-1 0,0 0-1,1 0 1,-1 1 0,1-1-1,-1 0 1,0 1 0,1-1-1,-1 1 1,0-1 0,0 1 0,1-1-1,-1 0 1,0 1 0,0-1-1,1 1 1,-1-1 0,0 1-1,0-1 1,0 1 0,0-1 0,0 1-1,0-1 1,0 2 0,1 15-52,-1-16 49,0 8 37,0 1 1,0-1-1,-1 1 1,-1-1-1,0 1 1,0-1 0,0 0-1,-1 0 1,-1 0-1,1 0 1,-2 0-1,1-1 1,-11 16-1,-1-3-121,-1 0-1,0-1 1,-1-1 0,-1-1-1,-1 0 1,-1-2 0,0 0-1,-1-1 1,-1-2-1,-45 21 1,29-22-1525,37-12 1237,-1 0 0,1 0 0,0 0 1,0 0-1,0 0 0,0 0 0,0-1 0,0 1 0,0-1 0,-3 0 0,-3-7-6011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6:57.6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30 5873,'0'0'6403,"0"28"-5623,0 1-605,1 14 66,1 0 1,9 52-1,38 145 386,19 135-479,-67-365-80,-1-20 40,-2-22-8,-6-28-185,-2 0 0,-28-87 0,0 2-170,4-33 163,30 145 115,1 1 0,2-1 0,4-50 0,-2 79-20,-1 1-1,1-1 1,0 1-1,0-1 1,0 1-1,1 0 1,-1 0-1,1 0 1,-1 0-1,1 0 0,0 0 1,0 0-1,1 0 1,-1 1-1,1-1 1,-1 1-1,1 0 1,0-1-1,-1 1 1,1 0-1,0 1 1,1-1-1,-1 1 0,5-2 1,0 0-21,0 1 0,0 0-1,0 0 1,0 1 0,1 0 0,-1 1 0,1 0 0,-1 0 0,10 2-1,-13-1 11,-1 1 0,1-1 0,-1 1 0,1 0 0,-1 0 0,0 1 0,0-1 0,0 1 0,0 0 0,0 0 0,0 0 0,-1 1 0,0-1 0,1 1 0,-2 0 0,1 0 0,4 8 0,4 8 12,0 0 1,9 31 0,-17-44-3,6 16 63,-1 1 0,-1 0 0,-1 0 0,-1 0-1,-1 1 1,-1 0 0,-1 0 0,-1 0 0,-4 34 0,3-57-46,-1 1 1,0-1 0,1 0 0,-1 0 0,0 0 0,0 0 0,0 0 0,0 0 0,0-1 0,0 1-1,-1 0 1,1 0 0,0-1 0,-1 1 0,0-1 0,-1 2 0,-2 0 4,1-1 0,0 1 0,0-1 0,-1 0 0,1 0 0,-1-1 0,-5 2 0,-2 0-79,-1-1 1,1-1 0,-1 0-1,1-1 1,-17-1 0,21 0-240,-1 0 1,1-1-1,-1 0 1,1 0 0,-1-1-1,1 0 1,0 0-1,0-1 1,1 0 0,-13-9-1,-21-21-3841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6:57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0 123 6177,'0'0'3394,"26"31"-2447,84 103-65,-79-100-237,58 49-1,-70-67-513,0 1-1,-2 1 0,24 29 1,-41-46-123,0-1-1,1 0 1,-1 0 0,0 0-1,0 1 1,1-1 0,-1 0-1,0 0 1,0 1 0,0-1-1,0 0 1,1 0 0,-1 1 0,0-1-1,0 0 1,0 0 0,0 1-1,0-1 1,0 0 0,0 1-1,0-1 1,0 0 0,0 1-1,0-1 1,0 0 0,0 0 0,0 1-1,0-1 1,0 0 0,0 1-1,0-1 1,0 1 0,-10-2 183,-15-10-33,14 3-141,1 0 0,0-1 0,1 0 0,-1 0 0,2-1 0,-1 0 0,2 0 0,-1-1 0,1 0 0,-9-21 0,9 16 26,1 0 0,0-1 0,2 1 0,0-1 0,0 0 0,2 0 1,-2-31-1,4 42-54,1-1-1,-1 1 1,1-1 0,0 1 0,1 0-1,-1-1 1,1 1 0,0 0 0,1 0-1,0 0 1,0 0 0,6-8 0,-3 6-146,0 1 0,0 1 0,1-1 0,0 1 0,0 0 1,0 1-1,1 0 0,13-7 0,82-32-4583,-63 30 341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6:58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0 1456,'0'0'5806,"-19"30"-5024,-57 100-5,71-121-674,0 0 0,1 1 0,0 0 1,1 0-1,0 0 0,0 0 1,1 1-1,0-1 0,1 1 1,0-1-1,1 1 0,2 21 1,-1 3 217,-1-29-271,0-1 0,0 1 1,1-1-1,-1 1 0,1-1 0,1 0 1,-1 0-1,1 1 0,0-1 0,0 0 1,0 0-1,1-1 0,-1 1 1,1 0-1,0-1 0,1 0 0,-1 1 1,1-1-1,0-1 0,0 1 0,0 0 1,0-1-1,1 0 0,-1 0 0,1 0 1,0-1-1,0 0 0,0 0 0,0 0 1,0 0-1,0-1 0,1 0 0,-1 0 1,7 0-1,-5 0 68,0 0 0,-1-1 0,1 0 0,0 0 1,-1-1-1,1 1 0,0-2 0,-1 1 0,1-1 0,-1 0 0,9-3 0,-11 2-48,-1 1 0,1-1 0,0 0-1,-1 0 1,0 0 0,0 0 0,0-1-1,0 0 1,0 1 0,-1-1-1,1 0 1,-1 0 0,0 0 0,0 0-1,-1 0 1,1-1 0,1-7 0,-1 2-45,1-1 1,-1 1 0,-1-1 0,0 0 0,0 0 0,-1 0 0,-1 1 0,0-1 0,-2-12 0,1 16-115,-1-1-1,1 2 1,-1-1 0,0 0-1,-1 0 1,1 1-1,-1 0 1,-1 0-1,1 0 1,-1 0 0,0 1-1,0 0 1,-1 0-1,-7-5 1,-10-6-1869,-43-22-1,32 20-2270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6:58.9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7586,'0'0'5263,"34"36"-4641,109 117-198,-120-129-306,-1 1 1,-1 1-1,26 42 0,-43-60-94,6 6-4,-2 0 0,0 0 0,0 1 0,-2 1 0,0-1 0,0 1 0,-2 0 0,0 0-1,-1 0 1,0 1 0,0 28 0,-3-41-18,0-1 0,-1 1 0,1 0 0,-1-1 0,0 1-1,0 0 1,0-1 0,-1 0 0,1 1 0,-1-1 0,0 0 0,0 0 0,0 0 0,0 0 0,-1 0-1,1 0 1,-1 0 0,1-1 0,-1 1 0,0-1 0,0 0 0,0 0 0,0 0 0,-1 0-1,1-1 1,0 1 0,-1-1 0,-4 1 0,-7 2-49,0 0 1,0-1 0,0 0-1,-1-2 1,-25 0-1,37 0 21,0-1 1,-1 0-1,1 0 0,-1-1 1,1 1-1,0-1 0,-1 0 1,1 0-1,0 0 0,-1-1 0,1 1 1,0-1-1,0 0 0,1 0 1,-1-1-1,0 1 0,1-1 1,-1 0-1,1 0 0,0 0 0,0 0 1,0-1-1,0 1 0,1-1 1,-1 1-1,1-1 0,0 0 1,0 0-1,-2-6 0,1 1-25,0 0 0,0-1 0,1 0 0,0 0 0,1 0 0,0 1 0,1-1 0,0 0 0,0 0 0,1 0 0,0 0 0,1 0 0,0 0 0,1 1 0,0-1 0,0 1 0,1-1 0,0 1-1,1 1 1,0-1 0,6-9 0,7-1-15,0 1-1,2 0 1,0 1 0,0 1-1,37-20 1,-5 7 334,74-29 1,-103 51 346,-23 7-578,1 0 0,-1 0-1,1 0 1,0 0 0,-1 0 0,1 0-1,0 0 1,-1 1 0,1-1-1,0 0 1,-1 0 0,1 0-1,0 1 1,-1-1 0,1 0 0,-1 1-1,1-1 1,0 1 0,0 1 28,0 0 0,0 0 0,0 1 0,0-1 1,0 0-1,0 1 0,-1-1 0,1 0 0,-1 1 0,0-1 0,0 5 1,2 7-181,4 30 357,13 48 0,-14-76-207,0 1-1,1-1 0,1 0 0,0 0 1,19 29-1,-24-42-16,0-1-1,1 1 1,-1 0-1,1-1 1,0 1 0,0-1-1,0 0 1,0 0-1,0 0 1,0 0 0,0-1-1,1 1 1,-1-1 0,1 0-1,-1 0 1,1 0-1,-1-1 1,1 1 0,0-1-1,-1 0 1,1 0-1,0 0 1,-1 0 0,1 0-1,-1-1 1,1 0 0,4-1-1,4-2 58,-1 0 1,0 0-1,0-2 0,0 1 1,-1-1-1,18-13 0,-8 4-37,-1 0-1,-1 0 0,0-2 1,-1 0-1,-1-2 0,-1 1 1,15-25-1,-29 42-45,-2 53-354,3 63 405,-1-108-7,0 0-1,1 0 1,0 0-1,4 10 1,-5-15-110,0 0-1,0 0 1,0 0 0,0 0 0,0-1 0,1 1 0,-1 0 0,4 2 0,-5-3-47,1-1 0,-1 1 0,1-1 0,0 0 1,0 1-1,-1-1 0,1 0 0,0 0 0,-1 1 0,1-1 1,0 0-1,0 0 0,-1 0 0,1 0 0,0 0 1,0 0-1,0 0 0,-1 0 0,1 0 0,0 0 0,0 0 1,-1-1-1,1 1 0,1-1 0,5-4-3441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6:59.2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9010,'0'0'7522,"35"10"-7522,-20 6-977,-5-7-2839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6:59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 5553,'0'0'8723,"4"7"-8495,15 41-57,-1 1-1,-3 0 1,-1 1-1,-3 0 1,7 80-1,-17-43 844,-1-115-892,5-109 64,-3 120-200,1 0 0,1 0 0,0 1 0,1-1 0,1 1 0,8-18 1,-7 21-35,1 0 1,0 1 0,0 0-1,1 0 1,1 1 0,17-18 0,-21 24 20,0 0 0,0 1 0,0-1 0,1 1 0,-1 1 1,1-1-1,0 1 0,0 0 0,0 1 0,0 0 0,1 0 1,-1 0-1,1 1 0,12-1 0,-18 2 18,0 0 0,0 1 0,0-1 1,0 0-1,0 1 0,0-1 0,0 1 0,0 0 0,0 0 0,0 0 0,0 0 0,0 0 1,0 0-1,-1 0 0,1 0 0,0 1 0,-1-1 0,1 1 0,-1-1 0,0 1 1,1 0-1,-1-1 0,0 1 0,0 0 0,1 2 0,2 6-33,-1-1-1,0 1 1,0-1 0,1 13-1,-2-8 31,19 138 98,-16-102-61,-2-33 8,-3-16 101,1-3 79,4-11-127,-1 1 0,4-19 0,4-15-85,-2 14-23,2 0-1,1 0 1,1 1 0,2 1-1,1 1 1,24-31 0,-38 57 7,-1 0 0,1 0-1,-1 1 1,1 0 0,0-1 0,0 1 0,6-3 0,-8 5 3,-1-1 1,1 1-1,0 0 1,0-1-1,0 1 1,0 0-1,-1 0 0,1 0 1,0 0-1,0 0 1,0 0-1,0 0 1,0 0-1,0 0 1,0 0-1,-1 0 1,1 0-1,0 1 1,0-1-1,0 0 1,0 0-1,-1 1 0,1-1 1,0 1-1,0-1 1,-1 1-1,1-1 1,0 1-1,-1 0 1,1-1-1,0 1 1,-1 0-1,1-1 1,-1 1-1,1 0 1,-1 0-1,0-1 1,1 3-1,8 18-19,-2 1 1,10 39-1,-14-42 40,2 0 0,0-1 0,1 0 1,1 0-1,17 31 0,-22-46-38,1-1 1,-1 1 0,1 0-1,0-1 1,0 0-1,0 0 1,0 0 0,0 0-1,0 0 1,1 0-1,-1-1 1,0 0 0,1 0-1,-1 0 1,1 0 0,0 0-1,-1-1 1,1 1-1,0-1 1,5 0 0,1 0-335,1-1 0,-1 0 0,1-1 1,-1 0-1,0 0 0,11-5 0,25-16-3384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7:00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7802,'0'0'3832,"14"186"-2967,-10-129-169,-4-2-208,4-4-192,-1-6-136,1-6-56,-1-7-88,1-10-16,-1-6-472,-3-38-10202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7:01.0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9938,'0'0'5145,"4"6"-7489,-1 13-793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7:01.3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13067,'0'0'2608,"15"36"-1976,94 228 514,-8 18-314,-82-216-725,-2 2-1,10 91 0,-26-94-734,-22-75-1467,-12-19-460,-6-9-2369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7:01.7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87 10266,'0'0'4545,"228"-38"-3921,-153 28-432,3 1-192,15-1-968,-18 0-1568,-15 1-3202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7:02.1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0 6265,'0'0'7258,"-5"27"-6622,-2 4-433,1-5-56,1 1 0,1 0 0,1-1 1,1 32-1,1-11-23,0-21-81,1-1-1,5 38 1,-5-59-38,0-1 0,1 1 0,0-1 1,0 1-1,0-1 0,0 1 0,0-1 0,1 0 0,0 0 1,-1 0-1,1 0 0,0 0 0,0 0 0,1 0 0,-1-1 1,1 1-1,-1-1 0,1 1 0,0-1 0,0 0 0,0 0 1,0-1-1,0 1 0,0 0 0,1-1 0,-1 0 0,0 0 1,1 0-1,-1 0 0,1-1 0,4 1 0,-2 0 12,1-1-1,0 0 1,-1-1 0,1 1-1,-1-1 1,1 0-1,-1-1 1,1 0 0,-1 0-1,0 0 1,0-1-1,0 1 1,0-2 0,0 1-1,9-7 1,18-18 38,41-43 0,-8 6-8,-65 64-44,0 0 1,1 0-1,-1 0 0,0 0 0,1 0 1,-1 1-1,0-1 0,1 0 0,-1 1 1,3-2-1,-3 2-6,0 0 0,-1 0 0,1 1 0,0-1-1,-1 0 1,1 0 0,0 0 0,-1 0 0,1 1 0,-1-1 0,1 0 0,0 0 0,-1 1 0,1-1 0,-1 1 0,1-1 0,-1 0-1,1 1 1,-1-1 0,1 1 0,-1-1 0,1 1 0,-1 0 0,0-1 0,1 1 0,-1-1 0,0 1 0,0 0 0,1-1-1,-1 1 1,0-1 0,0 1 0,0 0 0,0 0 0,8 35 11,5 53 0,-12-78 1,34 782 717,-35-778-723,0 27 3,-1-1 0,-10 63 0,9-93-6,0 0 0,-2 0 0,1 0 0,-1 0-1,-1-1 1,0 1 0,0-1 0,-1 0 0,0-1-1,-1 1 1,0-1 0,0-1 0,-13 13 0,13-16 10,-1 0 1,1 0 0,-1-1 0,0 0 0,0 0-1,0-1 1,0 0 0,-1 0 0,1-1 0,-1 0-1,0 0 1,0-1 0,0 0 0,1-1-1,-1 0 1,0 0 0,0-1 0,0 0 0,0-1-1,-13-4 1,15 2 20,0 0-1,-1 0 1,2-1-1,-1 0 1,0 0-1,1-1 1,0 0-1,1 0 0,-1-1 1,1 1-1,0-1 1,1 0-1,-1 0 1,-2-9-1,-4-6 79,2-2 1,0 1-1,-8-40 0,9 19 25,2-1 1,2 1-1,2-48 0,2 73-50,1-1-1,0 1 1,2-1-1,0 1 1,9-28 0,-7 33-60,1 0 0,1 0 0,0 1 0,0 0 0,1 0 0,1 1 0,18-20 0,-5 9-49,1 2 1,2 0 0,41-26-1,80-40-814,-143 86 808,108-60-1934,-19 6-1814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7:02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6833,'0'0'7490,"6"26"-6838,0 6-496,3 16 91,20 61 1,-14-63-149,-1-5-18,-1 1-1,9 58 0,-23-131-61,1 0 0,2-1 0,1 1 0,1 0 0,2 0 1,1 0-1,1 1 0,2 0 0,16-34 0,-24 58-36,1 1 0,0-1-1,0 1 1,1 0 0,-1 0 0,1 1 0,0-1 0,1 1 0,-1-1 0,1 1-1,-1 1 1,1-1 0,0 1 0,1 0 0,-1 0 0,0 0 0,1 1 0,0-1-1,-1 1 1,1 1 0,0-1 0,0 1 0,0 0 0,11 0 0,-15 1 3,1 0 0,-1 1 0,0-1 0,1 1 0,-1-1 0,0 1 0,0 0 0,1 0 0,-1-1 0,0 2 0,0-1 0,0 0 0,0 0 0,0 1 0,3 2 0,-1 0 0,-1 0 0,1 0 0,-1 1 0,0-1 0,-1 1 0,5 8 0,0 5 3,-1 0 0,8 37 0,-13-51 8,2 17 8,0 1-1,-2-1 1,0 24-1,-1-32 25,0-12 138,0 0 179,4-6-231,19-44 166,-14 27-269,15-26-1,-21 43-20,0 0 0,0 0-1,1 0 1,-1 1 0,1 0-1,0-1 1,1 1 0,-1 1-1,1-1 1,6-3-1,-10 6-4,0 0 0,1 0 0,-1 1-1,1-1 1,-1 0 0,1 1 0,-1 0-1,1-1 1,-1 1 0,1 0 0,-1 0-1,1 0 1,-1 0 0,1 0 0,-1 0-1,1 0 1,-1 0 0,1 1-1,-1-1 1,1 0 0,-1 1 0,1 0-1,-1-1 1,0 1 0,1 0 0,-1-1-1,0 1 1,0 0 0,1 0 0,-1 0-1,0 0 1,0 1 0,0-1 0,0 0-1,0 1 1,4 6 13,-1-1 0,0 1 0,0 0 0,-1 0 0,2 8 1,0-1-14,32 84-786,-37-97 636,1 0 1,0 0-1,0 0 0,-1 0 0,1 0 0,1-1 1,-1 1-1,0 0 0,0-1 0,1 1 0,-1-1 1,0 1-1,3 1 0,17 4-4495,-6-7-1136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7:03.7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147 552 8250,'0'0'2474,"-17"28"-1560,-56 92-96,64-104-677,1 0-1,1 0 1,0 1-1,1 0 1,-7 34 0,10-25 0,0 0 0,3 38 1,0-35 12,0-29-152,0 0 0,0 0 0,0 1 0,0-1 0,0 0 0,0 0 0,1 0 0,-1 1 0,0-1 0,0 0 1,0 0-1,0 0 0,0 0 0,1 1 0,-1-1 0,0 0 0,0 0 0,0 0 0,1 0 0,-1 0 0,0 0 0,0 0 0,0 1 1,1-1-1,-1 0 0,0 0 0,0 0 0,1 0 0,-1 0 0,0 0 0,0 0 0,0 0 0,1 0 0,-1 0 0,0 0 1,0 0-1,1 0 0,-1-1 0,0 1 0,0 0 0,0 0 0,1 0 0,-1 0 0,0 0 0,0 0 0,0 0 0,1-1 0,-1 1 1,0 0-1,13-9 46,1-6-15,-1 0 1,-1-2 0,-1 1 0,16-30 0,-20 34-31,6-13 8,0 0 1,-2-1-1,-1-1 1,7-28-1,-14 48-29,-2 7-29,2 13-111,-2 41-203,0-29 273,-1-17 88,1 1-1,0 0 1,1-1-1,0 1 1,0-1 0,5 13-1,-5-18 3,-1 0-1,0 0 0,1 0 1,0-1-1,-1 1 0,1-1 1,0 1-1,0-1 0,1 0 1,-1 0-1,0 0 0,1 0 1,-1 0-1,1 0 0,0-1 1,-1 1-1,1-1 0,0 0 1,0 0-1,0 0 0,6 1 1,-2-1 27,-1-1 0,1 0 0,-1 0 1,1-1-1,-1 0 0,1 0 1,-1-1-1,1 0 0,-1 0 0,0 0 1,0-1-1,0 0 0,0 0 0,0 0 1,-1-1-1,1 0 0,-1 0 1,0 0-1,8-9 0,1-3 24,0-1 0,-1 0 0,-1-1 0,19-36 0,-19 27-41,0 0-1,-2-1 0,-1 0 0,-2 0 0,9-57 1,-12 35 7,-1 0-1,-6-84 1,0 112 38,0-1-1,-2 0 0,-12-36 1,-31-62 1044,48 120-1082,-9-13 238,9 14-257,-1 0 0,1 0 0,0 0 0,0 0 0,-1 0 0,1 0 0,0 0 0,0-1 0,0 1 0,-1 0 0,1 0 0,0 0 0,0 0 0,-1 0 0,1 1 0,0-1 0,0 0 0,0 0 0,-1 0 0,1 0 0,0 0 0,0 0 0,0 0 0,-1 0 0,1 0 0,0 1 1,0-1-1,0 0 0,-1 0 0,1 0 0,0 0 0,0 0 0,0 1 0,0-1 0,-1 0 0,0 3-31,-1 1 1,1-1-1,0 0 1,0 0-1,0 1 1,0-1-1,0 5 0,-20 240-166,20 4 240,2-140-42,-1-106-1,0 23 1,6 52-1,-5-73-1,0-1 0,1 0 0,0 0 0,0 0-1,1 0 1,0 0 0,0-1 0,0 1 0,1-1 0,0 0 0,0 0 0,8 8 0,-10-12 6,1 0 1,-1 0-1,1 0 1,0-1-1,-1 1 0,1-1 1,0 0-1,0 0 1,0 0-1,0 0 1,0 0-1,0-1 1,1 1-1,-1-1 1,0 0-1,0 0 1,0 0-1,6-1 0,-4 0 18,1 0-1,0 0 0,-1-1 0,1 0 0,-1 0 0,1 0 1,-1-1-1,0 0 0,6-4 0,0-2 4,0 0 0,-1-1 0,0-1 0,-1 0 0,0 0 0,0 0 0,8-17 0,-6 7-26,0-1-1,-1 0 0,10-36 0,-17 49-202,-1-1 0,1 0 0,-2-1 0,2-14-1,1 28-1080,41 125 828,-42-122 464,3 10 18,0 0 1,2-1-1,0 0 0,0 0 1,2-1-1,-1 0 0,18 18 1,-24-30 38,0 0 1,-1 0 0,1 0-1,0 0 1,0-1 0,0 1-1,0-1 1,0 0-1,0 0 1,0 0 0,1 0-1,-1-1 1,0 1 0,1-1-1,-1 0 1,0 0 0,0 0-1,1 0 1,-1 0 0,0-1-1,1 0 1,-1 0 0,0 1-1,0-2 1,0 1-1,0 0 1,0-1 0,6-3-1,4-4 10,0 0 0,0-2-1,-1 1 1,16-18-1,-24 24-91,21-21-31,-2-1 1,0 0 0,34-56-1,-56 81-109,-1 17-350,0 6 444,-1 14 44,2 1-1,7 39 1,-7-67 24,1 1 0,0-1 0,1 1 0,0-1 0,0 0 0,1 0-1,0-1 1,1 1 0,0-1 0,0 0 0,1 0 0,0 0 0,9 8 0,-12-13-14,0-1 0,0 1-1,0-1 1,1 0-1,-1 0 1,1 0 0,0 0-1,0-1 1,0 1 0,-1-1-1,1 0 1,0 0 0,0-1-1,1 1 1,-1-1 0,0 0-1,0 0 1,0 0-1,0-1 1,0 1 0,7-3-1,-7 2-257,-1 0 0,1-1-1,-1 0 1,1 1-1,-1-1 1,0-1 0,1 1-1,-1 0 1,0-1-1,-1 1 1,1-1 0,0 0-1,-1 0 1,4-5-1,13-32-7329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7:04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55 9058,'0'0'3777,"231"0"-3513,-134-16-264,-19-3-1897,-14 0-4464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7:04.4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13051,'0'0'2440</inkml:trace>
  <inkml:trace contextRef="#ctx0" brushRef="#br0" timeOffset="1">689 160 12739,'0'0'3624,"46"177"-2943,-39-119-281,-7 3-200,0-4-80,0-5-64,0-11-8,0-9-32,0-9-16,0-10-496,0-10-496,0-29-2985,-3-9-4841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7:04.9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439 1 9402,'0'0'7263,"-7"2"-6964,-14 12-314,1 1 0,-28 25 0,-17 14-103,35-33-282,-1-1-1,-37 18 1,54-31-135,0-2-1,0 1 0,0-2 1,0 0-1,-1-1 0,0 0 1,1-1-1,-19 0 1,33-3 464,0 0 0,0 0 0,-1 1 1,1-1-1,0 0 0,0 0 0,0 0 1,0 0-1,0 0 0,0 0 0,0 0 0,0 0 1,0 0-1,1 0 0,-1-2 0,2-1 101,0 1-1,0-1 0,0 0 0,0 1 0,1-1 0,-1 1 1,1 0-1,0 0 0,0 0 0,0 0 0,0 0 1,0 0-1,1 1 0,-1 0 0,1 0 0,0 0 0,-1 0 1,1 0-1,0 1 0,0 0 0,0 0 0,6-1 1,-5 1 72,-1 0 1,0 0 0,0 1 0,0-1-1,1 1 1,-1 0 0,0 1 0,0-1 0,0 1-1,1-1 1,-1 1 0,0 0 0,0 1 0,0-1-1,0 1 1,0 0 0,-1 0 0,1 0 0,0 0-1,-1 1 1,0 0 0,5 4 0,25 38 790,31 56 0,15 22-224,-66-105-593,1 0-1,1-2 1,1 1 0,24 19 0,-36-34-87,0 1 0,0 0 0,0-1 0,0 0 0,7 3 0,-10-5-190,1 1 0,0-1 0,-1 1 0,1-1 0,0 0 0,0 0 0,-1 0 0,1 0 0,0 0 0,-1 0 0,1 0 0,0 0 0,0 0 0,-1-1 0,1 1 0,0-1 0,2-1 0,4-8-5791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7:06.8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0 6905,'0'0'6475,"0"11"-1971,-1 8-4506,-1 0-1,0 0 1,-1 0 0,-1 0 0,-1-1 0,-1 0 0,0 0-1,-1 0 1,-1-1 0,-14 22 0,15-27-244,0-1 1,-1 1-1,-1-1 0,0-1 1,0 0-1,-16 13 0,17-17-559,0 0 0,0-1 0,-1 0-1,1 0 1,-17 6 0,-8-3-5831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7:07.9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93 3793,'0'0'7369,"11"10"-6527,9 10-475,-1 0-1,-1 0 1,-1 2 0,19 31 0,-21-25-138,-1 0 1,-2 0-1,-1 1 1,-1 1-1,-2-1 1,0 2-1,4 46 1,-9-45-89,-3-30 93,1-7-17,8-61-106,28-106 0,-28 142-160,1 1 1,1 0-1,2 0 0,1 1 0,31-47 0,-38 65 19,1 0 0,0 1-1,0 0 1,1 1-1,0 0 1,11-7-1,-17 12 3,1 1-1,-1 0 0,1 0 1,0 0-1,0 0 0,0 1 1,0-1-1,0 1 1,0 0-1,0 1 0,0-1 1,0 0-1,0 1 1,0 0-1,1 0 0,-1 1 1,0-1-1,0 1 0,0-1 1,0 2-1,4 0 1,-5 0 13,0-1 0,-1 1 1,1 0-1,-1 0 0,1 0 0,-1 0 1,0 0-1,0 1 0,0-1 1,0 1-1,0-1 0,0 1 1,2 5-1,15 42-22,-15-36 34,6 16 13,-2 0-1,-1 0 0,-1 1 1,-2 0-1,1 47 0,-5-78-1,1 0 0,-1 0-1,0-1 1,0 1 0,0 0-1,0 0 1,1 0 0,-1 0-1,0 0 1,0 0 0,0 0 0,0 0-1,1 0 1,-1-1 0,0 1-1,0 0 1,0 0 0,1 0-1,-1 0 1,0 0 0,0 0-1,1 0 1,-1 0 0,0 0-1,0 0 1,0 1 0,1-1 0,-1 0-1,0 0 1,0 0 0,0 0-1,0 0 1,1 0 0,-1 0-1,0 0 1,0 1 0,0-1-1,0 0 1,1 0 0,-1 0-1,0 0 1,0 0 0,0 1 0,0-1-1,0 0 1,0 0 0,0 0-1,0 1 1,1-1 0,-1 0-1,27-63 157,14-29-153,-36 83-15,0 1 0,1-1 0,0 1 1,0 0-1,1 0 0,0 1 0,14-11 0,-16 15-12,0 0-1,0 0 1,0 1-1,0 0 1,0 0-1,0 0 1,1 0-1,-1 1 1,1 0-1,0 0 1,-1 1-1,1 0 1,-1 0-1,1 0 1,0 0-1,-1 1 1,1 0-1,-1 0 1,1 0-1,-1 1 1,1 0 0,-1 0-1,0 1 1,0-1-1,0 1 1,0 0-1,-1 0 1,1 1-1,5 4 1,17 22 90,39 55 0,4 4-1911,-59-77-1990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7:09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5 280 6793,'0'0'8414,"28"-5"-7952,93-18-236,-111 21-207,0 0 0,0-1-1,-1-1 1,0 1-1,0-1 1,0-1 0,0 1-1,0-2 1,-1 1 0,0-1-1,0 0 1,7-9-1,-7 9-6,-6 4-14,-1 1 1,1-1 0,0 1-1,0-1 1,-1 0-1,1 0 1,-1 0 0,0 0-1,1 0 1,-1 0-1,0 0 1,0 0 0,0-1-1,-1 1 1,1 0-1,0-1 1,-1 1 0,0 0-1,1-5 1,-1 6-7,0 1-1,0 0 1,-1-1 0,1 1 0,0-1-1,0 1 1,0 0 0,0-1 0,-1 1-1,1 0 1,0-1 0,0 1 0,-1 0-1,1-1 1,0 1 0,0 0 0,-1 0-1,1-1 1,0 1 0,-1 0 0,1 0-1,0 0 1,-1-1 0,1 1 0,-1 0 0,1 0-1,0 0 1,-1 0 0,1 0 0,-1 0-1,-16-2-74,12 2 34,-10 0-2,1 0 1,-1 0-1,0 2 1,1-1-1,-1 2 1,-25 8-1,30-8 37,1 1 0,0 1-1,0-1 1,1 1 0,-1 1-1,1-1 1,1 2 0,-1-1-1,1 1 1,0 0 0,-8 11-1,9-10-54,1 0-1,0 1 1,1 0 0,0 0-1,0 0 1,1 0 0,0 1-1,1-1 1,-2 13-1,3-17 51,0 1-1,1 0 0,0-1 0,-1 1 0,2 0 0,-1-1 1,1 1-1,0 0 0,0-1 0,0 1 0,1-1 0,0 0 1,0 1-1,0-1 0,1 0 0,0 0 0,4 6 0,0-4 42,0-1-1,1 0 0,0 0 0,0-1 0,0 0 0,0-1 0,1 0 1,0 0-1,0 0 0,0-1 0,0-1 0,19 4 0,8-1 216,0-2-1,41-1 1,-53-2-128,1-2 0,0 0 1,-1-2-1,0 0 0,26-9 1,-32 7-53,-1-1 0,1 0 0,-2-1 0,1-1 0,-1-1 0,-1-1 0,21-16 0,-28 20-43,0-1-1,-1 1 1,1-1 0,-2-1-1,1 1 1,-1-1 0,0 0-1,-1 0 1,0-1 0,-1 0 0,0 0-1,0 0 1,-1 0 0,0 0-1,-1-1 1,0 0 0,0-18 0,-2 27-16,1-9-44,0 1 0,-1 0 0,0 0-1,-1 0 1,0 0 0,0 0 0,-1 0 0,-1 0-1,1 0 1,-8-15 0,4 14-49,0 1-1,-1-1 0,-1 1 1,0 0-1,-12-11 1,19 20-203,1 10 220,1 1 0,0 0 0,1-1 0,0 1 1,1-1-1,0 0 0,4 10 0,34 61-546,-19-40 507,-9-17 118,3 10 9,2 0 0,1-1-1,43 53 1,-59-82-5,-1-1 0,1 0 0,0 1 0,0-1 0,0-1 0,0 1 0,0 0 0,1-1 0,-1 1 0,0-1 0,1 0 0,-1 0 0,1 0 0,-1-1 0,1 1 0,0-1 0,-1 0 0,1 0 0,-1 0 0,1-1 0,-1 1 0,1-1 0,0 0 0,3-1 0,2-1 0,0 0 1,-1-1 0,0 0-1,1 0 1,-1-1-1,-1 0 1,1 0-1,7-7 1,12-15-3,-1 0-1,43-59 1,29-72-86,-93 150 64,-4 6 7,1 0 0,-1 1 1,0-1-1,0 0 1,-1 0-1,1 0 1,0 0-1,-1 0 0,1 0 1,0-4-1,-1 5-301,-1 0-483,-8 5 662,3 1 110,0 1 0,0-1-1,0 1 1,0 0 0,1 0-1,0 1 1,1-1-1,-1 1 1,1 0 0,0 1-1,-4 12 1,3-7 3,1 0 0,0 0 0,2 1 0,-1-1 0,1 1 0,1 19 1,1-32 24,0 0 0,1-1 0,-1 1 0,1 0 0,-1 0 0,1-1 0,-1 1 0,1 0 0,-1-1 0,1 1 0,0 0 1,-1-1-1,1 1 0,0-1 0,-1 1 0,1-1 0,0 1 0,0-1 0,0 0 0,-1 1 0,1-1 0,0 0 1,0 0-1,0 1 0,0-1 0,0 0 0,-1 0 0,1 0 0,0 0 0,2 0 0,37 0 249,-28-1-156,97 1 611,-105 1-693,0-1 1,0 1 0,0 0 0,0 0-1,0 0 1,0 0 0,-1 1-1,1 0 1,-1 0 0,1 0-1,-1 0 1,0 0 0,0 1-1,0-1 1,0 1 0,0 0-1,0 0 1,-1 0 0,1 0-1,-1 0 1,0 1 0,3 6-1,5 9 44,-2 0 1,0 1-1,5 22 0,-10-34-21,10 40 76,-3 0 0,9 94 1,-11 99 74,-8-239-189,0 12 5,0 0 0,-1-1 1,0 1-1,-1-1 0,-4 15 0,5-25-2,0 0 0,0 0-1,0 0 1,-1 0-1,0 0 1,1 0-1,-1-1 1,0 1-1,0-1 1,0 1-1,-1-1 1,1 0-1,0 0 1,-1 0-1,0 0 1,1 0-1,-1 0 1,0-1 0,0 1-1,0-1 1,0 0-1,0 0 1,0 0-1,0 0 1,0-1-1,-5 1 1,0 0 9,1-1 0,-1 0 1,0 0-1,1-1 0,-1 0 1,1 0-1,-1 0 1,1-1-1,0-1 0,-1 1 1,1-1-1,0 0 0,1-1 1,-1 0-1,0 0 0,1 0 1,0-1-1,0 0 0,1 0 1,-1 0-1,1-1 0,0 1 1,-8-13-1,4 3-2,1 1 1,0-1 0,1 0-1,1-1 1,0 1-1,1-1 1,1-1-1,1 1 1,0 0-1,-1-19 1,3 14-14,1 0 0,0 1 0,2-1 0,5-27 0,-5 36 1,2 0 0,0 0 0,0 0 0,1 1 0,0 0 1,1 0-1,0 0 0,12-14 0,0 4-3,1 0 0,0 2 0,2 0 0,0 2 0,1 0 0,39-22 0,156-67-30,-103 55 76,-97 43-9,0-1 1,0-1 0,27-21 0,-40 28 32,0-1-1,0 1 1,0-1 0,-1 0 0,1 0-1,-1-1 1,0 1 0,0-1 0,0 1-1,-1-1 1,0 0 0,0 0 0,0 0-1,0 0 1,-1 0 0,0 0 0,0-1-1,1-5 1,-3 10-59,1 1-1,0 0 0,-1-1 1,1 1-1,-1 0 1,1-1-1,-1 1 1,1 0-1,0 0 1,-1 0-1,1-1 0,-1 1 1,1 0-1,-1 0 1,1 0-1,-1 0 1,1 0-1,-1 0 1,1 0-1,-1 0 0,1 0 1,-1 0-1,1 0 1,-1 0-1,1 0 1,-1 0-1,1 0 0,-1 1 1,1-1-1,-1 1 1,1-1-3,-3 1-16,1 0-1,0 0 1,0 0 0,0 1-1,0-1 1,0 1 0,0 0-1,0 0 1,0-1 0,0 1-1,1 0 1,-1 1 0,1-1-1,0 0 1,0 0 0,-1 0-1,0 4 1,-13 43-69,15-48 80,-4 18-11,1-1-1,1 1 0,1 0 1,1-1-1,2 25 1,-1-39 14,0 0 1,0 0 0,0 1-1,0-1 1,0 0-1,1 0 1,0 0 0,0-1-1,0 1 1,0 0-1,0-1 1,1 1 0,0-1-1,0 0 1,0 0-1,0 0 1,0 0 0,0-1-1,1 1 1,-1-1-1,1 0 1,0 0 0,0 0-1,-1 0 1,1-1-1,0 1 1,1-1 0,3 0-1,9 3 58,-1-2 0,1 0-1,0-1 1,-1 0 0,32-4 0,-41 2-70,0 0 1,-1-1 0,1 0 0,-1 0 0,1 0 0,-1-1 0,0 0-1,0 0 1,0 0 0,0-1 0,-1 0 0,0 0 0,1-1 0,-1 1-1,-1-1 1,1 0 0,7-12 0,0 0-517,-2-2 0,0 0 1,-1 0-1,10-31 0,2-21-3410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7:10.9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150 465 6065,'0'0'5939,"0"-3"-5558,3-6-458,0-3 1655,-3 12-1554,0 0 1,-1-1-1,1 1 0,-1 0 0,1 0 0,-1-1 1,1 1-1,-1 0 0,1 0 0,-1 0 0,1 0 1,-1 0-1,1 0 0,-1 0 0,1 0 1,-1 0-1,1 0 0,-1 0 0,0 0 0,1 0 1,-1 0-1,1 1 0,0-1 0,-1 0 0,1 0 1,-1 1-1,1-1 0,-1 0 0,0 1 0,-7 3-31,1 0-1,-1 0 0,1 1 0,-1 0 1,1 1-1,1-1 0,-1 1 0,1 0 1,0 1-1,-7 10 0,6-7 7,0 0-1,1 0 0,0 1 0,0 0 1,1 0-1,1 1 0,-4 11 1,6-12-13,0 0-1,0 1 1,1-1 0,0 0 0,1 1 0,1 11-1,0-19 15,-1 0 0,1 0 0,0 0 0,0-1 0,0 1-1,0 0 1,1-1 0,-1 1 0,1-1 0,0 1 0,0-1-1,0 0 1,1 0 0,-1 0 0,1 0 0,-1 0 0,1-1 0,0 1-1,0-1 1,6 4 0,-2-3 14,1 1-1,0-1 1,0-1-1,0 0 1,0 0 0,0 0-1,10 0 1,58-2 89,-65 0-99,-2-2 20,1 1 0,0-1 0,-1-1 1,1 1-1,-1-2 0,0 1 0,0-1 0,0-1 0,0 0 0,-1 0 0,0-1 1,0 1-1,0-2 0,-1 1 0,8-10 0,1 0 0,-2-1 0,-1-1 0,0 0 1,-1 0-1,17-37 0,-20 34-24,-1 0 0,-1-1 0,-2 0 0,0 0 0,4-43 0,-6-120 74,-5 99 137,-5 243-811,5-40 588,6 148 127,-2-244-115,9 36 0,-9-49 2,1-1 0,-1 1 0,1-1 0,0 1 0,1-1 0,0 0 0,7 10 0,-10-16 6,0 0-1,0 0 1,0 0 0,1 0 0,-1-1-1,0 1 1,1 0 0,-1 0 0,0-1-1,1 1 1,-1-1 0,1 1 0,-1-1-1,1 0 1,-1 0 0,1 0 0,0 1-1,-1-1 1,1-1 0,-1 1 0,1 0-1,-1 0 1,1-1 0,2 0 0,0 0 26,0 0 0,0-1 0,0 0 0,0 0 0,0 0 0,-1 0 0,7-5 1,3-5 21,-1-1 1,-1 0 0,0 0 0,-1-2 0,16-27 0,-8 8-45,21-57 0,-35 82-37,-1 0-1,-1 0 0,0 0 1,0-1-1,0 0 1,-1-10-1,-1 18-258,0 6-336,-3 132-291,3-135 909,-1 1 1,1-1-1,1 0 0,-1 1 0,0-1 0,0 1 1,0-1-1,1 0 0,-1 1 0,1-1 0,-1 0 1,1 1-1,-1-1 0,1 0 0,0 0 0,0 0 0,-1 0 1,1 1-1,0-1 0,0 0 0,0-1 0,0 1 1,0 0-1,0 0 0,1 0 0,-1 0 0,0-1 1,0 1-1,1-1 0,1 1 0,3 1 26,0-1-1,1-1 0,-1 1 1,0-1-1,11-1 1,2 0 67,-10 1-53,1-1 1,-1 0-1,0-1 0,0 0 0,0 0 0,0-1 0,11-5 0,59-33 207,-9 3-44,-70 38-169,4-1-153,-3 7-219,-3 20 251,1-16 44,1-1 1,-1 1-1,2-1 0,-1 0 0,1 1 1,1-1-1,2 10 0,-3-17 37,-1-1 0,1 0 0,0 0 0,0 1 0,0-1 0,0 0 0,1 0 0,-1 0 0,0 0 0,0 0 0,1-1 0,-1 1 0,0 0 0,1-1 0,-1 1 0,1 0 0,-1-1 0,1 0 0,-1 1 0,1-1 0,-1 0 0,1 0 0,-1 0 0,1 0 0,-1 0 0,1 0 0,-1 0 0,1-1 0,-1 1 0,1 0 0,1-2 0,3 1 12,-1-1 1,1 0-1,-1 0 0,1 0 0,-1-1 0,0 0 0,5-4 0,3-4 4,-1 0-1,-1-1 0,0-1 1,-1 0-1,-1 0 0,0-1 1,0 0-1,-1-1 0,-1 0 1,-1 0-1,0-1 0,-1 1 1,4-19-1,-9 33-5,0 0 0,0 1 0,0-1 0,0 0 0,0 0 0,1 1 0,-1-1 0,0 0 0,1 1 0,-1-1 0,0 0 0,1 1 0,-1-1 0,1 1 0,-1-1 0,1 1 1,-1-1-1,1 1 0,-1-1 0,1 1 0,0-1 0,-1 1 0,1-1 0,0 1 0,-1 0 0,1 0 0,0-1 0,1 1 0,-1 0-8,1 0 0,-1 0-1,1 1 1,-1-1 0,1 1 0,-1-1 0,1 1-1,-1-1 1,1 1 0,-1 0 0,0 0-1,1-1 1,0 2 0,5 4-5,-1 0 0,1 0 0,10 13 0,125 200 414,-119-182-345,-13-20 1,-5-10-31,0 0 0,0 1-1,-1-1 1,0 1 0,0 0 0,-1 1-1,0-1 1,0 1 0,-1-1 0,1 13-1,-3-21 326,-2-3-25,-4-6-298,1 1 0,0-2 0,0 1 1,1 0-1,0-1 0,1 0 0,0 0 1,0 0-1,-1-14 0,1-13-158,0-49 1,3 72 114,2-25-75,2-1-1,1 1 0,2 0 1,2 1-1,1 0 0,3 0 0,27-60 1,-2 13 47,33-79 983,-70 159-622,8 203-236,-5-164-40,1-1 0,2-1 0,22 61 0,-27-87-87,4 8-314,0 1 0,-1 0 0,0 0 0,-2 1 0,0-1 0,2 29 1,-5-29-3696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7:11.2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1 129 11106,'0'0'2273,"203"-29"-1409,-139 13-688,0-7-176,-7-2-1192,-14 2-1345,-22 10-1456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7:11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0 236 3993,'0'0'7843,"21"9"-6405,6 2-962,35 9 0,-59-19-444,1-1 1,-1 1-1,1-1 1,-1 0-1,1 0 0,-1 0 1,1 0-1,-1 0 1,1-1-1,-1 0 1,1 0-1,-1 0 1,1 0-1,-1 0 0,0-1 1,0 1-1,0-1 1,0 0-1,0 0 1,0 0-1,4-5 1,1 1 17,-1 1 16,1-1 1,-1 0-1,11-14 0,-16 18-48,0-1 0,0 0-1,0 1 1,-1-1 0,1 0-1,-1 0 1,0 0-1,1-1 1,-2 1 0,1 0-1,0 0 1,-1-1-1,1-5 1,-20 10-381,15 0 325,0 1 0,0 0 0,1-1-1,-1 2 1,0-1 0,1 0 0,-1 1-1,1-1 1,0 1 0,0 0 0,0 0-1,0 0 1,1 1 0,-1-1 0,1 1-1,0-1 1,0 1 0,0 0 0,-2 6-1,0 0-44,1 1-1,0-1 0,0 1 0,1-1 0,0 1 0,0 18 0,2-28 91,0 0-1,0 0 1,0 0 0,0 1-1,0-1 1,0 0 0,0 0 0,0 0-1,1 0 1,-1 0 0,0 1-1,1-1 1,-1 0 0,1 0 0,-1 0-1,1 0 1,-1 0 0,1 0-1,0 0 1,-1 0 0,1 0 0,0-1-1,0 1 1,1 1 0,0-2 40,0 1 1,0-1 0,0 0-1,0 0 1,1 0 0,-1 0-1,0 0 1,0 0 0,0 0-1,0-1 1,0 1 0,0-1-1,0 1 1,3-2 0,4-2 65,1 0 0,-1 0 0,0-1 0,-1 0 0,15-12 0,41-39 218,-30 26-184,-11 9-84,-6 5 6,1 1 0,1 0 0,0 2 0,32-18 0,-50 30-85,1 0-1,-1 0 1,1 0-1,-1 1 1,1-1-1,-1 0 1,1 1-1,0 0 1,-1-1-1,1 1 1,0 0-1,-1 0 1,1 0-1,0 0 1,-1 0-1,1 0 1,0 1-1,-1-1 1,1 0-1,0 1 1,-1-1-1,1 1 1,-1 0-1,1-1 1,1 2-1,0 1-12,-1 1-1,1-1 1,-1 0-1,0 1 1,1 0-1,-2-1 1,1 1-1,2 5 1,-3-4 63,10 21-33,-4-9 15,0 1 0,1-2 0,1 1 0,11 15 0,-17-29-1,0 0 0,0-1-1,0 1 1,0 0 0,1-1-1,-1 0 1,1 0-1,0 0 1,-1 0 0,1-1-1,0 0 1,0 1 0,0-1-1,0-1 1,0 1 0,1-1-1,-1 1 1,0-1-1,5-1 1,-1 1 25,0 0 1,0-1-1,0-1 1,-1 1-1,1-1 0,0-1 1,-1 1-1,15-8 0,-11 3-17,0-1 0,-1 1-1,0-2 1,0 0 0,-1 0-1,0 0 1,-1-1 0,0-1-1,-1 1 1,11-21-1,-3 2-54,-3-1-1,0 0 1,9-37-1,-21 67 23,0 0-1,0-1 1,0 1-1,0 0 1,0-1-1,0 1 1,0 0-1,0 0 1,1-1-1,-1 1 1,0 0-1,0 0 1,0 0-1,0-1 1,1 1 0,-1 0-1,0 0 1,0 0-1,0-1 1,1 1-1,-1 0 1,0 0-1,0 0 1,1 0-1,-1 0 1,0 0-1,1 0 1,-1-1-1,0 1 1,0 0-1,1 0 1,-1 0-1,1 0 1,10 6-242,9 12 40,26 31 163,129 151 241,-171-195-147,0 0 9,0 0 0,0 0 1,-1 0-1,5 9 0,-8-14-48,1 1 0,-1 0 0,0-1 0,1 1-1,-1 0 1,0-1 0,0 1 0,0 0 0,0 0-1,1-1 1,-1 1 0,0 0 0,0 0 0,0 0-1,0-1 1,-1 1 0,1 0 0,0 0 0,0-1-1,0 1 1,-1 0 0,1-1 0,0 1-1,-1 0 1,1-1 0,0 1 0,-1 0 0,1-1-1,-1 1 1,1-1 0,-1 1 0,1-1 0,-1 1-1,0-1 1,1 1 0,-1-1 0,0 1 0,1-1-1,-1 0 1,0 1 0,1-1 0,-1 0 0,0 0-1,0 0 1,1 0 0,-1 1 0,-1-1-1,-42 6 45,-1-2 0,-45-1 0,23-1-143,-267 4-1840,187-5-830,1-1-3528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7:13.7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77 4121,'0'0'4920,"34"3"-3958,108 8 44,167-4 1848,-195-9-2425,1533 2 273,-886-48-708,-70 1-15,-117 47 1109,-223 2 1585,-301 1-2035,60 10 1,19 1 87,-51-7-419,19 1 380,-84-4-278,-8-2-713,-60-1-6315,21-1 2282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7:15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6857,'0'0'5782,"4"18"-5186,28 118 464,-16-82-754,-3 1 0,-1 0 1,-4 0-1,3 72 0,-10-105-439,-1-16-276,1 0 0,-1 1-1,0-1 1,0 0-1,-1 1 1,0-1-1,0 0 1,0 0-1,-1 1 1,-2 5-1,-9 1-4282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7:15.5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 9402,'0'0'5628,"38"-5"-4883,127-14-120,-136 16-463,0 1 1,0 2 0,-1 1 0,1 1 0,0 1 0,-1 1-1,42 13 1,-45-8-99,-2 1-1,1 1 1,-1 1-1,-1 1 1,0 1-1,-1 1 1,28 26 0,-33-27-64,0 1 0,-1 1 0,-1 1 0,-1 0 0,0 0 0,-1 1 0,-1 1 0,0 0 0,-2 1 0,0 0 0,-1 0 0,-1 1 1,-1-1-1,-1 2 0,-1-1 0,3 40 0,-7-59-2,0 14-14,1 1-1,-4 21 1,2-32 16,0-1-1,-1 1 1,1-1-1,-1 0 1,0 0-1,-1 0 1,1 0-1,-1 0 1,0 0-1,-5 5 1,-5 5-42,0-1 1,-1-1-1,-1 0 1,0-1-1,-1 0 1,-1-2-1,1 0 1,-2 0-1,1-2 1,-1 0-1,0-1 0,-20 4 1,5-2-214,-1-2 0,0-1 0,-1-2 0,1-2 0,-68-3 0,100 1 180,0 0 1,1-1-1,-1 1 0,0-1 1,1 1-1,-1-1 0,1 0 1,-1 1-1,1-1 0,-1 0 1,1 0-1,0 0 0,-1 0 0,1-1 1,0 1-1,0 0 0,0 0 1,0-1-1,0 1 0,0-1 1,0 1-1,1-1 0,-1 1 1,0-1-1,0-2 0,-2-5-1007,1 0-1,0 0 1,-1-15-1,2-17-5834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7:16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0 860 8098,'0'0'1800,"31"0"-424,101 0-205,-111 1-1050,0-2-1,0 0 0,0-1 1,0-2-1,0 0 0,-1-1 1,1-1-1,-1-1 1,-1 0-1,1-2 0,21-13 1,-33 18-70,-1 0 1,0-1 0,0 1-1,0-1 1,0-1 0,-1 0-1,12-12 1,-15 13 16,0 1 0,-1-1 0,1 0 0,-1 0 1,0 0-1,0 0 0,0 0 0,-1-1 0,1 1 0,-2-1 0,1 1 0,0-1 0,-1-6 1,0 10-51,0 0 0,0 0 0,-1 0 0,1 0 0,0 1 0,-1-1 0,1 0 1,-1 1-1,0-1 0,1 0 0,-1 1 0,0-1 0,0 0 0,0 1 0,0 0 1,-1-1-1,1 1 0,-3-3 0,1 2-2,-1 0 0,1-1-1,-1 1 1,1 1 0,-1-1 0,0 1 0,0-1 0,-5 0 0,-7-1-18,0 1-1,-1 0 1,-20 2 0,30 0-11,0 0-1,0 0 1,0 1-1,0 0 1,0 0-1,0 0 1,0 1-1,1 0 1,-1 1-1,1 0 1,-1 0-1,1 0 1,0 1-1,0-1 1,0 1-1,1 1 1,-1-1-1,1 1 1,0 0-1,1 0 1,-1 1-1,1-1 1,0 1-1,-5 9 1,5-4 2,0-1 0,0 0 0,1 1 0,1-1 0,0 1 0,0 0 0,1 0 0,1 0 0,0 0 0,0 0 0,2 12 0,-1-19 6,0 1 0,0 0 1,0-1-1,0 1 0,1 0 0,0-1 1,-1 0-1,2 1 0,-1-1 0,0 0 0,1 0 1,0 0-1,4 4 0,-1-2-1,1 1 1,0-1-1,0-1 0,1 1 0,-1-1 1,14 6-1,-6-4 21,1 0 1,0-2-1,0 0 1,1 0 0,0-2-1,-1 0 1,23 1-1,-22-4 24,-7 2-7,0-2 1,0 1 0,0-1 0,-1-1-1,1 0 1,0 0 0,0-1 0,-1-1 0,1 1-1,13-7 1,-13 3 6,0-1 0,-1 0 1,0 0-1,0-1 0,11-13 0,35-51 263,-37 46-210,29-29 1,-43 51-110,1 0 1,-1 0 0,1 1 0,0-1 0,0 1 0,1 1 0,-1-1 0,1 1 0,-1 0 0,1 0 0,0 0 0,0 1-1,0 0 1,0 0 0,0 1 0,0 0 0,11 0 0,-13 0 0,-1 0 0,0 1 0,0-1-1,0 1 1,1 0 0,-1-1 0,0 1 0,0 1 0,0-1 0,0 0-1,0 1 1,-1-1 0,1 1 0,0 0 0,3 4 0,-1-2-1,-1 1 1,0 0 0,-1-1-1,1 2 1,-1-1 0,0 0-1,4 11 1,0 4 10,-1 1 0,-1 0 0,4 34 0,-9-54 45,0 0 0,0 0 0,0 0 1,1 0-1,-1 0 0,0 0 0,0 0 1,1 0-1,-1-1 0,0 1 0,1 0 1,-1 0-1,1 0 0,-1-1 0,1 1 1,-1 0-1,1 0 0,1 0 0,-2-1-1,1 0-1,-1 1 0,1-1 0,-1 0 1,1 0-1,0 0 0,-1 0 1,1 0-1,-1 0 0,1 0 1,-1 0-1,1 0 0,-1 0 1,1-1-1,-1 1 0,1 0 0,0 0 1,-1 0-1,1-1 0,-1 1 1,0 0-1,2-1 0,2-3 120,1 0 0,-1 0-1,0 0 1,6-8 0,-9 11-185,110-122 93,-91 103-251,2 1-1,0 1 0,45-28 0,-58 42 96,0 0-1,-1 0 0,2 0 0,-1 1 0,0 1 1,1 0-1,-1 0 0,1 0 0,-1 2 1,17-1-1,-23 1 56,1 1 1,-1-1 0,1 1-1,-1-1 1,1 1 0,-1 0-1,1 1 1,-1-1-1,0 1 1,0-1 0,0 1-1,6 4 1,1 3-43,0-1 0,10 14 0,16 13 24,-29-30 62,1 0 1,-1-1 0,1 0 0,0 0 0,0-1 0,0 0-1,1 0 1,-1-1 0,17 2 0,-11-2 22,-1-1 0,1-1 0,0-1 0,-1 0 0,23-4 0,-19 0-9,0-1-1,0-1 0,-1 0 0,0-1 1,-1-1-1,1-1 0,-1 0 0,-1-1 0,0 0 1,-1-1-1,22-26 0,-31 35-12,-1-1-1,0 0 1,0 0-1,0 0 1,-1 0-1,1 0 1,-1 0-1,0-1 1,0 1-1,0-1 1,-1 0 0,0 1-1,0-1 1,1-6-1,-2 11-6,0-1-1,-1 1 1,1-1-1,0 0 1,0 1-1,0-1 1,0 0 0,-1 1-1,1-1 1,0 1-1,-1-1 1,1 1-1,0-1 1,-1 1-1,1-1 1,-1 1 0,1-1-1,-1 1 1,1-1-1,-1 1 1,1 0-1,-1-1 1,1 1-1,-1 0 1,0-1 0,1 1-1,-1 0 1,1 0-1,-1 0 1,0-1-1,1 1 1,-2 0-1,-26 0-67,19 0 40,-3 1 7,0 0 1,0 1-1,1 0 1,-1 1-1,0 0 0,1 1 1,0 0-1,0 1 1,0 0-1,1 1 1,-19 13-1,18-11 6,0 1-1,1 0 1,0 0-1,0 1 1,1 0-1,0 1 1,1 0-1,0 0 1,1 1 0,-7 15-1,11-18-21,0 0 0,0 0-1,1 1 1,0-1 0,1 0 0,0 1-1,0 0 1,2 14 0,-1-23 35,0 1-3,0 0 1,0 0-1,0-1 1,1 1-1,-1 0 1,1 0-1,-1 0 1,1 0-1,0-1 1,-1 1-1,1 0 1,0-1-1,0 1 1,0-1-1,1 1 1,-1-1 0,0 1-1,0-1 1,1 0-1,-1 1 1,1-1-1,-1 0 1,1 0-1,0 0 1,-1 0-1,1-1 1,0 1-1,0 0 1,0-1-1,-1 1 1,1-1-1,4 1 1,6 0 61,-1 0-1,1 0 1,0-1-1,14-2 1,-18 1-1,1 0-2,0-1 1,-1 0-1,1-1 1,-1 0-1,1-1 0,-1 1 1,0-1-1,-1-1 1,1 0-1,-1 0 0,0 0 1,0-1-1,0 0 1,10-12-1,-1-1 57,0-1-1,-1 0 1,-1-1 0,12-26 0,-12 18-58,-2 0-1,-2 0 1,0-1 0,-2-1 0,-1 1 0,4-47 0,-3-189 29,-8 197-11,0 68-73,0-7 36,0 0 0,0 0 0,-1 0 0,0 1-1,0-1 1,0 0 0,-6-14 0,7 22-41,0 0 1,0 0 0,0-1-1,0 1 1,0 0 0,0 0-1,0 0 1,-1-1 0,1 1-1,0 0 1,0 0 0,0 0-1,0-1 1,0 1-1,-1 0 1,1 0 0,0 0-1,0-1 1,0 1 0,-1 0-1,1 0 1,0 0 0,0 0-1,0 0 1,-1 0 0,1 0-1,0 0 1,0-1-1,-1 1 1,1 0 0,0 0-1,0 0 1,-1 0 0,1 0-1,-7 8-197,-2 14-97,9-21 295,-20 73-37,3 1 0,3 1 0,-6 99 0,13 118 202,7-287-154,0 3 0,0-3-8,0 0 1,0 0-1,1 0 0,-1 0 1,3 9-1,-2-14 2,-1 1 0,1-1 0,0 1 0,-1-1 0,1 0 0,0 1 0,0-1 0,0 0 0,0 0 0,0 0 0,0 0 0,0 0-1,0 0 1,1 0 0,-1 0 0,0 0 0,0 0 0,1-1 0,-1 1 0,1-1 0,-1 1 0,1-1 0,-1 1 0,1-1 0,-1 0 0,1 0 0,1 1 0,6-1 40,1-1 1,-1 1-1,1-1 0,-1-1 1,0 0-1,0 0 1,0-1-1,0 0 0,0 0 1,0-1-1,-1-1 1,1 1-1,-1-1 1,11-9-1,8-9 48,0 0 0,33-40 1,-53 56-87,27-36-44,-33 43-230,-1 13-519,-7 48 579,4-43 138,-1 33 0,3-38 41,1-8 26,0 1-1,0-1 1,0 0 0,1 0 0,1 6-1,-2-10 8,0 1-1,1-1 0,-1 0 0,1 0 0,-1 1 0,1-1 0,0 0 1,-1 0-1,1 0 0,0 0 0,0 0 0,0 0 0,0 0 1,0 0-1,0-1 0,0 1 0,0 0 0,0 0 0,1-1 1,-1 1-1,0-1 0,0 1 0,0-1 0,1 1 0,0-1 1,8 2 30,0-1 1,0 0 0,0-1 0,0 0 0,0-1-1,0 0 1,0 0 0,0-1 0,-1 0 0,1-1 0,-1 0-1,1 0 1,-1-1 0,0-1 0,0 1 0,-1-1-1,9-7 1,-9 7-5,-2-1 1,1 0-1,-1 0 0,0 0 1,0-1-1,0 0 0,-1 0 1,0 0-1,-1-1 0,0 1 1,0-1-1,0 0 0,-1 0 1,0-1-1,-1 1 0,0-1 1,0 1-1,-1-1 0,1-13 0,-2 17-22,0 0 0,0 0 0,0 0 0,-1-1 0,0 1 0,0 0 0,0 0 0,-1 1 0,-3-9 0,3 10-18,0 0 0,0 0 0,-1 0 0,1 1 0,-1-1 0,0 0 0,0 1-1,0 0 1,0 0 0,0 0 0,-1 0 0,1 0 0,-5-1 0,-10-4-253,-1 1-1,0 0 1,0 2 0,0 0-1,-1 1 1,1 1-1,-31 1 1,46 1-284,-3 1-1191,10 11-8645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7:18.2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34 9538,'0'0'4822,"-22"17"-4711,-67 60 14,84-71-108,0-1-1,0 1 1,1 0-1,0 0 0,0 0 1,0 1-1,1-1 1,0 1-1,0 0 0,1 0 1,-2 9-1,1-3 22,2 1 0,0 0 1,2 26-1,-1-13-49,0-25 5,0 0-1,0-1 0,0 1 0,0 0 1,1 0-1,-1 0 0,0 0 1,1-1-1,-1 1 0,1 0 1,0 0-1,0-1 0,-1 1 1,1 0-1,0-1 0,0 1 1,1-1-1,-1 1 0,0-1 1,0 0-1,1 0 0,-1 1 1,1-1-1,-1 0 0,1 0 1,-1 0-1,1 0 0,0-1 1,2 2-1,4 0-8,0-1-1,-1 0 1,1 0 0,0 0 0,13-2 0,-7 1 31,-4-1-8,0 0 0,0-1 0,0 0-1,0-1 1,-1 0 0,1 0 0,-1-1-1,10-5 1,-9 3-1,0 2 0,1-1 0,0 1-1,0 1 1,19-3 0,-27 5-11,0 1-1,-1 0 1,1 0 0,0 0 0,0 0-1,-1 1 1,1-1 0,0 1-1,-1 0 1,1 0 0,-1 0-1,1 0 1,-1 0 0,1 0-1,-1 1 1,1-1 0,-1 1-1,0-1 1,0 1 0,0 0-1,0 0 1,0 0 0,1 3-1,3 4-4,-1 0-1,0 0 0,-1 0 1,6 19-1,-10-28 10,28 91 147,-4 1 0,-4 1-1,9 126 1,-21-133-93,-4-1 0,-8 100 1,3-174-53,-1 0 0,1 0 0,-2 0 0,0 0 1,0 0-1,-5 11 0,6-18 10,0 0 1,0 0-1,0-1 0,0 1 1,-1-1-1,0 1 1,1-1-1,-1 0 0,0 0 1,-1 0-1,1-1 1,0 1-1,-1-1 0,0 0 1,1 0-1,-1 0 1,0 0-1,-6 1 0,6-1 9,0-1 0,0 0 0,1 0 0,-1-1 0,0 1 0,0-1 0,0 0 0,0 0 0,0 0-1,0 0 1,0-1 0,0 0 0,0 0 0,1 0 0,-1 0 0,0 0 0,1-1 0,-1 0 0,1 1 0,-1-1-1,1-1 1,0 1 0,-6-5 0,3 0-1,1 0 0,0-1 1,0 1-1,1-1 0,0 0 0,0 0 0,1 0 0,0-1 0,-3-16 0,-1-9 39,2 0-1,2 0 0,2-60 1,1 56-44,2 0 1,1 0 0,3 0 0,0 0-1,15-43 1,5 8-8,66-132-1,57-56-4,-62 112-1,-81 141-10,-2 0 1,1 0-1,-1-1 0,0 0 0,-1 1 1,0-1-1,0 0 0,-1-1 0,0 1 0,-1 0 1,1-14-1,-3 23-6,1-1-1,0 0 1,-1 0 0,0 0-1,1 1 1,-1-1 0,0 0-1,1 1 1,-1-1 0,0 0-1,1 1 1,-1-1 0,0 1-1,0-1 1,0 1 0,0 0-1,0-1 1,1 1 0,-1 0-1,0 0 1,0-1 0,0 1-1,0 0 1,0 0-1,0 0 1,0 0 0,0 0-1,0 0 1,-1 1 0,-2-1-3,1 0 0,-1 0 1,1 0-1,-1 1 0,1-1 1,0 1-1,-1 0 0,-3 2 1,4-1-6,0 0 0,0 0 0,1 1 0,-1 0-1,1-1 1,0 1 0,-1 0 0,1 0 0,1 0 0,-1 1 0,0-1 0,1 0 0,-1 1 0,0 5 0,-2 4-64,1 0 0,-2 23 1,3 50-256,2-57 279,0-18 44,1 1 0,0 0-1,1-1 1,1 1 0,0-1 0,0 0 0,1 0 0,0 0 0,1 0 0,0-1-1,1 0 1,10 15 0,-11-19 18,0 1 0,1-1 0,-1 0 0,1 0 0,1-1 0,-1 0 1,1 0-1,0-1 0,0 1 0,0-1 0,1-1 0,-1 1 0,1-2 0,0 1 0,0-1 0,0 0 0,0 0 0,13 0 0,-10-1 70,0-1 0,1 0-1,20-4 1,-27 3-39,1-1-1,-1 0 1,0 0 0,0 0-1,0 0 1,0-1 0,0 0-1,-1 0 1,9-7 0,15-16 100,-2-1 0,0-1-1,29-43 1,55-101 47,-106 167-161,-3 5-13,-1-1 1,1 0-1,0 0 1,-1 1 0,1-1-1,-1 0 1,1 0-1,-1 0 1,1 0 0,-1 0-1,0 0 1,1 0-1,-1 0 1,0 0 0,0 1-1,0-1 1,0 0 0,0-2-1,0 2-124,-3 6-76,-7 13 157,0 0 1,1 0-1,1 1 0,0 0 1,2 0-1,0 1 0,1 0 1,-4 35-1,9 33 39,0-87 2,0-1 0,0 1-1,0 0 1,0-1 0,0 1 0,0-1-1,0 1 1,1-1 0,-1 1 0,0-1 0,0 1-1,1-1 1,-1 1 0,0-1 0,1 1-1,-1-1 1,1 1 0,-1-1 0,1 1 0,-1-1-1,0 0 1,1 1 0,-1-1 0,1 0-1,1 1 1,18 3 129,-12-4-35,-1-1 1,1 0-1,13-2 1,-2-5-3,1-1 1,-2 0-1,1-1 0,-1-1 1,-1-1-1,19-15 1,-21 16-60,145-127 266,-104 86-254,-53 49-51,-2 3-5,0-1-1,-1 0 1,1 0-1,0 1 1,0-1-1,-1 1 1,1-1-1,0 1 1,0-1-1,0 1 1,0-1-1,0 1 1,0 0-1,0-1 0,2 1 1,-3 0-234,0 5-112,0 227 193,1-232 180,-1 0 0,1 1-1,-1-1 1,1 1 0,-1-1 0,1 0 0,-1 1 0,1-1 0,-1 0 0,1 1 0,0-1 0,-1 0-1,1 0 1,-1 0 0,1 0 0,0 0 0,-1 0 0,1 0 0,0 0 0,-1 0 0,1 0 0,0 0-1,-1 0 1,1 0 0,-1 0 0,1 0 0,0-1 0,0 1 0,1-1 36,6-1 24,-1-1 0,1 1 0,-1-2 0,0 1 0,0-1 0,0 0 0,0 0 0,-1-1 0,0 0 0,0 0 0,8-9-1,5-3-6,121-113 312,-125 120-445,-14 10 53,-1 0 0,0-1 0,1 1 0,-1 0 0,1 0 0,-1 0 0,1 0 0,-1 0 0,0 0 0,1 0 0,-1 0 0,1 1 1,-1-1-1,0 0 0,1 0 0,-1 0 0,1 0 0,-1 0 0,0 1 0,1-1 0,-1 0 0,0 0 0,1 1 0,0 1-43,1 0 0,-1 1 0,0-1 0,0 0 0,0 1 0,0-1 0,0 1 0,0 4 1,2 3 0,2 6 62,-2-4 24,1 0 1,0-1 0,8 16 0,-11-24-28,0-1 1,0 0-1,1 1 0,-1-1 1,1 0-1,0 0 0,0 0 1,0 0-1,0-1 0,0 1 1,0 0-1,0-1 0,0 1 0,0-1 1,1 0-1,-1 0 0,1 0 1,-1 0-1,1 0 0,-1 0 1,5 0-1,8-1 119,0 0-1,0-1 1,0 0-1,0-1 1,-1-1 0,1 0-1,14-6 1,12-7 125,41-21 0,-55 23-198,0 1 1,2 2-1,0 0 0,51-10 0,-52 18-143,51 1 0,-56 2 3,-20 0-26,0 0 0,0 0 0,0 0 0,0 1 0,-1 0 0,1-1 0,0 1 0,0 0 0,-1 0 0,1 0 0,-1 1 0,1-1 0,-1 1 0,1-1 0,-1 1 0,0 0 0,0 0 0,0 0 0,0 0 0,0 0 0,0 0 0,0 0 0,-1 1 0,1-1 0,-1 1 0,0-1 0,0 1 0,0 0 0,0 0 0,1 4 0,0 19-4327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7:25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7938,'0'-2'8152,"0"8"-7968,12 176 1131,-2-58-783,-5 529 827,-12-472-1166,-2 131-62,9-229-91,-1 69 147,23 191 0,67 216 475,-44-372-425,7 49 191,-13-25-186,-38-205-225,0-1-15,-1 0 0,1 0 1,1 0-1,-1 0 0,1-1 1,0 1-1,0 0 0,3 5 1,-4-10-306,2-10-5164,-3-12-2010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7:26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0 232 8106,'0'0'5229,"1"21"-3262,0-19-1912,0-1-1,0 0 1,0 0-1,0 0 1,1 0 0,-1 0-1,0 0 1,0 0 0,1 0-1,-1-1 1,1 1-1,-1 0 1,0-1 0,1 1-1,-1-1 1,1 0-1,-1 1 1,3-1 0,1 1 111,24 5 210,0-2 0,0 0-1,0-3 1,44-2 0,-25 1-168,64 0 85,395-10 484,380-78 234,-653 50-929,528-63 14,139 83-66,-621 19-21,329 3 1155,-583-4-919,-25 1-454,-6-1-143,-42 0-1311,-26-13-1705,-13-7-2610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7:28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55 3577,'5'3'10246,"349"6"-8886,675-4-923,-687-6-375,2025 1-51,-2312 0 146,0-3 1,0-3 0,-1-1 0,0-4 0,84-26 0,-113 31 1087,-24 6-1234,-7 0-1722,-9 3 716,1 0 0,1 0-1,-1 2 1,-15 6 0,-30 12-3012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7:29.1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94 2561,'0'0'5154,"4"0"-4570,175-14 2173,-53 2-1969,514-13 909,-428 19-1419,1932-30 1774,-869 39-585,-1363 1-7308,27 5 1321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7:29.8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6857,'0'0'4569,"2"3"-4134,5 1-292,-1 1 0,0-1-1,1 0 1,0-1 0,0 1 0,0-1 0,12 3-1,62 13 753,-65-16-787,349 51 1111,6-25-692,-323-26-450,1416 38 866,-638-84-790,40 0-89,-439 43 1816,-491-6-7243,19-1-661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4446B1-1B91-476D-877B-0165D79C2BED}" type="datetimeFigureOut">
              <a:rPr lang="en-IN" smtClean="0"/>
              <a:t>27-07-2021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637BE1-1A0F-4BB9-8A99-02A798D1A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1909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637BE1-1A0F-4BB9-8A99-02A798D1A152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13770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https://www.analyticsvidhya.com/blog/2019/05/beginners-guide-hierarchical-clustering/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637BE1-1A0F-4BB9-8A99-02A798D1A152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13712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BEC98-91B4-4F68-B044-FC549A3D4D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7DE991-1927-4CF3-BE3D-1B507D987F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3F299B-8BE8-40DF-A9AE-0D636648C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8787C-32E2-48C8-8450-5A080EEC0513}" type="datetimeFigureOut">
              <a:rPr lang="en-IN" smtClean="0"/>
              <a:t>27-07-2021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3DEA95-6823-4AC3-83A0-800821545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8F1CEC-1E35-4518-9422-42B1D686C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52FB6-F32A-4F00-B06D-10D7D3179F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2666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EEFF3-3DC4-4158-B6AA-2A24CF819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4933D7-A3C6-4EFA-B5BE-6F2A56CD31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5810D9-014C-4765-8ACC-21BEEE09C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8787C-32E2-48C8-8450-5A080EEC0513}" type="datetimeFigureOut">
              <a:rPr lang="en-IN" smtClean="0"/>
              <a:t>27-07-2021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4B936-0BC5-4F87-A07A-EF9C9B45E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FE17ED-DA9A-4D3F-B73D-F20AA23E1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52FB6-F32A-4F00-B06D-10D7D3179F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0405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8C774-8C57-4E47-AD16-345FDA3FA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F69DA8-C27E-4960-8951-3C58E589FD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138F03-D0AB-453F-9F4D-54FF9020C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8787C-32E2-48C8-8450-5A080EEC0513}" type="datetimeFigureOut">
              <a:rPr lang="en-IN" smtClean="0"/>
              <a:t>27-07-2021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5226E-A647-4C65-B569-F51988C9B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A17DAE-3E0E-4AA4-B4E8-FFD3D28D5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52FB6-F32A-4F00-B06D-10D7D3179F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0149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83022-E65B-4E08-83A9-0762116BA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DEE4E-BE37-4843-8A3B-F9FFDC72EE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5E0776-F21A-404C-AE65-E54BAFB29C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EA6F8-C077-48D6-ABD0-28702740F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8787C-32E2-48C8-8450-5A080EEC0513}" type="datetimeFigureOut">
              <a:rPr lang="en-IN" smtClean="0"/>
              <a:t>27-07-2021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16898D-6318-4F23-9F72-30052CBF4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96B89F-8643-44DA-9F2D-3547B8F92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52FB6-F32A-4F00-B06D-10D7D3179F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8270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207C9-FC49-4AF8-BEE4-99D0504DE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AE7E34-2E5F-47EA-A26C-16C2ACFA95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5D340A-31A3-4D21-8720-FD755A028E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0B84B8-DD86-4EF4-B726-F7741DA79B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ACCD60-12C9-4E15-B4BE-5A6421D23C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854984-D19F-4E9B-BD16-5DD04D002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8787C-32E2-48C8-8450-5A080EEC0513}" type="datetimeFigureOut">
              <a:rPr lang="en-IN" smtClean="0"/>
              <a:t>27-07-2021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976DB2-41CB-4870-952A-5C57B73B8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711B76-C6CF-4C5C-BB59-FB6AE2F2A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52FB6-F32A-4F00-B06D-10D7D3179F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4858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E871A-620B-499B-8D46-D72E88731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FB3CFE-3F44-4380-ACC8-9A558401B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8787C-32E2-48C8-8450-5A080EEC0513}" type="datetimeFigureOut">
              <a:rPr lang="en-IN" smtClean="0"/>
              <a:t>27-07-2021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7B55D1-69B0-40CB-9D15-E9AB83204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93AF61-FA78-43BA-A0B4-FAB2DC1D5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52FB6-F32A-4F00-B06D-10D7D3179F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085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1322C1-940D-4EB4-AF97-81A93DCA5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8787C-32E2-48C8-8450-5A080EEC0513}" type="datetimeFigureOut">
              <a:rPr lang="en-IN" smtClean="0"/>
              <a:t>27-07-2021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575F9E-5787-4E4E-9B30-8DC9FCB9F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ECB940-A9C0-4906-A49F-722EB378A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52FB6-F32A-4F00-B06D-10D7D3179F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7603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FD7AB-069E-40E0-88B9-8E95689F3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21AEF-5563-4CDA-81DC-2CC4BDEAFF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A0128A-3E85-4EED-93B9-85EBBDAF84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65254D-CC65-4F12-8800-BE968162D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8787C-32E2-48C8-8450-5A080EEC0513}" type="datetimeFigureOut">
              <a:rPr lang="en-IN" smtClean="0"/>
              <a:t>27-07-2021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06EE-3092-4CF0-B2ED-FD9DFC0B1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A1A564-1511-4F9E-A5B6-138A365A9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52FB6-F32A-4F00-B06D-10D7D3179F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4582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85408-23F7-41AC-8F70-9383D4069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FE5285-3477-41F0-A477-60C3BF4762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5ED3A5-7E6C-4E57-AB31-AE0A82AE3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A7B65F-AF30-46BB-B23D-9E78B47EF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8787C-32E2-48C8-8450-5A080EEC0513}" type="datetimeFigureOut">
              <a:rPr lang="en-IN" smtClean="0"/>
              <a:t>27-07-2021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3A83F2-2C76-4E04-AED2-B21D4E25E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7B7FED-A68D-4BD4-B411-BE7913E1A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52FB6-F32A-4F00-B06D-10D7D3179F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9538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CC3F7-E616-4959-A269-371A83F1F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B93BD5-70CA-410B-BBE6-A78CE900BA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5B5BC1-4F83-420D-8339-1CE4C50E6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8787C-32E2-48C8-8450-5A080EEC0513}" type="datetimeFigureOut">
              <a:rPr lang="en-IN" smtClean="0"/>
              <a:t>27-07-2021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826FC-10A0-4BFC-829C-B22236334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F3A836-436E-47B8-BA18-6AEEB70EC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52FB6-F32A-4F00-B06D-10D7D3179F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6924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E85BDB-8027-443D-AF72-8CBA12D040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6DC4D5-11B2-42C8-B1D3-CAD97ECE50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96E682-A1BF-4A9E-97E2-C9BC492AA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8787C-32E2-48C8-8450-5A080EEC0513}" type="datetimeFigureOut">
              <a:rPr lang="en-IN" smtClean="0"/>
              <a:t>27-07-2021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A66A94-4942-4CF1-9F61-C7FB6F230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2A6A1B-DBF0-4866-AE34-ECA5B2448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52FB6-F32A-4F00-B06D-10D7D3179F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9562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0877A3-B31A-4240-B8E5-E65C8F619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5167C8-4391-4C1A-B1C9-EB5476AAD5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17ACE-F01E-4F62-A916-BCA0177739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98787C-32E2-48C8-8450-5A080EEC0513}" type="datetimeFigureOut">
              <a:rPr lang="en-IN" smtClean="0"/>
              <a:t>27-07-2021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5429D5-8CD7-46CA-9955-9697F62437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68F327-283A-444D-B54A-75CEFBA698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C52FB6-F32A-4F00-B06D-10D7D3179F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5776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.xml"/><Relationship Id="rId18" Type="http://schemas.openxmlformats.org/officeDocument/2006/relationships/image" Target="../media/image10.png"/><Relationship Id="rId3" Type="http://schemas.openxmlformats.org/officeDocument/2006/relationships/image" Target="../media/image2.png"/><Relationship Id="rId12" Type="http://schemas.openxmlformats.org/officeDocument/2006/relationships/image" Target="../media/image7.png"/><Relationship Id="rId17" Type="http://schemas.openxmlformats.org/officeDocument/2006/relationships/customXml" Target="../ink/ink4.xml"/><Relationship Id="rId2" Type="http://schemas.openxmlformats.org/officeDocument/2006/relationships/image" Target="../media/image1.emf"/><Relationship Id="rId16" Type="http://schemas.openxmlformats.org/officeDocument/2006/relationships/image" Target="../media/image9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customXml" Target="../ink/ink1.xml"/><Relationship Id="rId15" Type="http://schemas.openxmlformats.org/officeDocument/2006/relationships/customXml" Target="../ink/ink3.xml"/><Relationship Id="rId19" Type="http://schemas.openxmlformats.org/officeDocument/2006/relationships/customXml" Target="../ink/ink5.xml"/><Relationship Id="rId4" Type="http://schemas.openxmlformats.org/officeDocument/2006/relationships/image" Target="../media/image3.png"/><Relationship Id="rId1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63.xml"/><Relationship Id="rId21" Type="http://schemas.openxmlformats.org/officeDocument/2006/relationships/image" Target="../media/image13.png"/><Relationship Id="rId63" Type="http://schemas.openxmlformats.org/officeDocument/2006/relationships/customXml" Target="../ink/ink36.xml"/><Relationship Id="rId159" Type="http://schemas.openxmlformats.org/officeDocument/2006/relationships/image" Target="../media/image81.png"/><Relationship Id="rId170" Type="http://schemas.openxmlformats.org/officeDocument/2006/relationships/customXml" Target="../ink/ink90.xml"/><Relationship Id="rId226" Type="http://schemas.openxmlformats.org/officeDocument/2006/relationships/customXml" Target="../ink/ink118.xml"/><Relationship Id="rId107" Type="http://schemas.openxmlformats.org/officeDocument/2006/relationships/customXml" Target="../ink/ink58.xml"/><Relationship Id="rId268" Type="http://schemas.openxmlformats.org/officeDocument/2006/relationships/image" Target="../media/image135.png"/><Relationship Id="rId11" Type="http://schemas.openxmlformats.org/officeDocument/2006/relationships/customXml" Target="../ink/ink9.xml"/><Relationship Id="rId32" Type="http://schemas.openxmlformats.org/officeDocument/2006/relationships/image" Target="../media/image18.png"/><Relationship Id="rId53" Type="http://schemas.openxmlformats.org/officeDocument/2006/relationships/customXml" Target="../ink/ink31.xml"/><Relationship Id="rId74" Type="http://schemas.openxmlformats.org/officeDocument/2006/relationships/image" Target="../media/image39.png"/><Relationship Id="rId128" Type="http://schemas.openxmlformats.org/officeDocument/2006/relationships/customXml" Target="../ink/ink69.xml"/><Relationship Id="rId149" Type="http://schemas.openxmlformats.org/officeDocument/2006/relationships/image" Target="../media/image76.png"/><Relationship Id="rId5" Type="http://schemas.openxmlformats.org/officeDocument/2006/relationships/customXml" Target="../ink/ink6.xml"/><Relationship Id="rId95" Type="http://schemas.openxmlformats.org/officeDocument/2006/relationships/customXml" Target="../ink/ink52.xml"/><Relationship Id="rId160" Type="http://schemas.openxmlformats.org/officeDocument/2006/relationships/customXml" Target="../ink/ink85.xml"/><Relationship Id="rId181" Type="http://schemas.openxmlformats.org/officeDocument/2006/relationships/image" Target="../media/image92.png"/><Relationship Id="rId216" Type="http://schemas.openxmlformats.org/officeDocument/2006/relationships/customXml" Target="../ink/ink113.xml"/><Relationship Id="rId237" Type="http://schemas.openxmlformats.org/officeDocument/2006/relationships/image" Target="../media/image120.png"/><Relationship Id="rId258" Type="http://schemas.openxmlformats.org/officeDocument/2006/relationships/image" Target="../media/image130.png"/><Relationship Id="rId22" Type="http://schemas.openxmlformats.org/officeDocument/2006/relationships/customXml" Target="../ink/ink15.xml"/><Relationship Id="rId43" Type="http://schemas.openxmlformats.org/officeDocument/2006/relationships/customXml" Target="../ink/ink26.xml"/><Relationship Id="rId64" Type="http://schemas.openxmlformats.org/officeDocument/2006/relationships/image" Target="../media/image34.png"/><Relationship Id="rId118" Type="http://schemas.openxmlformats.org/officeDocument/2006/relationships/image" Target="../media/image61.png"/><Relationship Id="rId139" Type="http://schemas.openxmlformats.org/officeDocument/2006/relationships/image" Target="../media/image71.png"/><Relationship Id="rId85" Type="http://schemas.openxmlformats.org/officeDocument/2006/relationships/customXml" Target="../ink/ink47.xml"/><Relationship Id="rId150" Type="http://schemas.openxmlformats.org/officeDocument/2006/relationships/customXml" Target="../ink/ink80.xml"/><Relationship Id="rId171" Type="http://schemas.openxmlformats.org/officeDocument/2006/relationships/image" Target="../media/image87.png"/><Relationship Id="rId192" Type="http://schemas.openxmlformats.org/officeDocument/2006/relationships/customXml" Target="../ink/ink101.xml"/><Relationship Id="rId206" Type="http://schemas.openxmlformats.org/officeDocument/2006/relationships/customXml" Target="../ink/ink108.xml"/><Relationship Id="rId227" Type="http://schemas.openxmlformats.org/officeDocument/2006/relationships/image" Target="../media/image115.png"/><Relationship Id="rId248" Type="http://schemas.openxmlformats.org/officeDocument/2006/relationships/customXml" Target="../ink/ink129.xml"/><Relationship Id="rId12" Type="http://schemas.openxmlformats.org/officeDocument/2006/relationships/image" Target="../media/image10.png"/><Relationship Id="rId33" Type="http://schemas.openxmlformats.org/officeDocument/2006/relationships/customXml" Target="../ink/ink21.xml"/><Relationship Id="rId108" Type="http://schemas.openxmlformats.org/officeDocument/2006/relationships/image" Target="../media/image56.png"/><Relationship Id="rId129" Type="http://schemas.openxmlformats.org/officeDocument/2006/relationships/image" Target="../media/image66.png"/><Relationship Id="rId54" Type="http://schemas.openxmlformats.org/officeDocument/2006/relationships/image" Target="../media/image29.png"/><Relationship Id="rId75" Type="http://schemas.openxmlformats.org/officeDocument/2006/relationships/customXml" Target="../ink/ink42.xml"/><Relationship Id="rId96" Type="http://schemas.openxmlformats.org/officeDocument/2006/relationships/image" Target="../media/image50.png"/><Relationship Id="rId140" Type="http://schemas.openxmlformats.org/officeDocument/2006/relationships/customXml" Target="../ink/ink75.xml"/><Relationship Id="rId161" Type="http://schemas.openxmlformats.org/officeDocument/2006/relationships/image" Target="../media/image82.png"/><Relationship Id="rId182" Type="http://schemas.openxmlformats.org/officeDocument/2006/relationships/customXml" Target="../ink/ink96.xml"/><Relationship Id="rId217" Type="http://schemas.openxmlformats.org/officeDocument/2006/relationships/image" Target="../media/image110.png"/><Relationship Id="rId6" Type="http://schemas.openxmlformats.org/officeDocument/2006/relationships/image" Target="../media/image4.png"/><Relationship Id="rId238" Type="http://schemas.openxmlformats.org/officeDocument/2006/relationships/customXml" Target="../ink/ink124.xml"/><Relationship Id="rId259" Type="http://schemas.openxmlformats.org/officeDocument/2006/relationships/customXml" Target="../ink/ink135.xml"/><Relationship Id="rId23" Type="http://schemas.openxmlformats.org/officeDocument/2006/relationships/image" Target="../media/image14.png"/><Relationship Id="rId119" Type="http://schemas.openxmlformats.org/officeDocument/2006/relationships/customXml" Target="../ink/ink64.xml"/><Relationship Id="rId44" Type="http://schemas.openxmlformats.org/officeDocument/2006/relationships/image" Target="../media/image24.png"/><Relationship Id="rId65" Type="http://schemas.openxmlformats.org/officeDocument/2006/relationships/customXml" Target="../ink/ink37.xml"/><Relationship Id="rId86" Type="http://schemas.openxmlformats.org/officeDocument/2006/relationships/image" Target="../media/image45.png"/><Relationship Id="rId130" Type="http://schemas.openxmlformats.org/officeDocument/2006/relationships/customXml" Target="../ink/ink70.xml"/><Relationship Id="rId151" Type="http://schemas.openxmlformats.org/officeDocument/2006/relationships/image" Target="../media/image77.png"/><Relationship Id="rId172" Type="http://schemas.openxmlformats.org/officeDocument/2006/relationships/customXml" Target="../ink/ink91.xml"/><Relationship Id="rId193" Type="http://schemas.openxmlformats.org/officeDocument/2006/relationships/image" Target="../media/image98.png"/><Relationship Id="rId207" Type="http://schemas.openxmlformats.org/officeDocument/2006/relationships/image" Target="../media/image105.png"/><Relationship Id="rId228" Type="http://schemas.openxmlformats.org/officeDocument/2006/relationships/customXml" Target="../ink/ink119.xml"/><Relationship Id="rId249" Type="http://schemas.openxmlformats.org/officeDocument/2006/relationships/image" Target="../media/image126.png"/><Relationship Id="rId13" Type="http://schemas.openxmlformats.org/officeDocument/2006/relationships/customXml" Target="../ink/ink10.xml"/><Relationship Id="rId109" Type="http://schemas.openxmlformats.org/officeDocument/2006/relationships/customXml" Target="../ink/ink59.xml"/><Relationship Id="rId260" Type="http://schemas.openxmlformats.org/officeDocument/2006/relationships/image" Target="../media/image131.png"/><Relationship Id="rId34" Type="http://schemas.openxmlformats.org/officeDocument/2006/relationships/image" Target="../media/image19.png"/><Relationship Id="rId55" Type="http://schemas.openxmlformats.org/officeDocument/2006/relationships/customXml" Target="../ink/ink32.xml"/><Relationship Id="rId76" Type="http://schemas.openxmlformats.org/officeDocument/2006/relationships/image" Target="../media/image40.png"/><Relationship Id="rId97" Type="http://schemas.openxmlformats.org/officeDocument/2006/relationships/customXml" Target="../ink/ink53.xml"/><Relationship Id="rId120" Type="http://schemas.openxmlformats.org/officeDocument/2006/relationships/image" Target="../media/image62.png"/><Relationship Id="rId141" Type="http://schemas.openxmlformats.org/officeDocument/2006/relationships/image" Target="../media/image72.png"/><Relationship Id="rId7" Type="http://schemas.openxmlformats.org/officeDocument/2006/relationships/customXml" Target="../ink/ink7.xml"/><Relationship Id="rId162" Type="http://schemas.openxmlformats.org/officeDocument/2006/relationships/customXml" Target="../ink/ink86.xml"/><Relationship Id="rId183" Type="http://schemas.openxmlformats.org/officeDocument/2006/relationships/image" Target="../media/image93.png"/><Relationship Id="rId218" Type="http://schemas.openxmlformats.org/officeDocument/2006/relationships/customXml" Target="../ink/ink114.xml"/><Relationship Id="rId239" Type="http://schemas.openxmlformats.org/officeDocument/2006/relationships/image" Target="../media/image121.png"/><Relationship Id="rId250" Type="http://schemas.openxmlformats.org/officeDocument/2006/relationships/customXml" Target="../ink/ink130.xml"/><Relationship Id="rId24" Type="http://schemas.openxmlformats.org/officeDocument/2006/relationships/customXml" Target="../ink/ink16.xml"/><Relationship Id="rId45" Type="http://schemas.openxmlformats.org/officeDocument/2006/relationships/customXml" Target="../ink/ink27.xml"/><Relationship Id="rId66" Type="http://schemas.openxmlformats.org/officeDocument/2006/relationships/image" Target="../media/image35.png"/><Relationship Id="rId87" Type="http://schemas.openxmlformats.org/officeDocument/2006/relationships/customXml" Target="../ink/ink48.xml"/><Relationship Id="rId110" Type="http://schemas.openxmlformats.org/officeDocument/2006/relationships/image" Target="../media/image57.png"/><Relationship Id="rId131" Type="http://schemas.openxmlformats.org/officeDocument/2006/relationships/image" Target="../media/image67.png"/><Relationship Id="rId152" Type="http://schemas.openxmlformats.org/officeDocument/2006/relationships/customXml" Target="../ink/ink81.xml"/><Relationship Id="rId173" Type="http://schemas.openxmlformats.org/officeDocument/2006/relationships/image" Target="../media/image88.png"/><Relationship Id="rId194" Type="http://schemas.openxmlformats.org/officeDocument/2006/relationships/customXml" Target="../ink/ink102.xml"/><Relationship Id="rId208" Type="http://schemas.openxmlformats.org/officeDocument/2006/relationships/customXml" Target="../ink/ink109.xml"/><Relationship Id="rId229" Type="http://schemas.openxmlformats.org/officeDocument/2006/relationships/image" Target="../media/image116.png"/><Relationship Id="rId240" Type="http://schemas.openxmlformats.org/officeDocument/2006/relationships/customXml" Target="../ink/ink125.xml"/><Relationship Id="rId261" Type="http://schemas.openxmlformats.org/officeDocument/2006/relationships/customXml" Target="../ink/ink136.xml"/><Relationship Id="rId14" Type="http://schemas.openxmlformats.org/officeDocument/2006/relationships/image" Target="../media/image8.png"/><Relationship Id="rId35" Type="http://schemas.openxmlformats.org/officeDocument/2006/relationships/customXml" Target="../ink/ink22.xml"/><Relationship Id="rId56" Type="http://schemas.openxmlformats.org/officeDocument/2006/relationships/image" Target="../media/image30.png"/><Relationship Id="rId77" Type="http://schemas.openxmlformats.org/officeDocument/2006/relationships/customXml" Target="../ink/ink43.xml"/><Relationship Id="rId100" Type="http://schemas.openxmlformats.org/officeDocument/2006/relationships/image" Target="../media/image52.png"/><Relationship Id="rId8" Type="http://schemas.openxmlformats.org/officeDocument/2006/relationships/image" Target="../media/image5.png"/><Relationship Id="rId98" Type="http://schemas.openxmlformats.org/officeDocument/2006/relationships/image" Target="../media/image51.png"/><Relationship Id="rId121" Type="http://schemas.openxmlformats.org/officeDocument/2006/relationships/customXml" Target="../ink/ink65.xml"/><Relationship Id="rId142" Type="http://schemas.openxmlformats.org/officeDocument/2006/relationships/customXml" Target="../ink/ink76.xml"/><Relationship Id="rId163" Type="http://schemas.openxmlformats.org/officeDocument/2006/relationships/image" Target="../media/image83.png"/><Relationship Id="rId184" Type="http://schemas.openxmlformats.org/officeDocument/2006/relationships/customXml" Target="../ink/ink97.xml"/><Relationship Id="rId219" Type="http://schemas.openxmlformats.org/officeDocument/2006/relationships/image" Target="../media/image111.png"/><Relationship Id="rId230" Type="http://schemas.openxmlformats.org/officeDocument/2006/relationships/customXml" Target="../ink/ink120.xml"/><Relationship Id="rId251" Type="http://schemas.openxmlformats.org/officeDocument/2006/relationships/image" Target="../media/image127.png"/><Relationship Id="rId25" Type="http://schemas.openxmlformats.org/officeDocument/2006/relationships/customXml" Target="../ink/ink17.xml"/><Relationship Id="rId46" Type="http://schemas.openxmlformats.org/officeDocument/2006/relationships/image" Target="../media/image25.png"/><Relationship Id="rId67" Type="http://schemas.openxmlformats.org/officeDocument/2006/relationships/customXml" Target="../ink/ink38.xml"/><Relationship Id="rId88" Type="http://schemas.openxmlformats.org/officeDocument/2006/relationships/image" Target="../media/image46.png"/><Relationship Id="rId111" Type="http://schemas.openxmlformats.org/officeDocument/2006/relationships/customXml" Target="../ink/ink60.xml"/><Relationship Id="rId132" Type="http://schemas.openxmlformats.org/officeDocument/2006/relationships/customXml" Target="../ink/ink71.xml"/><Relationship Id="rId153" Type="http://schemas.openxmlformats.org/officeDocument/2006/relationships/image" Target="../media/image78.png"/><Relationship Id="rId174" Type="http://schemas.openxmlformats.org/officeDocument/2006/relationships/customXml" Target="../ink/ink92.xml"/><Relationship Id="rId195" Type="http://schemas.openxmlformats.org/officeDocument/2006/relationships/image" Target="../media/image99.png"/><Relationship Id="rId209" Type="http://schemas.openxmlformats.org/officeDocument/2006/relationships/image" Target="../media/image106.png"/><Relationship Id="rId220" Type="http://schemas.openxmlformats.org/officeDocument/2006/relationships/customXml" Target="../ink/ink115.xml"/><Relationship Id="rId241" Type="http://schemas.openxmlformats.org/officeDocument/2006/relationships/image" Target="../media/image122.png"/><Relationship Id="rId15" Type="http://schemas.openxmlformats.org/officeDocument/2006/relationships/customXml" Target="../ink/ink11.xml"/><Relationship Id="rId36" Type="http://schemas.openxmlformats.org/officeDocument/2006/relationships/image" Target="../media/image20.png"/><Relationship Id="rId57" Type="http://schemas.openxmlformats.org/officeDocument/2006/relationships/customXml" Target="../ink/ink33.xml"/><Relationship Id="rId262" Type="http://schemas.openxmlformats.org/officeDocument/2006/relationships/image" Target="../media/image132.png"/><Relationship Id="rId78" Type="http://schemas.openxmlformats.org/officeDocument/2006/relationships/image" Target="../media/image41.png"/><Relationship Id="rId99" Type="http://schemas.openxmlformats.org/officeDocument/2006/relationships/customXml" Target="../ink/ink54.xml"/><Relationship Id="rId101" Type="http://schemas.openxmlformats.org/officeDocument/2006/relationships/customXml" Target="../ink/ink55.xml"/><Relationship Id="rId122" Type="http://schemas.openxmlformats.org/officeDocument/2006/relationships/image" Target="../media/image63.png"/><Relationship Id="rId143" Type="http://schemas.openxmlformats.org/officeDocument/2006/relationships/image" Target="../media/image73.png"/><Relationship Id="rId164" Type="http://schemas.openxmlformats.org/officeDocument/2006/relationships/customXml" Target="../ink/ink87.xml"/><Relationship Id="rId185" Type="http://schemas.openxmlformats.org/officeDocument/2006/relationships/image" Target="../media/image94.png"/><Relationship Id="rId9" Type="http://schemas.openxmlformats.org/officeDocument/2006/relationships/customXml" Target="../ink/ink8.xml"/><Relationship Id="rId210" Type="http://schemas.openxmlformats.org/officeDocument/2006/relationships/customXml" Target="../ink/ink110.xml"/><Relationship Id="rId26" Type="http://schemas.openxmlformats.org/officeDocument/2006/relationships/image" Target="../media/image15.png"/><Relationship Id="rId231" Type="http://schemas.openxmlformats.org/officeDocument/2006/relationships/image" Target="../media/image117.png"/><Relationship Id="rId252" Type="http://schemas.openxmlformats.org/officeDocument/2006/relationships/customXml" Target="../ink/ink131.xml"/><Relationship Id="rId47" Type="http://schemas.openxmlformats.org/officeDocument/2006/relationships/customXml" Target="../ink/ink28.xml"/><Relationship Id="rId68" Type="http://schemas.openxmlformats.org/officeDocument/2006/relationships/image" Target="../media/image36.png"/><Relationship Id="rId89" Type="http://schemas.openxmlformats.org/officeDocument/2006/relationships/customXml" Target="../ink/ink49.xml"/><Relationship Id="rId112" Type="http://schemas.openxmlformats.org/officeDocument/2006/relationships/image" Target="../media/image58.png"/><Relationship Id="rId133" Type="http://schemas.openxmlformats.org/officeDocument/2006/relationships/image" Target="../media/image68.png"/><Relationship Id="rId154" Type="http://schemas.openxmlformats.org/officeDocument/2006/relationships/customXml" Target="../ink/ink82.xml"/><Relationship Id="rId175" Type="http://schemas.openxmlformats.org/officeDocument/2006/relationships/image" Target="../media/image89.png"/><Relationship Id="rId196" Type="http://schemas.openxmlformats.org/officeDocument/2006/relationships/customXml" Target="../ink/ink103.xml"/><Relationship Id="rId200" Type="http://schemas.openxmlformats.org/officeDocument/2006/relationships/customXml" Target="../ink/ink105.xml"/><Relationship Id="rId16" Type="http://schemas.openxmlformats.org/officeDocument/2006/relationships/image" Target="../media/image7.png"/><Relationship Id="rId221" Type="http://schemas.openxmlformats.org/officeDocument/2006/relationships/image" Target="../media/image112.png"/><Relationship Id="rId242" Type="http://schemas.openxmlformats.org/officeDocument/2006/relationships/customXml" Target="../ink/ink126.xml"/><Relationship Id="rId263" Type="http://schemas.openxmlformats.org/officeDocument/2006/relationships/customXml" Target="../ink/ink137.xml"/><Relationship Id="rId37" Type="http://schemas.openxmlformats.org/officeDocument/2006/relationships/customXml" Target="../ink/ink23.xml"/><Relationship Id="rId58" Type="http://schemas.openxmlformats.org/officeDocument/2006/relationships/image" Target="../media/image31.png"/><Relationship Id="rId79" Type="http://schemas.openxmlformats.org/officeDocument/2006/relationships/customXml" Target="../ink/ink44.xml"/><Relationship Id="rId102" Type="http://schemas.openxmlformats.org/officeDocument/2006/relationships/image" Target="../media/image53.png"/><Relationship Id="rId123" Type="http://schemas.openxmlformats.org/officeDocument/2006/relationships/customXml" Target="../ink/ink66.xml"/><Relationship Id="rId144" Type="http://schemas.openxmlformats.org/officeDocument/2006/relationships/customXml" Target="../ink/ink77.xml"/><Relationship Id="rId90" Type="http://schemas.openxmlformats.org/officeDocument/2006/relationships/image" Target="../media/image47.png"/><Relationship Id="rId165" Type="http://schemas.openxmlformats.org/officeDocument/2006/relationships/image" Target="../media/image84.png"/><Relationship Id="rId186" Type="http://schemas.openxmlformats.org/officeDocument/2006/relationships/customXml" Target="../ink/ink98.xml"/><Relationship Id="rId211" Type="http://schemas.openxmlformats.org/officeDocument/2006/relationships/image" Target="../media/image107.png"/><Relationship Id="rId232" Type="http://schemas.openxmlformats.org/officeDocument/2006/relationships/customXml" Target="../ink/ink121.xml"/><Relationship Id="rId253" Type="http://schemas.openxmlformats.org/officeDocument/2006/relationships/image" Target="../media/image128.png"/><Relationship Id="rId27" Type="http://schemas.openxmlformats.org/officeDocument/2006/relationships/customXml" Target="../ink/ink18.xml"/><Relationship Id="rId48" Type="http://schemas.openxmlformats.org/officeDocument/2006/relationships/image" Target="../media/image26.png"/><Relationship Id="rId69" Type="http://schemas.openxmlformats.org/officeDocument/2006/relationships/customXml" Target="../ink/ink39.xml"/><Relationship Id="rId113" Type="http://schemas.openxmlformats.org/officeDocument/2006/relationships/customXml" Target="../ink/ink61.xml"/><Relationship Id="rId134" Type="http://schemas.openxmlformats.org/officeDocument/2006/relationships/customXml" Target="../ink/ink72.xml"/><Relationship Id="rId80" Type="http://schemas.openxmlformats.org/officeDocument/2006/relationships/image" Target="../media/image42.png"/><Relationship Id="rId155" Type="http://schemas.openxmlformats.org/officeDocument/2006/relationships/image" Target="../media/image79.png"/><Relationship Id="rId176" Type="http://schemas.openxmlformats.org/officeDocument/2006/relationships/customXml" Target="../ink/ink93.xml"/><Relationship Id="rId197" Type="http://schemas.openxmlformats.org/officeDocument/2006/relationships/image" Target="../media/image100.png"/><Relationship Id="rId201" Type="http://schemas.openxmlformats.org/officeDocument/2006/relationships/image" Target="../media/image102.png"/><Relationship Id="rId222" Type="http://schemas.openxmlformats.org/officeDocument/2006/relationships/customXml" Target="../ink/ink116.xml"/><Relationship Id="rId243" Type="http://schemas.openxmlformats.org/officeDocument/2006/relationships/image" Target="../media/image123.png"/><Relationship Id="rId264" Type="http://schemas.openxmlformats.org/officeDocument/2006/relationships/image" Target="../media/image133.png"/><Relationship Id="rId17" Type="http://schemas.openxmlformats.org/officeDocument/2006/relationships/customXml" Target="../ink/ink12.xml"/><Relationship Id="rId38" Type="http://schemas.openxmlformats.org/officeDocument/2006/relationships/image" Target="../media/image21.png"/><Relationship Id="rId59" Type="http://schemas.openxmlformats.org/officeDocument/2006/relationships/customXml" Target="../ink/ink34.xml"/><Relationship Id="rId103" Type="http://schemas.openxmlformats.org/officeDocument/2006/relationships/customXml" Target="../ink/ink56.xml"/><Relationship Id="rId124" Type="http://schemas.openxmlformats.org/officeDocument/2006/relationships/customXml" Target="../ink/ink67.xml"/><Relationship Id="rId70" Type="http://schemas.openxmlformats.org/officeDocument/2006/relationships/image" Target="../media/image37.png"/><Relationship Id="rId91" Type="http://schemas.openxmlformats.org/officeDocument/2006/relationships/customXml" Target="../ink/ink50.xml"/><Relationship Id="rId145" Type="http://schemas.openxmlformats.org/officeDocument/2006/relationships/image" Target="../media/image74.png"/><Relationship Id="rId166" Type="http://schemas.openxmlformats.org/officeDocument/2006/relationships/customXml" Target="../ink/ink88.xml"/><Relationship Id="rId187" Type="http://schemas.openxmlformats.org/officeDocument/2006/relationships/image" Target="../media/image95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11.xml"/><Relationship Id="rId233" Type="http://schemas.openxmlformats.org/officeDocument/2006/relationships/image" Target="../media/image118.png"/><Relationship Id="rId254" Type="http://schemas.openxmlformats.org/officeDocument/2006/relationships/customXml" Target="../ink/ink132.xml"/><Relationship Id="rId28" Type="http://schemas.openxmlformats.org/officeDocument/2006/relationships/image" Target="../media/image16.png"/><Relationship Id="rId49" Type="http://schemas.openxmlformats.org/officeDocument/2006/relationships/customXml" Target="../ink/ink29.xml"/><Relationship Id="rId114" Type="http://schemas.openxmlformats.org/officeDocument/2006/relationships/image" Target="../media/image59.png"/><Relationship Id="rId60" Type="http://schemas.openxmlformats.org/officeDocument/2006/relationships/image" Target="../media/image32.png"/><Relationship Id="rId81" Type="http://schemas.openxmlformats.org/officeDocument/2006/relationships/customXml" Target="../ink/ink45.xml"/><Relationship Id="rId135" Type="http://schemas.openxmlformats.org/officeDocument/2006/relationships/image" Target="../media/image69.png"/><Relationship Id="rId156" Type="http://schemas.openxmlformats.org/officeDocument/2006/relationships/customXml" Target="../ink/ink83.xml"/><Relationship Id="rId177" Type="http://schemas.openxmlformats.org/officeDocument/2006/relationships/image" Target="../media/image90.png"/><Relationship Id="rId198" Type="http://schemas.openxmlformats.org/officeDocument/2006/relationships/customXml" Target="../ink/ink104.xml"/><Relationship Id="rId202" Type="http://schemas.openxmlformats.org/officeDocument/2006/relationships/customXml" Target="../ink/ink106.xml"/><Relationship Id="rId223" Type="http://schemas.openxmlformats.org/officeDocument/2006/relationships/image" Target="../media/image113.png"/><Relationship Id="rId244" Type="http://schemas.openxmlformats.org/officeDocument/2006/relationships/customXml" Target="../ink/ink127.xml"/><Relationship Id="rId18" Type="http://schemas.openxmlformats.org/officeDocument/2006/relationships/customXml" Target="../ink/ink13.xml"/><Relationship Id="rId39" Type="http://schemas.openxmlformats.org/officeDocument/2006/relationships/customXml" Target="../ink/ink24.xml"/><Relationship Id="rId265" Type="http://schemas.openxmlformats.org/officeDocument/2006/relationships/customXml" Target="../ink/ink138.xml"/><Relationship Id="rId50" Type="http://schemas.openxmlformats.org/officeDocument/2006/relationships/image" Target="../media/image27.png"/><Relationship Id="rId104" Type="http://schemas.openxmlformats.org/officeDocument/2006/relationships/image" Target="../media/image54.png"/><Relationship Id="rId125" Type="http://schemas.openxmlformats.org/officeDocument/2006/relationships/image" Target="../media/image64.png"/><Relationship Id="rId146" Type="http://schemas.openxmlformats.org/officeDocument/2006/relationships/customXml" Target="../ink/ink78.xml"/><Relationship Id="rId167" Type="http://schemas.openxmlformats.org/officeDocument/2006/relationships/image" Target="../media/image85.png"/><Relationship Id="rId188" Type="http://schemas.openxmlformats.org/officeDocument/2006/relationships/customXml" Target="../ink/ink99.xml"/><Relationship Id="rId71" Type="http://schemas.openxmlformats.org/officeDocument/2006/relationships/customXml" Target="../ink/ink40.xml"/><Relationship Id="rId92" Type="http://schemas.openxmlformats.org/officeDocument/2006/relationships/image" Target="../media/image48.png"/><Relationship Id="rId213" Type="http://schemas.openxmlformats.org/officeDocument/2006/relationships/image" Target="../media/image108.png"/><Relationship Id="rId234" Type="http://schemas.openxmlformats.org/officeDocument/2006/relationships/customXml" Target="../ink/ink122.xml"/><Relationship Id="rId2" Type="http://schemas.openxmlformats.org/officeDocument/2006/relationships/image" Target="../media/image1.emf"/><Relationship Id="rId29" Type="http://schemas.openxmlformats.org/officeDocument/2006/relationships/customXml" Target="../ink/ink19.xml"/><Relationship Id="rId255" Type="http://schemas.openxmlformats.org/officeDocument/2006/relationships/customXml" Target="../ink/ink133.xml"/><Relationship Id="rId40" Type="http://schemas.openxmlformats.org/officeDocument/2006/relationships/image" Target="../media/image22.png"/><Relationship Id="rId115" Type="http://schemas.openxmlformats.org/officeDocument/2006/relationships/customXml" Target="../ink/ink62.xml"/><Relationship Id="rId136" Type="http://schemas.openxmlformats.org/officeDocument/2006/relationships/customXml" Target="../ink/ink73.xml"/><Relationship Id="rId157" Type="http://schemas.openxmlformats.org/officeDocument/2006/relationships/image" Target="../media/image80.png"/><Relationship Id="rId178" Type="http://schemas.openxmlformats.org/officeDocument/2006/relationships/customXml" Target="../ink/ink94.xml"/><Relationship Id="rId61" Type="http://schemas.openxmlformats.org/officeDocument/2006/relationships/customXml" Target="../ink/ink35.xml"/><Relationship Id="rId82" Type="http://schemas.openxmlformats.org/officeDocument/2006/relationships/image" Target="../media/image43.png"/><Relationship Id="rId199" Type="http://schemas.openxmlformats.org/officeDocument/2006/relationships/image" Target="../media/image101.png"/><Relationship Id="rId203" Type="http://schemas.openxmlformats.org/officeDocument/2006/relationships/image" Target="../media/image103.png"/><Relationship Id="rId19" Type="http://schemas.openxmlformats.org/officeDocument/2006/relationships/image" Target="../media/image11.png"/><Relationship Id="rId224" Type="http://schemas.openxmlformats.org/officeDocument/2006/relationships/customXml" Target="../ink/ink117.xml"/><Relationship Id="rId245" Type="http://schemas.openxmlformats.org/officeDocument/2006/relationships/image" Target="../media/image124.png"/><Relationship Id="rId266" Type="http://schemas.openxmlformats.org/officeDocument/2006/relationships/image" Target="../media/image134.png"/><Relationship Id="rId30" Type="http://schemas.openxmlformats.org/officeDocument/2006/relationships/image" Target="../media/image17.png"/><Relationship Id="rId105" Type="http://schemas.openxmlformats.org/officeDocument/2006/relationships/customXml" Target="../ink/ink57.xml"/><Relationship Id="rId126" Type="http://schemas.openxmlformats.org/officeDocument/2006/relationships/customXml" Target="../ink/ink68.xml"/><Relationship Id="rId147" Type="http://schemas.openxmlformats.org/officeDocument/2006/relationships/image" Target="../media/image75.png"/><Relationship Id="rId168" Type="http://schemas.openxmlformats.org/officeDocument/2006/relationships/customXml" Target="../ink/ink89.xml"/><Relationship Id="rId51" Type="http://schemas.openxmlformats.org/officeDocument/2006/relationships/customXml" Target="../ink/ink30.xml"/><Relationship Id="rId72" Type="http://schemas.openxmlformats.org/officeDocument/2006/relationships/image" Target="../media/image38.png"/><Relationship Id="rId93" Type="http://schemas.openxmlformats.org/officeDocument/2006/relationships/customXml" Target="../ink/ink51.xml"/><Relationship Id="rId189" Type="http://schemas.openxmlformats.org/officeDocument/2006/relationships/image" Target="../media/image96.png"/><Relationship Id="rId3" Type="http://schemas.openxmlformats.org/officeDocument/2006/relationships/image" Target="../media/image2.png"/><Relationship Id="rId214" Type="http://schemas.openxmlformats.org/officeDocument/2006/relationships/customXml" Target="../ink/ink112.xml"/><Relationship Id="rId235" Type="http://schemas.openxmlformats.org/officeDocument/2006/relationships/image" Target="../media/image119.png"/><Relationship Id="rId256" Type="http://schemas.openxmlformats.org/officeDocument/2006/relationships/image" Target="../media/image129.png"/><Relationship Id="rId116" Type="http://schemas.openxmlformats.org/officeDocument/2006/relationships/image" Target="../media/image60.png"/><Relationship Id="rId137" Type="http://schemas.openxmlformats.org/officeDocument/2006/relationships/image" Target="../media/image70.png"/><Relationship Id="rId158" Type="http://schemas.openxmlformats.org/officeDocument/2006/relationships/customXml" Target="../ink/ink84.xml"/><Relationship Id="rId20" Type="http://schemas.openxmlformats.org/officeDocument/2006/relationships/customXml" Target="../ink/ink14.xml"/><Relationship Id="rId41" Type="http://schemas.openxmlformats.org/officeDocument/2006/relationships/customXml" Target="../ink/ink25.xml"/><Relationship Id="rId62" Type="http://schemas.openxmlformats.org/officeDocument/2006/relationships/image" Target="../media/image33.png"/><Relationship Id="rId83" Type="http://schemas.openxmlformats.org/officeDocument/2006/relationships/customXml" Target="../ink/ink46.xml"/><Relationship Id="rId179" Type="http://schemas.openxmlformats.org/officeDocument/2006/relationships/image" Target="../media/image91.png"/><Relationship Id="rId190" Type="http://schemas.openxmlformats.org/officeDocument/2006/relationships/customXml" Target="../ink/ink100.xml"/><Relationship Id="rId204" Type="http://schemas.openxmlformats.org/officeDocument/2006/relationships/customXml" Target="../ink/ink107.xml"/><Relationship Id="rId225" Type="http://schemas.openxmlformats.org/officeDocument/2006/relationships/image" Target="../media/image114.png"/><Relationship Id="rId246" Type="http://schemas.openxmlformats.org/officeDocument/2006/relationships/customXml" Target="../ink/ink128.xml"/><Relationship Id="rId267" Type="http://schemas.openxmlformats.org/officeDocument/2006/relationships/customXml" Target="../ink/ink139.xml"/><Relationship Id="rId106" Type="http://schemas.openxmlformats.org/officeDocument/2006/relationships/image" Target="../media/image55.png"/><Relationship Id="rId127" Type="http://schemas.openxmlformats.org/officeDocument/2006/relationships/image" Target="../media/image65.png"/><Relationship Id="rId10" Type="http://schemas.openxmlformats.org/officeDocument/2006/relationships/image" Target="../media/image12.png"/><Relationship Id="rId31" Type="http://schemas.openxmlformats.org/officeDocument/2006/relationships/customXml" Target="../ink/ink20.xml"/><Relationship Id="rId52" Type="http://schemas.openxmlformats.org/officeDocument/2006/relationships/image" Target="../media/image28.png"/><Relationship Id="rId73" Type="http://schemas.openxmlformats.org/officeDocument/2006/relationships/customXml" Target="../ink/ink41.xml"/><Relationship Id="rId94" Type="http://schemas.openxmlformats.org/officeDocument/2006/relationships/image" Target="../media/image49.png"/><Relationship Id="rId148" Type="http://schemas.openxmlformats.org/officeDocument/2006/relationships/customXml" Target="../ink/ink79.xml"/><Relationship Id="rId169" Type="http://schemas.openxmlformats.org/officeDocument/2006/relationships/image" Target="../media/image86.png"/><Relationship Id="rId4" Type="http://schemas.openxmlformats.org/officeDocument/2006/relationships/image" Target="../media/image3.png"/><Relationship Id="rId180" Type="http://schemas.openxmlformats.org/officeDocument/2006/relationships/customXml" Target="../ink/ink95.xml"/><Relationship Id="rId215" Type="http://schemas.openxmlformats.org/officeDocument/2006/relationships/image" Target="../media/image109.png"/><Relationship Id="rId236" Type="http://schemas.openxmlformats.org/officeDocument/2006/relationships/customXml" Target="../ink/ink123.xml"/><Relationship Id="rId257" Type="http://schemas.openxmlformats.org/officeDocument/2006/relationships/customXml" Target="../ink/ink134.xml"/><Relationship Id="rId42" Type="http://schemas.openxmlformats.org/officeDocument/2006/relationships/image" Target="../media/image23.png"/><Relationship Id="rId84" Type="http://schemas.openxmlformats.org/officeDocument/2006/relationships/image" Target="../media/image44.png"/><Relationship Id="rId138" Type="http://schemas.openxmlformats.org/officeDocument/2006/relationships/customXml" Target="../ink/ink74.xml"/><Relationship Id="rId191" Type="http://schemas.openxmlformats.org/officeDocument/2006/relationships/image" Target="../media/image97.png"/><Relationship Id="rId205" Type="http://schemas.openxmlformats.org/officeDocument/2006/relationships/image" Target="../media/image104.png"/><Relationship Id="rId247" Type="http://schemas.openxmlformats.org/officeDocument/2006/relationships/image" Target="../media/image12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png"/><Relationship Id="rId13" Type="http://schemas.openxmlformats.org/officeDocument/2006/relationships/customXml" Target="../ink/ink145.xml"/><Relationship Id="rId18" Type="http://schemas.openxmlformats.org/officeDocument/2006/relationships/image" Target="../media/image8.png"/><Relationship Id="rId3" Type="http://schemas.openxmlformats.org/officeDocument/2006/relationships/customXml" Target="../ink/ink140.xml"/><Relationship Id="rId21" Type="http://schemas.openxmlformats.org/officeDocument/2006/relationships/image" Target="../media/image143.png"/><Relationship Id="rId7" Type="http://schemas.openxmlformats.org/officeDocument/2006/relationships/customXml" Target="../ink/ink142.xml"/><Relationship Id="rId12" Type="http://schemas.openxmlformats.org/officeDocument/2006/relationships/image" Target="../media/image141.png"/><Relationship Id="rId17" Type="http://schemas.openxmlformats.org/officeDocument/2006/relationships/customXml" Target="../ink/ink147.xml"/><Relationship Id="rId2" Type="http://schemas.openxmlformats.org/officeDocument/2006/relationships/image" Target="../media/image6.png"/><Relationship Id="rId16" Type="http://schemas.openxmlformats.org/officeDocument/2006/relationships/image" Target="../media/image142.png"/><Relationship Id="rId20" Type="http://schemas.openxmlformats.org/officeDocument/2006/relationships/customXml" Target="../ink/ink14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8.png"/><Relationship Id="rId11" Type="http://schemas.openxmlformats.org/officeDocument/2006/relationships/customXml" Target="../ink/ink144.xml"/><Relationship Id="rId5" Type="http://schemas.openxmlformats.org/officeDocument/2006/relationships/customXml" Target="../ink/ink141.xml"/><Relationship Id="rId15" Type="http://schemas.openxmlformats.org/officeDocument/2006/relationships/customXml" Target="../ink/ink146.xml"/><Relationship Id="rId10" Type="http://schemas.openxmlformats.org/officeDocument/2006/relationships/image" Target="../media/image140.png"/><Relationship Id="rId19" Type="http://schemas.openxmlformats.org/officeDocument/2006/relationships/customXml" Target="../ink/ink148.xml"/><Relationship Id="rId4" Type="http://schemas.openxmlformats.org/officeDocument/2006/relationships/image" Target="../media/image137.png"/><Relationship Id="rId9" Type="http://schemas.openxmlformats.org/officeDocument/2006/relationships/customXml" Target="../ink/ink143.xml"/><Relationship Id="rId1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08.xml"/><Relationship Id="rId21" Type="http://schemas.openxmlformats.org/officeDocument/2006/relationships/customXml" Target="../ink/ink159.xml"/><Relationship Id="rId42" Type="http://schemas.openxmlformats.org/officeDocument/2006/relationships/image" Target="../media/image162.png"/><Relationship Id="rId63" Type="http://schemas.openxmlformats.org/officeDocument/2006/relationships/customXml" Target="../ink/ink181.xml"/><Relationship Id="rId84" Type="http://schemas.openxmlformats.org/officeDocument/2006/relationships/image" Target="../media/image183.png"/><Relationship Id="rId138" Type="http://schemas.openxmlformats.org/officeDocument/2006/relationships/image" Target="../media/image210.png"/><Relationship Id="rId159" Type="http://schemas.openxmlformats.org/officeDocument/2006/relationships/customXml" Target="../ink/ink229.xml"/><Relationship Id="rId170" Type="http://schemas.openxmlformats.org/officeDocument/2006/relationships/image" Target="../media/image226.png"/><Relationship Id="rId107" Type="http://schemas.openxmlformats.org/officeDocument/2006/relationships/customXml" Target="../ink/ink203.xml"/><Relationship Id="rId11" Type="http://schemas.openxmlformats.org/officeDocument/2006/relationships/customXml" Target="../ink/ink154.xml"/><Relationship Id="rId32" Type="http://schemas.openxmlformats.org/officeDocument/2006/relationships/customXml" Target="../ink/ink165.xml"/><Relationship Id="rId53" Type="http://schemas.openxmlformats.org/officeDocument/2006/relationships/customXml" Target="../ink/ink176.xml"/><Relationship Id="rId74" Type="http://schemas.openxmlformats.org/officeDocument/2006/relationships/image" Target="../media/image178.png"/><Relationship Id="rId128" Type="http://schemas.openxmlformats.org/officeDocument/2006/relationships/image" Target="../media/image205.png"/><Relationship Id="rId149" Type="http://schemas.openxmlformats.org/officeDocument/2006/relationships/customXml" Target="../ink/ink224.xml"/><Relationship Id="rId5" Type="http://schemas.openxmlformats.org/officeDocument/2006/relationships/customXml" Target="../ink/ink151.xml"/><Relationship Id="rId95" Type="http://schemas.openxmlformats.org/officeDocument/2006/relationships/customXml" Target="../ink/ink197.xml"/><Relationship Id="rId160" Type="http://schemas.openxmlformats.org/officeDocument/2006/relationships/image" Target="../media/image221.png"/><Relationship Id="rId22" Type="http://schemas.openxmlformats.org/officeDocument/2006/relationships/image" Target="../media/image153.png"/><Relationship Id="rId43" Type="http://schemas.openxmlformats.org/officeDocument/2006/relationships/customXml" Target="../ink/ink171.xml"/><Relationship Id="rId64" Type="http://schemas.openxmlformats.org/officeDocument/2006/relationships/image" Target="../media/image173.png"/><Relationship Id="rId118" Type="http://schemas.openxmlformats.org/officeDocument/2006/relationships/image" Target="../media/image200.png"/><Relationship Id="rId139" Type="http://schemas.openxmlformats.org/officeDocument/2006/relationships/customXml" Target="../ink/ink219.xml"/><Relationship Id="rId85" Type="http://schemas.openxmlformats.org/officeDocument/2006/relationships/customXml" Target="../ink/ink192.xml"/><Relationship Id="rId150" Type="http://schemas.openxmlformats.org/officeDocument/2006/relationships/image" Target="../media/image216.png"/><Relationship Id="rId12" Type="http://schemas.openxmlformats.org/officeDocument/2006/relationships/image" Target="../media/image148.png"/><Relationship Id="rId33" Type="http://schemas.openxmlformats.org/officeDocument/2006/relationships/image" Target="../media/image158.png"/><Relationship Id="rId108" Type="http://schemas.openxmlformats.org/officeDocument/2006/relationships/image" Target="../media/image195.png"/><Relationship Id="rId129" Type="http://schemas.openxmlformats.org/officeDocument/2006/relationships/customXml" Target="../ink/ink214.xml"/><Relationship Id="rId54" Type="http://schemas.openxmlformats.org/officeDocument/2006/relationships/image" Target="../media/image168.png"/><Relationship Id="rId70" Type="http://schemas.openxmlformats.org/officeDocument/2006/relationships/image" Target="../media/image176.png"/><Relationship Id="rId75" Type="http://schemas.openxmlformats.org/officeDocument/2006/relationships/customXml" Target="../ink/ink187.xml"/><Relationship Id="rId91" Type="http://schemas.openxmlformats.org/officeDocument/2006/relationships/customXml" Target="../ink/ink195.xml"/><Relationship Id="rId96" Type="http://schemas.openxmlformats.org/officeDocument/2006/relationships/image" Target="../media/image189.png"/><Relationship Id="rId140" Type="http://schemas.openxmlformats.org/officeDocument/2006/relationships/image" Target="../media/image211.png"/><Relationship Id="rId145" Type="http://schemas.openxmlformats.org/officeDocument/2006/relationships/customXml" Target="../ink/ink222.xml"/><Relationship Id="rId161" Type="http://schemas.openxmlformats.org/officeDocument/2006/relationships/customXml" Target="../ink/ink230.xml"/><Relationship Id="rId166" Type="http://schemas.openxmlformats.org/officeDocument/2006/relationships/image" Target="../media/image2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6.png"/><Relationship Id="rId23" Type="http://schemas.openxmlformats.org/officeDocument/2006/relationships/customXml" Target="../ink/ink160.xml"/><Relationship Id="rId28" Type="http://schemas.openxmlformats.org/officeDocument/2006/relationships/image" Target="../media/image156.png"/><Relationship Id="rId49" Type="http://schemas.openxmlformats.org/officeDocument/2006/relationships/customXml" Target="../ink/ink174.xml"/><Relationship Id="rId114" Type="http://schemas.openxmlformats.org/officeDocument/2006/relationships/image" Target="../media/image198.png"/><Relationship Id="rId119" Type="http://schemas.openxmlformats.org/officeDocument/2006/relationships/customXml" Target="../ink/ink209.xml"/><Relationship Id="rId44" Type="http://schemas.openxmlformats.org/officeDocument/2006/relationships/image" Target="../media/image163.png"/><Relationship Id="rId60" Type="http://schemas.openxmlformats.org/officeDocument/2006/relationships/image" Target="../media/image171.png"/><Relationship Id="rId65" Type="http://schemas.openxmlformats.org/officeDocument/2006/relationships/customXml" Target="../ink/ink182.xml"/><Relationship Id="rId81" Type="http://schemas.openxmlformats.org/officeDocument/2006/relationships/customXml" Target="../ink/ink190.xml"/><Relationship Id="rId86" Type="http://schemas.openxmlformats.org/officeDocument/2006/relationships/image" Target="../media/image184.png"/><Relationship Id="rId130" Type="http://schemas.openxmlformats.org/officeDocument/2006/relationships/image" Target="../media/image206.png"/><Relationship Id="rId135" Type="http://schemas.openxmlformats.org/officeDocument/2006/relationships/customXml" Target="../ink/ink217.xml"/><Relationship Id="rId151" Type="http://schemas.openxmlformats.org/officeDocument/2006/relationships/customXml" Target="../ink/ink225.xml"/><Relationship Id="rId156" Type="http://schemas.openxmlformats.org/officeDocument/2006/relationships/image" Target="../media/image219.png"/><Relationship Id="rId13" Type="http://schemas.openxmlformats.org/officeDocument/2006/relationships/customXml" Target="../ink/ink155.xml"/><Relationship Id="rId18" Type="http://schemas.openxmlformats.org/officeDocument/2006/relationships/image" Target="../media/image151.png"/><Relationship Id="rId39" Type="http://schemas.openxmlformats.org/officeDocument/2006/relationships/customXml" Target="../ink/ink169.xml"/><Relationship Id="rId109" Type="http://schemas.openxmlformats.org/officeDocument/2006/relationships/customXml" Target="../ink/ink204.xml"/><Relationship Id="rId34" Type="http://schemas.openxmlformats.org/officeDocument/2006/relationships/customXml" Target="../ink/ink166.xml"/><Relationship Id="rId50" Type="http://schemas.openxmlformats.org/officeDocument/2006/relationships/image" Target="../media/image166.png"/><Relationship Id="rId55" Type="http://schemas.openxmlformats.org/officeDocument/2006/relationships/customXml" Target="../ink/ink177.xml"/><Relationship Id="rId76" Type="http://schemas.openxmlformats.org/officeDocument/2006/relationships/image" Target="../media/image179.png"/><Relationship Id="rId97" Type="http://schemas.openxmlformats.org/officeDocument/2006/relationships/customXml" Target="../ink/ink198.xml"/><Relationship Id="rId104" Type="http://schemas.openxmlformats.org/officeDocument/2006/relationships/image" Target="../media/image193.png"/><Relationship Id="rId120" Type="http://schemas.openxmlformats.org/officeDocument/2006/relationships/image" Target="../media/image201.png"/><Relationship Id="rId125" Type="http://schemas.openxmlformats.org/officeDocument/2006/relationships/customXml" Target="../ink/ink212.xml"/><Relationship Id="rId141" Type="http://schemas.openxmlformats.org/officeDocument/2006/relationships/customXml" Target="../ink/ink220.xml"/><Relationship Id="rId146" Type="http://schemas.openxmlformats.org/officeDocument/2006/relationships/image" Target="../media/image214.png"/><Relationship Id="rId167" Type="http://schemas.openxmlformats.org/officeDocument/2006/relationships/customXml" Target="../ink/ink233.xml"/><Relationship Id="rId7" Type="http://schemas.openxmlformats.org/officeDocument/2006/relationships/customXml" Target="../ink/ink152.xml"/><Relationship Id="rId71" Type="http://schemas.openxmlformats.org/officeDocument/2006/relationships/customXml" Target="../ink/ink185.xml"/><Relationship Id="rId92" Type="http://schemas.openxmlformats.org/officeDocument/2006/relationships/image" Target="../media/image187.png"/><Relationship Id="rId162" Type="http://schemas.openxmlformats.org/officeDocument/2006/relationships/image" Target="../media/image222.png"/><Relationship Id="rId2" Type="http://schemas.openxmlformats.org/officeDocument/2006/relationships/image" Target="../media/image136.png"/><Relationship Id="rId29" Type="http://schemas.openxmlformats.org/officeDocument/2006/relationships/customXml" Target="../ink/ink163.xml"/><Relationship Id="rId24" Type="http://schemas.openxmlformats.org/officeDocument/2006/relationships/image" Target="../media/image154.png"/><Relationship Id="rId40" Type="http://schemas.openxmlformats.org/officeDocument/2006/relationships/image" Target="../media/image161.png"/><Relationship Id="rId45" Type="http://schemas.openxmlformats.org/officeDocument/2006/relationships/customXml" Target="../ink/ink172.xml"/><Relationship Id="rId66" Type="http://schemas.openxmlformats.org/officeDocument/2006/relationships/image" Target="../media/image174.png"/><Relationship Id="rId87" Type="http://schemas.openxmlformats.org/officeDocument/2006/relationships/customXml" Target="../ink/ink193.xml"/><Relationship Id="rId110" Type="http://schemas.openxmlformats.org/officeDocument/2006/relationships/image" Target="../media/image196.png"/><Relationship Id="rId115" Type="http://schemas.openxmlformats.org/officeDocument/2006/relationships/customXml" Target="../ink/ink207.xml"/><Relationship Id="rId131" Type="http://schemas.openxmlformats.org/officeDocument/2006/relationships/customXml" Target="../ink/ink215.xml"/><Relationship Id="rId136" Type="http://schemas.openxmlformats.org/officeDocument/2006/relationships/image" Target="../media/image209.png"/><Relationship Id="rId157" Type="http://schemas.openxmlformats.org/officeDocument/2006/relationships/customXml" Target="../ink/ink228.xml"/><Relationship Id="rId61" Type="http://schemas.openxmlformats.org/officeDocument/2006/relationships/customXml" Target="../ink/ink180.xml"/><Relationship Id="rId82" Type="http://schemas.openxmlformats.org/officeDocument/2006/relationships/image" Target="../media/image182.png"/><Relationship Id="rId152" Type="http://schemas.openxmlformats.org/officeDocument/2006/relationships/image" Target="../media/image217.png"/><Relationship Id="rId19" Type="http://schemas.openxmlformats.org/officeDocument/2006/relationships/customXml" Target="../ink/ink158.xml"/><Relationship Id="rId14" Type="http://schemas.openxmlformats.org/officeDocument/2006/relationships/image" Target="../media/image149.png"/><Relationship Id="rId30" Type="http://schemas.openxmlformats.org/officeDocument/2006/relationships/customXml" Target="../ink/ink164.xml"/><Relationship Id="rId35" Type="http://schemas.openxmlformats.org/officeDocument/2006/relationships/image" Target="../media/image159.png"/><Relationship Id="rId56" Type="http://schemas.openxmlformats.org/officeDocument/2006/relationships/image" Target="../media/image169.png"/><Relationship Id="rId77" Type="http://schemas.openxmlformats.org/officeDocument/2006/relationships/customXml" Target="../ink/ink188.xml"/><Relationship Id="rId100" Type="http://schemas.openxmlformats.org/officeDocument/2006/relationships/image" Target="../media/image191.png"/><Relationship Id="rId105" Type="http://schemas.openxmlformats.org/officeDocument/2006/relationships/customXml" Target="../ink/ink202.xml"/><Relationship Id="rId126" Type="http://schemas.openxmlformats.org/officeDocument/2006/relationships/image" Target="../media/image204.png"/><Relationship Id="rId147" Type="http://schemas.openxmlformats.org/officeDocument/2006/relationships/customXml" Target="../ink/ink223.xml"/><Relationship Id="rId168" Type="http://schemas.openxmlformats.org/officeDocument/2006/relationships/image" Target="../media/image225.png"/><Relationship Id="rId8" Type="http://schemas.openxmlformats.org/officeDocument/2006/relationships/image" Target="../media/image147.png"/><Relationship Id="rId51" Type="http://schemas.openxmlformats.org/officeDocument/2006/relationships/customXml" Target="../ink/ink175.xml"/><Relationship Id="rId72" Type="http://schemas.openxmlformats.org/officeDocument/2006/relationships/image" Target="../media/image177.png"/><Relationship Id="rId93" Type="http://schemas.openxmlformats.org/officeDocument/2006/relationships/customXml" Target="../ink/ink196.xml"/><Relationship Id="rId98" Type="http://schemas.openxmlformats.org/officeDocument/2006/relationships/image" Target="../media/image190.png"/><Relationship Id="rId121" Type="http://schemas.openxmlformats.org/officeDocument/2006/relationships/customXml" Target="../ink/ink210.xml"/><Relationship Id="rId142" Type="http://schemas.openxmlformats.org/officeDocument/2006/relationships/image" Target="../media/image212.png"/><Relationship Id="rId163" Type="http://schemas.openxmlformats.org/officeDocument/2006/relationships/customXml" Target="../ink/ink231.xml"/><Relationship Id="rId3" Type="http://schemas.openxmlformats.org/officeDocument/2006/relationships/customXml" Target="../ink/ink150.xml"/><Relationship Id="rId25" Type="http://schemas.openxmlformats.org/officeDocument/2006/relationships/customXml" Target="../ink/ink161.xml"/><Relationship Id="rId46" Type="http://schemas.openxmlformats.org/officeDocument/2006/relationships/image" Target="../media/image164.png"/><Relationship Id="rId67" Type="http://schemas.openxmlformats.org/officeDocument/2006/relationships/customXml" Target="../ink/ink183.xml"/><Relationship Id="rId116" Type="http://schemas.openxmlformats.org/officeDocument/2006/relationships/image" Target="../media/image199.png"/><Relationship Id="rId137" Type="http://schemas.openxmlformats.org/officeDocument/2006/relationships/customXml" Target="../ink/ink218.xml"/><Relationship Id="rId158" Type="http://schemas.openxmlformats.org/officeDocument/2006/relationships/image" Target="../media/image220.png"/><Relationship Id="rId20" Type="http://schemas.openxmlformats.org/officeDocument/2006/relationships/image" Target="../media/image152.png"/><Relationship Id="rId41" Type="http://schemas.openxmlformats.org/officeDocument/2006/relationships/customXml" Target="../ink/ink170.xml"/><Relationship Id="rId62" Type="http://schemas.openxmlformats.org/officeDocument/2006/relationships/image" Target="../media/image172.png"/><Relationship Id="rId83" Type="http://schemas.openxmlformats.org/officeDocument/2006/relationships/customXml" Target="../ink/ink191.xml"/><Relationship Id="rId88" Type="http://schemas.openxmlformats.org/officeDocument/2006/relationships/image" Target="../media/image185.png"/><Relationship Id="rId111" Type="http://schemas.openxmlformats.org/officeDocument/2006/relationships/customXml" Target="../ink/ink205.xml"/><Relationship Id="rId132" Type="http://schemas.openxmlformats.org/officeDocument/2006/relationships/image" Target="../media/image207.png"/><Relationship Id="rId153" Type="http://schemas.openxmlformats.org/officeDocument/2006/relationships/customXml" Target="../ink/ink226.xml"/><Relationship Id="rId15" Type="http://schemas.openxmlformats.org/officeDocument/2006/relationships/customXml" Target="../ink/ink156.xml"/><Relationship Id="rId36" Type="http://schemas.openxmlformats.org/officeDocument/2006/relationships/customXml" Target="../ink/ink167.xml"/><Relationship Id="rId57" Type="http://schemas.openxmlformats.org/officeDocument/2006/relationships/customXml" Target="../ink/ink178.xml"/><Relationship Id="rId106" Type="http://schemas.openxmlformats.org/officeDocument/2006/relationships/image" Target="../media/image194.png"/><Relationship Id="rId127" Type="http://schemas.openxmlformats.org/officeDocument/2006/relationships/customXml" Target="../ink/ink213.xml"/><Relationship Id="rId10" Type="http://schemas.openxmlformats.org/officeDocument/2006/relationships/image" Target="../media/image10.png"/><Relationship Id="rId31" Type="http://schemas.openxmlformats.org/officeDocument/2006/relationships/image" Target="../media/image157.png"/><Relationship Id="rId52" Type="http://schemas.openxmlformats.org/officeDocument/2006/relationships/image" Target="../media/image167.png"/><Relationship Id="rId73" Type="http://schemas.openxmlformats.org/officeDocument/2006/relationships/customXml" Target="../ink/ink186.xml"/><Relationship Id="rId78" Type="http://schemas.openxmlformats.org/officeDocument/2006/relationships/image" Target="../media/image180.png"/><Relationship Id="rId94" Type="http://schemas.openxmlformats.org/officeDocument/2006/relationships/image" Target="../media/image188.png"/><Relationship Id="rId99" Type="http://schemas.openxmlformats.org/officeDocument/2006/relationships/customXml" Target="../ink/ink199.xml"/><Relationship Id="rId101" Type="http://schemas.openxmlformats.org/officeDocument/2006/relationships/customXml" Target="../ink/ink200.xml"/><Relationship Id="rId122" Type="http://schemas.openxmlformats.org/officeDocument/2006/relationships/image" Target="../media/image202.png"/><Relationship Id="rId143" Type="http://schemas.openxmlformats.org/officeDocument/2006/relationships/customXml" Target="../ink/ink221.xml"/><Relationship Id="rId148" Type="http://schemas.openxmlformats.org/officeDocument/2006/relationships/image" Target="../media/image215.png"/><Relationship Id="rId164" Type="http://schemas.openxmlformats.org/officeDocument/2006/relationships/image" Target="../media/image223.png"/><Relationship Id="rId169" Type="http://schemas.openxmlformats.org/officeDocument/2006/relationships/customXml" Target="../ink/ink234.xml"/><Relationship Id="rId4" Type="http://schemas.openxmlformats.org/officeDocument/2006/relationships/image" Target="../media/image145.png"/><Relationship Id="rId9" Type="http://schemas.openxmlformats.org/officeDocument/2006/relationships/customXml" Target="../ink/ink153.xml"/><Relationship Id="rId26" Type="http://schemas.openxmlformats.org/officeDocument/2006/relationships/image" Target="../media/image155.png"/><Relationship Id="rId47" Type="http://schemas.openxmlformats.org/officeDocument/2006/relationships/customXml" Target="../ink/ink173.xml"/><Relationship Id="rId68" Type="http://schemas.openxmlformats.org/officeDocument/2006/relationships/image" Target="../media/image175.png"/><Relationship Id="rId89" Type="http://schemas.openxmlformats.org/officeDocument/2006/relationships/customXml" Target="../ink/ink194.xml"/><Relationship Id="rId112" Type="http://schemas.openxmlformats.org/officeDocument/2006/relationships/image" Target="../media/image197.png"/><Relationship Id="rId133" Type="http://schemas.openxmlformats.org/officeDocument/2006/relationships/customXml" Target="../ink/ink216.xml"/><Relationship Id="rId154" Type="http://schemas.openxmlformats.org/officeDocument/2006/relationships/image" Target="../media/image218.png"/><Relationship Id="rId16" Type="http://schemas.openxmlformats.org/officeDocument/2006/relationships/image" Target="../media/image150.png"/><Relationship Id="rId37" Type="http://schemas.openxmlformats.org/officeDocument/2006/relationships/customXml" Target="../ink/ink168.xml"/><Relationship Id="rId58" Type="http://schemas.openxmlformats.org/officeDocument/2006/relationships/image" Target="../media/image170.png"/><Relationship Id="rId79" Type="http://schemas.openxmlformats.org/officeDocument/2006/relationships/customXml" Target="../ink/ink189.xml"/><Relationship Id="rId102" Type="http://schemas.openxmlformats.org/officeDocument/2006/relationships/image" Target="../media/image192.png"/><Relationship Id="rId123" Type="http://schemas.openxmlformats.org/officeDocument/2006/relationships/customXml" Target="../ink/ink211.xml"/><Relationship Id="rId144" Type="http://schemas.openxmlformats.org/officeDocument/2006/relationships/image" Target="../media/image213.png"/><Relationship Id="rId90" Type="http://schemas.openxmlformats.org/officeDocument/2006/relationships/image" Target="../media/image186.png"/><Relationship Id="rId165" Type="http://schemas.openxmlformats.org/officeDocument/2006/relationships/customXml" Target="../ink/ink232.xml"/><Relationship Id="rId27" Type="http://schemas.openxmlformats.org/officeDocument/2006/relationships/customXml" Target="../ink/ink162.xml"/><Relationship Id="rId48" Type="http://schemas.openxmlformats.org/officeDocument/2006/relationships/image" Target="../media/image165.png"/><Relationship Id="rId69" Type="http://schemas.openxmlformats.org/officeDocument/2006/relationships/customXml" Target="../ink/ink184.xml"/><Relationship Id="rId113" Type="http://schemas.openxmlformats.org/officeDocument/2006/relationships/customXml" Target="../ink/ink206.xml"/><Relationship Id="rId134" Type="http://schemas.openxmlformats.org/officeDocument/2006/relationships/image" Target="../media/image208.png"/><Relationship Id="rId80" Type="http://schemas.openxmlformats.org/officeDocument/2006/relationships/image" Target="../media/image181.png"/><Relationship Id="rId155" Type="http://schemas.openxmlformats.org/officeDocument/2006/relationships/customXml" Target="../ink/ink227.xml"/><Relationship Id="rId17" Type="http://schemas.openxmlformats.org/officeDocument/2006/relationships/customXml" Target="../ink/ink157.xml"/><Relationship Id="rId38" Type="http://schemas.openxmlformats.org/officeDocument/2006/relationships/image" Target="../media/image160.png"/><Relationship Id="rId59" Type="http://schemas.openxmlformats.org/officeDocument/2006/relationships/customXml" Target="../ink/ink179.xml"/><Relationship Id="rId103" Type="http://schemas.openxmlformats.org/officeDocument/2006/relationships/customXml" Target="../ink/ink201.xml"/><Relationship Id="rId124" Type="http://schemas.openxmlformats.org/officeDocument/2006/relationships/image" Target="../media/image20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08922-50C9-487F-94E1-EB2D55F995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hierarchical-clustering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CC872C-6126-4CC0-BB87-DA08E6D512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4873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8A1119E-CD4B-4B3A-AAB5-CCE4C516D2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0720" y="1319971"/>
            <a:ext cx="3210560" cy="421805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EC1944D-7219-4828-97DA-9E5F11BC8378}"/>
              </a:ext>
            </a:extLst>
          </p:cNvPr>
          <p:cNvSpPr txBox="1"/>
          <p:nvPr/>
        </p:nvSpPr>
        <p:spPr>
          <a:xfrm>
            <a:off x="5963920" y="773608"/>
            <a:ext cx="620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Data</a:t>
            </a:r>
          </a:p>
        </p:txBody>
      </p:sp>
    </p:spTree>
    <p:extLst>
      <p:ext uri="{BB962C8B-B14F-4D97-AF65-F5344CB8AC3E}">
        <p14:creationId xmlns:p14="http://schemas.microsoft.com/office/powerpoint/2010/main" val="1212118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41B20F5-1A25-4DBF-93D5-555D5F24D7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5625412"/>
              </p:ext>
            </p:extLst>
          </p:nvPr>
        </p:nvGraphicFramePr>
        <p:xfrm>
          <a:off x="3484879" y="1334214"/>
          <a:ext cx="5913121" cy="3450908"/>
        </p:xfrm>
        <a:graphic>
          <a:graphicData uri="http://schemas.openxmlformats.org/drawingml/2006/table">
            <a:tbl>
              <a:tblPr/>
              <a:tblGrid>
                <a:gridCol w="1349941">
                  <a:extLst>
                    <a:ext uri="{9D8B030D-6E8A-4147-A177-3AD203B41FA5}">
                      <a16:colId xmlns:a16="http://schemas.microsoft.com/office/drawing/2014/main" val="96185964"/>
                    </a:ext>
                  </a:extLst>
                </a:gridCol>
                <a:gridCol w="912636">
                  <a:extLst>
                    <a:ext uri="{9D8B030D-6E8A-4147-A177-3AD203B41FA5}">
                      <a16:colId xmlns:a16="http://schemas.microsoft.com/office/drawing/2014/main" val="1463001659"/>
                    </a:ext>
                  </a:extLst>
                </a:gridCol>
                <a:gridCol w="912636">
                  <a:extLst>
                    <a:ext uri="{9D8B030D-6E8A-4147-A177-3AD203B41FA5}">
                      <a16:colId xmlns:a16="http://schemas.microsoft.com/office/drawing/2014/main" val="411097495"/>
                    </a:ext>
                  </a:extLst>
                </a:gridCol>
                <a:gridCol w="912636">
                  <a:extLst>
                    <a:ext uri="{9D8B030D-6E8A-4147-A177-3AD203B41FA5}">
                      <a16:colId xmlns:a16="http://schemas.microsoft.com/office/drawing/2014/main" val="1800538190"/>
                    </a:ext>
                  </a:extLst>
                </a:gridCol>
                <a:gridCol w="912636">
                  <a:extLst>
                    <a:ext uri="{9D8B030D-6E8A-4147-A177-3AD203B41FA5}">
                      <a16:colId xmlns:a16="http://schemas.microsoft.com/office/drawing/2014/main" val="3531501363"/>
                    </a:ext>
                  </a:extLst>
                </a:gridCol>
                <a:gridCol w="912636">
                  <a:extLst>
                    <a:ext uri="{9D8B030D-6E8A-4147-A177-3AD203B41FA5}">
                      <a16:colId xmlns:a16="http://schemas.microsoft.com/office/drawing/2014/main" val="3294420862"/>
                    </a:ext>
                  </a:extLst>
                </a:gridCol>
              </a:tblGrid>
              <a:tr h="582478"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ID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6423204"/>
                  </a:ext>
                </a:extLst>
              </a:tr>
              <a:tr h="571488"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1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6389542"/>
                  </a:ext>
                </a:extLst>
              </a:tr>
              <a:tr h="571488"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1976737"/>
                  </a:ext>
                </a:extLst>
              </a:tr>
              <a:tr h="571488"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1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9275789"/>
                  </a:ext>
                </a:extLst>
              </a:tr>
              <a:tr h="571488"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4698853"/>
                  </a:ext>
                </a:extLst>
              </a:tr>
              <a:tr h="582478"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960673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EEFDC09-B103-406E-9690-AAA1F79EA171}"/>
              </a:ext>
            </a:extLst>
          </p:cNvPr>
          <p:cNvSpPr txBox="1"/>
          <p:nvPr/>
        </p:nvSpPr>
        <p:spPr>
          <a:xfrm>
            <a:off x="3302000" y="82115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i="0" dirty="0">
                <a:solidFill>
                  <a:srgbClr val="595858"/>
                </a:solidFill>
                <a:effectLst/>
                <a:latin typeface="roboto" panose="02000000000000000000" pitchFamily="2" charset="0"/>
              </a:rPr>
              <a:t>√(10-28)^2 = √324 = </a:t>
            </a:r>
            <a:r>
              <a:rPr lang="en-IN" b="1" i="0" dirty="0">
                <a:solidFill>
                  <a:srgbClr val="00B050"/>
                </a:solidFill>
                <a:effectLst/>
                <a:latin typeface="roboto" panose="02000000000000000000" pitchFamily="2" charset="0"/>
              </a:rPr>
              <a:t>18</a:t>
            </a:r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C15D0D-2E80-4F27-BF5A-547A8F13C8A8}"/>
              </a:ext>
            </a:extLst>
          </p:cNvPr>
          <p:cNvSpPr txBox="1"/>
          <p:nvPr/>
        </p:nvSpPr>
        <p:spPr>
          <a:xfrm>
            <a:off x="3302000" y="3080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i="0" dirty="0">
                <a:solidFill>
                  <a:srgbClr val="595858"/>
                </a:solidFill>
                <a:effectLst/>
                <a:latin typeface="roboto" panose="02000000000000000000" pitchFamily="2" charset="0"/>
              </a:rPr>
              <a:t>√(10-7)^2 = √9 = </a:t>
            </a:r>
            <a:r>
              <a:rPr lang="en-IN" b="1" i="0" dirty="0">
                <a:solidFill>
                  <a:srgbClr val="FF0000"/>
                </a:solidFill>
                <a:effectLst/>
                <a:latin typeface="roboto" panose="02000000000000000000" pitchFamily="2" charset="0"/>
              </a:rPr>
              <a:t>3</a:t>
            </a:r>
            <a:endParaRPr lang="en-IN" b="1" dirty="0">
              <a:solidFill>
                <a:srgbClr val="FF0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37047C7-2F62-44B9-889B-6B371089C7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165" y="1338728"/>
            <a:ext cx="1342150" cy="176332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59F1488-3B71-4DDA-9D14-8738D3297DB2}"/>
              </a:ext>
            </a:extLst>
          </p:cNvPr>
          <p:cNvSpPr txBox="1"/>
          <p:nvPr/>
        </p:nvSpPr>
        <p:spPr>
          <a:xfrm>
            <a:off x="1249680" y="956488"/>
            <a:ext cx="620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Data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809AC5-AA8F-468A-BCDA-3303D9CA8EC6}"/>
              </a:ext>
            </a:extLst>
          </p:cNvPr>
          <p:cNvSpPr txBox="1"/>
          <p:nvPr/>
        </p:nvSpPr>
        <p:spPr>
          <a:xfrm>
            <a:off x="6350000" y="893018"/>
            <a:ext cx="1735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Proximity Matrix</a:t>
            </a:r>
          </a:p>
        </p:txBody>
      </p:sp>
    </p:spTree>
    <p:extLst>
      <p:ext uri="{BB962C8B-B14F-4D97-AF65-F5344CB8AC3E}">
        <p14:creationId xmlns:p14="http://schemas.microsoft.com/office/powerpoint/2010/main" val="2158551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proximity matrix">
            <a:extLst>
              <a:ext uri="{FF2B5EF4-FFF2-40B4-BE49-F238E27FC236}">
                <a16:creationId xmlns:a16="http://schemas.microsoft.com/office/drawing/2014/main" id="{B25736C8-FDAA-4DD6-BA2F-E773BAC10F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330" y="1147445"/>
            <a:ext cx="3009900" cy="438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1ABC34B-1E69-4560-B143-02DEF8F0C909}"/>
              </a:ext>
            </a:extLst>
          </p:cNvPr>
          <p:cNvSpPr txBox="1"/>
          <p:nvPr/>
        </p:nvSpPr>
        <p:spPr>
          <a:xfrm>
            <a:off x="698320" y="416560"/>
            <a:ext cx="54080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Step 1: Assign all the data points to an individual cluster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F9A276-9910-4154-B833-4F6201E81F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056" y="881528"/>
            <a:ext cx="1342150" cy="176332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A7E6059-BE1C-4271-9CEE-EDF04CE2C2E1}"/>
              </a:ext>
            </a:extLst>
          </p:cNvPr>
          <p:cNvSpPr txBox="1"/>
          <p:nvPr/>
        </p:nvSpPr>
        <p:spPr>
          <a:xfrm>
            <a:off x="3370242" y="782003"/>
            <a:ext cx="4309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10         7          28         20       35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224E81-6C57-4F29-B01F-E3833E0EE781}"/>
              </a:ext>
            </a:extLst>
          </p:cNvPr>
          <p:cNvSpPr txBox="1"/>
          <p:nvPr/>
        </p:nvSpPr>
        <p:spPr>
          <a:xfrm>
            <a:off x="698320" y="3322320"/>
            <a:ext cx="7599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Step 1: Check the smallest distance proximity matrix and merge the data points 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972A7B4-BA87-4B33-B66D-0206BE68C4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2127246"/>
              </p:ext>
            </p:extLst>
          </p:nvPr>
        </p:nvGraphicFramePr>
        <p:xfrm>
          <a:off x="3402329" y="3837225"/>
          <a:ext cx="4551679" cy="2225040"/>
        </p:xfrm>
        <a:graphic>
          <a:graphicData uri="http://schemas.openxmlformats.org/drawingml/2006/table">
            <a:tbl>
              <a:tblPr/>
              <a:tblGrid>
                <a:gridCol w="1039129">
                  <a:extLst>
                    <a:ext uri="{9D8B030D-6E8A-4147-A177-3AD203B41FA5}">
                      <a16:colId xmlns:a16="http://schemas.microsoft.com/office/drawing/2014/main" val="96185964"/>
                    </a:ext>
                  </a:extLst>
                </a:gridCol>
                <a:gridCol w="702510">
                  <a:extLst>
                    <a:ext uri="{9D8B030D-6E8A-4147-A177-3AD203B41FA5}">
                      <a16:colId xmlns:a16="http://schemas.microsoft.com/office/drawing/2014/main" val="1463001659"/>
                    </a:ext>
                  </a:extLst>
                </a:gridCol>
                <a:gridCol w="702510">
                  <a:extLst>
                    <a:ext uri="{9D8B030D-6E8A-4147-A177-3AD203B41FA5}">
                      <a16:colId xmlns:a16="http://schemas.microsoft.com/office/drawing/2014/main" val="411097495"/>
                    </a:ext>
                  </a:extLst>
                </a:gridCol>
                <a:gridCol w="702510">
                  <a:extLst>
                    <a:ext uri="{9D8B030D-6E8A-4147-A177-3AD203B41FA5}">
                      <a16:colId xmlns:a16="http://schemas.microsoft.com/office/drawing/2014/main" val="1800538190"/>
                    </a:ext>
                  </a:extLst>
                </a:gridCol>
                <a:gridCol w="702510">
                  <a:extLst>
                    <a:ext uri="{9D8B030D-6E8A-4147-A177-3AD203B41FA5}">
                      <a16:colId xmlns:a16="http://schemas.microsoft.com/office/drawing/2014/main" val="3531501363"/>
                    </a:ext>
                  </a:extLst>
                </a:gridCol>
                <a:gridCol w="702510">
                  <a:extLst>
                    <a:ext uri="{9D8B030D-6E8A-4147-A177-3AD203B41FA5}">
                      <a16:colId xmlns:a16="http://schemas.microsoft.com/office/drawing/2014/main" val="3294420862"/>
                    </a:ext>
                  </a:extLst>
                </a:gridCol>
              </a:tblGrid>
              <a:tr h="375564"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ID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6423204"/>
                  </a:ext>
                </a:extLst>
              </a:tr>
              <a:tr h="368478"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1" i="0" u="none" strike="noStrike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6389542"/>
                  </a:ext>
                </a:extLst>
              </a:tr>
              <a:tr h="368478"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1" i="0" u="none" strike="noStrike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1976737"/>
                  </a:ext>
                </a:extLst>
              </a:tr>
              <a:tr h="368478"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9275789"/>
                  </a:ext>
                </a:extLst>
              </a:tr>
              <a:tr h="368478"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4698853"/>
                  </a:ext>
                </a:extLst>
              </a:tr>
              <a:tr h="375564"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960673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16372C34-9F13-4613-A84A-3C9196749B44}"/>
              </a:ext>
            </a:extLst>
          </p:cNvPr>
          <p:cNvSpPr txBox="1"/>
          <p:nvPr/>
        </p:nvSpPr>
        <p:spPr>
          <a:xfrm>
            <a:off x="77766" y="782003"/>
            <a:ext cx="620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Data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A426B9-E4F6-4202-9CB4-EAE2E391B3CE}"/>
              </a:ext>
            </a:extLst>
          </p:cNvPr>
          <p:cNvSpPr txBox="1"/>
          <p:nvPr/>
        </p:nvSpPr>
        <p:spPr>
          <a:xfrm>
            <a:off x="1544320" y="3855153"/>
            <a:ext cx="1735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Proximity Matrix</a:t>
            </a:r>
          </a:p>
        </p:txBody>
      </p:sp>
    </p:spTree>
    <p:extLst>
      <p:ext uri="{BB962C8B-B14F-4D97-AF65-F5344CB8AC3E}">
        <p14:creationId xmlns:p14="http://schemas.microsoft.com/office/powerpoint/2010/main" val="3569267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AF9A276-9910-4154-B833-4F6201E81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056" y="85006"/>
            <a:ext cx="1342150" cy="1763326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3B6B3C62-7685-4C78-A5D0-0A234735C032}"/>
              </a:ext>
            </a:extLst>
          </p:cNvPr>
          <p:cNvGrpSpPr/>
          <p:nvPr/>
        </p:nvGrpSpPr>
        <p:grpSpPr>
          <a:xfrm>
            <a:off x="2506642" y="112277"/>
            <a:ext cx="4309112" cy="854392"/>
            <a:chOff x="3370242" y="782003"/>
            <a:chExt cx="4309112" cy="854392"/>
          </a:xfrm>
        </p:grpSpPr>
        <p:pic>
          <p:nvPicPr>
            <p:cNvPr id="3074" name="Picture 2" descr="proximity matrix">
              <a:extLst>
                <a:ext uri="{FF2B5EF4-FFF2-40B4-BE49-F238E27FC236}">
                  <a16:creationId xmlns:a16="http://schemas.microsoft.com/office/drawing/2014/main" id="{B25736C8-FDAA-4DD6-BA2F-E773BAC10F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02330" y="1198245"/>
              <a:ext cx="3009900" cy="4381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A7E6059-BE1C-4271-9CEE-EDF04CE2C2E1}"/>
                </a:ext>
              </a:extLst>
            </p:cNvPr>
            <p:cNvSpPr txBox="1"/>
            <p:nvPr/>
          </p:nvSpPr>
          <p:spPr>
            <a:xfrm>
              <a:off x="3370242" y="782003"/>
              <a:ext cx="43091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10         7          28         20       35 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68224E81-6C57-4F29-B01F-E3833E0EE781}"/>
              </a:ext>
            </a:extLst>
          </p:cNvPr>
          <p:cNvSpPr txBox="1"/>
          <p:nvPr/>
        </p:nvSpPr>
        <p:spPr>
          <a:xfrm>
            <a:off x="718640" y="1974751"/>
            <a:ext cx="91827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Step 2: Check the smallest distance proximity matrix and merge the data points.</a:t>
            </a:r>
          </a:p>
          <a:p>
            <a:r>
              <a:rPr lang="en-US" dirty="0"/>
              <a:t>We have taken the </a:t>
            </a:r>
            <a:r>
              <a:rPr lang="en-US" b="1" dirty="0"/>
              <a:t>maximum</a:t>
            </a:r>
            <a:r>
              <a:rPr lang="en-US" dirty="0"/>
              <a:t> of the two marks (7, </a:t>
            </a:r>
            <a:r>
              <a:rPr lang="en-US" dirty="0">
                <a:solidFill>
                  <a:srgbClr val="FF0000"/>
                </a:solidFill>
              </a:rPr>
              <a:t>10</a:t>
            </a:r>
            <a:r>
              <a:rPr lang="en-US" dirty="0"/>
              <a:t>) (1,2) to replace the marks for this cluster.</a:t>
            </a:r>
            <a:r>
              <a:rPr lang="en-IN" dirty="0"/>
              <a:t>  </a:t>
            </a:r>
          </a:p>
          <a:p>
            <a:r>
              <a:rPr lang="en-IN" dirty="0"/>
              <a:t>You can also take </a:t>
            </a:r>
            <a:r>
              <a:rPr lang="en-IN" b="1" dirty="0"/>
              <a:t>minimum, average.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972A7B4-BA87-4B33-B66D-0206BE68C4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8498328"/>
              </p:ext>
            </p:extLst>
          </p:nvPr>
        </p:nvGraphicFramePr>
        <p:xfrm>
          <a:off x="718640" y="3137807"/>
          <a:ext cx="4551679" cy="2225040"/>
        </p:xfrm>
        <a:graphic>
          <a:graphicData uri="http://schemas.openxmlformats.org/drawingml/2006/table">
            <a:tbl>
              <a:tblPr/>
              <a:tblGrid>
                <a:gridCol w="1039129">
                  <a:extLst>
                    <a:ext uri="{9D8B030D-6E8A-4147-A177-3AD203B41FA5}">
                      <a16:colId xmlns:a16="http://schemas.microsoft.com/office/drawing/2014/main" val="96185964"/>
                    </a:ext>
                  </a:extLst>
                </a:gridCol>
                <a:gridCol w="702510">
                  <a:extLst>
                    <a:ext uri="{9D8B030D-6E8A-4147-A177-3AD203B41FA5}">
                      <a16:colId xmlns:a16="http://schemas.microsoft.com/office/drawing/2014/main" val="1463001659"/>
                    </a:ext>
                  </a:extLst>
                </a:gridCol>
                <a:gridCol w="702510">
                  <a:extLst>
                    <a:ext uri="{9D8B030D-6E8A-4147-A177-3AD203B41FA5}">
                      <a16:colId xmlns:a16="http://schemas.microsoft.com/office/drawing/2014/main" val="411097495"/>
                    </a:ext>
                  </a:extLst>
                </a:gridCol>
                <a:gridCol w="702510">
                  <a:extLst>
                    <a:ext uri="{9D8B030D-6E8A-4147-A177-3AD203B41FA5}">
                      <a16:colId xmlns:a16="http://schemas.microsoft.com/office/drawing/2014/main" val="1800538190"/>
                    </a:ext>
                  </a:extLst>
                </a:gridCol>
                <a:gridCol w="702510">
                  <a:extLst>
                    <a:ext uri="{9D8B030D-6E8A-4147-A177-3AD203B41FA5}">
                      <a16:colId xmlns:a16="http://schemas.microsoft.com/office/drawing/2014/main" val="3531501363"/>
                    </a:ext>
                  </a:extLst>
                </a:gridCol>
                <a:gridCol w="702510">
                  <a:extLst>
                    <a:ext uri="{9D8B030D-6E8A-4147-A177-3AD203B41FA5}">
                      <a16:colId xmlns:a16="http://schemas.microsoft.com/office/drawing/2014/main" val="3294420862"/>
                    </a:ext>
                  </a:extLst>
                </a:gridCol>
              </a:tblGrid>
              <a:tr h="375564"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ID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6423204"/>
                  </a:ext>
                </a:extLst>
              </a:tr>
              <a:tr h="368478"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1" i="0" u="none" strike="noStrike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6389542"/>
                  </a:ext>
                </a:extLst>
              </a:tr>
              <a:tr h="368478"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1" i="0" u="none" strike="noStrike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1976737"/>
                  </a:ext>
                </a:extLst>
              </a:tr>
              <a:tr h="368478"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9275789"/>
                  </a:ext>
                </a:extLst>
              </a:tr>
              <a:tr h="368478"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4698853"/>
                  </a:ext>
                </a:extLst>
              </a:tr>
              <a:tr h="375564"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9606738"/>
                  </a:ext>
                </a:extLst>
              </a:tr>
            </a:tbl>
          </a:graphicData>
        </a:graphic>
      </p:graphicFrame>
      <p:pic>
        <p:nvPicPr>
          <p:cNvPr id="3076" name="Picture 4" descr="step 2 : hierarchical">
            <a:extLst>
              <a:ext uri="{FF2B5EF4-FFF2-40B4-BE49-F238E27FC236}">
                <a16:creationId xmlns:a16="http://schemas.microsoft.com/office/drawing/2014/main" id="{164A99B7-C327-420D-BA8E-0E4CA077A7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7208" y="3137807"/>
            <a:ext cx="3028950" cy="1190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04A6E66-5BCA-4EC7-88FD-81C03CAB04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6747744"/>
              </p:ext>
            </p:extLst>
          </p:nvPr>
        </p:nvGraphicFramePr>
        <p:xfrm>
          <a:off x="8703310" y="3137807"/>
          <a:ext cx="1511300" cy="1651000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345913471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811480175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Product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Sales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230988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(1,2)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810189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042075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7843459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9684161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4D60B252-BB4B-4047-83D6-F7D5451B3441}"/>
              </a:ext>
            </a:extLst>
          </p:cNvPr>
          <p:cNvSpPr txBox="1"/>
          <p:nvPr/>
        </p:nvSpPr>
        <p:spPr>
          <a:xfrm>
            <a:off x="10447924" y="3429000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7,</a:t>
            </a:r>
            <a:r>
              <a:rPr lang="en-IN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030862C-CB2B-4D45-AC9C-02A274DDAF66}"/>
              </a:ext>
            </a:extLst>
          </p:cNvPr>
          <p:cNvSpPr txBox="1"/>
          <p:nvPr/>
        </p:nvSpPr>
        <p:spPr>
          <a:xfrm>
            <a:off x="0" y="2830904"/>
            <a:ext cx="1735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Proximity Matrix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7AE2661-EC47-4876-A1F9-770391107553}"/>
              </a:ext>
            </a:extLst>
          </p:cNvPr>
          <p:cNvSpPr txBox="1"/>
          <p:nvPr/>
        </p:nvSpPr>
        <p:spPr>
          <a:xfrm>
            <a:off x="79255" y="85006"/>
            <a:ext cx="620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Data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72D23C-CA53-4FC0-B2AF-78F5FAAD2FA2}"/>
              </a:ext>
            </a:extLst>
          </p:cNvPr>
          <p:cNvSpPr txBox="1"/>
          <p:nvPr/>
        </p:nvSpPr>
        <p:spPr>
          <a:xfrm>
            <a:off x="9096521" y="2713415"/>
            <a:ext cx="620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Data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5C9F710A-CBBF-4754-A61B-F83AEA6F7D3C}"/>
                  </a:ext>
                </a:extLst>
              </p14:cNvPr>
              <p14:cNvContentPartPr/>
              <p14:nvPr/>
            </p14:nvContentPartPr>
            <p14:xfrm>
              <a:off x="10094640" y="4451080"/>
              <a:ext cx="6840" cy="25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5C9F710A-CBBF-4754-A61B-F83AEA6F7D3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086000" y="4442080"/>
                <a:ext cx="24480" cy="2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B0E94F99-9494-411A-84C7-5632A6289AAA}"/>
                  </a:ext>
                </a:extLst>
              </p14:cNvPr>
              <p14:cNvContentPartPr/>
              <p14:nvPr/>
            </p14:nvContentPartPr>
            <p14:xfrm>
              <a:off x="10021560" y="4847080"/>
              <a:ext cx="15840" cy="14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B0E94F99-9494-411A-84C7-5632A6289AA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012560" y="4838080"/>
                <a:ext cx="33480" cy="19080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Group 52">
            <a:extLst>
              <a:ext uri="{FF2B5EF4-FFF2-40B4-BE49-F238E27FC236}">
                <a16:creationId xmlns:a16="http://schemas.microsoft.com/office/drawing/2014/main" id="{32642E16-6739-4A24-83D0-6503DCD385F4}"/>
              </a:ext>
            </a:extLst>
          </p:cNvPr>
          <p:cNvGrpSpPr/>
          <p:nvPr/>
        </p:nvGrpSpPr>
        <p:grpSpPr>
          <a:xfrm>
            <a:off x="9965040" y="3784720"/>
            <a:ext cx="271080" cy="344520"/>
            <a:chOff x="9965040" y="3784720"/>
            <a:chExt cx="271080" cy="34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C583693-D8B7-4A40-8424-60740FBF8F40}"/>
                    </a:ext>
                  </a:extLst>
                </p14:cNvPr>
                <p14:cNvContentPartPr/>
                <p14:nvPr/>
              </p14:nvContentPartPr>
              <p14:xfrm>
                <a:off x="9965040" y="3784720"/>
                <a:ext cx="9360" cy="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C583693-D8B7-4A40-8424-60740FBF8F4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956400" y="3775720"/>
                  <a:ext cx="27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FA1CCCF-E171-4F40-A3FF-DD4F3D1E16AB}"/>
                    </a:ext>
                  </a:extLst>
                </p14:cNvPr>
                <p14:cNvContentPartPr/>
                <p14:nvPr/>
              </p14:nvContentPartPr>
              <p14:xfrm>
                <a:off x="10046040" y="4128880"/>
                <a:ext cx="360" cy="3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FA1CCCF-E171-4F40-A3FF-DD4F3D1E16A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037040" y="411988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706FB0E-F6E6-4497-93D9-BF0F5BF30CE7}"/>
                    </a:ext>
                  </a:extLst>
                </p14:cNvPr>
                <p14:cNvContentPartPr/>
                <p14:nvPr/>
              </p14:nvContentPartPr>
              <p14:xfrm>
                <a:off x="10208760" y="4029560"/>
                <a:ext cx="27360" cy="72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706FB0E-F6E6-4497-93D9-BF0F5BF30CE7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200120" y="4020560"/>
                  <a:ext cx="45000" cy="24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644040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AF9A276-9910-4154-B833-4F6201E81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056" y="85006"/>
            <a:ext cx="1342150" cy="1763326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3B6B3C62-7685-4C78-A5D0-0A234735C032}"/>
              </a:ext>
            </a:extLst>
          </p:cNvPr>
          <p:cNvGrpSpPr/>
          <p:nvPr/>
        </p:nvGrpSpPr>
        <p:grpSpPr>
          <a:xfrm>
            <a:off x="2506642" y="112277"/>
            <a:ext cx="4309112" cy="854392"/>
            <a:chOff x="3370242" y="782003"/>
            <a:chExt cx="4309112" cy="854392"/>
          </a:xfrm>
        </p:grpSpPr>
        <p:pic>
          <p:nvPicPr>
            <p:cNvPr id="3074" name="Picture 2" descr="proximity matrix">
              <a:extLst>
                <a:ext uri="{FF2B5EF4-FFF2-40B4-BE49-F238E27FC236}">
                  <a16:creationId xmlns:a16="http://schemas.microsoft.com/office/drawing/2014/main" id="{B25736C8-FDAA-4DD6-BA2F-E773BAC10F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02330" y="1198245"/>
              <a:ext cx="3009900" cy="4381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A7E6059-BE1C-4271-9CEE-EDF04CE2C2E1}"/>
                </a:ext>
              </a:extLst>
            </p:cNvPr>
            <p:cNvSpPr txBox="1"/>
            <p:nvPr/>
          </p:nvSpPr>
          <p:spPr>
            <a:xfrm>
              <a:off x="3370242" y="782003"/>
              <a:ext cx="43091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10         7          28         20       35 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68224E81-6C57-4F29-B01F-E3833E0EE781}"/>
              </a:ext>
            </a:extLst>
          </p:cNvPr>
          <p:cNvSpPr txBox="1"/>
          <p:nvPr/>
        </p:nvSpPr>
        <p:spPr>
          <a:xfrm>
            <a:off x="718640" y="1974751"/>
            <a:ext cx="91827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Step 2: Check the smallest distance proximity matrix and merge the data points.</a:t>
            </a:r>
          </a:p>
          <a:p>
            <a:r>
              <a:rPr lang="en-US" dirty="0"/>
              <a:t>We have taken the </a:t>
            </a:r>
            <a:r>
              <a:rPr lang="en-US" b="1" dirty="0"/>
              <a:t>maximum</a:t>
            </a:r>
            <a:r>
              <a:rPr lang="en-US" dirty="0"/>
              <a:t> of the two marks (7, </a:t>
            </a:r>
            <a:r>
              <a:rPr lang="en-US" dirty="0">
                <a:solidFill>
                  <a:srgbClr val="FF0000"/>
                </a:solidFill>
              </a:rPr>
              <a:t>10</a:t>
            </a:r>
            <a:r>
              <a:rPr lang="en-US" dirty="0"/>
              <a:t>) (1,2) to replace the marks for this cluster.</a:t>
            </a:r>
            <a:r>
              <a:rPr lang="en-IN" dirty="0"/>
              <a:t>  </a:t>
            </a:r>
          </a:p>
          <a:p>
            <a:r>
              <a:rPr lang="en-IN" dirty="0"/>
              <a:t>You can also take </a:t>
            </a:r>
            <a:r>
              <a:rPr lang="en-IN" b="1" dirty="0"/>
              <a:t>minimum, average.</a:t>
            </a:r>
          </a:p>
        </p:txBody>
      </p:sp>
      <p:pic>
        <p:nvPicPr>
          <p:cNvPr id="3076" name="Picture 4" descr="step 2 : hierarchical">
            <a:extLst>
              <a:ext uri="{FF2B5EF4-FFF2-40B4-BE49-F238E27FC236}">
                <a16:creationId xmlns:a16="http://schemas.microsoft.com/office/drawing/2014/main" id="{164A99B7-C327-420D-BA8E-0E4CA077A7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7208" y="3137807"/>
            <a:ext cx="3028950" cy="1190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04A6E66-5BCA-4EC7-88FD-81C03CAB0432}"/>
              </a:ext>
            </a:extLst>
          </p:cNvPr>
          <p:cNvGraphicFramePr>
            <a:graphicFrameLocks noGrp="1"/>
          </p:cNvGraphicFramePr>
          <p:nvPr/>
        </p:nvGraphicFramePr>
        <p:xfrm>
          <a:off x="8703310" y="3137807"/>
          <a:ext cx="1511300" cy="1651000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345913471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811480175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Product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Sales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230988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(1,2)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810189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042075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7843459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9684161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4D60B252-BB4B-4047-83D6-F7D5451B3441}"/>
              </a:ext>
            </a:extLst>
          </p:cNvPr>
          <p:cNvSpPr txBox="1"/>
          <p:nvPr/>
        </p:nvSpPr>
        <p:spPr>
          <a:xfrm>
            <a:off x="10447924" y="3429000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7,</a:t>
            </a:r>
            <a:r>
              <a:rPr lang="en-IN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030862C-CB2B-4D45-AC9C-02A274DDAF66}"/>
              </a:ext>
            </a:extLst>
          </p:cNvPr>
          <p:cNvSpPr txBox="1"/>
          <p:nvPr/>
        </p:nvSpPr>
        <p:spPr>
          <a:xfrm>
            <a:off x="0" y="2830904"/>
            <a:ext cx="1735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Proximity Matrix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7AE2661-EC47-4876-A1F9-770391107553}"/>
              </a:ext>
            </a:extLst>
          </p:cNvPr>
          <p:cNvSpPr txBox="1"/>
          <p:nvPr/>
        </p:nvSpPr>
        <p:spPr>
          <a:xfrm>
            <a:off x="79255" y="85006"/>
            <a:ext cx="620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Data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72D23C-CA53-4FC0-B2AF-78F5FAAD2FA2}"/>
              </a:ext>
            </a:extLst>
          </p:cNvPr>
          <p:cNvSpPr txBox="1"/>
          <p:nvPr/>
        </p:nvSpPr>
        <p:spPr>
          <a:xfrm>
            <a:off x="9096521" y="2713415"/>
            <a:ext cx="620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Data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3CDA66D-8C00-4953-B49E-99018EA55111}"/>
              </a:ext>
            </a:extLst>
          </p:cNvPr>
          <p:cNvGrpSpPr/>
          <p:nvPr/>
        </p:nvGrpSpPr>
        <p:grpSpPr>
          <a:xfrm>
            <a:off x="6174240" y="376600"/>
            <a:ext cx="505800" cy="253080"/>
            <a:chOff x="6174240" y="376600"/>
            <a:chExt cx="505800" cy="253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BDFEB9C-F847-4F2C-8A44-F4A629F85BCC}"/>
                    </a:ext>
                  </a:extLst>
                </p14:cNvPr>
                <p14:cNvContentPartPr/>
                <p14:nvPr/>
              </p14:nvContentPartPr>
              <p14:xfrm>
                <a:off x="6174240" y="447520"/>
                <a:ext cx="79920" cy="1476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BDFEB9C-F847-4F2C-8A44-F4A629F85BC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165240" y="438520"/>
                  <a:ext cx="9756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D480C5E-D0F3-4613-BC60-CD8971BA5221}"/>
                    </a:ext>
                  </a:extLst>
                </p14:cNvPr>
                <p14:cNvContentPartPr/>
                <p14:nvPr/>
              </p14:nvContentPartPr>
              <p14:xfrm>
                <a:off x="6240840" y="589720"/>
                <a:ext cx="120960" cy="399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D480C5E-D0F3-4613-BC60-CD8971BA522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231840" y="580720"/>
                  <a:ext cx="13860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B83CF69-19B6-4579-8989-B606380C0E50}"/>
                    </a:ext>
                  </a:extLst>
                </p14:cNvPr>
                <p14:cNvContentPartPr/>
                <p14:nvPr/>
              </p14:nvContentPartPr>
              <p14:xfrm>
                <a:off x="6498240" y="376600"/>
                <a:ext cx="181800" cy="1980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B83CF69-19B6-4579-8989-B606380C0E5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489240" y="367600"/>
                  <a:ext cx="199440" cy="215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5C9F710A-CBBF-4754-A61B-F83AEA6F7D3C}"/>
                  </a:ext>
                </a:extLst>
              </p14:cNvPr>
              <p14:cNvContentPartPr/>
              <p14:nvPr/>
            </p14:nvContentPartPr>
            <p14:xfrm>
              <a:off x="10094640" y="4451080"/>
              <a:ext cx="6840" cy="25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5C9F710A-CBBF-4754-A61B-F83AEA6F7D3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085140" y="4443205"/>
                <a:ext cx="25460" cy="179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B0E94F99-9494-411A-84C7-5632A6289AAA}"/>
                  </a:ext>
                </a:extLst>
              </p14:cNvPr>
              <p14:cNvContentPartPr/>
              <p14:nvPr/>
            </p14:nvContentPartPr>
            <p14:xfrm>
              <a:off x="10021560" y="4847080"/>
              <a:ext cx="15840" cy="14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B0E94F99-9494-411A-84C7-5632A6289AA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012560" y="4839880"/>
                <a:ext cx="33480" cy="15552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Group 52">
            <a:extLst>
              <a:ext uri="{FF2B5EF4-FFF2-40B4-BE49-F238E27FC236}">
                <a16:creationId xmlns:a16="http://schemas.microsoft.com/office/drawing/2014/main" id="{32642E16-6739-4A24-83D0-6503DCD385F4}"/>
              </a:ext>
            </a:extLst>
          </p:cNvPr>
          <p:cNvGrpSpPr/>
          <p:nvPr/>
        </p:nvGrpSpPr>
        <p:grpSpPr>
          <a:xfrm>
            <a:off x="9965040" y="3784720"/>
            <a:ext cx="271080" cy="344520"/>
            <a:chOff x="9965040" y="3784720"/>
            <a:chExt cx="271080" cy="34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C583693-D8B7-4A40-8424-60740FBF8F40}"/>
                    </a:ext>
                  </a:extLst>
                </p14:cNvPr>
                <p14:cNvContentPartPr/>
                <p14:nvPr/>
              </p14:nvContentPartPr>
              <p14:xfrm>
                <a:off x="9965040" y="3784720"/>
                <a:ext cx="9360" cy="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C583693-D8B7-4A40-8424-60740FBF8F4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955680" y="3775720"/>
                  <a:ext cx="27706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FA1CCCF-E171-4F40-A3FF-DD4F3D1E16AB}"/>
                    </a:ext>
                  </a:extLst>
                </p14:cNvPr>
                <p14:cNvContentPartPr/>
                <p14:nvPr/>
              </p14:nvContentPartPr>
              <p14:xfrm>
                <a:off x="10046040" y="4128880"/>
                <a:ext cx="360" cy="3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FA1CCCF-E171-4F40-A3FF-DD4F3D1E16A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037040" y="411988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706FB0E-F6E6-4497-93D9-BF0F5BF30CE7}"/>
                    </a:ext>
                  </a:extLst>
                </p14:cNvPr>
                <p14:cNvContentPartPr/>
                <p14:nvPr/>
              </p14:nvContentPartPr>
              <p14:xfrm>
                <a:off x="10208760" y="4029560"/>
                <a:ext cx="27360" cy="72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706FB0E-F6E6-4497-93D9-BF0F5BF30CE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199760" y="4020560"/>
                  <a:ext cx="45000" cy="24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379BF1D-C846-443B-89E1-F7F1EB565479}"/>
                  </a:ext>
                </a:extLst>
              </p14:cNvPr>
              <p14:cNvContentPartPr/>
              <p14:nvPr/>
            </p14:nvContentPartPr>
            <p14:xfrm>
              <a:off x="7841760" y="2533720"/>
              <a:ext cx="3277080" cy="27122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379BF1D-C846-443B-89E1-F7F1EB56547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833120" y="2524720"/>
                <a:ext cx="3294720" cy="272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2CFD9141-57AC-4A21-9E76-BFEC159F7735}"/>
                  </a:ext>
                </a:extLst>
              </p14:cNvPr>
              <p14:cNvContentPartPr/>
              <p14:nvPr/>
            </p14:nvContentPartPr>
            <p14:xfrm>
              <a:off x="765240" y="4263880"/>
              <a:ext cx="37440" cy="604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2CFD9141-57AC-4A21-9E76-BFEC159F773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56240" y="4254880"/>
                <a:ext cx="55080" cy="7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108" name="Ink 3107">
                <a:extLst>
                  <a:ext uri="{FF2B5EF4-FFF2-40B4-BE49-F238E27FC236}">
                    <a16:creationId xmlns:a16="http://schemas.microsoft.com/office/drawing/2014/main" id="{A633837C-5BB9-4F37-BE05-B66E8DFA1630}"/>
                  </a:ext>
                </a:extLst>
              </p14:cNvPr>
              <p14:cNvContentPartPr/>
              <p14:nvPr/>
            </p14:nvContentPartPr>
            <p14:xfrm>
              <a:off x="1926600" y="5383120"/>
              <a:ext cx="6480" cy="360"/>
            </p14:xfrm>
          </p:contentPart>
        </mc:Choice>
        <mc:Fallback xmlns="">
          <p:pic>
            <p:nvPicPr>
              <p:cNvPr id="3108" name="Ink 3107">
                <a:extLst>
                  <a:ext uri="{FF2B5EF4-FFF2-40B4-BE49-F238E27FC236}">
                    <a16:creationId xmlns:a16="http://schemas.microsoft.com/office/drawing/2014/main" id="{A633837C-5BB9-4F37-BE05-B66E8DFA1630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917960" y="5374120"/>
                <a:ext cx="2412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3110" name="Ink 3109">
                <a:extLst>
                  <a:ext uri="{FF2B5EF4-FFF2-40B4-BE49-F238E27FC236}">
                    <a16:creationId xmlns:a16="http://schemas.microsoft.com/office/drawing/2014/main" id="{F792F252-CEFC-4DBB-ACF1-5B6A907778A5}"/>
                  </a:ext>
                </a:extLst>
              </p14:cNvPr>
              <p14:cNvContentPartPr/>
              <p14:nvPr/>
            </p14:nvContentPartPr>
            <p14:xfrm>
              <a:off x="1940640" y="4786600"/>
              <a:ext cx="119880" cy="24840"/>
            </p14:xfrm>
          </p:contentPart>
        </mc:Choice>
        <mc:Fallback xmlns="">
          <p:pic>
            <p:nvPicPr>
              <p:cNvPr id="3110" name="Ink 3109">
                <a:extLst>
                  <a:ext uri="{FF2B5EF4-FFF2-40B4-BE49-F238E27FC236}">
                    <a16:creationId xmlns:a16="http://schemas.microsoft.com/office/drawing/2014/main" id="{F792F252-CEFC-4DBB-ACF1-5B6A907778A5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932000" y="4777960"/>
                <a:ext cx="13752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3126" name="Ink 3125">
                <a:extLst>
                  <a:ext uri="{FF2B5EF4-FFF2-40B4-BE49-F238E27FC236}">
                    <a16:creationId xmlns:a16="http://schemas.microsoft.com/office/drawing/2014/main" id="{B03CCA6C-23D3-4A6D-BDEF-1399A6BC2CFF}"/>
                  </a:ext>
                </a:extLst>
              </p14:cNvPr>
              <p14:cNvContentPartPr/>
              <p14:nvPr/>
            </p14:nvContentPartPr>
            <p14:xfrm>
              <a:off x="1272480" y="4947520"/>
              <a:ext cx="227880" cy="54720"/>
            </p14:xfrm>
          </p:contentPart>
        </mc:Choice>
        <mc:Fallback xmlns="">
          <p:pic>
            <p:nvPicPr>
              <p:cNvPr id="3126" name="Ink 3125">
                <a:extLst>
                  <a:ext uri="{FF2B5EF4-FFF2-40B4-BE49-F238E27FC236}">
                    <a16:creationId xmlns:a16="http://schemas.microsoft.com/office/drawing/2014/main" id="{B03CCA6C-23D3-4A6D-BDEF-1399A6BC2CFF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263480" y="4938880"/>
                <a:ext cx="245520" cy="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3128" name="Ink 3127">
                <a:extLst>
                  <a:ext uri="{FF2B5EF4-FFF2-40B4-BE49-F238E27FC236}">
                    <a16:creationId xmlns:a16="http://schemas.microsoft.com/office/drawing/2014/main" id="{64923F3E-B135-4317-8393-EA24548136A8}"/>
                  </a:ext>
                </a:extLst>
              </p14:cNvPr>
              <p14:cNvContentPartPr/>
              <p14:nvPr/>
            </p14:nvContentPartPr>
            <p14:xfrm>
              <a:off x="1914000" y="5653120"/>
              <a:ext cx="106200" cy="39600"/>
            </p14:xfrm>
          </p:contentPart>
        </mc:Choice>
        <mc:Fallback xmlns="">
          <p:pic>
            <p:nvPicPr>
              <p:cNvPr id="3128" name="Ink 3127">
                <a:extLst>
                  <a:ext uri="{FF2B5EF4-FFF2-40B4-BE49-F238E27FC236}">
                    <a16:creationId xmlns:a16="http://schemas.microsoft.com/office/drawing/2014/main" id="{64923F3E-B135-4317-8393-EA24548136A8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905360" y="5644480"/>
                <a:ext cx="123840" cy="5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3175" name="Ink 3174">
                <a:extLst>
                  <a:ext uri="{FF2B5EF4-FFF2-40B4-BE49-F238E27FC236}">
                    <a16:creationId xmlns:a16="http://schemas.microsoft.com/office/drawing/2014/main" id="{7AF43BFA-B9E4-4E1F-8C01-1B858DDF0E1B}"/>
                  </a:ext>
                </a:extLst>
              </p14:cNvPr>
              <p14:cNvContentPartPr/>
              <p14:nvPr/>
            </p14:nvContentPartPr>
            <p14:xfrm>
              <a:off x="8382480" y="5150920"/>
              <a:ext cx="2395440" cy="1567800"/>
            </p14:xfrm>
          </p:contentPart>
        </mc:Choice>
        <mc:Fallback xmlns="">
          <p:pic>
            <p:nvPicPr>
              <p:cNvPr id="3175" name="Ink 3174">
                <a:extLst>
                  <a:ext uri="{FF2B5EF4-FFF2-40B4-BE49-F238E27FC236}">
                    <a16:creationId xmlns:a16="http://schemas.microsoft.com/office/drawing/2014/main" id="{7AF43BFA-B9E4-4E1F-8C01-1B858DDF0E1B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8373480" y="5141920"/>
                <a:ext cx="2413080" cy="158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3254" name="Ink 3253">
                <a:extLst>
                  <a:ext uri="{FF2B5EF4-FFF2-40B4-BE49-F238E27FC236}">
                    <a16:creationId xmlns:a16="http://schemas.microsoft.com/office/drawing/2014/main" id="{C62C675C-AA39-42C2-A675-162DF4306709}"/>
                  </a:ext>
                </a:extLst>
              </p14:cNvPr>
              <p14:cNvContentPartPr/>
              <p14:nvPr/>
            </p14:nvContentPartPr>
            <p14:xfrm>
              <a:off x="5329680" y="3750520"/>
              <a:ext cx="1108080" cy="537840"/>
            </p14:xfrm>
          </p:contentPart>
        </mc:Choice>
        <mc:Fallback xmlns="">
          <p:pic>
            <p:nvPicPr>
              <p:cNvPr id="3254" name="Ink 3253">
                <a:extLst>
                  <a:ext uri="{FF2B5EF4-FFF2-40B4-BE49-F238E27FC236}">
                    <a16:creationId xmlns:a16="http://schemas.microsoft.com/office/drawing/2014/main" id="{C62C675C-AA39-42C2-A675-162DF4306709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5320680" y="3741520"/>
                <a:ext cx="1125720" cy="55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3255" name="Ink 3254">
                <a:extLst>
                  <a:ext uri="{FF2B5EF4-FFF2-40B4-BE49-F238E27FC236}">
                    <a16:creationId xmlns:a16="http://schemas.microsoft.com/office/drawing/2014/main" id="{CF7FA7D6-7C0C-4BBD-82AE-233E8B5E8137}"/>
                  </a:ext>
                </a:extLst>
              </p14:cNvPr>
              <p14:cNvContentPartPr/>
              <p14:nvPr/>
            </p14:nvContentPartPr>
            <p14:xfrm>
              <a:off x="7282680" y="3753400"/>
              <a:ext cx="626040" cy="589680"/>
            </p14:xfrm>
          </p:contentPart>
        </mc:Choice>
        <mc:Fallback xmlns="">
          <p:pic>
            <p:nvPicPr>
              <p:cNvPr id="3255" name="Ink 3254">
                <a:extLst>
                  <a:ext uri="{FF2B5EF4-FFF2-40B4-BE49-F238E27FC236}">
                    <a16:creationId xmlns:a16="http://schemas.microsoft.com/office/drawing/2014/main" id="{CF7FA7D6-7C0C-4BBD-82AE-233E8B5E8137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7273680" y="3744400"/>
                <a:ext cx="643680" cy="607320"/>
              </a:xfrm>
              <a:prstGeom prst="rect">
                <a:avLst/>
              </a:prstGeom>
            </p:spPr>
          </p:pic>
        </mc:Fallback>
      </mc:AlternateContent>
      <p:grpSp>
        <p:nvGrpSpPr>
          <p:cNvPr id="3292" name="Group 3291">
            <a:extLst>
              <a:ext uri="{FF2B5EF4-FFF2-40B4-BE49-F238E27FC236}">
                <a16:creationId xmlns:a16="http://schemas.microsoft.com/office/drawing/2014/main" id="{EDF58AD4-3F7D-4AC6-929E-FF4D4B8D3075}"/>
              </a:ext>
            </a:extLst>
          </p:cNvPr>
          <p:cNvGrpSpPr/>
          <p:nvPr/>
        </p:nvGrpSpPr>
        <p:grpSpPr>
          <a:xfrm>
            <a:off x="473280" y="2963480"/>
            <a:ext cx="10578960" cy="3769920"/>
            <a:chOff x="473280" y="2973640"/>
            <a:chExt cx="10578960" cy="376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142" name="Ink 3141">
                  <a:extLst>
                    <a:ext uri="{FF2B5EF4-FFF2-40B4-BE49-F238E27FC236}">
                      <a16:creationId xmlns:a16="http://schemas.microsoft.com/office/drawing/2014/main" id="{DF7FDF0E-44F4-42A0-A390-BCC1DCAB1FFA}"/>
                    </a:ext>
                  </a:extLst>
                </p14:cNvPr>
                <p14:cNvContentPartPr/>
                <p14:nvPr/>
              </p14:nvContentPartPr>
              <p14:xfrm>
                <a:off x="9216960" y="4013320"/>
                <a:ext cx="221760" cy="55800"/>
              </p14:xfrm>
            </p:contentPart>
          </mc:Choice>
          <mc:Fallback xmlns="">
            <p:pic>
              <p:nvPicPr>
                <p:cNvPr id="3142" name="Ink 3141">
                  <a:extLst>
                    <a:ext uri="{FF2B5EF4-FFF2-40B4-BE49-F238E27FC236}">
                      <a16:creationId xmlns:a16="http://schemas.microsoft.com/office/drawing/2014/main" id="{DF7FDF0E-44F4-42A0-A390-BCC1DCAB1FFA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208320" y="4004320"/>
                  <a:ext cx="23940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143" name="Ink 3142">
                  <a:extLst>
                    <a:ext uri="{FF2B5EF4-FFF2-40B4-BE49-F238E27FC236}">
                      <a16:creationId xmlns:a16="http://schemas.microsoft.com/office/drawing/2014/main" id="{52B58009-7188-498E-BEC6-B64C94E14117}"/>
                    </a:ext>
                  </a:extLst>
                </p14:cNvPr>
                <p14:cNvContentPartPr/>
                <p14:nvPr/>
              </p14:nvContentPartPr>
              <p14:xfrm>
                <a:off x="9155760" y="4556200"/>
                <a:ext cx="178920" cy="50040"/>
              </p14:xfrm>
            </p:contentPart>
          </mc:Choice>
          <mc:Fallback xmlns="">
            <p:pic>
              <p:nvPicPr>
                <p:cNvPr id="3143" name="Ink 3142">
                  <a:extLst>
                    <a:ext uri="{FF2B5EF4-FFF2-40B4-BE49-F238E27FC236}">
                      <a16:creationId xmlns:a16="http://schemas.microsoft.com/office/drawing/2014/main" id="{52B58009-7188-498E-BEC6-B64C94E14117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146760" y="4547200"/>
                  <a:ext cx="19656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159" name="Ink 3158">
                  <a:extLst>
                    <a:ext uri="{FF2B5EF4-FFF2-40B4-BE49-F238E27FC236}">
                      <a16:creationId xmlns:a16="http://schemas.microsoft.com/office/drawing/2014/main" id="{AB4E4AAD-7EED-4D67-A082-F1C86CED88E0}"/>
                    </a:ext>
                  </a:extLst>
                </p14:cNvPr>
                <p14:cNvContentPartPr/>
                <p14:nvPr/>
              </p14:nvContentPartPr>
              <p14:xfrm>
                <a:off x="9710880" y="5917720"/>
                <a:ext cx="360" cy="14040"/>
              </p14:xfrm>
            </p:contentPart>
          </mc:Choice>
          <mc:Fallback xmlns="">
            <p:pic>
              <p:nvPicPr>
                <p:cNvPr id="3159" name="Ink 3158">
                  <a:extLst>
                    <a:ext uri="{FF2B5EF4-FFF2-40B4-BE49-F238E27FC236}">
                      <a16:creationId xmlns:a16="http://schemas.microsoft.com/office/drawing/2014/main" id="{AB4E4AAD-7EED-4D67-A082-F1C86CED88E0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702240" y="5908720"/>
                  <a:ext cx="180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160" name="Ink 3159">
                  <a:extLst>
                    <a:ext uri="{FF2B5EF4-FFF2-40B4-BE49-F238E27FC236}">
                      <a16:creationId xmlns:a16="http://schemas.microsoft.com/office/drawing/2014/main" id="{0EB8616F-405F-4FF2-A952-198292F0EF7A}"/>
                    </a:ext>
                  </a:extLst>
                </p14:cNvPr>
                <p14:cNvContentPartPr/>
                <p14:nvPr/>
              </p14:nvContentPartPr>
              <p14:xfrm>
                <a:off x="10229280" y="3897760"/>
                <a:ext cx="364680" cy="250920"/>
              </p14:xfrm>
            </p:contentPart>
          </mc:Choice>
          <mc:Fallback xmlns="">
            <p:pic>
              <p:nvPicPr>
                <p:cNvPr id="3160" name="Ink 3159">
                  <a:extLst>
                    <a:ext uri="{FF2B5EF4-FFF2-40B4-BE49-F238E27FC236}">
                      <a16:creationId xmlns:a16="http://schemas.microsoft.com/office/drawing/2014/main" id="{0EB8616F-405F-4FF2-A952-198292F0EF7A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0220640" y="3889120"/>
                  <a:ext cx="38232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162" name="Ink 3161">
                  <a:extLst>
                    <a:ext uri="{FF2B5EF4-FFF2-40B4-BE49-F238E27FC236}">
                      <a16:creationId xmlns:a16="http://schemas.microsoft.com/office/drawing/2014/main" id="{ADA56EB5-1DC3-48F6-9E6E-7F65E33B2648}"/>
                    </a:ext>
                  </a:extLst>
                </p14:cNvPr>
                <p14:cNvContentPartPr/>
                <p14:nvPr/>
              </p14:nvContentPartPr>
              <p14:xfrm>
                <a:off x="9750840" y="4492480"/>
                <a:ext cx="723960" cy="527040"/>
              </p14:xfrm>
            </p:contentPart>
          </mc:Choice>
          <mc:Fallback xmlns="">
            <p:pic>
              <p:nvPicPr>
                <p:cNvPr id="3162" name="Ink 3161">
                  <a:extLst>
                    <a:ext uri="{FF2B5EF4-FFF2-40B4-BE49-F238E27FC236}">
                      <a16:creationId xmlns:a16="http://schemas.microsoft.com/office/drawing/2014/main" id="{ADA56EB5-1DC3-48F6-9E6E-7F65E33B2648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741840" y="4483840"/>
                  <a:ext cx="741600" cy="54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144" name="Ink 3143">
                  <a:extLst>
                    <a:ext uri="{FF2B5EF4-FFF2-40B4-BE49-F238E27FC236}">
                      <a16:creationId xmlns:a16="http://schemas.microsoft.com/office/drawing/2014/main" id="{EBF536CD-1171-41CE-8BAF-F06A2DFF9D6C}"/>
                    </a:ext>
                  </a:extLst>
                </p14:cNvPr>
                <p14:cNvContentPartPr/>
                <p14:nvPr/>
              </p14:nvContentPartPr>
              <p14:xfrm>
                <a:off x="8595600" y="5412640"/>
                <a:ext cx="10800" cy="192960"/>
              </p14:xfrm>
            </p:contentPart>
          </mc:Choice>
          <mc:Fallback xmlns="">
            <p:pic>
              <p:nvPicPr>
                <p:cNvPr id="3144" name="Ink 3143">
                  <a:extLst>
                    <a:ext uri="{FF2B5EF4-FFF2-40B4-BE49-F238E27FC236}">
                      <a16:creationId xmlns:a16="http://schemas.microsoft.com/office/drawing/2014/main" id="{EBF536CD-1171-41CE-8BAF-F06A2DFF9D6C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586960" y="5403640"/>
                  <a:ext cx="2844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145" name="Ink 3144">
                  <a:extLst>
                    <a:ext uri="{FF2B5EF4-FFF2-40B4-BE49-F238E27FC236}">
                      <a16:creationId xmlns:a16="http://schemas.microsoft.com/office/drawing/2014/main" id="{E3CF6F26-C728-4833-93B2-9F2F2F6D594B}"/>
                    </a:ext>
                  </a:extLst>
                </p14:cNvPr>
                <p14:cNvContentPartPr/>
                <p14:nvPr/>
              </p14:nvContentPartPr>
              <p14:xfrm>
                <a:off x="8704680" y="5561680"/>
                <a:ext cx="103320" cy="127800"/>
              </p14:xfrm>
            </p:contentPart>
          </mc:Choice>
          <mc:Fallback xmlns="">
            <p:pic>
              <p:nvPicPr>
                <p:cNvPr id="3145" name="Ink 3144">
                  <a:extLst>
                    <a:ext uri="{FF2B5EF4-FFF2-40B4-BE49-F238E27FC236}">
                      <a16:creationId xmlns:a16="http://schemas.microsoft.com/office/drawing/2014/main" id="{E3CF6F26-C728-4833-93B2-9F2F2F6D594B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696040" y="5552680"/>
                  <a:ext cx="12096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146" name="Ink 3145">
                  <a:extLst>
                    <a:ext uri="{FF2B5EF4-FFF2-40B4-BE49-F238E27FC236}">
                      <a16:creationId xmlns:a16="http://schemas.microsoft.com/office/drawing/2014/main" id="{11A4FB64-9840-4DF6-B1F9-E8A3042639CF}"/>
                    </a:ext>
                  </a:extLst>
                </p14:cNvPr>
                <p14:cNvContentPartPr/>
                <p14:nvPr/>
              </p14:nvContentPartPr>
              <p14:xfrm>
                <a:off x="8943360" y="5409040"/>
                <a:ext cx="218880" cy="144000"/>
              </p14:xfrm>
            </p:contentPart>
          </mc:Choice>
          <mc:Fallback xmlns="">
            <p:pic>
              <p:nvPicPr>
                <p:cNvPr id="3146" name="Ink 3145">
                  <a:extLst>
                    <a:ext uri="{FF2B5EF4-FFF2-40B4-BE49-F238E27FC236}">
                      <a16:creationId xmlns:a16="http://schemas.microsoft.com/office/drawing/2014/main" id="{11A4FB64-9840-4DF6-B1F9-E8A3042639CF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934360" y="5400400"/>
                  <a:ext cx="23652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147" name="Ink 3146">
                  <a:extLst>
                    <a:ext uri="{FF2B5EF4-FFF2-40B4-BE49-F238E27FC236}">
                      <a16:creationId xmlns:a16="http://schemas.microsoft.com/office/drawing/2014/main" id="{70FF09AD-6EB8-43B2-81C8-D7563C8FE05C}"/>
                    </a:ext>
                  </a:extLst>
                </p14:cNvPr>
                <p14:cNvContentPartPr/>
                <p14:nvPr/>
              </p14:nvContentPartPr>
              <p14:xfrm>
                <a:off x="9712320" y="5436040"/>
                <a:ext cx="10800" cy="157320"/>
              </p14:xfrm>
            </p:contentPart>
          </mc:Choice>
          <mc:Fallback xmlns="">
            <p:pic>
              <p:nvPicPr>
                <p:cNvPr id="3147" name="Ink 3146">
                  <a:extLst>
                    <a:ext uri="{FF2B5EF4-FFF2-40B4-BE49-F238E27FC236}">
                      <a16:creationId xmlns:a16="http://schemas.microsoft.com/office/drawing/2014/main" id="{70FF09AD-6EB8-43B2-81C8-D7563C8FE05C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703320" y="5427400"/>
                  <a:ext cx="2844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149" name="Ink 3148">
                  <a:extLst>
                    <a:ext uri="{FF2B5EF4-FFF2-40B4-BE49-F238E27FC236}">
                      <a16:creationId xmlns:a16="http://schemas.microsoft.com/office/drawing/2014/main" id="{FDA9A71D-E850-46D1-895B-0EAD832E8A95}"/>
                    </a:ext>
                  </a:extLst>
                </p14:cNvPr>
                <p14:cNvContentPartPr/>
                <p14:nvPr/>
              </p14:nvContentPartPr>
              <p14:xfrm>
                <a:off x="9899520" y="5411920"/>
                <a:ext cx="165240" cy="101520"/>
              </p14:xfrm>
            </p:contentPart>
          </mc:Choice>
          <mc:Fallback xmlns="">
            <p:pic>
              <p:nvPicPr>
                <p:cNvPr id="3149" name="Ink 3148">
                  <a:extLst>
                    <a:ext uri="{FF2B5EF4-FFF2-40B4-BE49-F238E27FC236}">
                      <a16:creationId xmlns:a16="http://schemas.microsoft.com/office/drawing/2014/main" id="{FDA9A71D-E850-46D1-895B-0EAD832E8A95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890880" y="5402920"/>
                  <a:ext cx="18288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151" name="Ink 3150">
                  <a:extLst>
                    <a:ext uri="{FF2B5EF4-FFF2-40B4-BE49-F238E27FC236}">
                      <a16:creationId xmlns:a16="http://schemas.microsoft.com/office/drawing/2014/main" id="{2CA5CD50-7F86-421B-8902-034E05B3ABFE}"/>
                    </a:ext>
                  </a:extLst>
                </p14:cNvPr>
                <p14:cNvContentPartPr/>
                <p14:nvPr/>
              </p14:nvContentPartPr>
              <p14:xfrm>
                <a:off x="8567520" y="5837800"/>
                <a:ext cx="133200" cy="170280"/>
              </p14:xfrm>
            </p:contentPart>
          </mc:Choice>
          <mc:Fallback xmlns="">
            <p:pic>
              <p:nvPicPr>
                <p:cNvPr id="3151" name="Ink 3150">
                  <a:extLst>
                    <a:ext uri="{FF2B5EF4-FFF2-40B4-BE49-F238E27FC236}">
                      <a16:creationId xmlns:a16="http://schemas.microsoft.com/office/drawing/2014/main" id="{2CA5CD50-7F86-421B-8902-034E05B3ABFE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558880" y="5829160"/>
                  <a:ext cx="15084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152" name="Ink 3151">
                  <a:extLst>
                    <a:ext uri="{FF2B5EF4-FFF2-40B4-BE49-F238E27FC236}">
                      <a16:creationId xmlns:a16="http://schemas.microsoft.com/office/drawing/2014/main" id="{FD7B4576-0964-405A-A2E1-23B9D2DBC622}"/>
                    </a:ext>
                  </a:extLst>
                </p14:cNvPr>
                <p14:cNvContentPartPr/>
                <p14:nvPr/>
              </p14:nvContentPartPr>
              <p14:xfrm>
                <a:off x="8767680" y="5940760"/>
                <a:ext cx="51840" cy="77760"/>
              </p14:xfrm>
            </p:contentPart>
          </mc:Choice>
          <mc:Fallback xmlns="">
            <p:pic>
              <p:nvPicPr>
                <p:cNvPr id="3152" name="Ink 3151">
                  <a:extLst>
                    <a:ext uri="{FF2B5EF4-FFF2-40B4-BE49-F238E27FC236}">
                      <a16:creationId xmlns:a16="http://schemas.microsoft.com/office/drawing/2014/main" id="{FD7B4576-0964-405A-A2E1-23B9D2DBC622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759040" y="5932120"/>
                  <a:ext cx="6948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153" name="Ink 3152">
                  <a:extLst>
                    <a:ext uri="{FF2B5EF4-FFF2-40B4-BE49-F238E27FC236}">
                      <a16:creationId xmlns:a16="http://schemas.microsoft.com/office/drawing/2014/main" id="{475D0471-A5BD-4C85-8460-406A29B73BE1}"/>
                    </a:ext>
                  </a:extLst>
                </p14:cNvPr>
                <p14:cNvContentPartPr/>
                <p14:nvPr/>
              </p14:nvContentPartPr>
              <p14:xfrm>
                <a:off x="8934360" y="5769760"/>
                <a:ext cx="164880" cy="185400"/>
              </p14:xfrm>
            </p:contentPart>
          </mc:Choice>
          <mc:Fallback xmlns="">
            <p:pic>
              <p:nvPicPr>
                <p:cNvPr id="3153" name="Ink 3152">
                  <a:extLst>
                    <a:ext uri="{FF2B5EF4-FFF2-40B4-BE49-F238E27FC236}">
                      <a16:creationId xmlns:a16="http://schemas.microsoft.com/office/drawing/2014/main" id="{475D0471-A5BD-4C85-8460-406A29B73BE1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925360" y="5760760"/>
                  <a:ext cx="18252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154" name="Ink 3153">
                  <a:extLst>
                    <a:ext uri="{FF2B5EF4-FFF2-40B4-BE49-F238E27FC236}">
                      <a16:creationId xmlns:a16="http://schemas.microsoft.com/office/drawing/2014/main" id="{E1C68B93-2472-47A9-B56D-1B62FB884403}"/>
                    </a:ext>
                  </a:extLst>
                </p14:cNvPr>
                <p14:cNvContentPartPr/>
                <p14:nvPr/>
              </p14:nvContentPartPr>
              <p14:xfrm>
                <a:off x="9043800" y="5755000"/>
                <a:ext cx="159480" cy="7200"/>
              </p14:xfrm>
            </p:contentPart>
          </mc:Choice>
          <mc:Fallback xmlns="">
            <p:pic>
              <p:nvPicPr>
                <p:cNvPr id="3154" name="Ink 3153">
                  <a:extLst>
                    <a:ext uri="{FF2B5EF4-FFF2-40B4-BE49-F238E27FC236}">
                      <a16:creationId xmlns:a16="http://schemas.microsoft.com/office/drawing/2014/main" id="{E1C68B93-2472-47A9-B56D-1B62FB884403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034800" y="5746000"/>
                  <a:ext cx="17712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3155" name="Ink 3154">
                  <a:extLst>
                    <a:ext uri="{FF2B5EF4-FFF2-40B4-BE49-F238E27FC236}">
                      <a16:creationId xmlns:a16="http://schemas.microsoft.com/office/drawing/2014/main" id="{D5240E9A-8BA5-4241-A9C6-82CDFE27905F}"/>
                    </a:ext>
                  </a:extLst>
                </p14:cNvPr>
                <p14:cNvContentPartPr/>
                <p14:nvPr/>
              </p14:nvContentPartPr>
              <p14:xfrm>
                <a:off x="9350520" y="5307880"/>
                <a:ext cx="102240" cy="1238400"/>
              </p14:xfrm>
            </p:contentPart>
          </mc:Choice>
          <mc:Fallback xmlns="">
            <p:pic>
              <p:nvPicPr>
                <p:cNvPr id="3155" name="Ink 3154">
                  <a:extLst>
                    <a:ext uri="{FF2B5EF4-FFF2-40B4-BE49-F238E27FC236}">
                      <a16:creationId xmlns:a16="http://schemas.microsoft.com/office/drawing/2014/main" id="{D5240E9A-8BA5-4241-A9C6-82CDFE27905F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341520" y="5299240"/>
                  <a:ext cx="119880" cy="12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3156" name="Ink 3155">
                  <a:extLst>
                    <a:ext uri="{FF2B5EF4-FFF2-40B4-BE49-F238E27FC236}">
                      <a16:creationId xmlns:a16="http://schemas.microsoft.com/office/drawing/2014/main" id="{DA11D12E-3EC8-4E05-B94F-54523F0CE69C}"/>
                    </a:ext>
                  </a:extLst>
                </p14:cNvPr>
                <p14:cNvContentPartPr/>
                <p14:nvPr/>
              </p14:nvContentPartPr>
              <p14:xfrm>
                <a:off x="8296800" y="5681920"/>
                <a:ext cx="2276640" cy="70200"/>
              </p14:xfrm>
            </p:contentPart>
          </mc:Choice>
          <mc:Fallback xmlns="">
            <p:pic>
              <p:nvPicPr>
                <p:cNvPr id="3156" name="Ink 3155">
                  <a:extLst>
                    <a:ext uri="{FF2B5EF4-FFF2-40B4-BE49-F238E27FC236}">
                      <a16:creationId xmlns:a16="http://schemas.microsoft.com/office/drawing/2014/main" id="{DA11D12E-3EC8-4E05-B94F-54523F0CE69C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287800" y="5673280"/>
                  <a:ext cx="229428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3157" name="Ink 3156">
                  <a:extLst>
                    <a:ext uri="{FF2B5EF4-FFF2-40B4-BE49-F238E27FC236}">
                      <a16:creationId xmlns:a16="http://schemas.microsoft.com/office/drawing/2014/main" id="{81620CAB-5181-449B-8909-783B11D947E0}"/>
                    </a:ext>
                  </a:extLst>
                </p14:cNvPr>
                <p14:cNvContentPartPr/>
                <p14:nvPr/>
              </p14:nvContentPartPr>
              <p14:xfrm>
                <a:off x="8369880" y="6147400"/>
                <a:ext cx="2284560" cy="68040"/>
              </p14:xfrm>
            </p:contentPart>
          </mc:Choice>
          <mc:Fallback xmlns="">
            <p:pic>
              <p:nvPicPr>
                <p:cNvPr id="3157" name="Ink 3156">
                  <a:extLst>
                    <a:ext uri="{FF2B5EF4-FFF2-40B4-BE49-F238E27FC236}">
                      <a16:creationId xmlns:a16="http://schemas.microsoft.com/office/drawing/2014/main" id="{81620CAB-5181-449B-8909-783B11D947E0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361240" y="6138760"/>
                  <a:ext cx="230220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3163" name="Ink 3162">
                  <a:extLst>
                    <a:ext uri="{FF2B5EF4-FFF2-40B4-BE49-F238E27FC236}">
                      <a16:creationId xmlns:a16="http://schemas.microsoft.com/office/drawing/2014/main" id="{FB6FFDFE-8731-41FA-B7BD-9501FD24EA51}"/>
                    </a:ext>
                  </a:extLst>
                </p14:cNvPr>
                <p14:cNvContentPartPr/>
                <p14:nvPr/>
              </p14:nvContentPartPr>
              <p14:xfrm>
                <a:off x="9710880" y="5929240"/>
                <a:ext cx="267480" cy="186840"/>
              </p14:xfrm>
            </p:contentPart>
          </mc:Choice>
          <mc:Fallback xmlns="">
            <p:pic>
              <p:nvPicPr>
                <p:cNvPr id="3163" name="Ink 3162">
                  <a:extLst>
                    <a:ext uri="{FF2B5EF4-FFF2-40B4-BE49-F238E27FC236}">
                      <a16:creationId xmlns:a16="http://schemas.microsoft.com/office/drawing/2014/main" id="{FB6FFDFE-8731-41FA-B7BD-9501FD24EA51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702240" y="5920240"/>
                  <a:ext cx="28512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3165" name="Ink 3164">
                  <a:extLst>
                    <a:ext uri="{FF2B5EF4-FFF2-40B4-BE49-F238E27FC236}">
                      <a16:creationId xmlns:a16="http://schemas.microsoft.com/office/drawing/2014/main" id="{23C0394B-FBB2-406E-BE83-8BD73B452B6E}"/>
                    </a:ext>
                  </a:extLst>
                </p14:cNvPr>
                <p14:cNvContentPartPr/>
                <p14:nvPr/>
              </p14:nvContentPartPr>
              <p14:xfrm>
                <a:off x="10046400" y="5895760"/>
                <a:ext cx="221400" cy="198000"/>
              </p14:xfrm>
            </p:contentPart>
          </mc:Choice>
          <mc:Fallback xmlns="">
            <p:pic>
              <p:nvPicPr>
                <p:cNvPr id="3165" name="Ink 3164">
                  <a:extLst>
                    <a:ext uri="{FF2B5EF4-FFF2-40B4-BE49-F238E27FC236}">
                      <a16:creationId xmlns:a16="http://schemas.microsoft.com/office/drawing/2014/main" id="{23C0394B-FBB2-406E-BE83-8BD73B452B6E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0037400" y="5886760"/>
                  <a:ext cx="23904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3166" name="Ink 3165">
                  <a:extLst>
                    <a:ext uri="{FF2B5EF4-FFF2-40B4-BE49-F238E27FC236}">
                      <a16:creationId xmlns:a16="http://schemas.microsoft.com/office/drawing/2014/main" id="{825FE47B-372D-4288-991F-C527E3E7463E}"/>
                    </a:ext>
                  </a:extLst>
                </p14:cNvPr>
                <p14:cNvContentPartPr/>
                <p14:nvPr/>
              </p14:nvContentPartPr>
              <p14:xfrm>
                <a:off x="10157640" y="5860840"/>
                <a:ext cx="255240" cy="16560"/>
              </p14:xfrm>
            </p:contentPart>
          </mc:Choice>
          <mc:Fallback xmlns="">
            <p:pic>
              <p:nvPicPr>
                <p:cNvPr id="3166" name="Ink 3165">
                  <a:extLst>
                    <a:ext uri="{FF2B5EF4-FFF2-40B4-BE49-F238E27FC236}">
                      <a16:creationId xmlns:a16="http://schemas.microsoft.com/office/drawing/2014/main" id="{825FE47B-372D-4288-991F-C527E3E7463E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0148640" y="5852200"/>
                  <a:ext cx="2728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3167" name="Ink 3166">
                  <a:extLst>
                    <a:ext uri="{FF2B5EF4-FFF2-40B4-BE49-F238E27FC236}">
                      <a16:creationId xmlns:a16="http://schemas.microsoft.com/office/drawing/2014/main" id="{1E0B9142-6C07-4913-A0F6-BA2D0943F934}"/>
                    </a:ext>
                  </a:extLst>
                </p14:cNvPr>
                <p14:cNvContentPartPr/>
                <p14:nvPr/>
              </p14:nvContentPartPr>
              <p14:xfrm>
                <a:off x="10624560" y="5832040"/>
                <a:ext cx="427680" cy="253440"/>
              </p14:xfrm>
            </p:contentPart>
          </mc:Choice>
          <mc:Fallback xmlns="">
            <p:pic>
              <p:nvPicPr>
                <p:cNvPr id="3167" name="Ink 3166">
                  <a:extLst>
                    <a:ext uri="{FF2B5EF4-FFF2-40B4-BE49-F238E27FC236}">
                      <a16:creationId xmlns:a16="http://schemas.microsoft.com/office/drawing/2014/main" id="{1E0B9142-6C07-4913-A0F6-BA2D0943F934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0615920" y="5823400"/>
                  <a:ext cx="44532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3168" name="Ink 3167">
                  <a:extLst>
                    <a:ext uri="{FF2B5EF4-FFF2-40B4-BE49-F238E27FC236}">
                      <a16:creationId xmlns:a16="http://schemas.microsoft.com/office/drawing/2014/main" id="{C65B2A9F-5772-4063-A5FD-69E8A511A0FB}"/>
                    </a:ext>
                  </a:extLst>
                </p14:cNvPr>
                <p14:cNvContentPartPr/>
                <p14:nvPr/>
              </p14:nvContentPartPr>
              <p14:xfrm>
                <a:off x="10458960" y="5474560"/>
                <a:ext cx="470160" cy="144720"/>
              </p14:xfrm>
            </p:contentPart>
          </mc:Choice>
          <mc:Fallback xmlns="">
            <p:pic>
              <p:nvPicPr>
                <p:cNvPr id="3168" name="Ink 3167">
                  <a:extLst>
                    <a:ext uri="{FF2B5EF4-FFF2-40B4-BE49-F238E27FC236}">
                      <a16:creationId xmlns:a16="http://schemas.microsoft.com/office/drawing/2014/main" id="{C65B2A9F-5772-4063-A5FD-69E8A511A0FB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0450320" y="5465560"/>
                  <a:ext cx="48780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3170" name="Ink 3169">
                  <a:extLst>
                    <a:ext uri="{FF2B5EF4-FFF2-40B4-BE49-F238E27FC236}">
                      <a16:creationId xmlns:a16="http://schemas.microsoft.com/office/drawing/2014/main" id="{682C3DCE-74D3-44E8-9D4B-DC4048C7EC51}"/>
                    </a:ext>
                  </a:extLst>
                </p14:cNvPr>
                <p14:cNvContentPartPr/>
                <p14:nvPr/>
              </p14:nvContentPartPr>
              <p14:xfrm>
                <a:off x="8799000" y="6281320"/>
                <a:ext cx="206280" cy="281160"/>
              </p14:xfrm>
            </p:contentPart>
          </mc:Choice>
          <mc:Fallback xmlns="">
            <p:pic>
              <p:nvPicPr>
                <p:cNvPr id="3170" name="Ink 3169">
                  <a:extLst>
                    <a:ext uri="{FF2B5EF4-FFF2-40B4-BE49-F238E27FC236}">
                      <a16:creationId xmlns:a16="http://schemas.microsoft.com/office/drawing/2014/main" id="{682C3DCE-74D3-44E8-9D4B-DC4048C7EC51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790360" y="6272680"/>
                  <a:ext cx="22392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3171" name="Ink 3170">
                  <a:extLst>
                    <a:ext uri="{FF2B5EF4-FFF2-40B4-BE49-F238E27FC236}">
                      <a16:creationId xmlns:a16="http://schemas.microsoft.com/office/drawing/2014/main" id="{364F53B0-559B-4532-B150-118D69D363BF}"/>
                    </a:ext>
                  </a:extLst>
                </p14:cNvPr>
                <p14:cNvContentPartPr/>
                <p14:nvPr/>
              </p14:nvContentPartPr>
              <p14:xfrm>
                <a:off x="9675600" y="6414160"/>
                <a:ext cx="338400" cy="180360"/>
              </p14:xfrm>
            </p:contentPart>
          </mc:Choice>
          <mc:Fallback xmlns="">
            <p:pic>
              <p:nvPicPr>
                <p:cNvPr id="3171" name="Ink 3170">
                  <a:extLst>
                    <a:ext uri="{FF2B5EF4-FFF2-40B4-BE49-F238E27FC236}">
                      <a16:creationId xmlns:a16="http://schemas.microsoft.com/office/drawing/2014/main" id="{364F53B0-559B-4532-B150-118D69D363BF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9666960" y="6405520"/>
                  <a:ext cx="35604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3172" name="Ink 3171">
                  <a:extLst>
                    <a:ext uri="{FF2B5EF4-FFF2-40B4-BE49-F238E27FC236}">
                      <a16:creationId xmlns:a16="http://schemas.microsoft.com/office/drawing/2014/main" id="{5C52DA03-97DC-44FF-9181-DE6A8C32DDC6}"/>
                    </a:ext>
                  </a:extLst>
                </p14:cNvPr>
                <p14:cNvContentPartPr/>
                <p14:nvPr/>
              </p14:nvContentPartPr>
              <p14:xfrm>
                <a:off x="10085640" y="6380680"/>
                <a:ext cx="246960" cy="187560"/>
              </p14:xfrm>
            </p:contentPart>
          </mc:Choice>
          <mc:Fallback xmlns="">
            <p:pic>
              <p:nvPicPr>
                <p:cNvPr id="3172" name="Ink 3171">
                  <a:extLst>
                    <a:ext uri="{FF2B5EF4-FFF2-40B4-BE49-F238E27FC236}">
                      <a16:creationId xmlns:a16="http://schemas.microsoft.com/office/drawing/2014/main" id="{5C52DA03-97DC-44FF-9181-DE6A8C32DDC6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077000" y="6372040"/>
                  <a:ext cx="26460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3177" name="Ink 3176">
                  <a:extLst>
                    <a:ext uri="{FF2B5EF4-FFF2-40B4-BE49-F238E27FC236}">
                      <a16:creationId xmlns:a16="http://schemas.microsoft.com/office/drawing/2014/main" id="{FD88EB76-667E-412A-9A43-F9E2361F05C8}"/>
                    </a:ext>
                  </a:extLst>
                </p14:cNvPr>
                <p14:cNvContentPartPr/>
                <p14:nvPr/>
              </p14:nvContentPartPr>
              <p14:xfrm>
                <a:off x="6773640" y="4329400"/>
                <a:ext cx="1545480" cy="338400"/>
              </p14:xfrm>
            </p:contentPart>
          </mc:Choice>
          <mc:Fallback xmlns="">
            <p:pic>
              <p:nvPicPr>
                <p:cNvPr id="3177" name="Ink 3176">
                  <a:extLst>
                    <a:ext uri="{FF2B5EF4-FFF2-40B4-BE49-F238E27FC236}">
                      <a16:creationId xmlns:a16="http://schemas.microsoft.com/office/drawing/2014/main" id="{FD88EB76-667E-412A-9A43-F9E2361F05C8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764640" y="4320760"/>
                  <a:ext cx="156312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3178" name="Ink 3177">
                  <a:extLst>
                    <a:ext uri="{FF2B5EF4-FFF2-40B4-BE49-F238E27FC236}">
                      <a16:creationId xmlns:a16="http://schemas.microsoft.com/office/drawing/2014/main" id="{6CBE109D-74C3-4A6E-853D-692D9362922A}"/>
                    </a:ext>
                  </a:extLst>
                </p14:cNvPr>
                <p14:cNvContentPartPr/>
                <p14:nvPr/>
              </p14:nvContentPartPr>
              <p14:xfrm>
                <a:off x="8495520" y="5159560"/>
                <a:ext cx="276480" cy="99000"/>
              </p14:xfrm>
            </p:contentPart>
          </mc:Choice>
          <mc:Fallback xmlns="">
            <p:pic>
              <p:nvPicPr>
                <p:cNvPr id="3178" name="Ink 3177">
                  <a:extLst>
                    <a:ext uri="{FF2B5EF4-FFF2-40B4-BE49-F238E27FC236}">
                      <a16:creationId xmlns:a16="http://schemas.microsoft.com/office/drawing/2014/main" id="{6CBE109D-74C3-4A6E-853D-692D9362922A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486880" y="5150560"/>
                  <a:ext cx="29412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3180" name="Ink 3179">
                  <a:extLst>
                    <a:ext uri="{FF2B5EF4-FFF2-40B4-BE49-F238E27FC236}">
                      <a16:creationId xmlns:a16="http://schemas.microsoft.com/office/drawing/2014/main" id="{B85809A4-088D-4964-98F5-A1F372EB2927}"/>
                    </a:ext>
                  </a:extLst>
                </p14:cNvPr>
                <p14:cNvContentPartPr/>
                <p14:nvPr/>
              </p14:nvContentPartPr>
              <p14:xfrm>
                <a:off x="8178720" y="5975320"/>
                <a:ext cx="4320" cy="20160"/>
              </p14:xfrm>
            </p:contentPart>
          </mc:Choice>
          <mc:Fallback xmlns="">
            <p:pic>
              <p:nvPicPr>
                <p:cNvPr id="3180" name="Ink 3179">
                  <a:extLst>
                    <a:ext uri="{FF2B5EF4-FFF2-40B4-BE49-F238E27FC236}">
                      <a16:creationId xmlns:a16="http://schemas.microsoft.com/office/drawing/2014/main" id="{B85809A4-088D-4964-98F5-A1F372EB2927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169720" y="5966680"/>
                  <a:ext cx="2196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3182" name="Ink 3181">
                  <a:extLst>
                    <a:ext uri="{FF2B5EF4-FFF2-40B4-BE49-F238E27FC236}">
                      <a16:creationId xmlns:a16="http://schemas.microsoft.com/office/drawing/2014/main" id="{E32C17A7-052F-4EBD-988B-A0FC288430E1}"/>
                    </a:ext>
                  </a:extLst>
                </p14:cNvPr>
                <p14:cNvContentPartPr/>
                <p14:nvPr/>
              </p14:nvContentPartPr>
              <p14:xfrm>
                <a:off x="7651320" y="5158840"/>
                <a:ext cx="15840" cy="205200"/>
              </p14:xfrm>
            </p:contentPart>
          </mc:Choice>
          <mc:Fallback xmlns="">
            <p:pic>
              <p:nvPicPr>
                <p:cNvPr id="3182" name="Ink 3181">
                  <a:extLst>
                    <a:ext uri="{FF2B5EF4-FFF2-40B4-BE49-F238E27FC236}">
                      <a16:creationId xmlns:a16="http://schemas.microsoft.com/office/drawing/2014/main" id="{E32C17A7-052F-4EBD-988B-A0FC288430E1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7642320" y="5150200"/>
                  <a:ext cx="3348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3183" name="Ink 3182">
                  <a:extLst>
                    <a:ext uri="{FF2B5EF4-FFF2-40B4-BE49-F238E27FC236}">
                      <a16:creationId xmlns:a16="http://schemas.microsoft.com/office/drawing/2014/main" id="{92B88EE5-D376-441C-B3C2-2ACB29DC26B7}"/>
                    </a:ext>
                  </a:extLst>
                </p14:cNvPr>
                <p14:cNvContentPartPr/>
                <p14:nvPr/>
              </p14:nvContentPartPr>
              <p14:xfrm>
                <a:off x="7599480" y="5065240"/>
                <a:ext cx="245160" cy="299520"/>
              </p14:xfrm>
            </p:contentPart>
          </mc:Choice>
          <mc:Fallback xmlns="">
            <p:pic>
              <p:nvPicPr>
                <p:cNvPr id="3183" name="Ink 3182">
                  <a:extLst>
                    <a:ext uri="{FF2B5EF4-FFF2-40B4-BE49-F238E27FC236}">
                      <a16:creationId xmlns:a16="http://schemas.microsoft.com/office/drawing/2014/main" id="{92B88EE5-D376-441C-B3C2-2ACB29DC26B7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7590480" y="5056600"/>
                  <a:ext cx="26280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3184" name="Ink 3183">
                  <a:extLst>
                    <a:ext uri="{FF2B5EF4-FFF2-40B4-BE49-F238E27FC236}">
                      <a16:creationId xmlns:a16="http://schemas.microsoft.com/office/drawing/2014/main" id="{B8E1F6E2-5492-441B-804C-BF7AB93281C2}"/>
                    </a:ext>
                  </a:extLst>
                </p14:cNvPr>
                <p14:cNvContentPartPr/>
                <p14:nvPr/>
              </p14:nvContentPartPr>
              <p14:xfrm>
                <a:off x="7891080" y="5009800"/>
                <a:ext cx="317160" cy="301320"/>
              </p14:xfrm>
            </p:contentPart>
          </mc:Choice>
          <mc:Fallback xmlns="">
            <p:pic>
              <p:nvPicPr>
                <p:cNvPr id="3184" name="Ink 3183">
                  <a:extLst>
                    <a:ext uri="{FF2B5EF4-FFF2-40B4-BE49-F238E27FC236}">
                      <a16:creationId xmlns:a16="http://schemas.microsoft.com/office/drawing/2014/main" id="{B8E1F6E2-5492-441B-804C-BF7AB93281C2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7882440" y="5001160"/>
                  <a:ext cx="33480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3185" name="Ink 3184">
                  <a:extLst>
                    <a:ext uri="{FF2B5EF4-FFF2-40B4-BE49-F238E27FC236}">
                      <a16:creationId xmlns:a16="http://schemas.microsoft.com/office/drawing/2014/main" id="{8C67DC65-6DB5-4157-8ED8-9F0245C701BD}"/>
                    </a:ext>
                  </a:extLst>
                </p14:cNvPr>
                <p14:cNvContentPartPr/>
                <p14:nvPr/>
              </p14:nvContentPartPr>
              <p14:xfrm>
                <a:off x="8110680" y="5097640"/>
                <a:ext cx="158040" cy="2520"/>
              </p14:xfrm>
            </p:contentPart>
          </mc:Choice>
          <mc:Fallback xmlns="">
            <p:pic>
              <p:nvPicPr>
                <p:cNvPr id="3185" name="Ink 3184">
                  <a:extLst>
                    <a:ext uri="{FF2B5EF4-FFF2-40B4-BE49-F238E27FC236}">
                      <a16:creationId xmlns:a16="http://schemas.microsoft.com/office/drawing/2014/main" id="{8C67DC65-6DB5-4157-8ED8-9F0245C701BD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8102040" y="5089000"/>
                  <a:ext cx="17568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3186" name="Ink 3185">
                  <a:extLst>
                    <a:ext uri="{FF2B5EF4-FFF2-40B4-BE49-F238E27FC236}">
                      <a16:creationId xmlns:a16="http://schemas.microsoft.com/office/drawing/2014/main" id="{B90E4FE0-795D-46C5-997E-8C021DA9E5B0}"/>
                    </a:ext>
                  </a:extLst>
                </p14:cNvPr>
                <p14:cNvContentPartPr/>
                <p14:nvPr/>
              </p14:nvContentPartPr>
              <p14:xfrm>
                <a:off x="8255760" y="5103400"/>
                <a:ext cx="226080" cy="138960"/>
              </p14:xfrm>
            </p:contentPart>
          </mc:Choice>
          <mc:Fallback xmlns="">
            <p:pic>
              <p:nvPicPr>
                <p:cNvPr id="3186" name="Ink 3185">
                  <a:extLst>
                    <a:ext uri="{FF2B5EF4-FFF2-40B4-BE49-F238E27FC236}">
                      <a16:creationId xmlns:a16="http://schemas.microsoft.com/office/drawing/2014/main" id="{B90E4FE0-795D-46C5-997E-8C021DA9E5B0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8246760" y="5094760"/>
                  <a:ext cx="24372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3188" name="Ink 3187">
                  <a:extLst>
                    <a:ext uri="{FF2B5EF4-FFF2-40B4-BE49-F238E27FC236}">
                      <a16:creationId xmlns:a16="http://schemas.microsoft.com/office/drawing/2014/main" id="{7685530C-94E6-414D-A0A5-E68A4A3C0E69}"/>
                    </a:ext>
                  </a:extLst>
                </p14:cNvPr>
                <p14:cNvContentPartPr/>
                <p14:nvPr/>
              </p14:nvContentPartPr>
              <p14:xfrm>
                <a:off x="1473720" y="3613720"/>
                <a:ext cx="72360" cy="232560"/>
              </p14:xfrm>
            </p:contentPart>
          </mc:Choice>
          <mc:Fallback xmlns="">
            <p:pic>
              <p:nvPicPr>
                <p:cNvPr id="3188" name="Ink 3187">
                  <a:extLst>
                    <a:ext uri="{FF2B5EF4-FFF2-40B4-BE49-F238E27FC236}">
                      <a16:creationId xmlns:a16="http://schemas.microsoft.com/office/drawing/2014/main" id="{7685530C-94E6-414D-A0A5-E68A4A3C0E69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464720" y="3604720"/>
                  <a:ext cx="9000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3189" name="Ink 3188">
                  <a:extLst>
                    <a:ext uri="{FF2B5EF4-FFF2-40B4-BE49-F238E27FC236}">
                      <a16:creationId xmlns:a16="http://schemas.microsoft.com/office/drawing/2014/main" id="{EB805C25-0CAE-4CB8-8447-6F083EAB355E}"/>
                    </a:ext>
                  </a:extLst>
                </p14:cNvPr>
                <p14:cNvContentPartPr/>
                <p14:nvPr/>
              </p14:nvContentPartPr>
              <p14:xfrm>
                <a:off x="1088520" y="3724600"/>
                <a:ext cx="75960" cy="219240"/>
              </p14:xfrm>
            </p:contentPart>
          </mc:Choice>
          <mc:Fallback xmlns="">
            <p:pic>
              <p:nvPicPr>
                <p:cNvPr id="3189" name="Ink 3188">
                  <a:extLst>
                    <a:ext uri="{FF2B5EF4-FFF2-40B4-BE49-F238E27FC236}">
                      <a16:creationId xmlns:a16="http://schemas.microsoft.com/office/drawing/2014/main" id="{EB805C25-0CAE-4CB8-8447-6F083EAB355E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079880" y="3715600"/>
                  <a:ext cx="9360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3190" name="Ink 3189">
                  <a:extLst>
                    <a:ext uri="{FF2B5EF4-FFF2-40B4-BE49-F238E27FC236}">
                      <a16:creationId xmlns:a16="http://schemas.microsoft.com/office/drawing/2014/main" id="{2057A8E7-8CE1-4587-B370-0189E46B0A3C}"/>
                    </a:ext>
                  </a:extLst>
                </p14:cNvPr>
                <p14:cNvContentPartPr/>
                <p14:nvPr/>
              </p14:nvContentPartPr>
              <p14:xfrm>
                <a:off x="1259880" y="3871120"/>
                <a:ext cx="39600" cy="172800"/>
              </p14:xfrm>
            </p:contentPart>
          </mc:Choice>
          <mc:Fallback xmlns="">
            <p:pic>
              <p:nvPicPr>
                <p:cNvPr id="3190" name="Ink 3189">
                  <a:extLst>
                    <a:ext uri="{FF2B5EF4-FFF2-40B4-BE49-F238E27FC236}">
                      <a16:creationId xmlns:a16="http://schemas.microsoft.com/office/drawing/2014/main" id="{2057A8E7-8CE1-4587-B370-0189E46B0A3C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251240" y="3862480"/>
                  <a:ext cx="5724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3191" name="Ink 3190">
                  <a:extLst>
                    <a:ext uri="{FF2B5EF4-FFF2-40B4-BE49-F238E27FC236}">
                      <a16:creationId xmlns:a16="http://schemas.microsoft.com/office/drawing/2014/main" id="{F67EC36A-9751-4437-A7EB-68BE1F42D89F}"/>
                    </a:ext>
                  </a:extLst>
                </p14:cNvPr>
                <p14:cNvContentPartPr/>
                <p14:nvPr/>
              </p14:nvContentPartPr>
              <p14:xfrm>
                <a:off x="1418280" y="3629920"/>
                <a:ext cx="222480" cy="253440"/>
              </p14:xfrm>
            </p:contentPart>
          </mc:Choice>
          <mc:Fallback xmlns="">
            <p:pic>
              <p:nvPicPr>
                <p:cNvPr id="3191" name="Ink 3190">
                  <a:extLst>
                    <a:ext uri="{FF2B5EF4-FFF2-40B4-BE49-F238E27FC236}">
                      <a16:creationId xmlns:a16="http://schemas.microsoft.com/office/drawing/2014/main" id="{F67EC36A-9751-4437-A7EB-68BE1F42D89F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409280" y="3620920"/>
                  <a:ext cx="24012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3192" name="Ink 3191">
                  <a:extLst>
                    <a:ext uri="{FF2B5EF4-FFF2-40B4-BE49-F238E27FC236}">
                      <a16:creationId xmlns:a16="http://schemas.microsoft.com/office/drawing/2014/main" id="{9DB2FF8B-26B0-45F8-AE3C-C315A13ADC4D}"/>
                    </a:ext>
                  </a:extLst>
                </p14:cNvPr>
                <p14:cNvContentPartPr/>
                <p14:nvPr/>
              </p14:nvContentPartPr>
              <p14:xfrm>
                <a:off x="1111560" y="4297000"/>
                <a:ext cx="252000" cy="257760"/>
              </p14:xfrm>
            </p:contentPart>
          </mc:Choice>
          <mc:Fallback xmlns="">
            <p:pic>
              <p:nvPicPr>
                <p:cNvPr id="3192" name="Ink 3191">
                  <a:extLst>
                    <a:ext uri="{FF2B5EF4-FFF2-40B4-BE49-F238E27FC236}">
                      <a16:creationId xmlns:a16="http://schemas.microsoft.com/office/drawing/2014/main" id="{9DB2FF8B-26B0-45F8-AE3C-C315A13ADC4D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102920" y="4288360"/>
                  <a:ext cx="26964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3193" name="Ink 3192">
                  <a:extLst>
                    <a:ext uri="{FF2B5EF4-FFF2-40B4-BE49-F238E27FC236}">
                      <a16:creationId xmlns:a16="http://schemas.microsoft.com/office/drawing/2014/main" id="{078E111E-FC5C-4960-B5A2-66983BD6F489}"/>
                    </a:ext>
                  </a:extLst>
                </p14:cNvPr>
                <p14:cNvContentPartPr/>
                <p14:nvPr/>
              </p14:nvContentPartPr>
              <p14:xfrm>
                <a:off x="1388760" y="4453240"/>
                <a:ext cx="56880" cy="112320"/>
              </p14:xfrm>
            </p:contentPart>
          </mc:Choice>
          <mc:Fallback xmlns="">
            <p:pic>
              <p:nvPicPr>
                <p:cNvPr id="3193" name="Ink 3192">
                  <a:extLst>
                    <a:ext uri="{FF2B5EF4-FFF2-40B4-BE49-F238E27FC236}">
                      <a16:creationId xmlns:a16="http://schemas.microsoft.com/office/drawing/2014/main" id="{078E111E-FC5C-4960-B5A2-66983BD6F489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380120" y="4444600"/>
                  <a:ext cx="745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3194" name="Ink 3193">
                  <a:extLst>
                    <a:ext uri="{FF2B5EF4-FFF2-40B4-BE49-F238E27FC236}">
                      <a16:creationId xmlns:a16="http://schemas.microsoft.com/office/drawing/2014/main" id="{9D31C05A-E1B8-4AB7-82AD-790DFC7036D8}"/>
                    </a:ext>
                  </a:extLst>
                </p14:cNvPr>
                <p14:cNvContentPartPr/>
                <p14:nvPr/>
              </p14:nvContentPartPr>
              <p14:xfrm>
                <a:off x="1533840" y="4212040"/>
                <a:ext cx="140400" cy="297360"/>
              </p14:xfrm>
            </p:contentPart>
          </mc:Choice>
          <mc:Fallback xmlns="">
            <p:pic>
              <p:nvPicPr>
                <p:cNvPr id="3194" name="Ink 3193">
                  <a:extLst>
                    <a:ext uri="{FF2B5EF4-FFF2-40B4-BE49-F238E27FC236}">
                      <a16:creationId xmlns:a16="http://schemas.microsoft.com/office/drawing/2014/main" id="{9D31C05A-E1B8-4AB7-82AD-790DFC7036D8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525200" y="4203040"/>
                  <a:ext cx="15804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3195" name="Ink 3194">
                  <a:extLst>
                    <a:ext uri="{FF2B5EF4-FFF2-40B4-BE49-F238E27FC236}">
                      <a16:creationId xmlns:a16="http://schemas.microsoft.com/office/drawing/2014/main" id="{1BD75191-985F-436A-8841-8886484DE516}"/>
                    </a:ext>
                  </a:extLst>
                </p14:cNvPr>
                <p14:cNvContentPartPr/>
                <p14:nvPr/>
              </p14:nvContentPartPr>
              <p14:xfrm>
                <a:off x="1612320" y="4142560"/>
                <a:ext cx="262080" cy="89280"/>
              </p14:xfrm>
            </p:contentPart>
          </mc:Choice>
          <mc:Fallback xmlns="">
            <p:pic>
              <p:nvPicPr>
                <p:cNvPr id="3195" name="Ink 3194">
                  <a:extLst>
                    <a:ext uri="{FF2B5EF4-FFF2-40B4-BE49-F238E27FC236}">
                      <a16:creationId xmlns:a16="http://schemas.microsoft.com/office/drawing/2014/main" id="{1BD75191-985F-436A-8841-8886484DE516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603320" y="4133920"/>
                  <a:ext cx="27972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3196" name="Ink 3195">
                  <a:extLst>
                    <a:ext uri="{FF2B5EF4-FFF2-40B4-BE49-F238E27FC236}">
                      <a16:creationId xmlns:a16="http://schemas.microsoft.com/office/drawing/2014/main" id="{C9B28497-62D6-4928-8F66-0F4684ED7D27}"/>
                    </a:ext>
                  </a:extLst>
                </p14:cNvPr>
                <p14:cNvContentPartPr/>
                <p14:nvPr/>
              </p14:nvContentPartPr>
              <p14:xfrm>
                <a:off x="1181040" y="4756000"/>
                <a:ext cx="317520" cy="466920"/>
              </p14:xfrm>
            </p:contentPart>
          </mc:Choice>
          <mc:Fallback xmlns="">
            <p:pic>
              <p:nvPicPr>
                <p:cNvPr id="3196" name="Ink 3195">
                  <a:extLst>
                    <a:ext uri="{FF2B5EF4-FFF2-40B4-BE49-F238E27FC236}">
                      <a16:creationId xmlns:a16="http://schemas.microsoft.com/office/drawing/2014/main" id="{C9B28497-62D6-4928-8F66-0F4684ED7D27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172040" y="4747000"/>
                  <a:ext cx="335160" cy="48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3199" name="Ink 3198">
                  <a:extLst>
                    <a:ext uri="{FF2B5EF4-FFF2-40B4-BE49-F238E27FC236}">
                      <a16:creationId xmlns:a16="http://schemas.microsoft.com/office/drawing/2014/main" id="{9BC4739D-F566-4C59-A0EF-53621E47B013}"/>
                    </a:ext>
                  </a:extLst>
                </p14:cNvPr>
                <p14:cNvContentPartPr/>
                <p14:nvPr/>
              </p14:nvContentPartPr>
              <p14:xfrm>
                <a:off x="1880880" y="3304480"/>
                <a:ext cx="200160" cy="2850480"/>
              </p14:xfrm>
            </p:contentPart>
          </mc:Choice>
          <mc:Fallback xmlns="">
            <p:pic>
              <p:nvPicPr>
                <p:cNvPr id="3199" name="Ink 3198">
                  <a:extLst>
                    <a:ext uri="{FF2B5EF4-FFF2-40B4-BE49-F238E27FC236}">
                      <a16:creationId xmlns:a16="http://schemas.microsoft.com/office/drawing/2014/main" id="{9BC4739D-F566-4C59-A0EF-53621E47B013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871880" y="3295480"/>
                  <a:ext cx="217800" cy="28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3200" name="Ink 3199">
                  <a:extLst>
                    <a:ext uri="{FF2B5EF4-FFF2-40B4-BE49-F238E27FC236}">
                      <a16:creationId xmlns:a16="http://schemas.microsoft.com/office/drawing/2014/main" id="{0B41B29B-58FC-4F68-B44D-9A121C14E4E9}"/>
                    </a:ext>
                  </a:extLst>
                </p14:cNvPr>
                <p14:cNvContentPartPr/>
                <p14:nvPr/>
              </p14:nvContentPartPr>
              <p14:xfrm>
                <a:off x="760200" y="4052560"/>
                <a:ext cx="1800" cy="5760"/>
              </p14:xfrm>
            </p:contentPart>
          </mc:Choice>
          <mc:Fallback xmlns="">
            <p:pic>
              <p:nvPicPr>
                <p:cNvPr id="3200" name="Ink 3199">
                  <a:extLst>
                    <a:ext uri="{FF2B5EF4-FFF2-40B4-BE49-F238E27FC236}">
                      <a16:creationId xmlns:a16="http://schemas.microsoft.com/office/drawing/2014/main" id="{0B41B29B-58FC-4F68-B44D-9A121C14E4E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51200" y="4043560"/>
                  <a:ext cx="194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3201" name="Ink 3200">
                  <a:extLst>
                    <a:ext uri="{FF2B5EF4-FFF2-40B4-BE49-F238E27FC236}">
                      <a16:creationId xmlns:a16="http://schemas.microsoft.com/office/drawing/2014/main" id="{28E4D843-5959-45DA-BF63-6821CE1ACA61}"/>
                    </a:ext>
                  </a:extLst>
                </p14:cNvPr>
                <p14:cNvContentPartPr/>
                <p14:nvPr/>
              </p14:nvContentPartPr>
              <p14:xfrm>
                <a:off x="800520" y="3429400"/>
                <a:ext cx="4113360" cy="95040"/>
              </p14:xfrm>
            </p:contentPart>
          </mc:Choice>
          <mc:Fallback xmlns="">
            <p:pic>
              <p:nvPicPr>
                <p:cNvPr id="3201" name="Ink 3200">
                  <a:extLst>
                    <a:ext uri="{FF2B5EF4-FFF2-40B4-BE49-F238E27FC236}">
                      <a16:creationId xmlns:a16="http://schemas.microsoft.com/office/drawing/2014/main" id="{28E4D843-5959-45DA-BF63-6821CE1ACA6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91520" y="3420400"/>
                  <a:ext cx="413100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3203" name="Ink 3202">
                  <a:extLst>
                    <a:ext uri="{FF2B5EF4-FFF2-40B4-BE49-F238E27FC236}">
                      <a16:creationId xmlns:a16="http://schemas.microsoft.com/office/drawing/2014/main" id="{9417910C-44A7-431E-A2BA-A900C8CCC3A9}"/>
                    </a:ext>
                  </a:extLst>
                </p14:cNvPr>
                <p14:cNvContentPartPr/>
                <p14:nvPr/>
              </p14:nvContentPartPr>
              <p14:xfrm>
                <a:off x="2125320" y="3175240"/>
                <a:ext cx="60840" cy="155880"/>
              </p14:xfrm>
            </p:contentPart>
          </mc:Choice>
          <mc:Fallback xmlns="">
            <p:pic>
              <p:nvPicPr>
                <p:cNvPr id="3203" name="Ink 3202">
                  <a:extLst>
                    <a:ext uri="{FF2B5EF4-FFF2-40B4-BE49-F238E27FC236}">
                      <a16:creationId xmlns:a16="http://schemas.microsoft.com/office/drawing/2014/main" id="{9417910C-44A7-431E-A2BA-A900C8CCC3A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116680" y="3166240"/>
                  <a:ext cx="7848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3204" name="Ink 3203">
                  <a:extLst>
                    <a:ext uri="{FF2B5EF4-FFF2-40B4-BE49-F238E27FC236}">
                      <a16:creationId xmlns:a16="http://schemas.microsoft.com/office/drawing/2014/main" id="{BD639CD4-610D-4282-AEB3-7624DA70FDF5}"/>
                    </a:ext>
                  </a:extLst>
                </p14:cNvPr>
                <p14:cNvContentPartPr/>
                <p14:nvPr/>
              </p14:nvContentPartPr>
              <p14:xfrm>
                <a:off x="2325480" y="3307720"/>
                <a:ext cx="48960" cy="187560"/>
              </p14:xfrm>
            </p:contentPart>
          </mc:Choice>
          <mc:Fallback xmlns="">
            <p:pic>
              <p:nvPicPr>
                <p:cNvPr id="3204" name="Ink 3203">
                  <a:extLst>
                    <a:ext uri="{FF2B5EF4-FFF2-40B4-BE49-F238E27FC236}">
                      <a16:creationId xmlns:a16="http://schemas.microsoft.com/office/drawing/2014/main" id="{BD639CD4-610D-4282-AEB3-7624DA70FDF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316840" y="3298720"/>
                  <a:ext cx="6660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3205" name="Ink 3204">
                  <a:extLst>
                    <a:ext uri="{FF2B5EF4-FFF2-40B4-BE49-F238E27FC236}">
                      <a16:creationId xmlns:a16="http://schemas.microsoft.com/office/drawing/2014/main" id="{52143BA6-1FB5-4A2D-885B-25E0C88A7F34}"/>
                    </a:ext>
                  </a:extLst>
                </p14:cNvPr>
                <p14:cNvContentPartPr/>
                <p14:nvPr/>
              </p14:nvContentPartPr>
              <p14:xfrm>
                <a:off x="2519520" y="3150040"/>
                <a:ext cx="256320" cy="218880"/>
              </p14:xfrm>
            </p:contentPart>
          </mc:Choice>
          <mc:Fallback xmlns="">
            <p:pic>
              <p:nvPicPr>
                <p:cNvPr id="3205" name="Ink 3204">
                  <a:extLst>
                    <a:ext uri="{FF2B5EF4-FFF2-40B4-BE49-F238E27FC236}">
                      <a16:creationId xmlns:a16="http://schemas.microsoft.com/office/drawing/2014/main" id="{52143BA6-1FB5-4A2D-885B-25E0C88A7F34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510520" y="3141400"/>
                  <a:ext cx="27396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3206" name="Ink 3205">
                  <a:extLst>
                    <a:ext uri="{FF2B5EF4-FFF2-40B4-BE49-F238E27FC236}">
                      <a16:creationId xmlns:a16="http://schemas.microsoft.com/office/drawing/2014/main" id="{440B064B-3BFF-4013-9308-3E5AF86A4F8C}"/>
                    </a:ext>
                  </a:extLst>
                </p14:cNvPr>
                <p14:cNvContentPartPr/>
                <p14:nvPr/>
              </p14:nvContentPartPr>
              <p14:xfrm>
                <a:off x="3063480" y="2984080"/>
                <a:ext cx="156600" cy="3249360"/>
              </p14:xfrm>
            </p:contentPart>
          </mc:Choice>
          <mc:Fallback xmlns="">
            <p:pic>
              <p:nvPicPr>
                <p:cNvPr id="3206" name="Ink 3205">
                  <a:extLst>
                    <a:ext uri="{FF2B5EF4-FFF2-40B4-BE49-F238E27FC236}">
                      <a16:creationId xmlns:a16="http://schemas.microsoft.com/office/drawing/2014/main" id="{440B064B-3BFF-4013-9308-3E5AF86A4F8C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054480" y="2975080"/>
                  <a:ext cx="174240" cy="326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3208" name="Ink 3207">
                  <a:extLst>
                    <a:ext uri="{FF2B5EF4-FFF2-40B4-BE49-F238E27FC236}">
                      <a16:creationId xmlns:a16="http://schemas.microsoft.com/office/drawing/2014/main" id="{AF718042-81E3-46B9-A1E4-FAA2CE82E784}"/>
                    </a:ext>
                  </a:extLst>
                </p14:cNvPr>
                <p14:cNvContentPartPr/>
                <p14:nvPr/>
              </p14:nvContentPartPr>
              <p14:xfrm>
                <a:off x="3303600" y="3155440"/>
                <a:ext cx="258120" cy="253080"/>
              </p14:xfrm>
            </p:contentPart>
          </mc:Choice>
          <mc:Fallback xmlns="">
            <p:pic>
              <p:nvPicPr>
                <p:cNvPr id="3208" name="Ink 3207">
                  <a:extLst>
                    <a:ext uri="{FF2B5EF4-FFF2-40B4-BE49-F238E27FC236}">
                      <a16:creationId xmlns:a16="http://schemas.microsoft.com/office/drawing/2014/main" id="{AF718042-81E3-46B9-A1E4-FAA2CE82E784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294600" y="3146440"/>
                  <a:ext cx="27576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3209" name="Ink 3208">
                  <a:extLst>
                    <a:ext uri="{FF2B5EF4-FFF2-40B4-BE49-F238E27FC236}">
                      <a16:creationId xmlns:a16="http://schemas.microsoft.com/office/drawing/2014/main" id="{B2CDC8EB-2FEE-41FB-BE7F-CEE9447027F8}"/>
                    </a:ext>
                  </a:extLst>
                </p14:cNvPr>
                <p14:cNvContentPartPr/>
                <p14:nvPr/>
              </p14:nvContentPartPr>
              <p14:xfrm>
                <a:off x="3590880" y="3358480"/>
                <a:ext cx="50400" cy="63720"/>
              </p14:xfrm>
            </p:contentPart>
          </mc:Choice>
          <mc:Fallback xmlns="">
            <p:pic>
              <p:nvPicPr>
                <p:cNvPr id="3209" name="Ink 3208">
                  <a:extLst>
                    <a:ext uri="{FF2B5EF4-FFF2-40B4-BE49-F238E27FC236}">
                      <a16:creationId xmlns:a16="http://schemas.microsoft.com/office/drawing/2014/main" id="{B2CDC8EB-2FEE-41FB-BE7F-CEE9447027F8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582240" y="3349480"/>
                  <a:ext cx="6804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3210" name="Ink 3209">
                  <a:extLst>
                    <a:ext uri="{FF2B5EF4-FFF2-40B4-BE49-F238E27FC236}">
                      <a16:creationId xmlns:a16="http://schemas.microsoft.com/office/drawing/2014/main" id="{F2092789-71AC-4EDD-BD9B-4E445B5C7404}"/>
                    </a:ext>
                  </a:extLst>
                </p14:cNvPr>
                <p14:cNvContentPartPr/>
                <p14:nvPr/>
              </p14:nvContentPartPr>
              <p14:xfrm>
                <a:off x="3788520" y="3074440"/>
                <a:ext cx="189360" cy="273240"/>
              </p14:xfrm>
            </p:contentPart>
          </mc:Choice>
          <mc:Fallback xmlns="">
            <p:pic>
              <p:nvPicPr>
                <p:cNvPr id="3210" name="Ink 3209">
                  <a:extLst>
                    <a:ext uri="{FF2B5EF4-FFF2-40B4-BE49-F238E27FC236}">
                      <a16:creationId xmlns:a16="http://schemas.microsoft.com/office/drawing/2014/main" id="{F2092789-71AC-4EDD-BD9B-4E445B5C7404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779520" y="3065440"/>
                  <a:ext cx="20700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3211" name="Ink 3210">
                  <a:extLst>
                    <a:ext uri="{FF2B5EF4-FFF2-40B4-BE49-F238E27FC236}">
                      <a16:creationId xmlns:a16="http://schemas.microsoft.com/office/drawing/2014/main" id="{4EC23665-A193-4EE8-AF33-2859ED2D01ED}"/>
                    </a:ext>
                  </a:extLst>
                </p14:cNvPr>
                <p14:cNvContentPartPr/>
                <p14:nvPr/>
              </p14:nvContentPartPr>
              <p14:xfrm>
                <a:off x="3896520" y="3122680"/>
                <a:ext cx="142920" cy="17640"/>
              </p14:xfrm>
            </p:contentPart>
          </mc:Choice>
          <mc:Fallback xmlns="">
            <p:pic>
              <p:nvPicPr>
                <p:cNvPr id="3211" name="Ink 3210">
                  <a:extLst>
                    <a:ext uri="{FF2B5EF4-FFF2-40B4-BE49-F238E27FC236}">
                      <a16:creationId xmlns:a16="http://schemas.microsoft.com/office/drawing/2014/main" id="{4EC23665-A193-4EE8-AF33-2859ED2D01E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887520" y="3114040"/>
                  <a:ext cx="16056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3212" name="Ink 3211">
                  <a:extLst>
                    <a:ext uri="{FF2B5EF4-FFF2-40B4-BE49-F238E27FC236}">
                      <a16:creationId xmlns:a16="http://schemas.microsoft.com/office/drawing/2014/main" id="{52ED258B-0BD5-4081-8554-A050FE13ADBE}"/>
                    </a:ext>
                  </a:extLst>
                </p14:cNvPr>
                <p14:cNvContentPartPr/>
                <p14:nvPr/>
              </p14:nvContentPartPr>
              <p14:xfrm>
                <a:off x="4127280" y="2973640"/>
                <a:ext cx="156960" cy="3103560"/>
              </p14:xfrm>
            </p:contentPart>
          </mc:Choice>
          <mc:Fallback xmlns="">
            <p:pic>
              <p:nvPicPr>
                <p:cNvPr id="3212" name="Ink 3211">
                  <a:extLst>
                    <a:ext uri="{FF2B5EF4-FFF2-40B4-BE49-F238E27FC236}">
                      <a16:creationId xmlns:a16="http://schemas.microsoft.com/office/drawing/2014/main" id="{52ED258B-0BD5-4081-8554-A050FE13ADBE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118640" y="2965000"/>
                  <a:ext cx="174600" cy="312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3213" name="Ink 3212">
                  <a:extLst>
                    <a:ext uri="{FF2B5EF4-FFF2-40B4-BE49-F238E27FC236}">
                      <a16:creationId xmlns:a16="http://schemas.microsoft.com/office/drawing/2014/main" id="{B0BF9AB6-93CC-4636-87A7-1053F18C1A1C}"/>
                    </a:ext>
                  </a:extLst>
                </p14:cNvPr>
                <p14:cNvContentPartPr/>
                <p14:nvPr/>
              </p14:nvContentPartPr>
              <p14:xfrm>
                <a:off x="4400880" y="3014320"/>
                <a:ext cx="259560" cy="705960"/>
              </p14:xfrm>
            </p:contentPart>
          </mc:Choice>
          <mc:Fallback xmlns="">
            <p:pic>
              <p:nvPicPr>
                <p:cNvPr id="3213" name="Ink 3212">
                  <a:extLst>
                    <a:ext uri="{FF2B5EF4-FFF2-40B4-BE49-F238E27FC236}">
                      <a16:creationId xmlns:a16="http://schemas.microsoft.com/office/drawing/2014/main" id="{B0BF9AB6-93CC-4636-87A7-1053F18C1A1C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391880" y="3005320"/>
                  <a:ext cx="277200" cy="72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3215" name="Ink 3214">
                  <a:extLst>
                    <a:ext uri="{FF2B5EF4-FFF2-40B4-BE49-F238E27FC236}">
                      <a16:creationId xmlns:a16="http://schemas.microsoft.com/office/drawing/2014/main" id="{7B47DE6A-A4CF-4B82-B168-1DFD79B2A4B3}"/>
                    </a:ext>
                  </a:extLst>
                </p14:cNvPr>
                <p14:cNvContentPartPr/>
                <p14:nvPr/>
              </p14:nvContentPartPr>
              <p14:xfrm>
                <a:off x="774240" y="3915760"/>
                <a:ext cx="4427280" cy="210960"/>
              </p14:xfrm>
            </p:contentPart>
          </mc:Choice>
          <mc:Fallback xmlns="">
            <p:pic>
              <p:nvPicPr>
                <p:cNvPr id="3215" name="Ink 3214">
                  <a:extLst>
                    <a:ext uri="{FF2B5EF4-FFF2-40B4-BE49-F238E27FC236}">
                      <a16:creationId xmlns:a16="http://schemas.microsoft.com/office/drawing/2014/main" id="{7B47DE6A-A4CF-4B82-B168-1DFD79B2A4B3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65240" y="3907120"/>
                  <a:ext cx="444492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3216" name="Ink 3215">
                  <a:extLst>
                    <a:ext uri="{FF2B5EF4-FFF2-40B4-BE49-F238E27FC236}">
                      <a16:creationId xmlns:a16="http://schemas.microsoft.com/office/drawing/2014/main" id="{66767A51-2BFA-484C-BFC3-368FEBAD8F70}"/>
                    </a:ext>
                  </a:extLst>
                </p14:cNvPr>
                <p14:cNvContentPartPr/>
                <p14:nvPr/>
              </p14:nvContentPartPr>
              <p14:xfrm>
                <a:off x="962880" y="4613800"/>
                <a:ext cx="3937320" cy="138960"/>
              </p14:xfrm>
            </p:contentPart>
          </mc:Choice>
          <mc:Fallback xmlns="">
            <p:pic>
              <p:nvPicPr>
                <p:cNvPr id="3216" name="Ink 3215">
                  <a:extLst>
                    <a:ext uri="{FF2B5EF4-FFF2-40B4-BE49-F238E27FC236}">
                      <a16:creationId xmlns:a16="http://schemas.microsoft.com/office/drawing/2014/main" id="{66767A51-2BFA-484C-BFC3-368FEBAD8F70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53880" y="4605160"/>
                  <a:ext cx="395496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3217" name="Ink 3216">
                  <a:extLst>
                    <a:ext uri="{FF2B5EF4-FFF2-40B4-BE49-F238E27FC236}">
                      <a16:creationId xmlns:a16="http://schemas.microsoft.com/office/drawing/2014/main" id="{ED8AC573-5C21-49DF-9A23-E7D4A1779361}"/>
                    </a:ext>
                  </a:extLst>
                </p14:cNvPr>
                <p14:cNvContentPartPr/>
                <p14:nvPr/>
              </p14:nvContentPartPr>
              <p14:xfrm>
                <a:off x="916440" y="5257120"/>
                <a:ext cx="3458880" cy="233640"/>
              </p14:xfrm>
            </p:contentPart>
          </mc:Choice>
          <mc:Fallback xmlns="">
            <p:pic>
              <p:nvPicPr>
                <p:cNvPr id="3217" name="Ink 3216">
                  <a:extLst>
                    <a:ext uri="{FF2B5EF4-FFF2-40B4-BE49-F238E27FC236}">
                      <a16:creationId xmlns:a16="http://schemas.microsoft.com/office/drawing/2014/main" id="{ED8AC573-5C21-49DF-9A23-E7D4A1779361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07800" y="5248120"/>
                  <a:ext cx="347652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3219" name="Ink 3218">
                  <a:extLst>
                    <a:ext uri="{FF2B5EF4-FFF2-40B4-BE49-F238E27FC236}">
                      <a16:creationId xmlns:a16="http://schemas.microsoft.com/office/drawing/2014/main" id="{1B096D3E-279C-40AC-9786-20434956877D}"/>
                    </a:ext>
                  </a:extLst>
                </p14:cNvPr>
                <p14:cNvContentPartPr/>
                <p14:nvPr/>
              </p14:nvContentPartPr>
              <p14:xfrm>
                <a:off x="2462280" y="3605440"/>
                <a:ext cx="181440" cy="158760"/>
              </p14:xfrm>
            </p:contentPart>
          </mc:Choice>
          <mc:Fallback xmlns="">
            <p:pic>
              <p:nvPicPr>
                <p:cNvPr id="3219" name="Ink 3218">
                  <a:extLst>
                    <a:ext uri="{FF2B5EF4-FFF2-40B4-BE49-F238E27FC236}">
                      <a16:creationId xmlns:a16="http://schemas.microsoft.com/office/drawing/2014/main" id="{1B096D3E-279C-40AC-9786-20434956877D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453640" y="3596800"/>
                  <a:ext cx="19908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3220" name="Ink 3219">
                  <a:extLst>
                    <a:ext uri="{FF2B5EF4-FFF2-40B4-BE49-F238E27FC236}">
                      <a16:creationId xmlns:a16="http://schemas.microsoft.com/office/drawing/2014/main" id="{32D5EDFF-3873-4975-9D31-CB846C798DA0}"/>
                    </a:ext>
                  </a:extLst>
                </p14:cNvPr>
                <p14:cNvContentPartPr/>
                <p14:nvPr/>
              </p14:nvContentPartPr>
              <p14:xfrm>
                <a:off x="3477840" y="4251640"/>
                <a:ext cx="227520" cy="265680"/>
              </p14:xfrm>
            </p:contentPart>
          </mc:Choice>
          <mc:Fallback xmlns="">
            <p:pic>
              <p:nvPicPr>
                <p:cNvPr id="3220" name="Ink 3219">
                  <a:extLst>
                    <a:ext uri="{FF2B5EF4-FFF2-40B4-BE49-F238E27FC236}">
                      <a16:creationId xmlns:a16="http://schemas.microsoft.com/office/drawing/2014/main" id="{32D5EDFF-3873-4975-9D31-CB846C798DA0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469200" y="4243000"/>
                  <a:ext cx="24516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3221" name="Ink 3220">
                  <a:extLst>
                    <a:ext uri="{FF2B5EF4-FFF2-40B4-BE49-F238E27FC236}">
                      <a16:creationId xmlns:a16="http://schemas.microsoft.com/office/drawing/2014/main" id="{9963EFD6-CF48-436F-A6D0-F9B56264A09A}"/>
                    </a:ext>
                  </a:extLst>
                </p14:cNvPr>
                <p14:cNvContentPartPr/>
                <p14:nvPr/>
              </p14:nvContentPartPr>
              <p14:xfrm>
                <a:off x="4441560" y="4833040"/>
                <a:ext cx="314640" cy="225360"/>
              </p14:xfrm>
            </p:contentPart>
          </mc:Choice>
          <mc:Fallback xmlns="">
            <p:pic>
              <p:nvPicPr>
                <p:cNvPr id="3221" name="Ink 3220">
                  <a:extLst>
                    <a:ext uri="{FF2B5EF4-FFF2-40B4-BE49-F238E27FC236}">
                      <a16:creationId xmlns:a16="http://schemas.microsoft.com/office/drawing/2014/main" id="{9963EFD6-CF48-436F-A6D0-F9B56264A09A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432920" y="4824400"/>
                  <a:ext cx="33228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3222" name="Ink 3221">
                  <a:extLst>
                    <a:ext uri="{FF2B5EF4-FFF2-40B4-BE49-F238E27FC236}">
                      <a16:creationId xmlns:a16="http://schemas.microsoft.com/office/drawing/2014/main" id="{C3909EB0-8738-4ADF-9606-3281A3737D6F}"/>
                    </a:ext>
                  </a:extLst>
                </p14:cNvPr>
                <p14:cNvContentPartPr/>
                <p14:nvPr/>
              </p14:nvContentPartPr>
              <p14:xfrm>
                <a:off x="4269840" y="5291680"/>
                <a:ext cx="1504800" cy="52200"/>
              </p14:xfrm>
            </p:contentPart>
          </mc:Choice>
          <mc:Fallback xmlns="">
            <p:pic>
              <p:nvPicPr>
                <p:cNvPr id="3222" name="Ink 3221">
                  <a:extLst>
                    <a:ext uri="{FF2B5EF4-FFF2-40B4-BE49-F238E27FC236}">
                      <a16:creationId xmlns:a16="http://schemas.microsoft.com/office/drawing/2014/main" id="{C3909EB0-8738-4ADF-9606-3281A3737D6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260840" y="5283040"/>
                  <a:ext cx="152244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3224" name="Ink 3223">
                  <a:extLst>
                    <a:ext uri="{FF2B5EF4-FFF2-40B4-BE49-F238E27FC236}">
                      <a16:creationId xmlns:a16="http://schemas.microsoft.com/office/drawing/2014/main" id="{E5AF12A2-826E-4E36-8DA2-5F0C888B2255}"/>
                    </a:ext>
                  </a:extLst>
                </p14:cNvPr>
                <p14:cNvContentPartPr/>
                <p14:nvPr/>
              </p14:nvContentPartPr>
              <p14:xfrm>
                <a:off x="2167800" y="3154000"/>
                <a:ext cx="8280" cy="300600"/>
              </p14:xfrm>
            </p:contentPart>
          </mc:Choice>
          <mc:Fallback xmlns="">
            <p:pic>
              <p:nvPicPr>
                <p:cNvPr id="3224" name="Ink 3223">
                  <a:extLst>
                    <a:ext uri="{FF2B5EF4-FFF2-40B4-BE49-F238E27FC236}">
                      <a16:creationId xmlns:a16="http://schemas.microsoft.com/office/drawing/2014/main" id="{E5AF12A2-826E-4E36-8DA2-5F0C888B2255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158800" y="3145000"/>
                  <a:ext cx="2592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3226" name="Ink 3225">
                  <a:extLst>
                    <a:ext uri="{FF2B5EF4-FFF2-40B4-BE49-F238E27FC236}">
                      <a16:creationId xmlns:a16="http://schemas.microsoft.com/office/drawing/2014/main" id="{C0BF2C5F-474E-4C65-849E-2E8FB765613C}"/>
                    </a:ext>
                  </a:extLst>
                </p14:cNvPr>
                <p14:cNvContentPartPr/>
                <p14:nvPr/>
              </p14:nvContentPartPr>
              <p14:xfrm>
                <a:off x="2178240" y="4184320"/>
                <a:ext cx="264600" cy="248400"/>
              </p14:xfrm>
            </p:contentPart>
          </mc:Choice>
          <mc:Fallback xmlns="">
            <p:pic>
              <p:nvPicPr>
                <p:cNvPr id="3226" name="Ink 3225">
                  <a:extLst>
                    <a:ext uri="{FF2B5EF4-FFF2-40B4-BE49-F238E27FC236}">
                      <a16:creationId xmlns:a16="http://schemas.microsoft.com/office/drawing/2014/main" id="{C0BF2C5F-474E-4C65-849E-2E8FB765613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169240" y="4175680"/>
                  <a:ext cx="28224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3227" name="Ink 3226">
                  <a:extLst>
                    <a:ext uri="{FF2B5EF4-FFF2-40B4-BE49-F238E27FC236}">
                      <a16:creationId xmlns:a16="http://schemas.microsoft.com/office/drawing/2014/main" id="{8867CF33-848F-4BA6-8214-CFD8B24CFA58}"/>
                    </a:ext>
                  </a:extLst>
                </p14:cNvPr>
                <p14:cNvContentPartPr/>
                <p14:nvPr/>
              </p14:nvContentPartPr>
              <p14:xfrm>
                <a:off x="2511600" y="4162360"/>
                <a:ext cx="172440" cy="295560"/>
              </p14:xfrm>
            </p:contentPart>
          </mc:Choice>
          <mc:Fallback xmlns="">
            <p:pic>
              <p:nvPicPr>
                <p:cNvPr id="3227" name="Ink 3226">
                  <a:extLst>
                    <a:ext uri="{FF2B5EF4-FFF2-40B4-BE49-F238E27FC236}">
                      <a16:creationId xmlns:a16="http://schemas.microsoft.com/office/drawing/2014/main" id="{8867CF33-848F-4BA6-8214-CFD8B24CFA58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502960" y="4153360"/>
                  <a:ext cx="19008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3228" name="Ink 3227">
                  <a:extLst>
                    <a:ext uri="{FF2B5EF4-FFF2-40B4-BE49-F238E27FC236}">
                      <a16:creationId xmlns:a16="http://schemas.microsoft.com/office/drawing/2014/main" id="{D055E017-6774-4F8F-A6A9-B2FBE012B19B}"/>
                    </a:ext>
                  </a:extLst>
                </p14:cNvPr>
                <p14:cNvContentPartPr/>
                <p14:nvPr/>
              </p14:nvContentPartPr>
              <p14:xfrm>
                <a:off x="2611680" y="4127440"/>
                <a:ext cx="228600" cy="41760"/>
              </p14:xfrm>
            </p:contentPart>
          </mc:Choice>
          <mc:Fallback xmlns="">
            <p:pic>
              <p:nvPicPr>
                <p:cNvPr id="3228" name="Ink 3227">
                  <a:extLst>
                    <a:ext uri="{FF2B5EF4-FFF2-40B4-BE49-F238E27FC236}">
                      <a16:creationId xmlns:a16="http://schemas.microsoft.com/office/drawing/2014/main" id="{D055E017-6774-4F8F-A6A9-B2FBE012B19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603040" y="4118800"/>
                  <a:ext cx="24624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3230" name="Ink 3229">
                  <a:extLst>
                    <a:ext uri="{FF2B5EF4-FFF2-40B4-BE49-F238E27FC236}">
                      <a16:creationId xmlns:a16="http://schemas.microsoft.com/office/drawing/2014/main" id="{7E6A2D40-C94C-457A-97B3-CC76534FAC8C}"/>
                    </a:ext>
                  </a:extLst>
                </p14:cNvPr>
                <p14:cNvContentPartPr/>
                <p14:nvPr/>
              </p14:nvContentPartPr>
              <p14:xfrm>
                <a:off x="2260320" y="4956880"/>
                <a:ext cx="97920" cy="238680"/>
              </p14:xfrm>
            </p:contentPart>
          </mc:Choice>
          <mc:Fallback xmlns="">
            <p:pic>
              <p:nvPicPr>
                <p:cNvPr id="3230" name="Ink 3229">
                  <a:extLst>
                    <a:ext uri="{FF2B5EF4-FFF2-40B4-BE49-F238E27FC236}">
                      <a16:creationId xmlns:a16="http://schemas.microsoft.com/office/drawing/2014/main" id="{7E6A2D40-C94C-457A-97B3-CC76534FAC8C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251320" y="4947880"/>
                  <a:ext cx="11556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3231" name="Ink 3230">
                  <a:extLst>
                    <a:ext uri="{FF2B5EF4-FFF2-40B4-BE49-F238E27FC236}">
                      <a16:creationId xmlns:a16="http://schemas.microsoft.com/office/drawing/2014/main" id="{E11A9F11-4A9D-4637-BF2B-5884E11378FD}"/>
                    </a:ext>
                  </a:extLst>
                </p14:cNvPr>
                <p14:cNvContentPartPr/>
                <p14:nvPr/>
              </p14:nvContentPartPr>
              <p14:xfrm>
                <a:off x="2523120" y="4916560"/>
                <a:ext cx="183960" cy="178920"/>
              </p14:xfrm>
            </p:contentPart>
          </mc:Choice>
          <mc:Fallback xmlns="">
            <p:pic>
              <p:nvPicPr>
                <p:cNvPr id="3231" name="Ink 3230">
                  <a:extLst>
                    <a:ext uri="{FF2B5EF4-FFF2-40B4-BE49-F238E27FC236}">
                      <a16:creationId xmlns:a16="http://schemas.microsoft.com/office/drawing/2014/main" id="{E11A9F11-4A9D-4637-BF2B-5884E11378FD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514480" y="4907560"/>
                  <a:ext cx="20160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3233" name="Ink 3232">
                  <a:extLst>
                    <a:ext uri="{FF2B5EF4-FFF2-40B4-BE49-F238E27FC236}">
                      <a16:creationId xmlns:a16="http://schemas.microsoft.com/office/drawing/2014/main" id="{1015B28F-2364-4E8D-9F09-6FAA451B2CC1}"/>
                    </a:ext>
                  </a:extLst>
                </p14:cNvPr>
                <p14:cNvContentPartPr/>
                <p14:nvPr/>
              </p14:nvContentPartPr>
              <p14:xfrm>
                <a:off x="3447600" y="3688600"/>
                <a:ext cx="167040" cy="151560"/>
              </p14:xfrm>
            </p:contentPart>
          </mc:Choice>
          <mc:Fallback xmlns="">
            <p:pic>
              <p:nvPicPr>
                <p:cNvPr id="3233" name="Ink 3232">
                  <a:extLst>
                    <a:ext uri="{FF2B5EF4-FFF2-40B4-BE49-F238E27FC236}">
                      <a16:creationId xmlns:a16="http://schemas.microsoft.com/office/drawing/2014/main" id="{1015B28F-2364-4E8D-9F09-6FAA451B2CC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438600" y="3679960"/>
                  <a:ext cx="18468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3234" name="Ink 3233">
                  <a:extLst>
                    <a:ext uri="{FF2B5EF4-FFF2-40B4-BE49-F238E27FC236}">
                      <a16:creationId xmlns:a16="http://schemas.microsoft.com/office/drawing/2014/main" id="{F8024E82-7CCA-4F95-A5A7-52B532069DE8}"/>
                    </a:ext>
                  </a:extLst>
                </p14:cNvPr>
                <p14:cNvContentPartPr/>
                <p14:nvPr/>
              </p14:nvContentPartPr>
              <p14:xfrm>
                <a:off x="3745320" y="3705520"/>
                <a:ext cx="135000" cy="199800"/>
              </p14:xfrm>
            </p:contentPart>
          </mc:Choice>
          <mc:Fallback xmlns="">
            <p:pic>
              <p:nvPicPr>
                <p:cNvPr id="3234" name="Ink 3233">
                  <a:extLst>
                    <a:ext uri="{FF2B5EF4-FFF2-40B4-BE49-F238E27FC236}">
                      <a16:creationId xmlns:a16="http://schemas.microsoft.com/office/drawing/2014/main" id="{F8024E82-7CCA-4F95-A5A7-52B532069DE8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736680" y="3696520"/>
                  <a:ext cx="15264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3235" name="Ink 3234">
                  <a:extLst>
                    <a:ext uri="{FF2B5EF4-FFF2-40B4-BE49-F238E27FC236}">
                      <a16:creationId xmlns:a16="http://schemas.microsoft.com/office/drawing/2014/main" id="{8D994C09-0733-44AC-84E5-392FCF3AC73C}"/>
                    </a:ext>
                  </a:extLst>
                </p14:cNvPr>
                <p14:cNvContentPartPr/>
                <p14:nvPr/>
              </p14:nvContentPartPr>
              <p14:xfrm>
                <a:off x="3766920" y="3652960"/>
                <a:ext cx="248760" cy="60480"/>
              </p14:xfrm>
            </p:contentPart>
          </mc:Choice>
          <mc:Fallback xmlns="">
            <p:pic>
              <p:nvPicPr>
                <p:cNvPr id="3235" name="Ink 3234">
                  <a:extLst>
                    <a:ext uri="{FF2B5EF4-FFF2-40B4-BE49-F238E27FC236}">
                      <a16:creationId xmlns:a16="http://schemas.microsoft.com/office/drawing/2014/main" id="{8D994C09-0733-44AC-84E5-392FCF3AC73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757920" y="3643960"/>
                  <a:ext cx="26640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3237" name="Ink 3236">
                  <a:extLst>
                    <a:ext uri="{FF2B5EF4-FFF2-40B4-BE49-F238E27FC236}">
                      <a16:creationId xmlns:a16="http://schemas.microsoft.com/office/drawing/2014/main" id="{F3A4AB6A-E69C-4A02-8D5A-6145F7C0EAD7}"/>
                    </a:ext>
                  </a:extLst>
                </p14:cNvPr>
                <p14:cNvContentPartPr/>
                <p14:nvPr/>
              </p14:nvContentPartPr>
              <p14:xfrm>
                <a:off x="4500960" y="3671320"/>
                <a:ext cx="360" cy="169920"/>
              </p14:xfrm>
            </p:contentPart>
          </mc:Choice>
          <mc:Fallback xmlns="">
            <p:pic>
              <p:nvPicPr>
                <p:cNvPr id="3237" name="Ink 3236">
                  <a:extLst>
                    <a:ext uri="{FF2B5EF4-FFF2-40B4-BE49-F238E27FC236}">
                      <a16:creationId xmlns:a16="http://schemas.microsoft.com/office/drawing/2014/main" id="{F3A4AB6A-E69C-4A02-8D5A-6145F7C0EAD7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491960" y="3662680"/>
                  <a:ext cx="1800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3238" name="Ink 3237">
                  <a:extLst>
                    <a:ext uri="{FF2B5EF4-FFF2-40B4-BE49-F238E27FC236}">
                      <a16:creationId xmlns:a16="http://schemas.microsoft.com/office/drawing/2014/main" id="{1B009DC2-BD01-44D4-8947-9E53C66A1BB2}"/>
                    </a:ext>
                  </a:extLst>
                </p14:cNvPr>
                <p14:cNvContentPartPr/>
                <p14:nvPr/>
              </p14:nvContentPartPr>
              <p14:xfrm>
                <a:off x="4603560" y="3666640"/>
                <a:ext cx="203760" cy="122040"/>
              </p14:xfrm>
            </p:contentPart>
          </mc:Choice>
          <mc:Fallback xmlns="">
            <p:pic>
              <p:nvPicPr>
                <p:cNvPr id="3238" name="Ink 3237">
                  <a:extLst>
                    <a:ext uri="{FF2B5EF4-FFF2-40B4-BE49-F238E27FC236}">
                      <a16:creationId xmlns:a16="http://schemas.microsoft.com/office/drawing/2014/main" id="{1B009DC2-BD01-44D4-8947-9E53C66A1BB2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594560" y="3658000"/>
                  <a:ext cx="2214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3240" name="Ink 3239">
                  <a:extLst>
                    <a:ext uri="{FF2B5EF4-FFF2-40B4-BE49-F238E27FC236}">
                      <a16:creationId xmlns:a16="http://schemas.microsoft.com/office/drawing/2014/main" id="{F5D0D0D8-A635-4659-A434-F320BFED8F6F}"/>
                    </a:ext>
                  </a:extLst>
                </p14:cNvPr>
                <p14:cNvContentPartPr/>
                <p14:nvPr/>
              </p14:nvContentPartPr>
              <p14:xfrm>
                <a:off x="4457040" y="4245520"/>
                <a:ext cx="15840" cy="228600"/>
              </p14:xfrm>
            </p:contentPart>
          </mc:Choice>
          <mc:Fallback xmlns="">
            <p:pic>
              <p:nvPicPr>
                <p:cNvPr id="3240" name="Ink 3239">
                  <a:extLst>
                    <a:ext uri="{FF2B5EF4-FFF2-40B4-BE49-F238E27FC236}">
                      <a16:creationId xmlns:a16="http://schemas.microsoft.com/office/drawing/2014/main" id="{F5D0D0D8-A635-4659-A434-F320BFED8F6F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448400" y="4236520"/>
                  <a:ext cx="3348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3241" name="Ink 3240">
                  <a:extLst>
                    <a:ext uri="{FF2B5EF4-FFF2-40B4-BE49-F238E27FC236}">
                      <a16:creationId xmlns:a16="http://schemas.microsoft.com/office/drawing/2014/main" id="{474D5413-A78D-4947-8F20-9EB281856D19}"/>
                    </a:ext>
                  </a:extLst>
                </p14:cNvPr>
                <p14:cNvContentPartPr/>
                <p14:nvPr/>
              </p14:nvContentPartPr>
              <p14:xfrm>
                <a:off x="4634160" y="4244080"/>
                <a:ext cx="154440" cy="230760"/>
              </p14:xfrm>
            </p:contentPart>
          </mc:Choice>
          <mc:Fallback xmlns="">
            <p:pic>
              <p:nvPicPr>
                <p:cNvPr id="3241" name="Ink 3240">
                  <a:extLst>
                    <a:ext uri="{FF2B5EF4-FFF2-40B4-BE49-F238E27FC236}">
                      <a16:creationId xmlns:a16="http://schemas.microsoft.com/office/drawing/2014/main" id="{474D5413-A78D-4947-8F20-9EB281856D19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625520" y="4235440"/>
                  <a:ext cx="17208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3242" name="Ink 3241">
                  <a:extLst>
                    <a:ext uri="{FF2B5EF4-FFF2-40B4-BE49-F238E27FC236}">
                      <a16:creationId xmlns:a16="http://schemas.microsoft.com/office/drawing/2014/main" id="{829C4829-52EB-451E-A15B-0079A3729EE4}"/>
                    </a:ext>
                  </a:extLst>
                </p14:cNvPr>
                <p14:cNvContentPartPr/>
                <p14:nvPr/>
              </p14:nvContentPartPr>
              <p14:xfrm>
                <a:off x="4739640" y="4144360"/>
                <a:ext cx="207720" cy="51840"/>
              </p14:xfrm>
            </p:contentPart>
          </mc:Choice>
          <mc:Fallback xmlns="">
            <p:pic>
              <p:nvPicPr>
                <p:cNvPr id="3242" name="Ink 3241">
                  <a:extLst>
                    <a:ext uri="{FF2B5EF4-FFF2-40B4-BE49-F238E27FC236}">
                      <a16:creationId xmlns:a16="http://schemas.microsoft.com/office/drawing/2014/main" id="{829C4829-52EB-451E-A15B-0079A3729EE4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730640" y="4135360"/>
                  <a:ext cx="22536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3243" name="Ink 3242">
                  <a:extLst>
                    <a:ext uri="{FF2B5EF4-FFF2-40B4-BE49-F238E27FC236}">
                      <a16:creationId xmlns:a16="http://schemas.microsoft.com/office/drawing/2014/main" id="{D7420A35-D1C8-403F-A8CD-CE458F2ABB59}"/>
                    </a:ext>
                  </a:extLst>
                </p14:cNvPr>
                <p14:cNvContentPartPr/>
                <p14:nvPr/>
              </p14:nvContentPartPr>
              <p14:xfrm>
                <a:off x="3578280" y="4945360"/>
                <a:ext cx="40320" cy="207000"/>
              </p14:xfrm>
            </p:contentPart>
          </mc:Choice>
          <mc:Fallback xmlns="">
            <p:pic>
              <p:nvPicPr>
                <p:cNvPr id="3243" name="Ink 3242">
                  <a:extLst>
                    <a:ext uri="{FF2B5EF4-FFF2-40B4-BE49-F238E27FC236}">
                      <a16:creationId xmlns:a16="http://schemas.microsoft.com/office/drawing/2014/main" id="{D7420A35-D1C8-403F-A8CD-CE458F2ABB59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569280" y="4936360"/>
                  <a:ext cx="5796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3244" name="Ink 3243">
                  <a:extLst>
                    <a:ext uri="{FF2B5EF4-FFF2-40B4-BE49-F238E27FC236}">
                      <a16:creationId xmlns:a16="http://schemas.microsoft.com/office/drawing/2014/main" id="{287C9EE4-566C-4D0A-9CC6-8B74B5685992}"/>
                    </a:ext>
                  </a:extLst>
                </p14:cNvPr>
                <p14:cNvContentPartPr/>
                <p14:nvPr/>
              </p14:nvContentPartPr>
              <p14:xfrm>
                <a:off x="3721920" y="4862560"/>
                <a:ext cx="157320" cy="266760"/>
              </p14:xfrm>
            </p:contentPart>
          </mc:Choice>
          <mc:Fallback xmlns="">
            <p:pic>
              <p:nvPicPr>
                <p:cNvPr id="3244" name="Ink 3243">
                  <a:extLst>
                    <a:ext uri="{FF2B5EF4-FFF2-40B4-BE49-F238E27FC236}">
                      <a16:creationId xmlns:a16="http://schemas.microsoft.com/office/drawing/2014/main" id="{287C9EE4-566C-4D0A-9CC6-8B74B5685992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712920" y="4853560"/>
                  <a:ext cx="17496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3245" name="Ink 3244">
                  <a:extLst>
                    <a:ext uri="{FF2B5EF4-FFF2-40B4-BE49-F238E27FC236}">
                      <a16:creationId xmlns:a16="http://schemas.microsoft.com/office/drawing/2014/main" id="{9C972ACA-EEEB-40DF-8BC3-967A0DCDA44D}"/>
                    </a:ext>
                  </a:extLst>
                </p14:cNvPr>
                <p14:cNvContentPartPr/>
                <p14:nvPr/>
              </p14:nvContentPartPr>
              <p14:xfrm>
                <a:off x="3787440" y="4764280"/>
                <a:ext cx="331560" cy="83160"/>
              </p14:xfrm>
            </p:contentPart>
          </mc:Choice>
          <mc:Fallback xmlns="">
            <p:pic>
              <p:nvPicPr>
                <p:cNvPr id="3245" name="Ink 3244">
                  <a:extLst>
                    <a:ext uri="{FF2B5EF4-FFF2-40B4-BE49-F238E27FC236}">
                      <a16:creationId xmlns:a16="http://schemas.microsoft.com/office/drawing/2014/main" id="{9C972ACA-EEEB-40DF-8BC3-967A0DCDA44D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778440" y="4755280"/>
                  <a:ext cx="34920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3247" name="Ink 3246">
                  <a:extLst>
                    <a:ext uri="{FF2B5EF4-FFF2-40B4-BE49-F238E27FC236}">
                      <a16:creationId xmlns:a16="http://schemas.microsoft.com/office/drawing/2014/main" id="{3B6F6921-5DA3-4441-8B55-EB70978F6316}"/>
                    </a:ext>
                  </a:extLst>
                </p14:cNvPr>
                <p14:cNvContentPartPr/>
                <p14:nvPr/>
              </p14:nvContentPartPr>
              <p14:xfrm>
                <a:off x="869280" y="4639360"/>
                <a:ext cx="4367880" cy="73440"/>
              </p14:xfrm>
            </p:contentPart>
          </mc:Choice>
          <mc:Fallback xmlns="">
            <p:pic>
              <p:nvPicPr>
                <p:cNvPr id="3247" name="Ink 3246">
                  <a:extLst>
                    <a:ext uri="{FF2B5EF4-FFF2-40B4-BE49-F238E27FC236}">
                      <a16:creationId xmlns:a16="http://schemas.microsoft.com/office/drawing/2014/main" id="{3B6F6921-5DA3-4441-8B55-EB70978F6316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60280" y="4630360"/>
                  <a:ext cx="438552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3248" name="Ink 3247">
                  <a:extLst>
                    <a:ext uri="{FF2B5EF4-FFF2-40B4-BE49-F238E27FC236}">
                      <a16:creationId xmlns:a16="http://schemas.microsoft.com/office/drawing/2014/main" id="{1041931A-D332-43FE-8D46-D79F9AC5A55C}"/>
                    </a:ext>
                  </a:extLst>
                </p14:cNvPr>
                <p14:cNvContentPartPr/>
                <p14:nvPr/>
              </p14:nvContentPartPr>
              <p14:xfrm>
                <a:off x="712680" y="3978760"/>
                <a:ext cx="4409640" cy="144720"/>
              </p14:xfrm>
            </p:contentPart>
          </mc:Choice>
          <mc:Fallback xmlns="">
            <p:pic>
              <p:nvPicPr>
                <p:cNvPr id="3248" name="Ink 3247">
                  <a:extLst>
                    <a:ext uri="{FF2B5EF4-FFF2-40B4-BE49-F238E27FC236}">
                      <a16:creationId xmlns:a16="http://schemas.microsoft.com/office/drawing/2014/main" id="{1041931A-D332-43FE-8D46-D79F9AC5A55C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03680" y="3969760"/>
                  <a:ext cx="442728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3249" name="Ink 3248">
                  <a:extLst>
                    <a:ext uri="{FF2B5EF4-FFF2-40B4-BE49-F238E27FC236}">
                      <a16:creationId xmlns:a16="http://schemas.microsoft.com/office/drawing/2014/main" id="{AB71EFE5-C523-4E75-9420-CB77DF102069}"/>
                    </a:ext>
                  </a:extLst>
                </p14:cNvPr>
                <p14:cNvContentPartPr/>
                <p14:nvPr/>
              </p14:nvContentPartPr>
              <p14:xfrm>
                <a:off x="473280" y="3435520"/>
                <a:ext cx="4511520" cy="96480"/>
              </p14:xfrm>
            </p:contentPart>
          </mc:Choice>
          <mc:Fallback xmlns="">
            <p:pic>
              <p:nvPicPr>
                <p:cNvPr id="3249" name="Ink 3248">
                  <a:extLst>
                    <a:ext uri="{FF2B5EF4-FFF2-40B4-BE49-F238E27FC236}">
                      <a16:creationId xmlns:a16="http://schemas.microsoft.com/office/drawing/2014/main" id="{AB71EFE5-C523-4E75-9420-CB77DF102069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64640" y="3426520"/>
                  <a:ext cx="452916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3251" name="Ink 3250">
                  <a:extLst>
                    <a:ext uri="{FF2B5EF4-FFF2-40B4-BE49-F238E27FC236}">
                      <a16:creationId xmlns:a16="http://schemas.microsoft.com/office/drawing/2014/main" id="{0098B2BA-578C-4C20-B389-A8687E8026FD}"/>
                    </a:ext>
                  </a:extLst>
                </p14:cNvPr>
                <p14:cNvContentPartPr/>
                <p14:nvPr/>
              </p14:nvContentPartPr>
              <p14:xfrm>
                <a:off x="834360" y="3496720"/>
                <a:ext cx="1030320" cy="466560"/>
              </p14:xfrm>
            </p:contentPart>
          </mc:Choice>
          <mc:Fallback xmlns="">
            <p:pic>
              <p:nvPicPr>
                <p:cNvPr id="3251" name="Ink 3250">
                  <a:extLst>
                    <a:ext uri="{FF2B5EF4-FFF2-40B4-BE49-F238E27FC236}">
                      <a16:creationId xmlns:a16="http://schemas.microsoft.com/office/drawing/2014/main" id="{0098B2BA-578C-4C20-B389-A8687E8026FD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825360" y="3487720"/>
                  <a:ext cx="1047960" cy="48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3252" name="Ink 3251">
                  <a:extLst>
                    <a:ext uri="{FF2B5EF4-FFF2-40B4-BE49-F238E27FC236}">
                      <a16:creationId xmlns:a16="http://schemas.microsoft.com/office/drawing/2014/main" id="{F056EB91-0736-46C2-A525-D79FE8180372}"/>
                    </a:ext>
                  </a:extLst>
                </p14:cNvPr>
                <p14:cNvContentPartPr/>
                <p14:nvPr/>
              </p14:nvContentPartPr>
              <p14:xfrm>
                <a:off x="881880" y="4587880"/>
                <a:ext cx="931320" cy="743760"/>
              </p14:xfrm>
            </p:contentPart>
          </mc:Choice>
          <mc:Fallback xmlns="">
            <p:pic>
              <p:nvPicPr>
                <p:cNvPr id="3252" name="Ink 3251">
                  <a:extLst>
                    <a:ext uri="{FF2B5EF4-FFF2-40B4-BE49-F238E27FC236}">
                      <a16:creationId xmlns:a16="http://schemas.microsoft.com/office/drawing/2014/main" id="{F056EB91-0736-46C2-A525-D79FE8180372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873240" y="4579240"/>
                  <a:ext cx="948960" cy="76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3139" name="Ink 3138">
                  <a:extLst>
                    <a:ext uri="{FF2B5EF4-FFF2-40B4-BE49-F238E27FC236}">
                      <a16:creationId xmlns:a16="http://schemas.microsoft.com/office/drawing/2014/main" id="{D8086328-083E-4556-B80B-4CE6462AAEF0}"/>
                    </a:ext>
                  </a:extLst>
                </p14:cNvPr>
                <p14:cNvContentPartPr/>
                <p14:nvPr/>
              </p14:nvContentPartPr>
              <p14:xfrm>
                <a:off x="6774360" y="4395640"/>
                <a:ext cx="1535400" cy="266040"/>
              </p14:xfrm>
            </p:contentPart>
          </mc:Choice>
          <mc:Fallback xmlns="">
            <p:pic>
              <p:nvPicPr>
                <p:cNvPr id="3139" name="Ink 3138">
                  <a:extLst>
                    <a:ext uri="{FF2B5EF4-FFF2-40B4-BE49-F238E27FC236}">
                      <a16:creationId xmlns:a16="http://schemas.microsoft.com/office/drawing/2014/main" id="{D8086328-083E-4556-B80B-4CE6462AAEF0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765720" y="4386640"/>
                  <a:ext cx="155304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3140" name="Ink 3139">
                  <a:extLst>
                    <a:ext uri="{FF2B5EF4-FFF2-40B4-BE49-F238E27FC236}">
                      <a16:creationId xmlns:a16="http://schemas.microsoft.com/office/drawing/2014/main" id="{67D08E20-6934-47F0-8F20-B6834639A958}"/>
                    </a:ext>
                  </a:extLst>
                </p14:cNvPr>
                <p14:cNvContentPartPr/>
                <p14:nvPr/>
              </p14:nvContentPartPr>
              <p14:xfrm>
                <a:off x="6814680" y="4404640"/>
                <a:ext cx="2880" cy="9720"/>
              </p14:xfrm>
            </p:contentPart>
          </mc:Choice>
          <mc:Fallback xmlns="">
            <p:pic>
              <p:nvPicPr>
                <p:cNvPr id="3140" name="Ink 3139">
                  <a:extLst>
                    <a:ext uri="{FF2B5EF4-FFF2-40B4-BE49-F238E27FC236}">
                      <a16:creationId xmlns:a16="http://schemas.microsoft.com/office/drawing/2014/main" id="{67D08E20-6934-47F0-8F20-B6834639A958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805680" y="4396000"/>
                  <a:ext cx="205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3257" name="Ink 3256">
                  <a:extLst>
                    <a:ext uri="{FF2B5EF4-FFF2-40B4-BE49-F238E27FC236}">
                      <a16:creationId xmlns:a16="http://schemas.microsoft.com/office/drawing/2014/main" id="{830A76E6-F912-4661-9EF8-D211B70B1C0A}"/>
                    </a:ext>
                  </a:extLst>
                </p14:cNvPr>
                <p14:cNvContentPartPr/>
                <p14:nvPr/>
              </p14:nvContentPartPr>
              <p14:xfrm>
                <a:off x="5961120" y="5100880"/>
                <a:ext cx="30600" cy="214200"/>
              </p14:xfrm>
            </p:contentPart>
          </mc:Choice>
          <mc:Fallback xmlns="">
            <p:pic>
              <p:nvPicPr>
                <p:cNvPr id="3257" name="Ink 3256">
                  <a:extLst>
                    <a:ext uri="{FF2B5EF4-FFF2-40B4-BE49-F238E27FC236}">
                      <a16:creationId xmlns:a16="http://schemas.microsoft.com/office/drawing/2014/main" id="{830A76E6-F912-4661-9EF8-D211B70B1C0A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952480" y="5091880"/>
                  <a:ext cx="4824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3258" name="Ink 3257">
                  <a:extLst>
                    <a:ext uri="{FF2B5EF4-FFF2-40B4-BE49-F238E27FC236}">
                      <a16:creationId xmlns:a16="http://schemas.microsoft.com/office/drawing/2014/main" id="{BDB43E43-3F67-4DC5-B253-2AAF50CADFC9}"/>
                    </a:ext>
                  </a:extLst>
                </p14:cNvPr>
                <p14:cNvContentPartPr/>
                <p14:nvPr/>
              </p14:nvContentPartPr>
              <p14:xfrm>
                <a:off x="5849520" y="5057320"/>
                <a:ext cx="277560" cy="257760"/>
              </p14:xfrm>
            </p:contentPart>
          </mc:Choice>
          <mc:Fallback xmlns="">
            <p:pic>
              <p:nvPicPr>
                <p:cNvPr id="3258" name="Ink 3257">
                  <a:extLst>
                    <a:ext uri="{FF2B5EF4-FFF2-40B4-BE49-F238E27FC236}">
                      <a16:creationId xmlns:a16="http://schemas.microsoft.com/office/drawing/2014/main" id="{BDB43E43-3F67-4DC5-B253-2AAF50CADFC9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840880" y="5048320"/>
                  <a:ext cx="29520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3259" name="Ink 3258">
                  <a:extLst>
                    <a:ext uri="{FF2B5EF4-FFF2-40B4-BE49-F238E27FC236}">
                      <a16:creationId xmlns:a16="http://schemas.microsoft.com/office/drawing/2014/main" id="{5EB3FD7A-0382-4F12-BF01-74351639178C}"/>
                    </a:ext>
                  </a:extLst>
                </p14:cNvPr>
                <p14:cNvContentPartPr/>
                <p14:nvPr/>
              </p14:nvContentPartPr>
              <p14:xfrm>
                <a:off x="6131040" y="4966960"/>
                <a:ext cx="324720" cy="339480"/>
              </p14:xfrm>
            </p:contentPart>
          </mc:Choice>
          <mc:Fallback xmlns="">
            <p:pic>
              <p:nvPicPr>
                <p:cNvPr id="3259" name="Ink 3258">
                  <a:extLst>
                    <a:ext uri="{FF2B5EF4-FFF2-40B4-BE49-F238E27FC236}">
                      <a16:creationId xmlns:a16="http://schemas.microsoft.com/office/drawing/2014/main" id="{5EB3FD7A-0382-4F12-BF01-74351639178C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122040" y="4957960"/>
                  <a:ext cx="34236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3260" name="Ink 3259">
                  <a:extLst>
                    <a:ext uri="{FF2B5EF4-FFF2-40B4-BE49-F238E27FC236}">
                      <a16:creationId xmlns:a16="http://schemas.microsoft.com/office/drawing/2014/main" id="{834DB6A5-794E-4E59-90C7-756B4149C4C8}"/>
                    </a:ext>
                  </a:extLst>
                </p14:cNvPr>
                <p14:cNvContentPartPr/>
                <p14:nvPr/>
              </p14:nvContentPartPr>
              <p14:xfrm>
                <a:off x="6385920" y="5024920"/>
                <a:ext cx="115920" cy="11880"/>
              </p14:xfrm>
            </p:contentPart>
          </mc:Choice>
          <mc:Fallback xmlns="">
            <p:pic>
              <p:nvPicPr>
                <p:cNvPr id="3260" name="Ink 3259">
                  <a:extLst>
                    <a:ext uri="{FF2B5EF4-FFF2-40B4-BE49-F238E27FC236}">
                      <a16:creationId xmlns:a16="http://schemas.microsoft.com/office/drawing/2014/main" id="{834DB6A5-794E-4E59-90C7-756B4149C4C8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6377280" y="5016280"/>
                  <a:ext cx="13356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3261" name="Ink 3260">
                  <a:extLst>
                    <a:ext uri="{FF2B5EF4-FFF2-40B4-BE49-F238E27FC236}">
                      <a16:creationId xmlns:a16="http://schemas.microsoft.com/office/drawing/2014/main" id="{12BBDD1A-F904-466B-8159-FB6D7DA90C56}"/>
                    </a:ext>
                  </a:extLst>
                </p14:cNvPr>
                <p14:cNvContentPartPr/>
                <p14:nvPr/>
              </p14:nvContentPartPr>
              <p14:xfrm>
                <a:off x="6568800" y="5133640"/>
                <a:ext cx="181800" cy="85320"/>
              </p14:xfrm>
            </p:contentPart>
          </mc:Choice>
          <mc:Fallback xmlns="">
            <p:pic>
              <p:nvPicPr>
                <p:cNvPr id="3261" name="Ink 3260">
                  <a:extLst>
                    <a:ext uri="{FF2B5EF4-FFF2-40B4-BE49-F238E27FC236}">
                      <a16:creationId xmlns:a16="http://schemas.microsoft.com/office/drawing/2014/main" id="{12BBDD1A-F904-466B-8159-FB6D7DA90C56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6560160" y="5124640"/>
                  <a:ext cx="19944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3262" name="Ink 3261">
                  <a:extLst>
                    <a:ext uri="{FF2B5EF4-FFF2-40B4-BE49-F238E27FC236}">
                      <a16:creationId xmlns:a16="http://schemas.microsoft.com/office/drawing/2014/main" id="{0D54E383-5288-44DF-8E96-39BB57F93C57}"/>
                    </a:ext>
                  </a:extLst>
                </p14:cNvPr>
                <p14:cNvContentPartPr/>
                <p14:nvPr/>
              </p14:nvContentPartPr>
              <p14:xfrm>
                <a:off x="5804520" y="5415160"/>
                <a:ext cx="773640" cy="79920"/>
              </p14:xfrm>
            </p:contentPart>
          </mc:Choice>
          <mc:Fallback xmlns="">
            <p:pic>
              <p:nvPicPr>
                <p:cNvPr id="3262" name="Ink 3261">
                  <a:extLst>
                    <a:ext uri="{FF2B5EF4-FFF2-40B4-BE49-F238E27FC236}">
                      <a16:creationId xmlns:a16="http://schemas.microsoft.com/office/drawing/2014/main" id="{0D54E383-5288-44DF-8E96-39BB57F93C57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5795880" y="5406520"/>
                  <a:ext cx="79128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3263" name="Ink 3262">
                  <a:extLst>
                    <a:ext uri="{FF2B5EF4-FFF2-40B4-BE49-F238E27FC236}">
                      <a16:creationId xmlns:a16="http://schemas.microsoft.com/office/drawing/2014/main" id="{F79857F5-52A0-47F7-9048-C15B49AD8DA0}"/>
                    </a:ext>
                  </a:extLst>
                </p14:cNvPr>
                <p14:cNvContentPartPr/>
                <p14:nvPr/>
              </p14:nvContentPartPr>
              <p14:xfrm>
                <a:off x="5987040" y="5511280"/>
                <a:ext cx="688320" cy="38520"/>
              </p14:xfrm>
            </p:contentPart>
          </mc:Choice>
          <mc:Fallback xmlns="">
            <p:pic>
              <p:nvPicPr>
                <p:cNvPr id="3263" name="Ink 3262">
                  <a:extLst>
                    <a:ext uri="{FF2B5EF4-FFF2-40B4-BE49-F238E27FC236}">
                      <a16:creationId xmlns:a16="http://schemas.microsoft.com/office/drawing/2014/main" id="{F79857F5-52A0-47F7-9048-C15B49AD8DA0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5978040" y="5502280"/>
                  <a:ext cx="7059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3265" name="Ink 3264">
                  <a:extLst>
                    <a:ext uri="{FF2B5EF4-FFF2-40B4-BE49-F238E27FC236}">
                      <a16:creationId xmlns:a16="http://schemas.microsoft.com/office/drawing/2014/main" id="{B1E6B4E1-9E88-4B54-9F2A-84A6F562B6B5}"/>
                    </a:ext>
                  </a:extLst>
                </p14:cNvPr>
                <p14:cNvContentPartPr/>
                <p14:nvPr/>
              </p14:nvContentPartPr>
              <p14:xfrm>
                <a:off x="4975800" y="5891440"/>
                <a:ext cx="57960" cy="170280"/>
              </p14:xfrm>
            </p:contentPart>
          </mc:Choice>
          <mc:Fallback xmlns="">
            <p:pic>
              <p:nvPicPr>
                <p:cNvPr id="3265" name="Ink 3264">
                  <a:extLst>
                    <a:ext uri="{FF2B5EF4-FFF2-40B4-BE49-F238E27FC236}">
                      <a16:creationId xmlns:a16="http://schemas.microsoft.com/office/drawing/2014/main" id="{B1E6B4E1-9E88-4B54-9F2A-84A6F562B6B5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966800" y="5882440"/>
                  <a:ext cx="7560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3266" name="Ink 3265">
                  <a:extLst>
                    <a:ext uri="{FF2B5EF4-FFF2-40B4-BE49-F238E27FC236}">
                      <a16:creationId xmlns:a16="http://schemas.microsoft.com/office/drawing/2014/main" id="{5AD9E5BA-C07A-4D07-B456-C3969BB87A68}"/>
                    </a:ext>
                  </a:extLst>
                </p14:cNvPr>
                <p14:cNvContentPartPr/>
                <p14:nvPr/>
              </p14:nvContentPartPr>
              <p14:xfrm>
                <a:off x="5165520" y="6041200"/>
                <a:ext cx="46440" cy="159840"/>
              </p14:xfrm>
            </p:contentPart>
          </mc:Choice>
          <mc:Fallback xmlns="">
            <p:pic>
              <p:nvPicPr>
                <p:cNvPr id="3266" name="Ink 3265">
                  <a:extLst>
                    <a:ext uri="{FF2B5EF4-FFF2-40B4-BE49-F238E27FC236}">
                      <a16:creationId xmlns:a16="http://schemas.microsoft.com/office/drawing/2014/main" id="{5AD9E5BA-C07A-4D07-B456-C3969BB87A68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156880" y="6032560"/>
                  <a:ext cx="6408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3267" name="Ink 3266">
                  <a:extLst>
                    <a:ext uri="{FF2B5EF4-FFF2-40B4-BE49-F238E27FC236}">
                      <a16:creationId xmlns:a16="http://schemas.microsoft.com/office/drawing/2014/main" id="{A1A37EB8-95EE-467B-9424-4DE360819CE8}"/>
                    </a:ext>
                  </a:extLst>
                </p14:cNvPr>
                <p14:cNvContentPartPr/>
                <p14:nvPr/>
              </p14:nvContentPartPr>
              <p14:xfrm>
                <a:off x="5344080" y="5861200"/>
                <a:ext cx="122040" cy="210240"/>
              </p14:xfrm>
            </p:contentPart>
          </mc:Choice>
          <mc:Fallback xmlns="">
            <p:pic>
              <p:nvPicPr>
                <p:cNvPr id="3267" name="Ink 3266">
                  <a:extLst>
                    <a:ext uri="{FF2B5EF4-FFF2-40B4-BE49-F238E27FC236}">
                      <a16:creationId xmlns:a16="http://schemas.microsoft.com/office/drawing/2014/main" id="{A1A37EB8-95EE-467B-9424-4DE360819CE8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5335440" y="5852560"/>
                  <a:ext cx="13968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3268" name="Ink 3267">
                  <a:extLst>
                    <a:ext uri="{FF2B5EF4-FFF2-40B4-BE49-F238E27FC236}">
                      <a16:creationId xmlns:a16="http://schemas.microsoft.com/office/drawing/2014/main" id="{CEF58365-053F-40C6-B1F8-1C36C4922725}"/>
                    </a:ext>
                  </a:extLst>
                </p14:cNvPr>
                <p14:cNvContentPartPr/>
                <p14:nvPr/>
              </p14:nvContentPartPr>
              <p14:xfrm>
                <a:off x="5454240" y="6077200"/>
                <a:ext cx="74880" cy="142560"/>
              </p14:xfrm>
            </p:contentPart>
          </mc:Choice>
          <mc:Fallback xmlns="">
            <p:pic>
              <p:nvPicPr>
                <p:cNvPr id="3268" name="Ink 3267">
                  <a:extLst>
                    <a:ext uri="{FF2B5EF4-FFF2-40B4-BE49-F238E27FC236}">
                      <a16:creationId xmlns:a16="http://schemas.microsoft.com/office/drawing/2014/main" id="{CEF58365-053F-40C6-B1F8-1C36C4922725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445600" y="6068200"/>
                  <a:ext cx="925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3269" name="Ink 3268">
                  <a:extLst>
                    <a:ext uri="{FF2B5EF4-FFF2-40B4-BE49-F238E27FC236}">
                      <a16:creationId xmlns:a16="http://schemas.microsoft.com/office/drawing/2014/main" id="{3A12F3EF-75C7-4E0C-825B-D757A594F0FA}"/>
                    </a:ext>
                  </a:extLst>
                </p14:cNvPr>
                <p14:cNvContentPartPr/>
                <p14:nvPr/>
              </p14:nvContentPartPr>
              <p14:xfrm>
                <a:off x="5605800" y="5794240"/>
                <a:ext cx="189000" cy="568440"/>
              </p14:xfrm>
            </p:contentPart>
          </mc:Choice>
          <mc:Fallback xmlns="">
            <p:pic>
              <p:nvPicPr>
                <p:cNvPr id="3269" name="Ink 3268">
                  <a:extLst>
                    <a:ext uri="{FF2B5EF4-FFF2-40B4-BE49-F238E27FC236}">
                      <a16:creationId xmlns:a16="http://schemas.microsoft.com/office/drawing/2014/main" id="{3A12F3EF-75C7-4E0C-825B-D757A594F0FA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5596800" y="5785240"/>
                  <a:ext cx="206640" cy="58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3271" name="Ink 3270">
                  <a:extLst>
                    <a:ext uri="{FF2B5EF4-FFF2-40B4-BE49-F238E27FC236}">
                      <a16:creationId xmlns:a16="http://schemas.microsoft.com/office/drawing/2014/main" id="{12C216CB-42DD-49B4-8201-4A32ADAA54D7}"/>
                    </a:ext>
                  </a:extLst>
                </p14:cNvPr>
                <p14:cNvContentPartPr/>
                <p14:nvPr/>
              </p14:nvContentPartPr>
              <p14:xfrm>
                <a:off x="6053640" y="5588680"/>
                <a:ext cx="91440" cy="1124280"/>
              </p14:xfrm>
            </p:contentPart>
          </mc:Choice>
          <mc:Fallback xmlns="">
            <p:pic>
              <p:nvPicPr>
                <p:cNvPr id="3271" name="Ink 3270">
                  <a:extLst>
                    <a:ext uri="{FF2B5EF4-FFF2-40B4-BE49-F238E27FC236}">
                      <a16:creationId xmlns:a16="http://schemas.microsoft.com/office/drawing/2014/main" id="{12C216CB-42DD-49B4-8201-4A32ADAA54D7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6044640" y="5579680"/>
                  <a:ext cx="109080" cy="11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3272" name="Ink 3271">
                  <a:extLst>
                    <a:ext uri="{FF2B5EF4-FFF2-40B4-BE49-F238E27FC236}">
                      <a16:creationId xmlns:a16="http://schemas.microsoft.com/office/drawing/2014/main" id="{A81585B2-8FB4-4635-822C-01B141E90447}"/>
                    </a:ext>
                  </a:extLst>
                </p14:cNvPr>
                <p14:cNvContentPartPr/>
                <p14:nvPr/>
              </p14:nvContentPartPr>
              <p14:xfrm>
                <a:off x="4761240" y="6136960"/>
                <a:ext cx="2830680" cy="170280"/>
              </p14:xfrm>
            </p:contentPart>
          </mc:Choice>
          <mc:Fallback xmlns="">
            <p:pic>
              <p:nvPicPr>
                <p:cNvPr id="3272" name="Ink 3271">
                  <a:extLst>
                    <a:ext uri="{FF2B5EF4-FFF2-40B4-BE49-F238E27FC236}">
                      <a16:creationId xmlns:a16="http://schemas.microsoft.com/office/drawing/2014/main" id="{A81585B2-8FB4-4635-822C-01B141E90447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4752240" y="6128320"/>
                  <a:ext cx="284832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3273" name="Ink 3272">
                  <a:extLst>
                    <a:ext uri="{FF2B5EF4-FFF2-40B4-BE49-F238E27FC236}">
                      <a16:creationId xmlns:a16="http://schemas.microsoft.com/office/drawing/2014/main" id="{2A7776CF-E372-46C7-B4A2-FF9F0BEC152B}"/>
                    </a:ext>
                  </a:extLst>
                </p14:cNvPr>
                <p14:cNvContentPartPr/>
                <p14:nvPr/>
              </p14:nvContentPartPr>
              <p14:xfrm>
                <a:off x="6170280" y="5879560"/>
                <a:ext cx="296640" cy="213120"/>
              </p14:xfrm>
            </p:contentPart>
          </mc:Choice>
          <mc:Fallback xmlns="">
            <p:pic>
              <p:nvPicPr>
                <p:cNvPr id="3273" name="Ink 3272">
                  <a:extLst>
                    <a:ext uri="{FF2B5EF4-FFF2-40B4-BE49-F238E27FC236}">
                      <a16:creationId xmlns:a16="http://schemas.microsoft.com/office/drawing/2014/main" id="{2A7776CF-E372-46C7-B4A2-FF9F0BEC152B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161640" y="5870560"/>
                  <a:ext cx="31428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3274" name="Ink 3273">
                  <a:extLst>
                    <a:ext uri="{FF2B5EF4-FFF2-40B4-BE49-F238E27FC236}">
                      <a16:creationId xmlns:a16="http://schemas.microsoft.com/office/drawing/2014/main" id="{D154554B-4921-4CB5-AE56-C5C056C14E20}"/>
                    </a:ext>
                  </a:extLst>
                </p14:cNvPr>
                <p14:cNvContentPartPr/>
                <p14:nvPr/>
              </p14:nvContentPartPr>
              <p14:xfrm>
                <a:off x="6460440" y="5849680"/>
                <a:ext cx="293040" cy="153720"/>
              </p14:xfrm>
            </p:contentPart>
          </mc:Choice>
          <mc:Fallback xmlns="">
            <p:pic>
              <p:nvPicPr>
                <p:cNvPr id="3274" name="Ink 3273">
                  <a:extLst>
                    <a:ext uri="{FF2B5EF4-FFF2-40B4-BE49-F238E27FC236}">
                      <a16:creationId xmlns:a16="http://schemas.microsoft.com/office/drawing/2014/main" id="{D154554B-4921-4CB5-AE56-C5C056C14E20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451440" y="5841040"/>
                  <a:ext cx="31068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3276" name="Ink 3275">
                  <a:extLst>
                    <a:ext uri="{FF2B5EF4-FFF2-40B4-BE49-F238E27FC236}">
                      <a16:creationId xmlns:a16="http://schemas.microsoft.com/office/drawing/2014/main" id="{1FD4EB4C-A7FD-4D56-92AC-0FF13A1C5021}"/>
                    </a:ext>
                  </a:extLst>
                </p14:cNvPr>
                <p14:cNvContentPartPr/>
                <p14:nvPr/>
              </p14:nvContentPartPr>
              <p14:xfrm>
                <a:off x="5046720" y="6488680"/>
                <a:ext cx="336600" cy="238320"/>
              </p14:xfrm>
            </p:contentPart>
          </mc:Choice>
          <mc:Fallback xmlns="">
            <p:pic>
              <p:nvPicPr>
                <p:cNvPr id="3276" name="Ink 3275">
                  <a:extLst>
                    <a:ext uri="{FF2B5EF4-FFF2-40B4-BE49-F238E27FC236}">
                      <a16:creationId xmlns:a16="http://schemas.microsoft.com/office/drawing/2014/main" id="{1FD4EB4C-A7FD-4D56-92AC-0FF13A1C5021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5037720" y="6479680"/>
                  <a:ext cx="35424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3277" name="Ink 3276">
                  <a:extLst>
                    <a:ext uri="{FF2B5EF4-FFF2-40B4-BE49-F238E27FC236}">
                      <a16:creationId xmlns:a16="http://schemas.microsoft.com/office/drawing/2014/main" id="{B4E720F4-ECEE-42ED-B656-E4B0A1BE54FC}"/>
                    </a:ext>
                  </a:extLst>
                </p14:cNvPr>
                <p14:cNvContentPartPr/>
                <p14:nvPr/>
              </p14:nvContentPartPr>
              <p14:xfrm>
                <a:off x="5474760" y="6635920"/>
                <a:ext cx="32400" cy="107640"/>
              </p14:xfrm>
            </p:contentPart>
          </mc:Choice>
          <mc:Fallback xmlns="">
            <p:pic>
              <p:nvPicPr>
                <p:cNvPr id="3277" name="Ink 3276">
                  <a:extLst>
                    <a:ext uri="{FF2B5EF4-FFF2-40B4-BE49-F238E27FC236}">
                      <a16:creationId xmlns:a16="http://schemas.microsoft.com/office/drawing/2014/main" id="{B4E720F4-ECEE-42ED-B656-E4B0A1BE54FC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5466120" y="6627280"/>
                  <a:ext cx="5004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3278" name="Ink 3277">
                  <a:extLst>
                    <a:ext uri="{FF2B5EF4-FFF2-40B4-BE49-F238E27FC236}">
                      <a16:creationId xmlns:a16="http://schemas.microsoft.com/office/drawing/2014/main" id="{A215E424-FA4A-4527-9BA6-86CAC71E514C}"/>
                    </a:ext>
                  </a:extLst>
                </p14:cNvPr>
                <p14:cNvContentPartPr/>
                <p14:nvPr/>
              </p14:nvContentPartPr>
              <p14:xfrm>
                <a:off x="5642160" y="6491560"/>
                <a:ext cx="123480" cy="179280"/>
              </p14:xfrm>
            </p:contentPart>
          </mc:Choice>
          <mc:Fallback xmlns="">
            <p:pic>
              <p:nvPicPr>
                <p:cNvPr id="3278" name="Ink 3277">
                  <a:extLst>
                    <a:ext uri="{FF2B5EF4-FFF2-40B4-BE49-F238E27FC236}">
                      <a16:creationId xmlns:a16="http://schemas.microsoft.com/office/drawing/2014/main" id="{A215E424-FA4A-4527-9BA6-86CAC71E514C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5633160" y="6482920"/>
                  <a:ext cx="14112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3279" name="Ink 3278">
                  <a:extLst>
                    <a:ext uri="{FF2B5EF4-FFF2-40B4-BE49-F238E27FC236}">
                      <a16:creationId xmlns:a16="http://schemas.microsoft.com/office/drawing/2014/main" id="{A6FD3FA1-B949-432B-8BCA-E341A98A70D1}"/>
                    </a:ext>
                  </a:extLst>
                </p14:cNvPr>
                <p14:cNvContentPartPr/>
                <p14:nvPr/>
              </p14:nvContentPartPr>
              <p14:xfrm>
                <a:off x="5718480" y="6391120"/>
                <a:ext cx="234000" cy="59400"/>
              </p14:xfrm>
            </p:contentPart>
          </mc:Choice>
          <mc:Fallback xmlns="">
            <p:pic>
              <p:nvPicPr>
                <p:cNvPr id="3279" name="Ink 3278">
                  <a:extLst>
                    <a:ext uri="{FF2B5EF4-FFF2-40B4-BE49-F238E27FC236}">
                      <a16:creationId xmlns:a16="http://schemas.microsoft.com/office/drawing/2014/main" id="{A6FD3FA1-B949-432B-8BCA-E341A98A70D1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5709840" y="6382480"/>
                  <a:ext cx="25164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3280" name="Ink 3279">
                  <a:extLst>
                    <a:ext uri="{FF2B5EF4-FFF2-40B4-BE49-F238E27FC236}">
                      <a16:creationId xmlns:a16="http://schemas.microsoft.com/office/drawing/2014/main" id="{69287B56-9129-41AB-82B4-E1CDBF6281FD}"/>
                    </a:ext>
                  </a:extLst>
                </p14:cNvPr>
                <p14:cNvContentPartPr/>
                <p14:nvPr/>
              </p14:nvContentPartPr>
              <p14:xfrm>
                <a:off x="6328320" y="6409480"/>
                <a:ext cx="265680" cy="249840"/>
              </p14:xfrm>
            </p:contentPart>
          </mc:Choice>
          <mc:Fallback xmlns="">
            <p:pic>
              <p:nvPicPr>
                <p:cNvPr id="3280" name="Ink 3279">
                  <a:extLst>
                    <a:ext uri="{FF2B5EF4-FFF2-40B4-BE49-F238E27FC236}">
                      <a16:creationId xmlns:a16="http://schemas.microsoft.com/office/drawing/2014/main" id="{69287B56-9129-41AB-82B4-E1CDBF6281FD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319320" y="6400840"/>
                  <a:ext cx="28332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3281" name="Ink 3280">
                  <a:extLst>
                    <a:ext uri="{FF2B5EF4-FFF2-40B4-BE49-F238E27FC236}">
                      <a16:creationId xmlns:a16="http://schemas.microsoft.com/office/drawing/2014/main" id="{DE142C8E-C29D-4D9E-9664-26F5FC8B5389}"/>
                    </a:ext>
                  </a:extLst>
                </p14:cNvPr>
                <p14:cNvContentPartPr/>
                <p14:nvPr/>
              </p14:nvContentPartPr>
              <p14:xfrm>
                <a:off x="6760680" y="6411280"/>
                <a:ext cx="207360" cy="263880"/>
              </p14:xfrm>
            </p:contentPart>
          </mc:Choice>
          <mc:Fallback xmlns="">
            <p:pic>
              <p:nvPicPr>
                <p:cNvPr id="3281" name="Ink 3280">
                  <a:extLst>
                    <a:ext uri="{FF2B5EF4-FFF2-40B4-BE49-F238E27FC236}">
                      <a16:creationId xmlns:a16="http://schemas.microsoft.com/office/drawing/2014/main" id="{DE142C8E-C29D-4D9E-9664-26F5FC8B5389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6752040" y="6402640"/>
                  <a:ext cx="22500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3282" name="Ink 3281">
                  <a:extLst>
                    <a:ext uri="{FF2B5EF4-FFF2-40B4-BE49-F238E27FC236}">
                      <a16:creationId xmlns:a16="http://schemas.microsoft.com/office/drawing/2014/main" id="{2ABD32BD-EA4A-4057-BF62-519E221C2D06}"/>
                    </a:ext>
                  </a:extLst>
                </p14:cNvPr>
                <p14:cNvContentPartPr/>
                <p14:nvPr/>
              </p14:nvContentPartPr>
              <p14:xfrm>
                <a:off x="6856800" y="6364120"/>
                <a:ext cx="482400" cy="55440"/>
              </p14:xfrm>
            </p:contentPart>
          </mc:Choice>
          <mc:Fallback xmlns="">
            <p:pic>
              <p:nvPicPr>
                <p:cNvPr id="3282" name="Ink 3281">
                  <a:extLst>
                    <a:ext uri="{FF2B5EF4-FFF2-40B4-BE49-F238E27FC236}">
                      <a16:creationId xmlns:a16="http://schemas.microsoft.com/office/drawing/2014/main" id="{2ABD32BD-EA4A-4057-BF62-519E221C2D06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6848160" y="6355120"/>
                  <a:ext cx="50004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3284" name="Ink 3283">
                  <a:extLst>
                    <a:ext uri="{FF2B5EF4-FFF2-40B4-BE49-F238E27FC236}">
                      <a16:creationId xmlns:a16="http://schemas.microsoft.com/office/drawing/2014/main" id="{3C3090EE-5715-4D84-B3BB-9EEB78900F6C}"/>
                    </a:ext>
                  </a:extLst>
                </p14:cNvPr>
                <p14:cNvContentPartPr/>
                <p14:nvPr/>
              </p14:nvContentPartPr>
              <p14:xfrm>
                <a:off x="6804240" y="6035440"/>
                <a:ext cx="360" cy="360"/>
              </p14:xfrm>
            </p:contentPart>
          </mc:Choice>
          <mc:Fallback xmlns="">
            <p:pic>
              <p:nvPicPr>
                <p:cNvPr id="3284" name="Ink 3283">
                  <a:extLst>
                    <a:ext uri="{FF2B5EF4-FFF2-40B4-BE49-F238E27FC236}">
                      <a16:creationId xmlns:a16="http://schemas.microsoft.com/office/drawing/2014/main" id="{3C3090EE-5715-4D84-B3BB-9EEB78900F6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795600" y="602680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3285" name="Ink 3284">
                  <a:extLst>
                    <a:ext uri="{FF2B5EF4-FFF2-40B4-BE49-F238E27FC236}">
                      <a16:creationId xmlns:a16="http://schemas.microsoft.com/office/drawing/2014/main" id="{88B60A24-6E33-45CB-BC50-9DA94A018F5C}"/>
                    </a:ext>
                  </a:extLst>
                </p14:cNvPr>
                <p14:cNvContentPartPr/>
                <p14:nvPr/>
              </p14:nvContentPartPr>
              <p14:xfrm>
                <a:off x="6692640" y="6009880"/>
                <a:ext cx="395640" cy="73800"/>
              </p14:xfrm>
            </p:contentPart>
          </mc:Choice>
          <mc:Fallback xmlns="">
            <p:pic>
              <p:nvPicPr>
                <p:cNvPr id="3285" name="Ink 3284">
                  <a:extLst>
                    <a:ext uri="{FF2B5EF4-FFF2-40B4-BE49-F238E27FC236}">
                      <a16:creationId xmlns:a16="http://schemas.microsoft.com/office/drawing/2014/main" id="{88B60A24-6E33-45CB-BC50-9DA94A018F5C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6684000" y="6001240"/>
                  <a:ext cx="41328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3286" name="Ink 3285">
                  <a:extLst>
                    <a:ext uri="{FF2B5EF4-FFF2-40B4-BE49-F238E27FC236}">
                      <a16:creationId xmlns:a16="http://schemas.microsoft.com/office/drawing/2014/main" id="{870A41B1-8160-4D28-8A3E-E8D8AA6F9A5A}"/>
                    </a:ext>
                  </a:extLst>
                </p14:cNvPr>
                <p14:cNvContentPartPr/>
                <p14:nvPr/>
              </p14:nvContentPartPr>
              <p14:xfrm>
                <a:off x="6629640" y="5818360"/>
                <a:ext cx="16920" cy="45360"/>
              </p14:xfrm>
            </p:contentPart>
          </mc:Choice>
          <mc:Fallback xmlns="">
            <p:pic>
              <p:nvPicPr>
                <p:cNvPr id="3286" name="Ink 3285">
                  <a:extLst>
                    <a:ext uri="{FF2B5EF4-FFF2-40B4-BE49-F238E27FC236}">
                      <a16:creationId xmlns:a16="http://schemas.microsoft.com/office/drawing/2014/main" id="{870A41B1-8160-4D28-8A3E-E8D8AA6F9A5A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6621000" y="5809360"/>
                  <a:ext cx="3456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3287" name="Ink 3286">
                  <a:extLst>
                    <a:ext uri="{FF2B5EF4-FFF2-40B4-BE49-F238E27FC236}">
                      <a16:creationId xmlns:a16="http://schemas.microsoft.com/office/drawing/2014/main" id="{2DC8751E-A5B8-4B47-AC43-7EF23895C0F4}"/>
                    </a:ext>
                  </a:extLst>
                </p14:cNvPr>
                <p14:cNvContentPartPr/>
                <p14:nvPr/>
              </p14:nvContentPartPr>
              <p14:xfrm>
                <a:off x="6774720" y="6589840"/>
                <a:ext cx="5400" cy="24480"/>
              </p14:xfrm>
            </p:contentPart>
          </mc:Choice>
          <mc:Fallback xmlns="">
            <p:pic>
              <p:nvPicPr>
                <p:cNvPr id="3287" name="Ink 3286">
                  <a:extLst>
                    <a:ext uri="{FF2B5EF4-FFF2-40B4-BE49-F238E27FC236}">
                      <a16:creationId xmlns:a16="http://schemas.microsoft.com/office/drawing/2014/main" id="{2DC8751E-A5B8-4B47-AC43-7EF23895C0F4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6766080" y="6580840"/>
                  <a:ext cx="2304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3288" name="Ink 3287">
                  <a:extLst>
                    <a:ext uri="{FF2B5EF4-FFF2-40B4-BE49-F238E27FC236}">
                      <a16:creationId xmlns:a16="http://schemas.microsoft.com/office/drawing/2014/main" id="{9E33512A-5B90-48E3-9631-79080815FFBF}"/>
                    </a:ext>
                  </a:extLst>
                </p14:cNvPr>
                <p14:cNvContentPartPr/>
                <p14:nvPr/>
              </p14:nvContentPartPr>
              <p14:xfrm>
                <a:off x="7474200" y="5780920"/>
                <a:ext cx="45360" cy="230400"/>
              </p14:xfrm>
            </p:contentPart>
          </mc:Choice>
          <mc:Fallback xmlns="">
            <p:pic>
              <p:nvPicPr>
                <p:cNvPr id="3288" name="Ink 3287">
                  <a:extLst>
                    <a:ext uri="{FF2B5EF4-FFF2-40B4-BE49-F238E27FC236}">
                      <a16:creationId xmlns:a16="http://schemas.microsoft.com/office/drawing/2014/main" id="{9E33512A-5B90-48E3-9631-79080815FFBF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7465200" y="5772280"/>
                  <a:ext cx="6300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3289" name="Ink 3288">
                  <a:extLst>
                    <a:ext uri="{FF2B5EF4-FFF2-40B4-BE49-F238E27FC236}">
                      <a16:creationId xmlns:a16="http://schemas.microsoft.com/office/drawing/2014/main" id="{43FA254B-0334-42CC-878E-732973655AE8}"/>
                    </a:ext>
                  </a:extLst>
                </p14:cNvPr>
                <p14:cNvContentPartPr/>
                <p14:nvPr/>
              </p14:nvContentPartPr>
              <p14:xfrm>
                <a:off x="7567800" y="5829880"/>
                <a:ext cx="182520" cy="194400"/>
              </p14:xfrm>
            </p:contentPart>
          </mc:Choice>
          <mc:Fallback xmlns="">
            <p:pic>
              <p:nvPicPr>
                <p:cNvPr id="3289" name="Ink 3288">
                  <a:extLst>
                    <a:ext uri="{FF2B5EF4-FFF2-40B4-BE49-F238E27FC236}">
                      <a16:creationId xmlns:a16="http://schemas.microsoft.com/office/drawing/2014/main" id="{43FA254B-0334-42CC-878E-732973655AE8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7559160" y="5821240"/>
                  <a:ext cx="20016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3290" name="Ink 3289">
                  <a:extLst>
                    <a:ext uri="{FF2B5EF4-FFF2-40B4-BE49-F238E27FC236}">
                      <a16:creationId xmlns:a16="http://schemas.microsoft.com/office/drawing/2014/main" id="{D4A1626C-1361-4DDC-AD95-0A72E89189A5}"/>
                    </a:ext>
                  </a:extLst>
                </p14:cNvPr>
                <p14:cNvContentPartPr/>
                <p14:nvPr/>
              </p14:nvContentPartPr>
              <p14:xfrm>
                <a:off x="7843920" y="5755000"/>
                <a:ext cx="96480" cy="18720"/>
              </p14:xfrm>
            </p:contentPart>
          </mc:Choice>
          <mc:Fallback xmlns="">
            <p:pic>
              <p:nvPicPr>
                <p:cNvPr id="3290" name="Ink 3289">
                  <a:extLst>
                    <a:ext uri="{FF2B5EF4-FFF2-40B4-BE49-F238E27FC236}">
                      <a16:creationId xmlns:a16="http://schemas.microsoft.com/office/drawing/2014/main" id="{D4A1626C-1361-4DDC-AD95-0A72E89189A5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7834920" y="5746000"/>
                  <a:ext cx="11412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3291" name="Ink 3290">
                  <a:extLst>
                    <a:ext uri="{FF2B5EF4-FFF2-40B4-BE49-F238E27FC236}">
                      <a16:creationId xmlns:a16="http://schemas.microsoft.com/office/drawing/2014/main" id="{7D276F61-D2FC-4063-87A9-FF272CA6E15F}"/>
                    </a:ext>
                  </a:extLst>
                </p14:cNvPr>
                <p14:cNvContentPartPr/>
                <p14:nvPr/>
              </p14:nvContentPartPr>
              <p14:xfrm>
                <a:off x="7064880" y="5599120"/>
                <a:ext cx="901440" cy="732240"/>
              </p14:xfrm>
            </p:contentPart>
          </mc:Choice>
          <mc:Fallback xmlns="">
            <p:pic>
              <p:nvPicPr>
                <p:cNvPr id="3291" name="Ink 3290">
                  <a:extLst>
                    <a:ext uri="{FF2B5EF4-FFF2-40B4-BE49-F238E27FC236}">
                      <a16:creationId xmlns:a16="http://schemas.microsoft.com/office/drawing/2014/main" id="{7D276F61-D2FC-4063-87A9-FF272CA6E15F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7055880" y="5590120"/>
                  <a:ext cx="919080" cy="749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770145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DB78DB72-3A2E-457E-9F09-EC14C9BE3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4896" y="770888"/>
            <a:ext cx="4272864" cy="5009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445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58D920D-C6D8-422F-BDF7-CAB0CE7B9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4896" y="770888"/>
            <a:ext cx="4272864" cy="500956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9555E75-1971-4684-8938-46C7B49FBD4E}"/>
                  </a:ext>
                </a:extLst>
              </p14:cNvPr>
              <p14:cNvContentPartPr/>
              <p14:nvPr/>
            </p14:nvContentPartPr>
            <p14:xfrm>
              <a:off x="2737680" y="616360"/>
              <a:ext cx="2061000" cy="19828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9555E75-1971-4684-8938-46C7B49FBD4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28680" y="607360"/>
                <a:ext cx="2078640" cy="200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1E23CE4-3531-4181-98DD-96848A54BDF7}"/>
                  </a:ext>
                </a:extLst>
              </p14:cNvPr>
              <p14:cNvContentPartPr/>
              <p14:nvPr/>
            </p14:nvContentPartPr>
            <p14:xfrm>
              <a:off x="4861320" y="1345720"/>
              <a:ext cx="2796840" cy="14994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1E23CE4-3531-4181-98DD-96848A54BDF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852320" y="1336720"/>
                <a:ext cx="2814480" cy="151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8C1C6BB-698B-4643-ACF7-D53402B5AFC7}"/>
                  </a:ext>
                </a:extLst>
              </p14:cNvPr>
              <p14:cNvContentPartPr/>
              <p14:nvPr/>
            </p14:nvContentPartPr>
            <p14:xfrm>
              <a:off x="3164640" y="2680960"/>
              <a:ext cx="3627720" cy="15584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8C1C6BB-698B-4643-ACF7-D53402B5AFC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155640" y="2672320"/>
                <a:ext cx="3645360" cy="1576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41994C54-F7E5-4844-BB10-C950C13E9343}"/>
              </a:ext>
            </a:extLst>
          </p:cNvPr>
          <p:cNvGrpSpPr/>
          <p:nvPr/>
        </p:nvGrpSpPr>
        <p:grpSpPr>
          <a:xfrm>
            <a:off x="1927320" y="156640"/>
            <a:ext cx="7029360" cy="6293880"/>
            <a:chOff x="1927320" y="156640"/>
            <a:chExt cx="7029360" cy="629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2E5E5A1-701F-4A72-A6C8-8F441EA1EF5B}"/>
                    </a:ext>
                  </a:extLst>
                </p14:cNvPr>
                <p14:cNvContentPartPr/>
                <p14:nvPr/>
              </p14:nvContentPartPr>
              <p14:xfrm>
                <a:off x="3643080" y="4847080"/>
                <a:ext cx="491040" cy="1170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2E5E5A1-701F-4A72-A6C8-8F441EA1EF5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634080" y="4838080"/>
                  <a:ext cx="50868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111CFAA-0A8A-46B4-8003-52CCCBE15ADB}"/>
                    </a:ext>
                  </a:extLst>
                </p14:cNvPr>
                <p14:cNvContentPartPr/>
                <p14:nvPr/>
              </p14:nvContentPartPr>
              <p14:xfrm>
                <a:off x="7017720" y="4912960"/>
                <a:ext cx="272160" cy="234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111CFAA-0A8A-46B4-8003-52CCCBE15AD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008720" y="4903960"/>
                  <a:ext cx="2898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1D4B6A5-B778-4A85-90B6-842879C00278}"/>
                    </a:ext>
                  </a:extLst>
                </p14:cNvPr>
                <p14:cNvContentPartPr/>
                <p14:nvPr/>
              </p14:nvContentPartPr>
              <p14:xfrm>
                <a:off x="5064360" y="5829880"/>
                <a:ext cx="360" cy="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1D4B6A5-B778-4A85-90B6-842879C0027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055360" y="582124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1419197-C9A0-4932-9672-D66699803313}"/>
                    </a:ext>
                  </a:extLst>
                </p14:cNvPr>
                <p14:cNvContentPartPr/>
                <p14:nvPr/>
              </p14:nvContentPartPr>
              <p14:xfrm>
                <a:off x="4952400" y="5829880"/>
                <a:ext cx="860760" cy="1130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1419197-C9A0-4932-9672-D6669980331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943760" y="5821240"/>
                  <a:ext cx="87840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4D89626-59F5-4A73-A1CD-B5BB2905C9C9}"/>
                    </a:ext>
                  </a:extLst>
                </p14:cNvPr>
                <p14:cNvContentPartPr/>
                <p14:nvPr/>
              </p14:nvContentPartPr>
              <p14:xfrm>
                <a:off x="5166960" y="6261880"/>
                <a:ext cx="10800" cy="14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4D89626-59F5-4A73-A1CD-B5BB2905C9C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157960" y="6252880"/>
                  <a:ext cx="2844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7E98A08-3E75-43ED-B7DE-704D43A2832B}"/>
                    </a:ext>
                  </a:extLst>
                </p14:cNvPr>
                <p14:cNvContentPartPr/>
                <p14:nvPr/>
              </p14:nvContentPartPr>
              <p14:xfrm>
                <a:off x="5285040" y="6257200"/>
                <a:ext cx="1800" cy="39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7E98A08-3E75-43ED-B7DE-704D43A2832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276040" y="6248560"/>
                  <a:ext cx="1944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B0993E1-093A-4D71-A10C-DABE25556C22}"/>
                    </a:ext>
                  </a:extLst>
                </p14:cNvPr>
                <p14:cNvContentPartPr/>
                <p14:nvPr/>
              </p14:nvContentPartPr>
              <p14:xfrm>
                <a:off x="1927320" y="156640"/>
                <a:ext cx="7029360" cy="62938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B0993E1-093A-4D71-A10C-DABE25556C2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918680" y="148000"/>
                  <a:ext cx="7047000" cy="6311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791638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dendrogram threshold">
            <a:extLst>
              <a:ext uri="{FF2B5EF4-FFF2-40B4-BE49-F238E27FC236}">
                <a16:creationId xmlns:a16="http://schemas.microsoft.com/office/drawing/2014/main" id="{2DC9A057-A9D4-42B3-81D5-FC7BDDA831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" y="1640523"/>
            <a:ext cx="3429000" cy="3190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dendrogram threshold">
            <a:extLst>
              <a:ext uri="{FF2B5EF4-FFF2-40B4-BE49-F238E27FC236}">
                <a16:creationId xmlns:a16="http://schemas.microsoft.com/office/drawing/2014/main" id="{48AAA418-E4EF-45D0-85A6-51ED063A0F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2460" y="1792922"/>
            <a:ext cx="3429000" cy="3190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9065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dendrogram threshold">
            <a:extLst>
              <a:ext uri="{FF2B5EF4-FFF2-40B4-BE49-F238E27FC236}">
                <a16:creationId xmlns:a16="http://schemas.microsoft.com/office/drawing/2014/main" id="{2E32A993-4001-4B8B-93C7-700E68B626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" y="1640523"/>
            <a:ext cx="3429000" cy="3190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dendrogram threshold">
            <a:extLst>
              <a:ext uri="{FF2B5EF4-FFF2-40B4-BE49-F238E27FC236}">
                <a16:creationId xmlns:a16="http://schemas.microsoft.com/office/drawing/2014/main" id="{CC4471F8-93CA-41B3-A568-077F3B6D77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780" y="1792923"/>
            <a:ext cx="3429000" cy="3190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dendrogram threshold">
            <a:extLst>
              <a:ext uri="{FF2B5EF4-FFF2-40B4-BE49-F238E27FC236}">
                <a16:creationId xmlns:a16="http://schemas.microsoft.com/office/drawing/2014/main" id="{2FD61038-3C90-49DB-8C8D-AE735B672B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2460" y="1792922"/>
            <a:ext cx="3429000" cy="3190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04D509B6-3462-465B-B62E-55C1B8F0823E}"/>
              </a:ext>
            </a:extLst>
          </p:cNvPr>
          <p:cNvSpPr/>
          <p:nvPr/>
        </p:nvSpPr>
        <p:spPr>
          <a:xfrm>
            <a:off x="6096000" y="2336800"/>
            <a:ext cx="1960880" cy="282448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568F7F-33D5-4BC9-81A6-7167F4D20221}"/>
              </a:ext>
            </a:extLst>
          </p:cNvPr>
          <p:cNvSpPr txBox="1"/>
          <p:nvPr/>
        </p:nvSpPr>
        <p:spPr>
          <a:xfrm>
            <a:off x="6360160" y="5476240"/>
            <a:ext cx="1599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 Cluster -1,2,4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289D04-BF10-413C-8674-C7465BFC75DB}"/>
              </a:ext>
            </a:extLst>
          </p:cNvPr>
          <p:cNvSpPr txBox="1"/>
          <p:nvPr/>
        </p:nvSpPr>
        <p:spPr>
          <a:xfrm>
            <a:off x="8440420" y="4791948"/>
            <a:ext cx="892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 Cluster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96CE6F-1207-4508-BA7D-D55B23F34F4C}"/>
              </a:ext>
            </a:extLst>
          </p:cNvPr>
          <p:cNvSpPr txBox="1"/>
          <p:nvPr/>
        </p:nvSpPr>
        <p:spPr>
          <a:xfrm>
            <a:off x="223520" y="467954"/>
            <a:ext cx="11805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Dendogram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F988312-F94E-44CE-BB48-38271FF7C939}"/>
                  </a:ext>
                </a:extLst>
              </p14:cNvPr>
              <p14:cNvContentPartPr/>
              <p14:nvPr/>
            </p14:nvContentPartPr>
            <p14:xfrm>
              <a:off x="2081760" y="4530640"/>
              <a:ext cx="360" cy="1764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F988312-F94E-44CE-BB48-38271FF7C93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73120" y="4521640"/>
                <a:ext cx="18000" cy="3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62E5857C-EE09-4855-AC26-F7C1062D2EE7}"/>
                  </a:ext>
                </a:extLst>
              </p14:cNvPr>
              <p14:cNvContentPartPr/>
              <p14:nvPr/>
            </p14:nvContentPartPr>
            <p14:xfrm>
              <a:off x="4219800" y="4865440"/>
              <a:ext cx="19440" cy="2700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62E5857C-EE09-4855-AC26-F7C1062D2EE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210800" y="4856800"/>
                <a:ext cx="3708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DC34FC03-C2CE-4DE4-B522-FE7D9D5FDA91}"/>
                  </a:ext>
                </a:extLst>
              </p14:cNvPr>
              <p14:cNvContentPartPr/>
              <p14:nvPr/>
            </p14:nvContentPartPr>
            <p14:xfrm>
              <a:off x="1354920" y="2459560"/>
              <a:ext cx="3300840" cy="21528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DC34FC03-C2CE-4DE4-B522-FE7D9D5FDA9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345920" y="2450920"/>
                <a:ext cx="3318480" cy="23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6404" name="Ink 16403">
                <a:extLst>
                  <a:ext uri="{FF2B5EF4-FFF2-40B4-BE49-F238E27FC236}">
                    <a16:creationId xmlns:a16="http://schemas.microsoft.com/office/drawing/2014/main" id="{4ACA4424-C62E-4D77-B41B-930465C62ECB}"/>
                  </a:ext>
                </a:extLst>
              </p14:cNvPr>
              <p14:cNvContentPartPr/>
              <p14:nvPr/>
            </p14:nvContentPartPr>
            <p14:xfrm>
              <a:off x="6519480" y="2067160"/>
              <a:ext cx="360" cy="360"/>
            </p14:xfrm>
          </p:contentPart>
        </mc:Choice>
        <mc:Fallback xmlns="">
          <p:pic>
            <p:nvPicPr>
              <p:cNvPr id="16404" name="Ink 16403">
                <a:extLst>
                  <a:ext uri="{FF2B5EF4-FFF2-40B4-BE49-F238E27FC236}">
                    <a16:creationId xmlns:a16="http://schemas.microsoft.com/office/drawing/2014/main" id="{4ACA4424-C62E-4D77-B41B-930465C62EC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510480" y="205852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429" name="Ink 16428">
                <a:extLst>
                  <a:ext uri="{FF2B5EF4-FFF2-40B4-BE49-F238E27FC236}">
                    <a16:creationId xmlns:a16="http://schemas.microsoft.com/office/drawing/2014/main" id="{3886F254-F30F-42AD-ACA0-9F7823B82E2A}"/>
                  </a:ext>
                </a:extLst>
              </p14:cNvPr>
              <p14:cNvContentPartPr/>
              <p14:nvPr/>
            </p14:nvContentPartPr>
            <p14:xfrm>
              <a:off x="6273240" y="4041400"/>
              <a:ext cx="3315240" cy="78480"/>
            </p14:xfrm>
          </p:contentPart>
        </mc:Choice>
        <mc:Fallback xmlns="">
          <p:pic>
            <p:nvPicPr>
              <p:cNvPr id="16429" name="Ink 16428">
                <a:extLst>
                  <a:ext uri="{FF2B5EF4-FFF2-40B4-BE49-F238E27FC236}">
                    <a16:creationId xmlns:a16="http://schemas.microsoft.com/office/drawing/2014/main" id="{3886F254-F30F-42AD-ACA0-9F7823B82E2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264240" y="4032760"/>
                <a:ext cx="3332880" cy="96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6481" name="Group 16480">
            <a:extLst>
              <a:ext uri="{FF2B5EF4-FFF2-40B4-BE49-F238E27FC236}">
                <a16:creationId xmlns:a16="http://schemas.microsoft.com/office/drawing/2014/main" id="{5652CFB2-6CBF-44ED-9383-7C9CB01897BC}"/>
              </a:ext>
            </a:extLst>
          </p:cNvPr>
          <p:cNvGrpSpPr/>
          <p:nvPr/>
        </p:nvGrpSpPr>
        <p:grpSpPr>
          <a:xfrm>
            <a:off x="1750200" y="658480"/>
            <a:ext cx="9907560" cy="4096800"/>
            <a:chOff x="1750200" y="658480"/>
            <a:chExt cx="9907560" cy="409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D381798-C730-4C46-8D3F-67DD13D4854F}"/>
                    </a:ext>
                  </a:extLst>
                </p14:cNvPr>
                <p14:cNvContentPartPr/>
                <p14:nvPr/>
              </p14:nvContentPartPr>
              <p14:xfrm>
                <a:off x="2418000" y="2465680"/>
                <a:ext cx="1695240" cy="1688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D381798-C730-4C46-8D3F-67DD13D4854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409360" y="2456680"/>
                  <a:ext cx="171288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7BFDB01-2B7D-498C-BF4C-BC246F58F7B6}"/>
                    </a:ext>
                  </a:extLst>
                </p14:cNvPr>
                <p14:cNvContentPartPr/>
                <p14:nvPr/>
              </p14:nvContentPartPr>
              <p14:xfrm>
                <a:off x="3726960" y="2257600"/>
                <a:ext cx="273600" cy="964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7BFDB01-2B7D-498C-BF4C-BC246F58F7B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718320" y="2248960"/>
                  <a:ext cx="29124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73D0A20-6AA3-49FD-AB5C-02A6D565FCAB}"/>
                    </a:ext>
                  </a:extLst>
                </p14:cNvPr>
                <p14:cNvContentPartPr/>
                <p14:nvPr/>
              </p14:nvContentPartPr>
              <p14:xfrm>
                <a:off x="3553080" y="2100640"/>
                <a:ext cx="705240" cy="3776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73D0A20-6AA3-49FD-AB5C-02A6D565FCA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544080" y="2091640"/>
                  <a:ext cx="722880" cy="39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6388" name="Ink 16387">
                  <a:extLst>
                    <a:ext uri="{FF2B5EF4-FFF2-40B4-BE49-F238E27FC236}">
                      <a16:creationId xmlns:a16="http://schemas.microsoft.com/office/drawing/2014/main" id="{CEFC4579-8258-4C2B-89B9-A37436E1FDC3}"/>
                    </a:ext>
                  </a:extLst>
                </p14:cNvPr>
                <p14:cNvContentPartPr/>
                <p14:nvPr/>
              </p14:nvContentPartPr>
              <p14:xfrm>
                <a:off x="3707880" y="2584480"/>
                <a:ext cx="24840" cy="360"/>
              </p14:xfrm>
            </p:contentPart>
          </mc:Choice>
          <mc:Fallback xmlns="">
            <p:pic>
              <p:nvPicPr>
                <p:cNvPr id="16388" name="Ink 16387">
                  <a:extLst>
                    <a:ext uri="{FF2B5EF4-FFF2-40B4-BE49-F238E27FC236}">
                      <a16:creationId xmlns:a16="http://schemas.microsoft.com/office/drawing/2014/main" id="{CEFC4579-8258-4C2B-89B9-A37436E1FDC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698880" y="2575840"/>
                  <a:ext cx="424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6390" name="Ink 16389">
                  <a:extLst>
                    <a:ext uri="{FF2B5EF4-FFF2-40B4-BE49-F238E27FC236}">
                      <a16:creationId xmlns:a16="http://schemas.microsoft.com/office/drawing/2014/main" id="{7291E011-C474-4186-BE7E-DCAFD61533E0}"/>
                    </a:ext>
                  </a:extLst>
                </p14:cNvPr>
                <p14:cNvContentPartPr/>
                <p14:nvPr/>
              </p14:nvContentPartPr>
              <p14:xfrm>
                <a:off x="3666840" y="2596000"/>
                <a:ext cx="63360" cy="9720"/>
              </p14:xfrm>
            </p:contentPart>
          </mc:Choice>
          <mc:Fallback xmlns="">
            <p:pic>
              <p:nvPicPr>
                <p:cNvPr id="16390" name="Ink 16389">
                  <a:extLst>
                    <a:ext uri="{FF2B5EF4-FFF2-40B4-BE49-F238E27FC236}">
                      <a16:creationId xmlns:a16="http://schemas.microsoft.com/office/drawing/2014/main" id="{7291E011-C474-4186-BE7E-DCAFD61533E0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657840" y="2587360"/>
                  <a:ext cx="8100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6395" name="Ink 16394">
                  <a:extLst>
                    <a:ext uri="{FF2B5EF4-FFF2-40B4-BE49-F238E27FC236}">
                      <a16:creationId xmlns:a16="http://schemas.microsoft.com/office/drawing/2014/main" id="{2BACF373-4D3D-459D-8FCB-EF02441C4EA0}"/>
                    </a:ext>
                  </a:extLst>
                </p14:cNvPr>
                <p14:cNvContentPartPr/>
                <p14:nvPr/>
              </p14:nvContentPartPr>
              <p14:xfrm>
                <a:off x="1750200" y="2722000"/>
                <a:ext cx="1583280" cy="2033280"/>
              </p14:xfrm>
            </p:contentPart>
          </mc:Choice>
          <mc:Fallback xmlns="">
            <p:pic>
              <p:nvPicPr>
                <p:cNvPr id="16395" name="Ink 16394">
                  <a:extLst>
                    <a:ext uri="{FF2B5EF4-FFF2-40B4-BE49-F238E27FC236}">
                      <a16:creationId xmlns:a16="http://schemas.microsoft.com/office/drawing/2014/main" id="{2BACF373-4D3D-459D-8FCB-EF02441C4EA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741560" y="2713360"/>
                  <a:ext cx="1600920" cy="20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6396" name="Ink 16395">
                  <a:extLst>
                    <a:ext uri="{FF2B5EF4-FFF2-40B4-BE49-F238E27FC236}">
                      <a16:creationId xmlns:a16="http://schemas.microsoft.com/office/drawing/2014/main" id="{43FD6A7A-99FA-4722-AB60-5E4D06C0F4E8}"/>
                    </a:ext>
                  </a:extLst>
                </p14:cNvPr>
                <p14:cNvContentPartPr/>
                <p14:nvPr/>
              </p14:nvContentPartPr>
              <p14:xfrm>
                <a:off x="2646600" y="2682760"/>
                <a:ext cx="60840" cy="360"/>
              </p14:xfrm>
            </p:contentPart>
          </mc:Choice>
          <mc:Fallback xmlns="">
            <p:pic>
              <p:nvPicPr>
                <p:cNvPr id="16396" name="Ink 16395">
                  <a:extLst>
                    <a:ext uri="{FF2B5EF4-FFF2-40B4-BE49-F238E27FC236}">
                      <a16:creationId xmlns:a16="http://schemas.microsoft.com/office/drawing/2014/main" id="{43FD6A7A-99FA-4722-AB60-5E4D06C0F4E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637600" y="2674120"/>
                  <a:ext cx="784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6384" name="Ink 16383">
                  <a:extLst>
                    <a:ext uri="{FF2B5EF4-FFF2-40B4-BE49-F238E27FC236}">
                      <a16:creationId xmlns:a16="http://schemas.microsoft.com/office/drawing/2014/main" id="{A956D6AE-3403-4A0D-93B0-1CEB3678A59B}"/>
                    </a:ext>
                  </a:extLst>
                </p14:cNvPr>
                <p14:cNvContentPartPr/>
                <p14:nvPr/>
              </p14:nvContentPartPr>
              <p14:xfrm>
                <a:off x="2558040" y="2498440"/>
                <a:ext cx="96480" cy="20520"/>
              </p14:xfrm>
            </p:contentPart>
          </mc:Choice>
          <mc:Fallback xmlns="">
            <p:pic>
              <p:nvPicPr>
                <p:cNvPr id="16384" name="Ink 16383">
                  <a:extLst>
                    <a:ext uri="{FF2B5EF4-FFF2-40B4-BE49-F238E27FC236}">
                      <a16:creationId xmlns:a16="http://schemas.microsoft.com/office/drawing/2014/main" id="{A956D6AE-3403-4A0D-93B0-1CEB3678A59B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549040" y="2489800"/>
                  <a:ext cx="11412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6385" name="Ink 16384">
                  <a:extLst>
                    <a:ext uri="{FF2B5EF4-FFF2-40B4-BE49-F238E27FC236}">
                      <a16:creationId xmlns:a16="http://schemas.microsoft.com/office/drawing/2014/main" id="{2CA0D131-2CFA-42ED-8E5F-BAEB28302080}"/>
                    </a:ext>
                  </a:extLst>
                </p14:cNvPr>
                <p14:cNvContentPartPr/>
                <p14:nvPr/>
              </p14:nvContentPartPr>
              <p14:xfrm>
                <a:off x="2682240" y="2515360"/>
                <a:ext cx="360" cy="360"/>
              </p14:xfrm>
            </p:contentPart>
          </mc:Choice>
          <mc:Fallback xmlns="">
            <p:pic>
              <p:nvPicPr>
                <p:cNvPr id="16385" name="Ink 16384">
                  <a:extLst>
                    <a:ext uri="{FF2B5EF4-FFF2-40B4-BE49-F238E27FC236}">
                      <a16:creationId xmlns:a16="http://schemas.microsoft.com/office/drawing/2014/main" id="{2CA0D131-2CFA-42ED-8E5F-BAEB2830208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673600" y="250636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6387" name="Ink 16386">
                  <a:extLst>
                    <a:ext uri="{FF2B5EF4-FFF2-40B4-BE49-F238E27FC236}">
                      <a16:creationId xmlns:a16="http://schemas.microsoft.com/office/drawing/2014/main" id="{396E6DBE-CE44-4467-A1BA-EFF51CC00FED}"/>
                    </a:ext>
                  </a:extLst>
                </p14:cNvPr>
                <p14:cNvContentPartPr/>
                <p14:nvPr/>
              </p14:nvContentPartPr>
              <p14:xfrm>
                <a:off x="2682240" y="2500240"/>
                <a:ext cx="73440" cy="28080"/>
              </p14:xfrm>
            </p:contentPart>
          </mc:Choice>
          <mc:Fallback xmlns="">
            <p:pic>
              <p:nvPicPr>
                <p:cNvPr id="16387" name="Ink 16386">
                  <a:extLst>
                    <a:ext uri="{FF2B5EF4-FFF2-40B4-BE49-F238E27FC236}">
                      <a16:creationId xmlns:a16="http://schemas.microsoft.com/office/drawing/2014/main" id="{396E6DBE-CE44-4467-A1BA-EFF51CC00FE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673600" y="2491600"/>
                  <a:ext cx="910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6389" name="Ink 16388">
                  <a:extLst>
                    <a:ext uri="{FF2B5EF4-FFF2-40B4-BE49-F238E27FC236}">
                      <a16:creationId xmlns:a16="http://schemas.microsoft.com/office/drawing/2014/main" id="{4BBC8156-AA56-4707-9982-ED88540AAA64}"/>
                    </a:ext>
                  </a:extLst>
                </p14:cNvPr>
                <p14:cNvContentPartPr/>
                <p14:nvPr/>
              </p14:nvContentPartPr>
              <p14:xfrm>
                <a:off x="2552640" y="2493400"/>
                <a:ext cx="146520" cy="40680"/>
              </p14:xfrm>
            </p:contentPart>
          </mc:Choice>
          <mc:Fallback xmlns="">
            <p:pic>
              <p:nvPicPr>
                <p:cNvPr id="16389" name="Ink 16388">
                  <a:extLst>
                    <a:ext uri="{FF2B5EF4-FFF2-40B4-BE49-F238E27FC236}">
                      <a16:creationId xmlns:a16="http://schemas.microsoft.com/office/drawing/2014/main" id="{4BBC8156-AA56-4707-9982-ED88540AAA6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544000" y="2484400"/>
                  <a:ext cx="16416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6391" name="Ink 16390">
                  <a:extLst>
                    <a:ext uri="{FF2B5EF4-FFF2-40B4-BE49-F238E27FC236}">
                      <a16:creationId xmlns:a16="http://schemas.microsoft.com/office/drawing/2014/main" id="{8BE5DEC6-C99D-4C60-943F-C95362A8B84D}"/>
                    </a:ext>
                  </a:extLst>
                </p14:cNvPr>
                <p14:cNvContentPartPr/>
                <p14:nvPr/>
              </p14:nvContentPartPr>
              <p14:xfrm>
                <a:off x="2473080" y="2500240"/>
                <a:ext cx="15840" cy="8280"/>
              </p14:xfrm>
            </p:contentPart>
          </mc:Choice>
          <mc:Fallback xmlns="">
            <p:pic>
              <p:nvPicPr>
                <p:cNvPr id="16391" name="Ink 16390">
                  <a:extLst>
                    <a:ext uri="{FF2B5EF4-FFF2-40B4-BE49-F238E27FC236}">
                      <a16:creationId xmlns:a16="http://schemas.microsoft.com/office/drawing/2014/main" id="{8BE5DEC6-C99D-4C60-943F-C95362A8B84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464440" y="2491600"/>
                  <a:ext cx="3348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6397" name="Ink 16396">
                  <a:extLst>
                    <a:ext uri="{FF2B5EF4-FFF2-40B4-BE49-F238E27FC236}">
                      <a16:creationId xmlns:a16="http://schemas.microsoft.com/office/drawing/2014/main" id="{CB92AF1A-0E6B-4025-A58F-3627B75BAF72}"/>
                    </a:ext>
                  </a:extLst>
                </p14:cNvPr>
                <p14:cNvContentPartPr/>
                <p14:nvPr/>
              </p14:nvContentPartPr>
              <p14:xfrm>
                <a:off x="2425920" y="2120440"/>
                <a:ext cx="1800" cy="360"/>
              </p14:xfrm>
            </p:contentPart>
          </mc:Choice>
          <mc:Fallback xmlns="">
            <p:pic>
              <p:nvPicPr>
                <p:cNvPr id="16397" name="Ink 16396">
                  <a:extLst>
                    <a:ext uri="{FF2B5EF4-FFF2-40B4-BE49-F238E27FC236}">
                      <a16:creationId xmlns:a16="http://schemas.microsoft.com/office/drawing/2014/main" id="{CB92AF1A-0E6B-4025-A58F-3627B75BAF7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416920" y="2111440"/>
                  <a:ext cx="194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16398" name="Ink 16397">
                  <a:extLst>
                    <a:ext uri="{FF2B5EF4-FFF2-40B4-BE49-F238E27FC236}">
                      <a16:creationId xmlns:a16="http://schemas.microsoft.com/office/drawing/2014/main" id="{A7F6ACB1-E58E-42E0-9F1A-2B443BC99DB0}"/>
                    </a:ext>
                  </a:extLst>
                </p14:cNvPr>
                <p14:cNvContentPartPr/>
                <p14:nvPr/>
              </p14:nvContentPartPr>
              <p14:xfrm>
                <a:off x="2371560" y="1936120"/>
                <a:ext cx="285840" cy="547200"/>
              </p14:xfrm>
            </p:contentPart>
          </mc:Choice>
          <mc:Fallback xmlns="">
            <p:pic>
              <p:nvPicPr>
                <p:cNvPr id="16398" name="Ink 16397">
                  <a:extLst>
                    <a:ext uri="{FF2B5EF4-FFF2-40B4-BE49-F238E27FC236}">
                      <a16:creationId xmlns:a16="http://schemas.microsoft.com/office/drawing/2014/main" id="{A7F6ACB1-E58E-42E0-9F1A-2B443BC99DB0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362920" y="1927480"/>
                  <a:ext cx="303480" cy="56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16401" name="Ink 16400">
                  <a:extLst>
                    <a:ext uri="{FF2B5EF4-FFF2-40B4-BE49-F238E27FC236}">
                      <a16:creationId xmlns:a16="http://schemas.microsoft.com/office/drawing/2014/main" id="{6E6E70D0-4CDC-4524-9225-0C06EB4D3229}"/>
                    </a:ext>
                  </a:extLst>
                </p14:cNvPr>
                <p14:cNvContentPartPr/>
                <p14:nvPr/>
              </p14:nvContentPartPr>
              <p14:xfrm>
                <a:off x="3231600" y="3062920"/>
                <a:ext cx="1186560" cy="1636200"/>
              </p14:xfrm>
            </p:contentPart>
          </mc:Choice>
          <mc:Fallback xmlns="">
            <p:pic>
              <p:nvPicPr>
                <p:cNvPr id="16401" name="Ink 16400">
                  <a:extLst>
                    <a:ext uri="{FF2B5EF4-FFF2-40B4-BE49-F238E27FC236}">
                      <a16:creationId xmlns:a16="http://schemas.microsoft.com/office/drawing/2014/main" id="{6E6E70D0-4CDC-4524-9225-0C06EB4D3229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222600" y="3053920"/>
                  <a:ext cx="1204200" cy="165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16402" name="Ink 16401">
                  <a:extLst>
                    <a:ext uri="{FF2B5EF4-FFF2-40B4-BE49-F238E27FC236}">
                      <a16:creationId xmlns:a16="http://schemas.microsoft.com/office/drawing/2014/main" id="{2D6C1E00-6B21-4832-A7D1-EA4139825BE3}"/>
                    </a:ext>
                  </a:extLst>
                </p14:cNvPr>
                <p14:cNvContentPartPr/>
                <p14:nvPr/>
              </p14:nvContentPartPr>
              <p14:xfrm>
                <a:off x="4064640" y="2983000"/>
                <a:ext cx="315000" cy="163440"/>
              </p14:xfrm>
            </p:contentPart>
          </mc:Choice>
          <mc:Fallback xmlns="">
            <p:pic>
              <p:nvPicPr>
                <p:cNvPr id="16402" name="Ink 16401">
                  <a:extLst>
                    <a:ext uri="{FF2B5EF4-FFF2-40B4-BE49-F238E27FC236}">
                      <a16:creationId xmlns:a16="http://schemas.microsoft.com/office/drawing/2014/main" id="{2D6C1E00-6B21-4832-A7D1-EA4139825BE3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055640" y="2974000"/>
                  <a:ext cx="3326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16405" name="Ink 16404">
                  <a:extLst>
                    <a:ext uri="{FF2B5EF4-FFF2-40B4-BE49-F238E27FC236}">
                      <a16:creationId xmlns:a16="http://schemas.microsoft.com/office/drawing/2014/main" id="{AC48BF4D-C78E-467B-8464-FB1C187B697B}"/>
                    </a:ext>
                  </a:extLst>
                </p14:cNvPr>
                <p14:cNvContentPartPr/>
                <p14:nvPr/>
              </p14:nvContentPartPr>
              <p14:xfrm>
                <a:off x="6317880" y="1937920"/>
                <a:ext cx="2778840" cy="247680"/>
              </p14:xfrm>
            </p:contentPart>
          </mc:Choice>
          <mc:Fallback xmlns="">
            <p:pic>
              <p:nvPicPr>
                <p:cNvPr id="16405" name="Ink 16404">
                  <a:extLst>
                    <a:ext uri="{FF2B5EF4-FFF2-40B4-BE49-F238E27FC236}">
                      <a16:creationId xmlns:a16="http://schemas.microsoft.com/office/drawing/2014/main" id="{AC48BF4D-C78E-467B-8464-FB1C187B697B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308880" y="1928920"/>
                  <a:ext cx="279648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16406" name="Ink 16405">
                  <a:extLst>
                    <a:ext uri="{FF2B5EF4-FFF2-40B4-BE49-F238E27FC236}">
                      <a16:creationId xmlns:a16="http://schemas.microsoft.com/office/drawing/2014/main" id="{210316A5-AE69-42F1-8FD7-B7A8E74EB0BA}"/>
                    </a:ext>
                  </a:extLst>
                </p14:cNvPr>
                <p14:cNvContentPartPr/>
                <p14:nvPr/>
              </p14:nvContentPartPr>
              <p14:xfrm>
                <a:off x="7886040" y="1915960"/>
                <a:ext cx="91440" cy="346680"/>
              </p14:xfrm>
            </p:contentPart>
          </mc:Choice>
          <mc:Fallback xmlns="">
            <p:pic>
              <p:nvPicPr>
                <p:cNvPr id="16406" name="Ink 16405">
                  <a:extLst>
                    <a:ext uri="{FF2B5EF4-FFF2-40B4-BE49-F238E27FC236}">
                      <a16:creationId xmlns:a16="http://schemas.microsoft.com/office/drawing/2014/main" id="{210316A5-AE69-42F1-8FD7-B7A8E74EB0B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877400" y="1906960"/>
                  <a:ext cx="10908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16408" name="Ink 16407">
                  <a:extLst>
                    <a:ext uri="{FF2B5EF4-FFF2-40B4-BE49-F238E27FC236}">
                      <a16:creationId xmlns:a16="http://schemas.microsoft.com/office/drawing/2014/main" id="{D7C130B2-17F0-41BF-8A68-3E26B25FDFCE}"/>
                    </a:ext>
                  </a:extLst>
                </p14:cNvPr>
                <p14:cNvContentPartPr/>
                <p14:nvPr/>
              </p14:nvContentPartPr>
              <p14:xfrm>
                <a:off x="7860480" y="1615720"/>
                <a:ext cx="201960" cy="504000"/>
              </p14:xfrm>
            </p:contentPart>
          </mc:Choice>
          <mc:Fallback xmlns="">
            <p:pic>
              <p:nvPicPr>
                <p:cNvPr id="16408" name="Ink 16407">
                  <a:extLst>
                    <a:ext uri="{FF2B5EF4-FFF2-40B4-BE49-F238E27FC236}">
                      <a16:creationId xmlns:a16="http://schemas.microsoft.com/office/drawing/2014/main" id="{D7C130B2-17F0-41BF-8A68-3E26B25FDFCE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851480" y="1606720"/>
                  <a:ext cx="219600" cy="52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16409" name="Ink 16408">
                  <a:extLst>
                    <a:ext uri="{FF2B5EF4-FFF2-40B4-BE49-F238E27FC236}">
                      <a16:creationId xmlns:a16="http://schemas.microsoft.com/office/drawing/2014/main" id="{048C092F-5F68-4BBC-8414-A24C95E538B8}"/>
                    </a:ext>
                  </a:extLst>
                </p14:cNvPr>
                <p14:cNvContentPartPr/>
                <p14:nvPr/>
              </p14:nvContentPartPr>
              <p14:xfrm>
                <a:off x="6056160" y="1852240"/>
                <a:ext cx="2955600" cy="76680"/>
              </p14:xfrm>
            </p:contentPart>
          </mc:Choice>
          <mc:Fallback xmlns="">
            <p:pic>
              <p:nvPicPr>
                <p:cNvPr id="16409" name="Ink 16408">
                  <a:extLst>
                    <a:ext uri="{FF2B5EF4-FFF2-40B4-BE49-F238E27FC236}">
                      <a16:creationId xmlns:a16="http://schemas.microsoft.com/office/drawing/2014/main" id="{048C092F-5F68-4BBC-8414-A24C95E538B8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6047160" y="1843600"/>
                  <a:ext cx="297324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16410" name="Ink 16409">
                  <a:extLst>
                    <a:ext uri="{FF2B5EF4-FFF2-40B4-BE49-F238E27FC236}">
                      <a16:creationId xmlns:a16="http://schemas.microsoft.com/office/drawing/2014/main" id="{963C7CFC-0400-46C0-B26B-0F5B44D5A318}"/>
                    </a:ext>
                  </a:extLst>
                </p14:cNvPr>
                <p14:cNvContentPartPr/>
                <p14:nvPr/>
              </p14:nvContentPartPr>
              <p14:xfrm>
                <a:off x="6446400" y="1806880"/>
                <a:ext cx="2402280" cy="1083960"/>
              </p14:xfrm>
            </p:contentPart>
          </mc:Choice>
          <mc:Fallback xmlns="">
            <p:pic>
              <p:nvPicPr>
                <p:cNvPr id="16410" name="Ink 16409">
                  <a:extLst>
                    <a:ext uri="{FF2B5EF4-FFF2-40B4-BE49-F238E27FC236}">
                      <a16:creationId xmlns:a16="http://schemas.microsoft.com/office/drawing/2014/main" id="{963C7CFC-0400-46C0-B26B-0F5B44D5A318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437400" y="1798240"/>
                  <a:ext cx="2419920" cy="11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16412" name="Ink 16411">
                  <a:extLst>
                    <a:ext uri="{FF2B5EF4-FFF2-40B4-BE49-F238E27FC236}">
                      <a16:creationId xmlns:a16="http://schemas.microsoft.com/office/drawing/2014/main" id="{D2D26786-EDAA-4DD8-A559-C70226C88E0F}"/>
                    </a:ext>
                  </a:extLst>
                </p14:cNvPr>
                <p14:cNvContentPartPr/>
                <p14:nvPr/>
              </p14:nvContentPartPr>
              <p14:xfrm>
                <a:off x="6521280" y="2544880"/>
                <a:ext cx="1983600" cy="77040"/>
              </p14:xfrm>
            </p:contentPart>
          </mc:Choice>
          <mc:Fallback xmlns="">
            <p:pic>
              <p:nvPicPr>
                <p:cNvPr id="16412" name="Ink 16411">
                  <a:extLst>
                    <a:ext uri="{FF2B5EF4-FFF2-40B4-BE49-F238E27FC236}">
                      <a16:creationId xmlns:a16="http://schemas.microsoft.com/office/drawing/2014/main" id="{D2D26786-EDAA-4DD8-A559-C70226C88E0F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6512280" y="2536240"/>
                  <a:ext cx="200124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16413" name="Ink 16412">
                  <a:extLst>
                    <a:ext uri="{FF2B5EF4-FFF2-40B4-BE49-F238E27FC236}">
                      <a16:creationId xmlns:a16="http://schemas.microsoft.com/office/drawing/2014/main" id="{9DDD5D3A-38AE-4AE5-B620-01A9D74A29FB}"/>
                    </a:ext>
                  </a:extLst>
                </p14:cNvPr>
                <p14:cNvContentPartPr/>
                <p14:nvPr/>
              </p14:nvContentPartPr>
              <p14:xfrm>
                <a:off x="7460160" y="2620480"/>
                <a:ext cx="47160" cy="163080"/>
              </p14:xfrm>
            </p:contentPart>
          </mc:Choice>
          <mc:Fallback xmlns="">
            <p:pic>
              <p:nvPicPr>
                <p:cNvPr id="16413" name="Ink 16412">
                  <a:extLst>
                    <a:ext uri="{FF2B5EF4-FFF2-40B4-BE49-F238E27FC236}">
                      <a16:creationId xmlns:a16="http://schemas.microsoft.com/office/drawing/2014/main" id="{9DDD5D3A-38AE-4AE5-B620-01A9D74A29FB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451520" y="2611480"/>
                  <a:ext cx="6480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16415" name="Ink 16414">
                  <a:extLst>
                    <a:ext uri="{FF2B5EF4-FFF2-40B4-BE49-F238E27FC236}">
                      <a16:creationId xmlns:a16="http://schemas.microsoft.com/office/drawing/2014/main" id="{026AC6D6-CE66-402F-8E14-D6072EE454F6}"/>
                    </a:ext>
                  </a:extLst>
                </p14:cNvPr>
                <p14:cNvContentPartPr/>
                <p14:nvPr/>
              </p14:nvContentPartPr>
              <p14:xfrm>
                <a:off x="8405880" y="2571880"/>
                <a:ext cx="80280" cy="127800"/>
              </p14:xfrm>
            </p:contentPart>
          </mc:Choice>
          <mc:Fallback xmlns="">
            <p:pic>
              <p:nvPicPr>
                <p:cNvPr id="16415" name="Ink 16414">
                  <a:extLst>
                    <a:ext uri="{FF2B5EF4-FFF2-40B4-BE49-F238E27FC236}">
                      <a16:creationId xmlns:a16="http://schemas.microsoft.com/office/drawing/2014/main" id="{026AC6D6-CE66-402F-8E14-D6072EE454F6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396880" y="2563240"/>
                  <a:ext cx="9792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16417" name="Ink 16416">
                  <a:extLst>
                    <a:ext uri="{FF2B5EF4-FFF2-40B4-BE49-F238E27FC236}">
                      <a16:creationId xmlns:a16="http://schemas.microsoft.com/office/drawing/2014/main" id="{4417F45C-8ED6-42D3-A004-ABF4AD0811EC}"/>
                    </a:ext>
                  </a:extLst>
                </p14:cNvPr>
                <p14:cNvContentPartPr/>
                <p14:nvPr/>
              </p14:nvContentPartPr>
              <p14:xfrm>
                <a:off x="6279360" y="3013960"/>
                <a:ext cx="2759400" cy="96480"/>
              </p14:xfrm>
            </p:contentPart>
          </mc:Choice>
          <mc:Fallback xmlns="">
            <p:pic>
              <p:nvPicPr>
                <p:cNvPr id="16417" name="Ink 16416">
                  <a:extLst>
                    <a:ext uri="{FF2B5EF4-FFF2-40B4-BE49-F238E27FC236}">
                      <a16:creationId xmlns:a16="http://schemas.microsoft.com/office/drawing/2014/main" id="{4417F45C-8ED6-42D3-A004-ABF4AD0811EC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270720" y="3004960"/>
                  <a:ext cx="277704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16418" name="Ink 16417">
                  <a:extLst>
                    <a:ext uri="{FF2B5EF4-FFF2-40B4-BE49-F238E27FC236}">
                      <a16:creationId xmlns:a16="http://schemas.microsoft.com/office/drawing/2014/main" id="{C46695DC-7100-43C5-B6DA-BA28E83443E5}"/>
                    </a:ext>
                  </a:extLst>
                </p14:cNvPr>
                <p14:cNvContentPartPr/>
                <p14:nvPr/>
              </p14:nvContentPartPr>
              <p14:xfrm>
                <a:off x="7149480" y="3199000"/>
                <a:ext cx="11880" cy="20160"/>
              </p14:xfrm>
            </p:contentPart>
          </mc:Choice>
          <mc:Fallback xmlns="">
            <p:pic>
              <p:nvPicPr>
                <p:cNvPr id="16418" name="Ink 16417">
                  <a:extLst>
                    <a:ext uri="{FF2B5EF4-FFF2-40B4-BE49-F238E27FC236}">
                      <a16:creationId xmlns:a16="http://schemas.microsoft.com/office/drawing/2014/main" id="{C46695DC-7100-43C5-B6DA-BA28E83443E5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140840" y="3190360"/>
                  <a:ext cx="295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16420" name="Ink 16419">
                  <a:extLst>
                    <a:ext uri="{FF2B5EF4-FFF2-40B4-BE49-F238E27FC236}">
                      <a16:creationId xmlns:a16="http://schemas.microsoft.com/office/drawing/2014/main" id="{04A72BDA-C411-4432-A538-AB87B78E18EC}"/>
                    </a:ext>
                  </a:extLst>
                </p14:cNvPr>
                <p14:cNvContentPartPr/>
                <p14:nvPr/>
              </p14:nvContentPartPr>
              <p14:xfrm>
                <a:off x="7100880" y="3269560"/>
                <a:ext cx="52920" cy="23400"/>
              </p14:xfrm>
            </p:contentPart>
          </mc:Choice>
          <mc:Fallback xmlns="">
            <p:pic>
              <p:nvPicPr>
                <p:cNvPr id="16420" name="Ink 16419">
                  <a:extLst>
                    <a:ext uri="{FF2B5EF4-FFF2-40B4-BE49-F238E27FC236}">
                      <a16:creationId xmlns:a16="http://schemas.microsoft.com/office/drawing/2014/main" id="{04A72BDA-C411-4432-A538-AB87B78E18EC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091880" y="3260560"/>
                  <a:ext cx="7056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16421" name="Ink 16420">
                  <a:extLst>
                    <a:ext uri="{FF2B5EF4-FFF2-40B4-BE49-F238E27FC236}">
                      <a16:creationId xmlns:a16="http://schemas.microsoft.com/office/drawing/2014/main" id="{546A91D6-0AA8-4E2D-BDCE-75412A101DA0}"/>
                    </a:ext>
                  </a:extLst>
                </p14:cNvPr>
                <p14:cNvContentPartPr/>
                <p14:nvPr/>
              </p14:nvContentPartPr>
              <p14:xfrm>
                <a:off x="6837720" y="3301960"/>
                <a:ext cx="99000" cy="225000"/>
              </p14:xfrm>
            </p:contentPart>
          </mc:Choice>
          <mc:Fallback xmlns="">
            <p:pic>
              <p:nvPicPr>
                <p:cNvPr id="16421" name="Ink 16420">
                  <a:extLst>
                    <a:ext uri="{FF2B5EF4-FFF2-40B4-BE49-F238E27FC236}">
                      <a16:creationId xmlns:a16="http://schemas.microsoft.com/office/drawing/2014/main" id="{546A91D6-0AA8-4E2D-BDCE-75412A101DA0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828720" y="3292960"/>
                  <a:ext cx="11664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16423" name="Ink 16422">
                  <a:extLst>
                    <a:ext uri="{FF2B5EF4-FFF2-40B4-BE49-F238E27FC236}">
                      <a16:creationId xmlns:a16="http://schemas.microsoft.com/office/drawing/2014/main" id="{76DB34CD-4675-49E7-81F8-D88A8CF60C0A}"/>
                    </a:ext>
                  </a:extLst>
                </p14:cNvPr>
                <p14:cNvContentPartPr/>
                <p14:nvPr/>
              </p14:nvContentPartPr>
              <p14:xfrm>
                <a:off x="7588680" y="3360640"/>
                <a:ext cx="143640" cy="128520"/>
              </p14:xfrm>
            </p:contentPart>
          </mc:Choice>
          <mc:Fallback xmlns="">
            <p:pic>
              <p:nvPicPr>
                <p:cNvPr id="16423" name="Ink 16422">
                  <a:extLst>
                    <a:ext uri="{FF2B5EF4-FFF2-40B4-BE49-F238E27FC236}">
                      <a16:creationId xmlns:a16="http://schemas.microsoft.com/office/drawing/2014/main" id="{76DB34CD-4675-49E7-81F8-D88A8CF60C0A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580040" y="3352000"/>
                  <a:ext cx="16128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16424" name="Ink 16423">
                  <a:extLst>
                    <a:ext uri="{FF2B5EF4-FFF2-40B4-BE49-F238E27FC236}">
                      <a16:creationId xmlns:a16="http://schemas.microsoft.com/office/drawing/2014/main" id="{16C9DEFD-86D5-419D-B29E-C8EACDC28E03}"/>
                    </a:ext>
                  </a:extLst>
                </p14:cNvPr>
                <p14:cNvContentPartPr/>
                <p14:nvPr/>
              </p14:nvContentPartPr>
              <p14:xfrm>
                <a:off x="8640600" y="3219880"/>
                <a:ext cx="249480" cy="199080"/>
              </p14:xfrm>
            </p:contentPart>
          </mc:Choice>
          <mc:Fallback xmlns="">
            <p:pic>
              <p:nvPicPr>
                <p:cNvPr id="16424" name="Ink 16423">
                  <a:extLst>
                    <a:ext uri="{FF2B5EF4-FFF2-40B4-BE49-F238E27FC236}">
                      <a16:creationId xmlns:a16="http://schemas.microsoft.com/office/drawing/2014/main" id="{16C9DEFD-86D5-419D-B29E-C8EACDC28E03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631960" y="3210880"/>
                  <a:ext cx="26712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16425" name="Ink 16424">
                  <a:extLst>
                    <a:ext uri="{FF2B5EF4-FFF2-40B4-BE49-F238E27FC236}">
                      <a16:creationId xmlns:a16="http://schemas.microsoft.com/office/drawing/2014/main" id="{7E0F2989-E0A3-4206-83B5-1FFBD7FAEB0D}"/>
                    </a:ext>
                  </a:extLst>
                </p14:cNvPr>
                <p14:cNvContentPartPr/>
                <p14:nvPr/>
              </p14:nvContentPartPr>
              <p14:xfrm>
                <a:off x="8502000" y="3150400"/>
                <a:ext cx="604080" cy="374760"/>
              </p14:xfrm>
            </p:contentPart>
          </mc:Choice>
          <mc:Fallback xmlns="">
            <p:pic>
              <p:nvPicPr>
                <p:cNvPr id="16425" name="Ink 16424">
                  <a:extLst>
                    <a:ext uri="{FF2B5EF4-FFF2-40B4-BE49-F238E27FC236}">
                      <a16:creationId xmlns:a16="http://schemas.microsoft.com/office/drawing/2014/main" id="{7E0F2989-E0A3-4206-83B5-1FFBD7FAEB0D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493360" y="3141760"/>
                  <a:ext cx="62172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16426" name="Ink 16425">
                  <a:extLst>
                    <a:ext uri="{FF2B5EF4-FFF2-40B4-BE49-F238E27FC236}">
                      <a16:creationId xmlns:a16="http://schemas.microsoft.com/office/drawing/2014/main" id="{647F666E-928B-4FB1-81B5-E3F4772DA7E1}"/>
                    </a:ext>
                  </a:extLst>
                </p14:cNvPr>
                <p14:cNvContentPartPr/>
                <p14:nvPr/>
              </p14:nvContentPartPr>
              <p14:xfrm>
                <a:off x="7493280" y="3305920"/>
                <a:ext cx="488520" cy="297000"/>
              </p14:xfrm>
            </p:contentPart>
          </mc:Choice>
          <mc:Fallback xmlns="">
            <p:pic>
              <p:nvPicPr>
                <p:cNvPr id="16426" name="Ink 16425">
                  <a:extLst>
                    <a:ext uri="{FF2B5EF4-FFF2-40B4-BE49-F238E27FC236}">
                      <a16:creationId xmlns:a16="http://schemas.microsoft.com/office/drawing/2014/main" id="{647F666E-928B-4FB1-81B5-E3F4772DA7E1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484640" y="3296920"/>
                  <a:ext cx="50616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16427" name="Ink 16426">
                  <a:extLst>
                    <a:ext uri="{FF2B5EF4-FFF2-40B4-BE49-F238E27FC236}">
                      <a16:creationId xmlns:a16="http://schemas.microsoft.com/office/drawing/2014/main" id="{01866860-346E-4307-B382-FAF6574AF2A1}"/>
                    </a:ext>
                  </a:extLst>
                </p14:cNvPr>
                <p14:cNvContentPartPr/>
                <p14:nvPr/>
              </p14:nvContentPartPr>
              <p14:xfrm>
                <a:off x="6659520" y="3257320"/>
                <a:ext cx="560520" cy="358200"/>
              </p14:xfrm>
            </p:contentPart>
          </mc:Choice>
          <mc:Fallback xmlns="">
            <p:pic>
              <p:nvPicPr>
                <p:cNvPr id="16427" name="Ink 16426">
                  <a:extLst>
                    <a:ext uri="{FF2B5EF4-FFF2-40B4-BE49-F238E27FC236}">
                      <a16:creationId xmlns:a16="http://schemas.microsoft.com/office/drawing/2014/main" id="{01866860-346E-4307-B382-FAF6574AF2A1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650520" y="3248680"/>
                  <a:ext cx="578160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2EC9BBB-6FF2-4E46-A4DC-CFDE561E5C6C}"/>
                    </a:ext>
                  </a:extLst>
                </p14:cNvPr>
                <p14:cNvContentPartPr/>
                <p14:nvPr/>
              </p14:nvContentPartPr>
              <p14:xfrm>
                <a:off x="6899280" y="4528840"/>
                <a:ext cx="10800" cy="79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2EC9BBB-6FF2-4E46-A4DC-CFDE561E5C6C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890280" y="4520200"/>
                  <a:ext cx="284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D2DD685-8C3B-4C0B-8AB2-8AA24465C8DB}"/>
                    </a:ext>
                  </a:extLst>
                </p14:cNvPr>
                <p14:cNvContentPartPr/>
                <p14:nvPr/>
              </p14:nvContentPartPr>
              <p14:xfrm>
                <a:off x="6882360" y="4559440"/>
                <a:ext cx="85320" cy="212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D2DD685-8C3B-4C0B-8AB2-8AA24465C8DB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873720" y="4550800"/>
                  <a:ext cx="1029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837FC56-7FD1-4195-8EDF-667BF2CC3C34}"/>
                    </a:ext>
                  </a:extLst>
                </p14:cNvPr>
                <p14:cNvContentPartPr/>
                <p14:nvPr/>
              </p14:nvContentPartPr>
              <p14:xfrm>
                <a:off x="7339920" y="4532800"/>
                <a:ext cx="113040" cy="662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837FC56-7FD1-4195-8EDF-667BF2CC3C34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7330920" y="4524160"/>
                  <a:ext cx="13068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0B7DFD2-B07A-499B-B850-905601C73F3F}"/>
                    </a:ext>
                  </a:extLst>
                </p14:cNvPr>
                <p14:cNvContentPartPr/>
                <p14:nvPr/>
              </p14:nvContentPartPr>
              <p14:xfrm>
                <a:off x="7755360" y="4546840"/>
                <a:ext cx="97920" cy="176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0B7DFD2-B07A-499B-B850-905601C73F3F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7746360" y="4537840"/>
                  <a:ext cx="11556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16430" name="Ink 16429">
                  <a:extLst>
                    <a:ext uri="{FF2B5EF4-FFF2-40B4-BE49-F238E27FC236}">
                      <a16:creationId xmlns:a16="http://schemas.microsoft.com/office/drawing/2014/main" id="{21F8DA2C-7BD4-4344-BADA-195A70EEE6AA}"/>
                    </a:ext>
                  </a:extLst>
                </p14:cNvPr>
                <p14:cNvContentPartPr/>
                <p14:nvPr/>
              </p14:nvContentPartPr>
              <p14:xfrm>
                <a:off x="6690120" y="4382320"/>
                <a:ext cx="464040" cy="286200"/>
              </p14:xfrm>
            </p:contentPart>
          </mc:Choice>
          <mc:Fallback xmlns="">
            <p:pic>
              <p:nvPicPr>
                <p:cNvPr id="16430" name="Ink 16429">
                  <a:extLst>
                    <a:ext uri="{FF2B5EF4-FFF2-40B4-BE49-F238E27FC236}">
                      <a16:creationId xmlns:a16="http://schemas.microsoft.com/office/drawing/2014/main" id="{21F8DA2C-7BD4-4344-BADA-195A70EEE6AA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6681120" y="4373680"/>
                  <a:ext cx="48168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16431" name="Ink 16430">
                  <a:extLst>
                    <a:ext uri="{FF2B5EF4-FFF2-40B4-BE49-F238E27FC236}">
                      <a16:creationId xmlns:a16="http://schemas.microsoft.com/office/drawing/2014/main" id="{450C8892-1B32-4D69-9F19-FAC6F692540D}"/>
                    </a:ext>
                  </a:extLst>
                </p14:cNvPr>
                <p14:cNvContentPartPr/>
                <p14:nvPr/>
              </p14:nvContentPartPr>
              <p14:xfrm>
                <a:off x="7179720" y="4384840"/>
                <a:ext cx="448200" cy="317160"/>
              </p14:xfrm>
            </p:contentPart>
          </mc:Choice>
          <mc:Fallback xmlns="">
            <p:pic>
              <p:nvPicPr>
                <p:cNvPr id="16431" name="Ink 16430">
                  <a:extLst>
                    <a:ext uri="{FF2B5EF4-FFF2-40B4-BE49-F238E27FC236}">
                      <a16:creationId xmlns:a16="http://schemas.microsoft.com/office/drawing/2014/main" id="{450C8892-1B32-4D69-9F19-FAC6F692540D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171080" y="4375840"/>
                  <a:ext cx="46584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16432" name="Ink 16431">
                  <a:extLst>
                    <a:ext uri="{FF2B5EF4-FFF2-40B4-BE49-F238E27FC236}">
                      <a16:creationId xmlns:a16="http://schemas.microsoft.com/office/drawing/2014/main" id="{D2291E0C-CA14-4E88-95F6-11DE5B113AAE}"/>
                    </a:ext>
                  </a:extLst>
                </p14:cNvPr>
                <p14:cNvContentPartPr/>
                <p14:nvPr/>
              </p14:nvContentPartPr>
              <p14:xfrm>
                <a:off x="7620000" y="4338400"/>
                <a:ext cx="389520" cy="333360"/>
              </p14:xfrm>
            </p:contentPart>
          </mc:Choice>
          <mc:Fallback xmlns="">
            <p:pic>
              <p:nvPicPr>
                <p:cNvPr id="16432" name="Ink 16431">
                  <a:extLst>
                    <a:ext uri="{FF2B5EF4-FFF2-40B4-BE49-F238E27FC236}">
                      <a16:creationId xmlns:a16="http://schemas.microsoft.com/office/drawing/2014/main" id="{D2291E0C-CA14-4E88-95F6-11DE5B113AAE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611360" y="4329760"/>
                  <a:ext cx="40716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16433" name="Ink 16432">
                  <a:extLst>
                    <a:ext uri="{FF2B5EF4-FFF2-40B4-BE49-F238E27FC236}">
                      <a16:creationId xmlns:a16="http://schemas.microsoft.com/office/drawing/2014/main" id="{AC1BD521-F91F-41F6-AC74-4C784E753CED}"/>
                    </a:ext>
                  </a:extLst>
                </p14:cNvPr>
                <p14:cNvContentPartPr/>
                <p14:nvPr/>
              </p14:nvContentPartPr>
              <p14:xfrm>
                <a:off x="8059200" y="4287640"/>
                <a:ext cx="381600" cy="399240"/>
              </p14:xfrm>
            </p:contentPart>
          </mc:Choice>
          <mc:Fallback xmlns="">
            <p:pic>
              <p:nvPicPr>
                <p:cNvPr id="16433" name="Ink 16432">
                  <a:extLst>
                    <a:ext uri="{FF2B5EF4-FFF2-40B4-BE49-F238E27FC236}">
                      <a16:creationId xmlns:a16="http://schemas.microsoft.com/office/drawing/2014/main" id="{AC1BD521-F91F-41F6-AC74-4C784E753CED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050200" y="4278640"/>
                  <a:ext cx="399240" cy="41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16434" name="Ink 16433">
                  <a:extLst>
                    <a:ext uri="{FF2B5EF4-FFF2-40B4-BE49-F238E27FC236}">
                      <a16:creationId xmlns:a16="http://schemas.microsoft.com/office/drawing/2014/main" id="{78EF5F7B-7A63-4193-8237-11D3EF3BCDAC}"/>
                    </a:ext>
                  </a:extLst>
                </p14:cNvPr>
                <p14:cNvContentPartPr/>
                <p14:nvPr/>
              </p14:nvContentPartPr>
              <p14:xfrm>
                <a:off x="8374920" y="4384120"/>
                <a:ext cx="533520" cy="358560"/>
              </p14:xfrm>
            </p:contentPart>
          </mc:Choice>
          <mc:Fallback xmlns="">
            <p:pic>
              <p:nvPicPr>
                <p:cNvPr id="16434" name="Ink 16433">
                  <a:extLst>
                    <a:ext uri="{FF2B5EF4-FFF2-40B4-BE49-F238E27FC236}">
                      <a16:creationId xmlns:a16="http://schemas.microsoft.com/office/drawing/2014/main" id="{78EF5F7B-7A63-4193-8237-11D3EF3BCDAC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366280" y="4375120"/>
                  <a:ext cx="55116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16436" name="Ink 16435">
                  <a:extLst>
                    <a:ext uri="{FF2B5EF4-FFF2-40B4-BE49-F238E27FC236}">
                      <a16:creationId xmlns:a16="http://schemas.microsoft.com/office/drawing/2014/main" id="{D3BE282F-B9DB-437E-809B-2161E6DB36D0}"/>
                    </a:ext>
                  </a:extLst>
                </p14:cNvPr>
                <p14:cNvContentPartPr/>
                <p14:nvPr/>
              </p14:nvContentPartPr>
              <p14:xfrm>
                <a:off x="2098680" y="955120"/>
                <a:ext cx="16920" cy="284400"/>
              </p14:xfrm>
            </p:contentPart>
          </mc:Choice>
          <mc:Fallback xmlns="">
            <p:pic>
              <p:nvPicPr>
                <p:cNvPr id="16436" name="Ink 16435">
                  <a:extLst>
                    <a:ext uri="{FF2B5EF4-FFF2-40B4-BE49-F238E27FC236}">
                      <a16:creationId xmlns:a16="http://schemas.microsoft.com/office/drawing/2014/main" id="{D3BE282F-B9DB-437E-809B-2161E6DB36D0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2089680" y="946120"/>
                  <a:ext cx="3456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16437" name="Ink 16436">
                  <a:extLst>
                    <a:ext uri="{FF2B5EF4-FFF2-40B4-BE49-F238E27FC236}">
                      <a16:creationId xmlns:a16="http://schemas.microsoft.com/office/drawing/2014/main" id="{5EB06740-8211-4E85-A7F4-CA3C52E9FF5D}"/>
                    </a:ext>
                  </a:extLst>
                </p14:cNvPr>
                <p14:cNvContentPartPr/>
                <p14:nvPr/>
              </p14:nvContentPartPr>
              <p14:xfrm>
                <a:off x="1934160" y="1008400"/>
                <a:ext cx="239400" cy="200880"/>
              </p14:xfrm>
            </p:contentPart>
          </mc:Choice>
          <mc:Fallback xmlns="">
            <p:pic>
              <p:nvPicPr>
                <p:cNvPr id="16437" name="Ink 16436">
                  <a:extLst>
                    <a:ext uri="{FF2B5EF4-FFF2-40B4-BE49-F238E27FC236}">
                      <a16:creationId xmlns:a16="http://schemas.microsoft.com/office/drawing/2014/main" id="{5EB06740-8211-4E85-A7F4-CA3C52E9FF5D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925520" y="999760"/>
                  <a:ext cx="25704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16438" name="Ink 16437">
                  <a:extLst>
                    <a:ext uri="{FF2B5EF4-FFF2-40B4-BE49-F238E27FC236}">
                      <a16:creationId xmlns:a16="http://schemas.microsoft.com/office/drawing/2014/main" id="{D9416A02-1E93-4117-827C-CC31DC630D89}"/>
                    </a:ext>
                  </a:extLst>
                </p14:cNvPr>
                <p14:cNvContentPartPr/>
                <p14:nvPr/>
              </p14:nvContentPartPr>
              <p14:xfrm>
                <a:off x="2227920" y="912280"/>
                <a:ext cx="253440" cy="261720"/>
              </p14:xfrm>
            </p:contentPart>
          </mc:Choice>
          <mc:Fallback xmlns="">
            <p:pic>
              <p:nvPicPr>
                <p:cNvPr id="16438" name="Ink 16437">
                  <a:extLst>
                    <a:ext uri="{FF2B5EF4-FFF2-40B4-BE49-F238E27FC236}">
                      <a16:creationId xmlns:a16="http://schemas.microsoft.com/office/drawing/2014/main" id="{D9416A02-1E93-4117-827C-CC31DC630D89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2219280" y="903280"/>
                  <a:ext cx="27108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16439" name="Ink 16438">
                  <a:extLst>
                    <a:ext uri="{FF2B5EF4-FFF2-40B4-BE49-F238E27FC236}">
                      <a16:creationId xmlns:a16="http://schemas.microsoft.com/office/drawing/2014/main" id="{8B215E36-71A2-46AF-8B72-6BED926CB41C}"/>
                    </a:ext>
                  </a:extLst>
                </p14:cNvPr>
                <p14:cNvContentPartPr/>
                <p14:nvPr/>
              </p14:nvContentPartPr>
              <p14:xfrm>
                <a:off x="2366880" y="960880"/>
                <a:ext cx="138960" cy="5040"/>
              </p14:xfrm>
            </p:contentPart>
          </mc:Choice>
          <mc:Fallback xmlns="">
            <p:pic>
              <p:nvPicPr>
                <p:cNvPr id="16439" name="Ink 16438">
                  <a:extLst>
                    <a:ext uri="{FF2B5EF4-FFF2-40B4-BE49-F238E27FC236}">
                      <a16:creationId xmlns:a16="http://schemas.microsoft.com/office/drawing/2014/main" id="{8B215E36-71A2-46AF-8B72-6BED926CB41C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2357880" y="951880"/>
                  <a:ext cx="15660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16440" name="Ink 16439">
                  <a:extLst>
                    <a:ext uri="{FF2B5EF4-FFF2-40B4-BE49-F238E27FC236}">
                      <a16:creationId xmlns:a16="http://schemas.microsoft.com/office/drawing/2014/main" id="{52FA8FB4-C0CA-4AC9-AE5F-820BBB8899DC}"/>
                    </a:ext>
                  </a:extLst>
                </p14:cNvPr>
                <p14:cNvContentPartPr/>
                <p14:nvPr/>
              </p14:nvContentPartPr>
              <p14:xfrm>
                <a:off x="2526360" y="1024240"/>
                <a:ext cx="229680" cy="131400"/>
              </p14:xfrm>
            </p:contentPart>
          </mc:Choice>
          <mc:Fallback xmlns="">
            <p:pic>
              <p:nvPicPr>
                <p:cNvPr id="16440" name="Ink 16439">
                  <a:extLst>
                    <a:ext uri="{FF2B5EF4-FFF2-40B4-BE49-F238E27FC236}">
                      <a16:creationId xmlns:a16="http://schemas.microsoft.com/office/drawing/2014/main" id="{52FA8FB4-C0CA-4AC9-AE5F-820BBB8899DC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2517360" y="1015600"/>
                  <a:ext cx="24732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16442" name="Ink 16441">
                  <a:extLst>
                    <a:ext uri="{FF2B5EF4-FFF2-40B4-BE49-F238E27FC236}">
                      <a16:creationId xmlns:a16="http://schemas.microsoft.com/office/drawing/2014/main" id="{1493F7BC-0B44-45EB-98A1-2D8BA8A2B74F}"/>
                    </a:ext>
                  </a:extLst>
                </p14:cNvPr>
                <p14:cNvContentPartPr/>
                <p14:nvPr/>
              </p14:nvContentPartPr>
              <p14:xfrm>
                <a:off x="2864760" y="1117840"/>
                <a:ext cx="136440" cy="150120"/>
              </p14:xfrm>
            </p:contentPart>
          </mc:Choice>
          <mc:Fallback xmlns="">
            <p:pic>
              <p:nvPicPr>
                <p:cNvPr id="16442" name="Ink 16441">
                  <a:extLst>
                    <a:ext uri="{FF2B5EF4-FFF2-40B4-BE49-F238E27FC236}">
                      <a16:creationId xmlns:a16="http://schemas.microsoft.com/office/drawing/2014/main" id="{1493F7BC-0B44-45EB-98A1-2D8BA8A2B74F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2855760" y="1109200"/>
                  <a:ext cx="15408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16443" name="Ink 16442">
                  <a:extLst>
                    <a:ext uri="{FF2B5EF4-FFF2-40B4-BE49-F238E27FC236}">
                      <a16:creationId xmlns:a16="http://schemas.microsoft.com/office/drawing/2014/main" id="{16876EE1-3EC3-4948-AEC4-6BD00261B52B}"/>
                    </a:ext>
                  </a:extLst>
                </p14:cNvPr>
                <p14:cNvContentPartPr/>
                <p14:nvPr/>
              </p14:nvContentPartPr>
              <p14:xfrm>
                <a:off x="3276960" y="900400"/>
                <a:ext cx="113400" cy="321480"/>
              </p14:xfrm>
            </p:contentPart>
          </mc:Choice>
          <mc:Fallback xmlns="">
            <p:pic>
              <p:nvPicPr>
                <p:cNvPr id="16443" name="Ink 16442">
                  <a:extLst>
                    <a:ext uri="{FF2B5EF4-FFF2-40B4-BE49-F238E27FC236}">
                      <a16:creationId xmlns:a16="http://schemas.microsoft.com/office/drawing/2014/main" id="{16876EE1-3EC3-4948-AEC4-6BD00261B52B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3268320" y="891760"/>
                  <a:ext cx="13104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16444" name="Ink 16443">
                  <a:extLst>
                    <a:ext uri="{FF2B5EF4-FFF2-40B4-BE49-F238E27FC236}">
                      <a16:creationId xmlns:a16="http://schemas.microsoft.com/office/drawing/2014/main" id="{9A2DCBC1-C659-4B64-8A28-79D364F601AB}"/>
                    </a:ext>
                  </a:extLst>
                </p14:cNvPr>
                <p14:cNvContentPartPr/>
                <p14:nvPr/>
              </p14:nvContentPartPr>
              <p14:xfrm>
                <a:off x="3421680" y="897160"/>
                <a:ext cx="153000" cy="184680"/>
              </p14:xfrm>
            </p:contentPart>
          </mc:Choice>
          <mc:Fallback xmlns="">
            <p:pic>
              <p:nvPicPr>
                <p:cNvPr id="16444" name="Ink 16443">
                  <a:extLst>
                    <a:ext uri="{FF2B5EF4-FFF2-40B4-BE49-F238E27FC236}">
                      <a16:creationId xmlns:a16="http://schemas.microsoft.com/office/drawing/2014/main" id="{9A2DCBC1-C659-4B64-8A28-79D364F601AB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3412680" y="888520"/>
                  <a:ext cx="17064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16445" name="Ink 16444">
                  <a:extLst>
                    <a:ext uri="{FF2B5EF4-FFF2-40B4-BE49-F238E27FC236}">
                      <a16:creationId xmlns:a16="http://schemas.microsoft.com/office/drawing/2014/main" id="{605992D5-FC68-4920-8298-892E2896A641}"/>
                    </a:ext>
                  </a:extLst>
                </p14:cNvPr>
                <p14:cNvContentPartPr/>
                <p14:nvPr/>
              </p14:nvContentPartPr>
              <p14:xfrm>
                <a:off x="3567840" y="911200"/>
                <a:ext cx="97200" cy="173880"/>
              </p14:xfrm>
            </p:contentPart>
          </mc:Choice>
          <mc:Fallback xmlns="">
            <p:pic>
              <p:nvPicPr>
                <p:cNvPr id="16445" name="Ink 16444">
                  <a:extLst>
                    <a:ext uri="{FF2B5EF4-FFF2-40B4-BE49-F238E27FC236}">
                      <a16:creationId xmlns:a16="http://schemas.microsoft.com/office/drawing/2014/main" id="{605992D5-FC68-4920-8298-892E2896A641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3559200" y="902200"/>
                  <a:ext cx="11484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16446" name="Ink 16445">
                  <a:extLst>
                    <a:ext uri="{FF2B5EF4-FFF2-40B4-BE49-F238E27FC236}">
                      <a16:creationId xmlns:a16="http://schemas.microsoft.com/office/drawing/2014/main" id="{D4EAEEE0-61CB-4C30-B3E1-44EF96ABDD69}"/>
                    </a:ext>
                  </a:extLst>
                </p14:cNvPr>
                <p14:cNvContentPartPr/>
                <p14:nvPr/>
              </p14:nvContentPartPr>
              <p14:xfrm>
                <a:off x="3747480" y="910120"/>
                <a:ext cx="344160" cy="235080"/>
              </p14:xfrm>
            </p:contentPart>
          </mc:Choice>
          <mc:Fallback xmlns="">
            <p:pic>
              <p:nvPicPr>
                <p:cNvPr id="16446" name="Ink 16445">
                  <a:extLst>
                    <a:ext uri="{FF2B5EF4-FFF2-40B4-BE49-F238E27FC236}">
                      <a16:creationId xmlns:a16="http://schemas.microsoft.com/office/drawing/2014/main" id="{D4EAEEE0-61CB-4C30-B3E1-44EF96ABDD69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3738840" y="901120"/>
                  <a:ext cx="36180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16447" name="Ink 16446">
                  <a:extLst>
                    <a:ext uri="{FF2B5EF4-FFF2-40B4-BE49-F238E27FC236}">
                      <a16:creationId xmlns:a16="http://schemas.microsoft.com/office/drawing/2014/main" id="{4336D0F9-1B23-477A-9916-7259E590D9B3}"/>
                    </a:ext>
                  </a:extLst>
                </p14:cNvPr>
                <p14:cNvContentPartPr/>
                <p14:nvPr/>
              </p14:nvContentPartPr>
              <p14:xfrm>
                <a:off x="4088760" y="832720"/>
                <a:ext cx="22320" cy="12960"/>
              </p14:xfrm>
            </p:contentPart>
          </mc:Choice>
          <mc:Fallback xmlns="">
            <p:pic>
              <p:nvPicPr>
                <p:cNvPr id="16447" name="Ink 16446">
                  <a:extLst>
                    <a:ext uri="{FF2B5EF4-FFF2-40B4-BE49-F238E27FC236}">
                      <a16:creationId xmlns:a16="http://schemas.microsoft.com/office/drawing/2014/main" id="{4336D0F9-1B23-477A-9916-7259E590D9B3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4080120" y="823720"/>
                  <a:ext cx="3996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16448" name="Ink 16447">
                  <a:extLst>
                    <a:ext uri="{FF2B5EF4-FFF2-40B4-BE49-F238E27FC236}">
                      <a16:creationId xmlns:a16="http://schemas.microsoft.com/office/drawing/2014/main" id="{7343EDB7-DF3E-4152-B0FD-CAE84E655303}"/>
                    </a:ext>
                  </a:extLst>
                </p14:cNvPr>
                <p14:cNvContentPartPr/>
                <p14:nvPr/>
              </p14:nvContentPartPr>
              <p14:xfrm>
                <a:off x="4285320" y="942160"/>
                <a:ext cx="332640" cy="180000"/>
              </p14:xfrm>
            </p:contentPart>
          </mc:Choice>
          <mc:Fallback xmlns="">
            <p:pic>
              <p:nvPicPr>
                <p:cNvPr id="16448" name="Ink 16447">
                  <a:extLst>
                    <a:ext uri="{FF2B5EF4-FFF2-40B4-BE49-F238E27FC236}">
                      <a16:creationId xmlns:a16="http://schemas.microsoft.com/office/drawing/2014/main" id="{7343EDB7-DF3E-4152-B0FD-CAE84E655303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4276320" y="933520"/>
                  <a:ext cx="35028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16450" name="Ink 16449">
                  <a:extLst>
                    <a:ext uri="{FF2B5EF4-FFF2-40B4-BE49-F238E27FC236}">
                      <a16:creationId xmlns:a16="http://schemas.microsoft.com/office/drawing/2014/main" id="{9137E174-542E-4767-A7A2-3E5C4A21BAC6}"/>
                    </a:ext>
                  </a:extLst>
                </p14:cNvPr>
                <p14:cNvContentPartPr/>
                <p14:nvPr/>
              </p14:nvContentPartPr>
              <p14:xfrm>
                <a:off x="4680600" y="890320"/>
                <a:ext cx="14400" cy="181800"/>
              </p14:xfrm>
            </p:contentPart>
          </mc:Choice>
          <mc:Fallback xmlns="">
            <p:pic>
              <p:nvPicPr>
                <p:cNvPr id="16450" name="Ink 16449">
                  <a:extLst>
                    <a:ext uri="{FF2B5EF4-FFF2-40B4-BE49-F238E27FC236}">
                      <a16:creationId xmlns:a16="http://schemas.microsoft.com/office/drawing/2014/main" id="{9137E174-542E-4767-A7A2-3E5C4A21BAC6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4671600" y="881680"/>
                  <a:ext cx="3204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16451" name="Ink 16450">
                  <a:extLst>
                    <a:ext uri="{FF2B5EF4-FFF2-40B4-BE49-F238E27FC236}">
                      <a16:creationId xmlns:a16="http://schemas.microsoft.com/office/drawing/2014/main" id="{F347F4D4-FD0A-4777-B0C2-49D2DE52C5CE}"/>
                    </a:ext>
                  </a:extLst>
                </p14:cNvPr>
                <p14:cNvContentPartPr/>
                <p14:nvPr/>
              </p14:nvContentPartPr>
              <p14:xfrm>
                <a:off x="4607160" y="718240"/>
                <a:ext cx="2880" cy="9720"/>
              </p14:xfrm>
            </p:contentPart>
          </mc:Choice>
          <mc:Fallback xmlns="">
            <p:pic>
              <p:nvPicPr>
                <p:cNvPr id="16451" name="Ink 16450">
                  <a:extLst>
                    <a:ext uri="{FF2B5EF4-FFF2-40B4-BE49-F238E27FC236}">
                      <a16:creationId xmlns:a16="http://schemas.microsoft.com/office/drawing/2014/main" id="{F347F4D4-FD0A-4777-B0C2-49D2DE52C5CE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4598520" y="709600"/>
                  <a:ext cx="205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16452" name="Ink 16451">
                  <a:extLst>
                    <a:ext uri="{FF2B5EF4-FFF2-40B4-BE49-F238E27FC236}">
                      <a16:creationId xmlns:a16="http://schemas.microsoft.com/office/drawing/2014/main" id="{47ABF574-F9A3-4FEE-B3AC-770461059079}"/>
                    </a:ext>
                  </a:extLst>
                </p14:cNvPr>
                <p14:cNvContentPartPr/>
                <p14:nvPr/>
              </p14:nvContentPartPr>
              <p14:xfrm>
                <a:off x="4751160" y="667480"/>
                <a:ext cx="104400" cy="338400"/>
              </p14:xfrm>
            </p:contentPart>
          </mc:Choice>
          <mc:Fallback xmlns="">
            <p:pic>
              <p:nvPicPr>
                <p:cNvPr id="16452" name="Ink 16451">
                  <a:extLst>
                    <a:ext uri="{FF2B5EF4-FFF2-40B4-BE49-F238E27FC236}">
                      <a16:creationId xmlns:a16="http://schemas.microsoft.com/office/drawing/2014/main" id="{47ABF574-F9A3-4FEE-B3AC-770461059079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4742160" y="658480"/>
                  <a:ext cx="12204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16453" name="Ink 16452">
                  <a:extLst>
                    <a:ext uri="{FF2B5EF4-FFF2-40B4-BE49-F238E27FC236}">
                      <a16:creationId xmlns:a16="http://schemas.microsoft.com/office/drawing/2014/main" id="{E6921405-720B-49F2-B03E-4EB7F3DB39CA}"/>
                    </a:ext>
                  </a:extLst>
                </p14:cNvPr>
                <p14:cNvContentPartPr/>
                <p14:nvPr/>
              </p14:nvContentPartPr>
              <p14:xfrm>
                <a:off x="4725240" y="830200"/>
                <a:ext cx="219960" cy="31680"/>
              </p14:xfrm>
            </p:contentPart>
          </mc:Choice>
          <mc:Fallback xmlns="">
            <p:pic>
              <p:nvPicPr>
                <p:cNvPr id="16453" name="Ink 16452">
                  <a:extLst>
                    <a:ext uri="{FF2B5EF4-FFF2-40B4-BE49-F238E27FC236}">
                      <a16:creationId xmlns:a16="http://schemas.microsoft.com/office/drawing/2014/main" id="{E6921405-720B-49F2-B03E-4EB7F3DB39CA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4716600" y="821560"/>
                  <a:ext cx="23760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16454" name="Ink 16453">
                  <a:extLst>
                    <a:ext uri="{FF2B5EF4-FFF2-40B4-BE49-F238E27FC236}">
                      <a16:creationId xmlns:a16="http://schemas.microsoft.com/office/drawing/2014/main" id="{897B2FCA-56D4-4355-9449-FF4F923039A3}"/>
                    </a:ext>
                  </a:extLst>
                </p14:cNvPr>
                <p14:cNvContentPartPr/>
                <p14:nvPr/>
              </p14:nvContentPartPr>
              <p14:xfrm>
                <a:off x="5006760" y="867280"/>
                <a:ext cx="215640" cy="574920"/>
              </p14:xfrm>
            </p:contentPart>
          </mc:Choice>
          <mc:Fallback xmlns="">
            <p:pic>
              <p:nvPicPr>
                <p:cNvPr id="16454" name="Ink 16453">
                  <a:extLst>
                    <a:ext uri="{FF2B5EF4-FFF2-40B4-BE49-F238E27FC236}">
                      <a16:creationId xmlns:a16="http://schemas.microsoft.com/office/drawing/2014/main" id="{897B2FCA-56D4-4355-9449-FF4F923039A3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4998120" y="858280"/>
                  <a:ext cx="233280" cy="59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16455" name="Ink 16454">
                  <a:extLst>
                    <a:ext uri="{FF2B5EF4-FFF2-40B4-BE49-F238E27FC236}">
                      <a16:creationId xmlns:a16="http://schemas.microsoft.com/office/drawing/2014/main" id="{4432CE7C-2EC0-4A9A-8087-239EBD3CD906}"/>
                    </a:ext>
                  </a:extLst>
                </p14:cNvPr>
                <p14:cNvContentPartPr/>
                <p14:nvPr/>
              </p14:nvContentPartPr>
              <p14:xfrm>
                <a:off x="5355600" y="882400"/>
                <a:ext cx="246600" cy="160200"/>
              </p14:xfrm>
            </p:contentPart>
          </mc:Choice>
          <mc:Fallback xmlns="">
            <p:pic>
              <p:nvPicPr>
                <p:cNvPr id="16455" name="Ink 16454">
                  <a:extLst>
                    <a:ext uri="{FF2B5EF4-FFF2-40B4-BE49-F238E27FC236}">
                      <a16:creationId xmlns:a16="http://schemas.microsoft.com/office/drawing/2014/main" id="{4432CE7C-2EC0-4A9A-8087-239EBD3CD906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5346600" y="873400"/>
                  <a:ext cx="26424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16456" name="Ink 16455">
                  <a:extLst>
                    <a:ext uri="{FF2B5EF4-FFF2-40B4-BE49-F238E27FC236}">
                      <a16:creationId xmlns:a16="http://schemas.microsoft.com/office/drawing/2014/main" id="{354FB01E-38D4-41D8-94CE-B20A3BE10B74}"/>
                    </a:ext>
                  </a:extLst>
                </p14:cNvPr>
                <p14:cNvContentPartPr/>
                <p14:nvPr/>
              </p14:nvContentPartPr>
              <p14:xfrm>
                <a:off x="5686440" y="677920"/>
                <a:ext cx="506160" cy="353520"/>
              </p14:xfrm>
            </p:contentPart>
          </mc:Choice>
          <mc:Fallback xmlns="">
            <p:pic>
              <p:nvPicPr>
                <p:cNvPr id="16456" name="Ink 16455">
                  <a:extLst>
                    <a:ext uri="{FF2B5EF4-FFF2-40B4-BE49-F238E27FC236}">
                      <a16:creationId xmlns:a16="http://schemas.microsoft.com/office/drawing/2014/main" id="{354FB01E-38D4-41D8-94CE-B20A3BE10B74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5677800" y="668920"/>
                  <a:ext cx="523800" cy="37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16457" name="Ink 16456">
                  <a:extLst>
                    <a:ext uri="{FF2B5EF4-FFF2-40B4-BE49-F238E27FC236}">
                      <a16:creationId xmlns:a16="http://schemas.microsoft.com/office/drawing/2014/main" id="{AE8DA1E3-0F7E-4B2E-8A6B-8D5B025F5471}"/>
                    </a:ext>
                  </a:extLst>
                </p14:cNvPr>
                <p14:cNvContentPartPr/>
                <p14:nvPr/>
              </p14:nvContentPartPr>
              <p14:xfrm>
                <a:off x="5843040" y="684760"/>
                <a:ext cx="169920" cy="20160"/>
              </p14:xfrm>
            </p:contentPart>
          </mc:Choice>
          <mc:Fallback xmlns="">
            <p:pic>
              <p:nvPicPr>
                <p:cNvPr id="16457" name="Ink 16456">
                  <a:extLst>
                    <a:ext uri="{FF2B5EF4-FFF2-40B4-BE49-F238E27FC236}">
                      <a16:creationId xmlns:a16="http://schemas.microsoft.com/office/drawing/2014/main" id="{AE8DA1E3-0F7E-4B2E-8A6B-8D5B025F5471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5834400" y="676120"/>
                  <a:ext cx="18756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16458" name="Ink 16457">
                  <a:extLst>
                    <a:ext uri="{FF2B5EF4-FFF2-40B4-BE49-F238E27FC236}">
                      <a16:creationId xmlns:a16="http://schemas.microsoft.com/office/drawing/2014/main" id="{365184FA-08CD-4530-B3FB-7A78ABAC6F0F}"/>
                    </a:ext>
                  </a:extLst>
                </p14:cNvPr>
                <p14:cNvContentPartPr/>
                <p14:nvPr/>
              </p14:nvContentPartPr>
              <p14:xfrm>
                <a:off x="6043200" y="781960"/>
                <a:ext cx="267120" cy="244080"/>
              </p14:xfrm>
            </p:contentPart>
          </mc:Choice>
          <mc:Fallback xmlns="">
            <p:pic>
              <p:nvPicPr>
                <p:cNvPr id="16458" name="Ink 16457">
                  <a:extLst>
                    <a:ext uri="{FF2B5EF4-FFF2-40B4-BE49-F238E27FC236}">
                      <a16:creationId xmlns:a16="http://schemas.microsoft.com/office/drawing/2014/main" id="{365184FA-08CD-4530-B3FB-7A78ABAC6F0F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6034560" y="772960"/>
                  <a:ext cx="28476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16459" name="Ink 16458">
                  <a:extLst>
                    <a:ext uri="{FF2B5EF4-FFF2-40B4-BE49-F238E27FC236}">
                      <a16:creationId xmlns:a16="http://schemas.microsoft.com/office/drawing/2014/main" id="{FF29BF88-386C-410E-A94A-156F1163FC8D}"/>
                    </a:ext>
                  </a:extLst>
                </p14:cNvPr>
                <p14:cNvContentPartPr/>
                <p14:nvPr/>
              </p14:nvContentPartPr>
              <p14:xfrm>
                <a:off x="6288360" y="846400"/>
                <a:ext cx="187560" cy="210240"/>
              </p14:xfrm>
            </p:contentPart>
          </mc:Choice>
          <mc:Fallback xmlns="">
            <p:pic>
              <p:nvPicPr>
                <p:cNvPr id="16459" name="Ink 16458">
                  <a:extLst>
                    <a:ext uri="{FF2B5EF4-FFF2-40B4-BE49-F238E27FC236}">
                      <a16:creationId xmlns:a16="http://schemas.microsoft.com/office/drawing/2014/main" id="{FF29BF88-386C-410E-A94A-156F1163FC8D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6279720" y="837760"/>
                  <a:ext cx="20520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16461" name="Ink 16460">
                  <a:extLst>
                    <a:ext uri="{FF2B5EF4-FFF2-40B4-BE49-F238E27FC236}">
                      <a16:creationId xmlns:a16="http://schemas.microsoft.com/office/drawing/2014/main" id="{C389B5E0-D3DA-4441-9E3A-3B2123539E1C}"/>
                    </a:ext>
                  </a:extLst>
                </p14:cNvPr>
                <p14:cNvContentPartPr/>
                <p14:nvPr/>
              </p14:nvContentPartPr>
              <p14:xfrm>
                <a:off x="6600120" y="1049800"/>
                <a:ext cx="86400" cy="133200"/>
              </p14:xfrm>
            </p:contentPart>
          </mc:Choice>
          <mc:Fallback xmlns="">
            <p:pic>
              <p:nvPicPr>
                <p:cNvPr id="16461" name="Ink 16460">
                  <a:extLst>
                    <a:ext uri="{FF2B5EF4-FFF2-40B4-BE49-F238E27FC236}">
                      <a16:creationId xmlns:a16="http://schemas.microsoft.com/office/drawing/2014/main" id="{C389B5E0-D3DA-4441-9E3A-3B2123539E1C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6591480" y="1040800"/>
                  <a:ext cx="10404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16462" name="Ink 16461">
                  <a:extLst>
                    <a:ext uri="{FF2B5EF4-FFF2-40B4-BE49-F238E27FC236}">
                      <a16:creationId xmlns:a16="http://schemas.microsoft.com/office/drawing/2014/main" id="{CCA3BA12-D9F5-4063-BC8E-2D39DCD36B8C}"/>
                    </a:ext>
                  </a:extLst>
                </p14:cNvPr>
                <p14:cNvContentPartPr/>
                <p14:nvPr/>
              </p14:nvContentPartPr>
              <p14:xfrm>
                <a:off x="6850680" y="858280"/>
                <a:ext cx="395280" cy="198720"/>
              </p14:xfrm>
            </p:contentPart>
          </mc:Choice>
          <mc:Fallback xmlns="">
            <p:pic>
              <p:nvPicPr>
                <p:cNvPr id="16462" name="Ink 16461">
                  <a:extLst>
                    <a:ext uri="{FF2B5EF4-FFF2-40B4-BE49-F238E27FC236}">
                      <a16:creationId xmlns:a16="http://schemas.microsoft.com/office/drawing/2014/main" id="{CCA3BA12-D9F5-4063-BC8E-2D39DCD36B8C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6841680" y="849280"/>
                  <a:ext cx="41292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16463" name="Ink 16462">
                  <a:extLst>
                    <a:ext uri="{FF2B5EF4-FFF2-40B4-BE49-F238E27FC236}">
                      <a16:creationId xmlns:a16="http://schemas.microsoft.com/office/drawing/2014/main" id="{B4C7B454-A4B4-49A3-BB38-82F4FAE63ED3}"/>
                    </a:ext>
                  </a:extLst>
                </p14:cNvPr>
                <p14:cNvContentPartPr/>
                <p14:nvPr/>
              </p14:nvContentPartPr>
              <p14:xfrm>
                <a:off x="7280160" y="823360"/>
                <a:ext cx="812880" cy="384840"/>
              </p14:xfrm>
            </p:contentPart>
          </mc:Choice>
          <mc:Fallback xmlns="">
            <p:pic>
              <p:nvPicPr>
                <p:cNvPr id="16463" name="Ink 16462">
                  <a:extLst>
                    <a:ext uri="{FF2B5EF4-FFF2-40B4-BE49-F238E27FC236}">
                      <a16:creationId xmlns:a16="http://schemas.microsoft.com/office/drawing/2014/main" id="{B4C7B454-A4B4-49A3-BB38-82F4FAE63ED3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7271160" y="814720"/>
                  <a:ext cx="830520" cy="4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6464" name="Ink 16463">
                  <a:extLst>
                    <a:ext uri="{FF2B5EF4-FFF2-40B4-BE49-F238E27FC236}">
                      <a16:creationId xmlns:a16="http://schemas.microsoft.com/office/drawing/2014/main" id="{02F34A0B-89E4-40D5-A2B1-817E5E7FF840}"/>
                    </a:ext>
                  </a:extLst>
                </p14:cNvPr>
                <p14:cNvContentPartPr/>
                <p14:nvPr/>
              </p14:nvContentPartPr>
              <p14:xfrm>
                <a:off x="8245680" y="658480"/>
                <a:ext cx="662040" cy="314280"/>
              </p14:xfrm>
            </p:contentPart>
          </mc:Choice>
          <mc:Fallback xmlns="">
            <p:pic>
              <p:nvPicPr>
                <p:cNvPr id="16464" name="Ink 16463">
                  <a:extLst>
                    <a:ext uri="{FF2B5EF4-FFF2-40B4-BE49-F238E27FC236}">
                      <a16:creationId xmlns:a16="http://schemas.microsoft.com/office/drawing/2014/main" id="{02F34A0B-89E4-40D5-A2B1-817E5E7FF840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8237040" y="649480"/>
                  <a:ext cx="67968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6465" name="Ink 16464">
                  <a:extLst>
                    <a:ext uri="{FF2B5EF4-FFF2-40B4-BE49-F238E27FC236}">
                      <a16:creationId xmlns:a16="http://schemas.microsoft.com/office/drawing/2014/main" id="{4A63E840-E2C0-42CD-A246-5AAD0B200D0C}"/>
                    </a:ext>
                  </a:extLst>
                </p14:cNvPr>
                <p14:cNvContentPartPr/>
                <p14:nvPr/>
              </p14:nvContentPartPr>
              <p14:xfrm>
                <a:off x="8844720" y="727600"/>
                <a:ext cx="163440" cy="46440"/>
              </p14:xfrm>
            </p:contentPart>
          </mc:Choice>
          <mc:Fallback xmlns="">
            <p:pic>
              <p:nvPicPr>
                <p:cNvPr id="16465" name="Ink 16464">
                  <a:extLst>
                    <a:ext uri="{FF2B5EF4-FFF2-40B4-BE49-F238E27FC236}">
                      <a16:creationId xmlns:a16="http://schemas.microsoft.com/office/drawing/2014/main" id="{4A63E840-E2C0-42CD-A246-5AAD0B200D0C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8836080" y="718600"/>
                  <a:ext cx="18108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6466" name="Ink 16465">
                  <a:extLst>
                    <a:ext uri="{FF2B5EF4-FFF2-40B4-BE49-F238E27FC236}">
                      <a16:creationId xmlns:a16="http://schemas.microsoft.com/office/drawing/2014/main" id="{EF4561DB-7BA2-4226-A346-F5F4B36AF9BF}"/>
                    </a:ext>
                  </a:extLst>
                </p14:cNvPr>
                <p14:cNvContentPartPr/>
                <p14:nvPr/>
              </p14:nvContentPartPr>
              <p14:xfrm>
                <a:off x="8973240" y="774400"/>
                <a:ext cx="454680" cy="130320"/>
              </p14:xfrm>
            </p:contentPart>
          </mc:Choice>
          <mc:Fallback xmlns="">
            <p:pic>
              <p:nvPicPr>
                <p:cNvPr id="16466" name="Ink 16465">
                  <a:extLst>
                    <a:ext uri="{FF2B5EF4-FFF2-40B4-BE49-F238E27FC236}">
                      <a16:creationId xmlns:a16="http://schemas.microsoft.com/office/drawing/2014/main" id="{EF4561DB-7BA2-4226-A346-F5F4B36AF9BF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8964240" y="765400"/>
                  <a:ext cx="47232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6468" name="Ink 16467">
                  <a:extLst>
                    <a:ext uri="{FF2B5EF4-FFF2-40B4-BE49-F238E27FC236}">
                      <a16:creationId xmlns:a16="http://schemas.microsoft.com/office/drawing/2014/main" id="{67709DE5-DB30-4A78-ABBC-71BB753089B8}"/>
                    </a:ext>
                  </a:extLst>
                </p14:cNvPr>
                <p14:cNvContentPartPr/>
                <p14:nvPr/>
              </p14:nvContentPartPr>
              <p14:xfrm>
                <a:off x="7035360" y="1127200"/>
                <a:ext cx="1837800" cy="35280"/>
              </p14:xfrm>
            </p:contentPart>
          </mc:Choice>
          <mc:Fallback xmlns="">
            <p:pic>
              <p:nvPicPr>
                <p:cNvPr id="16468" name="Ink 16467">
                  <a:extLst>
                    <a:ext uri="{FF2B5EF4-FFF2-40B4-BE49-F238E27FC236}">
                      <a16:creationId xmlns:a16="http://schemas.microsoft.com/office/drawing/2014/main" id="{67709DE5-DB30-4A78-ABBC-71BB753089B8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7026360" y="1118560"/>
                  <a:ext cx="185544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6470" name="Ink 16469">
                  <a:extLst>
                    <a:ext uri="{FF2B5EF4-FFF2-40B4-BE49-F238E27FC236}">
                      <a16:creationId xmlns:a16="http://schemas.microsoft.com/office/drawing/2014/main" id="{01F6DBD8-D65E-4A62-8BC9-44E092D2AA21}"/>
                    </a:ext>
                  </a:extLst>
                </p14:cNvPr>
                <p14:cNvContentPartPr/>
                <p14:nvPr/>
              </p14:nvContentPartPr>
              <p14:xfrm>
                <a:off x="9463200" y="1331680"/>
                <a:ext cx="35640" cy="219960"/>
              </p14:xfrm>
            </p:contentPart>
          </mc:Choice>
          <mc:Fallback xmlns="">
            <p:pic>
              <p:nvPicPr>
                <p:cNvPr id="16470" name="Ink 16469">
                  <a:extLst>
                    <a:ext uri="{FF2B5EF4-FFF2-40B4-BE49-F238E27FC236}">
                      <a16:creationId xmlns:a16="http://schemas.microsoft.com/office/drawing/2014/main" id="{01F6DBD8-D65E-4A62-8BC9-44E092D2AA21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9454560" y="1322680"/>
                  <a:ext cx="5328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6471" name="Ink 16470">
                  <a:extLst>
                    <a:ext uri="{FF2B5EF4-FFF2-40B4-BE49-F238E27FC236}">
                      <a16:creationId xmlns:a16="http://schemas.microsoft.com/office/drawing/2014/main" id="{91626612-90CE-4202-B12C-D74D9A527931}"/>
                    </a:ext>
                  </a:extLst>
                </p14:cNvPr>
                <p14:cNvContentPartPr/>
                <p14:nvPr/>
              </p14:nvContentPartPr>
              <p14:xfrm>
                <a:off x="9312000" y="1309360"/>
                <a:ext cx="309600" cy="294120"/>
              </p14:xfrm>
            </p:contentPart>
          </mc:Choice>
          <mc:Fallback xmlns="">
            <p:pic>
              <p:nvPicPr>
                <p:cNvPr id="16471" name="Ink 16470">
                  <a:extLst>
                    <a:ext uri="{FF2B5EF4-FFF2-40B4-BE49-F238E27FC236}">
                      <a16:creationId xmlns:a16="http://schemas.microsoft.com/office/drawing/2014/main" id="{91626612-90CE-4202-B12C-D74D9A527931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9303000" y="1300720"/>
                  <a:ext cx="32724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6472" name="Ink 16471">
                  <a:extLst>
                    <a:ext uri="{FF2B5EF4-FFF2-40B4-BE49-F238E27FC236}">
                      <a16:creationId xmlns:a16="http://schemas.microsoft.com/office/drawing/2014/main" id="{E9184312-9DFB-4CD5-A2B5-48AE45CE0632}"/>
                    </a:ext>
                  </a:extLst>
                </p14:cNvPr>
                <p14:cNvContentPartPr/>
                <p14:nvPr/>
              </p14:nvContentPartPr>
              <p14:xfrm>
                <a:off x="9655800" y="1212520"/>
                <a:ext cx="924480" cy="354600"/>
              </p14:xfrm>
            </p:contentPart>
          </mc:Choice>
          <mc:Fallback xmlns="">
            <p:pic>
              <p:nvPicPr>
                <p:cNvPr id="16472" name="Ink 16471">
                  <a:extLst>
                    <a:ext uri="{FF2B5EF4-FFF2-40B4-BE49-F238E27FC236}">
                      <a16:creationId xmlns:a16="http://schemas.microsoft.com/office/drawing/2014/main" id="{E9184312-9DFB-4CD5-A2B5-48AE45CE0632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9646800" y="1203520"/>
                  <a:ext cx="94212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6473" name="Ink 16472">
                  <a:extLst>
                    <a:ext uri="{FF2B5EF4-FFF2-40B4-BE49-F238E27FC236}">
                      <a16:creationId xmlns:a16="http://schemas.microsoft.com/office/drawing/2014/main" id="{9D3F04D1-F0E8-4503-AF80-1CE1F3F42C1E}"/>
                    </a:ext>
                  </a:extLst>
                </p14:cNvPr>
                <p14:cNvContentPartPr/>
                <p14:nvPr/>
              </p14:nvContentPartPr>
              <p14:xfrm>
                <a:off x="10731840" y="1354000"/>
                <a:ext cx="925920" cy="506520"/>
              </p14:xfrm>
            </p:contentPart>
          </mc:Choice>
          <mc:Fallback xmlns="">
            <p:pic>
              <p:nvPicPr>
                <p:cNvPr id="16473" name="Ink 16472">
                  <a:extLst>
                    <a:ext uri="{FF2B5EF4-FFF2-40B4-BE49-F238E27FC236}">
                      <a16:creationId xmlns:a16="http://schemas.microsoft.com/office/drawing/2014/main" id="{9D3F04D1-F0E8-4503-AF80-1CE1F3F42C1E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0723200" y="1345000"/>
                  <a:ext cx="943560" cy="52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6475" name="Ink 16474">
                  <a:extLst>
                    <a:ext uri="{FF2B5EF4-FFF2-40B4-BE49-F238E27FC236}">
                      <a16:creationId xmlns:a16="http://schemas.microsoft.com/office/drawing/2014/main" id="{C2C9EFF0-4CE3-4D2B-87C2-16F94D0EF7BC}"/>
                    </a:ext>
                  </a:extLst>
                </p14:cNvPr>
                <p14:cNvContentPartPr/>
                <p14:nvPr/>
              </p14:nvContentPartPr>
              <p14:xfrm>
                <a:off x="9709800" y="1914160"/>
                <a:ext cx="100440" cy="1182600"/>
              </p14:xfrm>
            </p:contentPart>
          </mc:Choice>
          <mc:Fallback xmlns="">
            <p:pic>
              <p:nvPicPr>
                <p:cNvPr id="16475" name="Ink 16474">
                  <a:extLst>
                    <a:ext uri="{FF2B5EF4-FFF2-40B4-BE49-F238E27FC236}">
                      <a16:creationId xmlns:a16="http://schemas.microsoft.com/office/drawing/2014/main" id="{C2C9EFF0-4CE3-4D2B-87C2-16F94D0EF7BC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9700800" y="1905160"/>
                  <a:ext cx="118080" cy="12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6476" name="Ink 16475">
                  <a:extLst>
                    <a:ext uri="{FF2B5EF4-FFF2-40B4-BE49-F238E27FC236}">
                      <a16:creationId xmlns:a16="http://schemas.microsoft.com/office/drawing/2014/main" id="{7CFB047F-D22E-4464-974D-CC7FEF4CB993}"/>
                    </a:ext>
                  </a:extLst>
                </p14:cNvPr>
                <p14:cNvContentPartPr/>
                <p14:nvPr/>
              </p14:nvContentPartPr>
              <p14:xfrm>
                <a:off x="9500640" y="2882560"/>
                <a:ext cx="1652400" cy="102600"/>
              </p14:xfrm>
            </p:contentPart>
          </mc:Choice>
          <mc:Fallback xmlns="">
            <p:pic>
              <p:nvPicPr>
                <p:cNvPr id="16476" name="Ink 16475">
                  <a:extLst>
                    <a:ext uri="{FF2B5EF4-FFF2-40B4-BE49-F238E27FC236}">
                      <a16:creationId xmlns:a16="http://schemas.microsoft.com/office/drawing/2014/main" id="{7CFB047F-D22E-4464-974D-CC7FEF4CB993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9491640" y="2873920"/>
                  <a:ext cx="167004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6478" name="Ink 16477">
                  <a:extLst>
                    <a:ext uri="{FF2B5EF4-FFF2-40B4-BE49-F238E27FC236}">
                      <a16:creationId xmlns:a16="http://schemas.microsoft.com/office/drawing/2014/main" id="{65F679FC-56A6-4062-9D07-381F4A225006}"/>
                    </a:ext>
                  </a:extLst>
                </p14:cNvPr>
                <p14:cNvContentPartPr/>
                <p14:nvPr/>
              </p14:nvContentPartPr>
              <p14:xfrm>
                <a:off x="9533760" y="2049880"/>
                <a:ext cx="1632600" cy="25920"/>
              </p14:xfrm>
            </p:contentPart>
          </mc:Choice>
          <mc:Fallback xmlns="">
            <p:pic>
              <p:nvPicPr>
                <p:cNvPr id="16478" name="Ink 16477">
                  <a:extLst>
                    <a:ext uri="{FF2B5EF4-FFF2-40B4-BE49-F238E27FC236}">
                      <a16:creationId xmlns:a16="http://schemas.microsoft.com/office/drawing/2014/main" id="{65F679FC-56A6-4062-9D07-381F4A225006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9525120" y="2041240"/>
                  <a:ext cx="165024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6479" name="Ink 16478">
                  <a:extLst>
                    <a:ext uri="{FF2B5EF4-FFF2-40B4-BE49-F238E27FC236}">
                      <a16:creationId xmlns:a16="http://schemas.microsoft.com/office/drawing/2014/main" id="{0CAD2986-1336-466E-8F34-F1FF0B1315BB}"/>
                    </a:ext>
                  </a:extLst>
                </p14:cNvPr>
                <p14:cNvContentPartPr/>
                <p14:nvPr/>
              </p14:nvContentPartPr>
              <p14:xfrm>
                <a:off x="9482640" y="2313040"/>
                <a:ext cx="1649160" cy="33840"/>
              </p14:xfrm>
            </p:contentPart>
          </mc:Choice>
          <mc:Fallback xmlns="">
            <p:pic>
              <p:nvPicPr>
                <p:cNvPr id="16479" name="Ink 16478">
                  <a:extLst>
                    <a:ext uri="{FF2B5EF4-FFF2-40B4-BE49-F238E27FC236}">
                      <a16:creationId xmlns:a16="http://schemas.microsoft.com/office/drawing/2014/main" id="{0CAD2986-1336-466E-8F34-F1FF0B1315BB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9473640" y="2304400"/>
                  <a:ext cx="166680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6480" name="Ink 16479">
                  <a:extLst>
                    <a:ext uri="{FF2B5EF4-FFF2-40B4-BE49-F238E27FC236}">
                      <a16:creationId xmlns:a16="http://schemas.microsoft.com/office/drawing/2014/main" id="{93286938-08CC-4472-A827-EB819F8B65F4}"/>
                    </a:ext>
                  </a:extLst>
                </p14:cNvPr>
                <p14:cNvContentPartPr/>
                <p14:nvPr/>
              </p14:nvContentPartPr>
              <p14:xfrm>
                <a:off x="9419640" y="2529040"/>
                <a:ext cx="1631880" cy="67320"/>
              </p14:xfrm>
            </p:contentPart>
          </mc:Choice>
          <mc:Fallback xmlns="">
            <p:pic>
              <p:nvPicPr>
                <p:cNvPr id="16480" name="Ink 16479">
                  <a:extLst>
                    <a:ext uri="{FF2B5EF4-FFF2-40B4-BE49-F238E27FC236}">
                      <a16:creationId xmlns:a16="http://schemas.microsoft.com/office/drawing/2014/main" id="{93286938-08CC-4472-A827-EB819F8B65F4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9411000" y="2520400"/>
                  <a:ext cx="1649520" cy="84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257750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1067</TotalTime>
  <Words>330</Words>
  <Application>Microsoft Office PowerPoint</Application>
  <PresentationFormat>Widescreen</PresentationFormat>
  <Paragraphs>161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roboto</vt:lpstr>
      <vt:lpstr>Office Theme</vt:lpstr>
      <vt:lpstr>hierarchical-clustering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Arun kumar Nair</dc:creator>
  <cp:lastModifiedBy>Arun kumar Nair</cp:lastModifiedBy>
  <cp:revision>25</cp:revision>
  <dcterms:created xsi:type="dcterms:W3CDTF">2021-05-08T09:16:13Z</dcterms:created>
  <dcterms:modified xsi:type="dcterms:W3CDTF">2021-07-27T14:02:24Z</dcterms:modified>
</cp:coreProperties>
</file>