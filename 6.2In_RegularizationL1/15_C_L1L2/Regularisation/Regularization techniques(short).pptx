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8" r:id="rId2"/>
    <p:sldMasterId id="2147483689" r:id="rId3"/>
  </p:sldMasterIdLst>
  <p:sldIdLst>
    <p:sldId id="257" r:id="rId4"/>
    <p:sldId id="259" r:id="rId5"/>
    <p:sldId id="260" r:id="rId6"/>
    <p:sldId id="264" r:id="rId7"/>
    <p:sldId id="262" r:id="rId8"/>
    <p:sldId id="263" r:id="rId9"/>
    <p:sldId id="267" r:id="rId10"/>
    <p:sldId id="268" r:id="rId11"/>
    <p:sldId id="271" r:id="rId12"/>
    <p:sldId id="272" r:id="rId13"/>
    <p:sldId id="270" r:id="rId14"/>
    <p:sldId id="276" r:id="rId15"/>
    <p:sldId id="273" r:id="rId16"/>
    <p:sldId id="274" r:id="rId17"/>
    <p:sldId id="275" r:id="rId18"/>
    <p:sldId id="280" r:id="rId19"/>
    <p:sldId id="279" r:id="rId20"/>
    <p:sldId id="277" r:id="rId21"/>
    <p:sldId id="281"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3" y="2173288"/>
            <a:ext cx="5143501" cy="2090808"/>
          </a:xfrm>
        </p:spPr>
        <p:txBody>
          <a:bodyPr anchor="b">
            <a:noAutofit/>
          </a:bodyPr>
          <a:lstStyle>
            <a:lvl1pPr algn="l">
              <a:defRPr sz="5400" b="1" cap="all" baseline="0">
                <a:solidFill>
                  <a:schemeClr val="accent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3" y="4279976"/>
            <a:ext cx="5143501" cy="503167"/>
          </a:xfrm>
        </p:spPr>
        <p:txBody>
          <a:bodyPr>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50"/>
            <a:ext cx="5305662"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cxnSp>
        <p:nvCxnSpPr>
          <p:cNvPr id="5" name="Straight Connector 4">
            <a:extLst>
              <a:ext uri="{FF2B5EF4-FFF2-40B4-BE49-F238E27FC236}">
                <a16:creationId xmlns:a16="http://schemas.microsoft.com/office/drawing/2014/main" id="{819AFA09-F4B1-493D-BCAD-FF30C20CD1AA}"/>
              </a:ext>
            </a:extLst>
          </p:cNvPr>
          <p:cNvCxnSpPr/>
          <p:nvPr/>
        </p:nvCxnSpPr>
        <p:spPr>
          <a:xfrm>
            <a:off x="6469779" y="4233582"/>
            <a:ext cx="253233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59777" y="1147898"/>
            <a:ext cx="3893932" cy="1040878"/>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1"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77762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3" y="2173288"/>
            <a:ext cx="5143501"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3" y="4279976"/>
            <a:ext cx="5143501"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50"/>
            <a:ext cx="5305662"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cxnSp>
        <p:nvCxnSpPr>
          <p:cNvPr id="5" name="Straight Connector 4">
            <a:extLst>
              <a:ext uri="{FF2B5EF4-FFF2-40B4-BE49-F238E27FC236}">
                <a16:creationId xmlns:a16="http://schemas.microsoft.com/office/drawing/2014/main" id="{819AFA09-F4B1-493D-BCAD-FF30C20CD1AA}"/>
              </a:ext>
            </a:extLst>
          </p:cNvPr>
          <p:cNvCxnSpPr/>
          <p:nvPr/>
        </p:nvCxnSpPr>
        <p:spPr>
          <a:xfrm>
            <a:off x="6469779"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8447" y="224447"/>
            <a:ext cx="3278244" cy="876300"/>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8931D2A9-0B92-4197-8802-80424C14EA7E}"/>
              </a:ext>
            </a:extLst>
          </p:cNvPr>
          <p:cNvSpPr/>
          <p:nvPr/>
        </p:nvSpPr>
        <p:spPr>
          <a:xfrm>
            <a:off x="11371671" y="6409402"/>
            <a:ext cx="280050"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4"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8" y="6455744"/>
            <a:ext cx="294461" cy="187367"/>
          </a:xfrm>
        </p:spPr>
        <p:txBody>
          <a:bodyPr lIns="0" tIns="0" rIns="0" bIns="0"/>
          <a:lstStyle>
            <a:lvl1pPr algn="ctr">
              <a:defRPr sz="900">
                <a:solidFill>
                  <a:srgbClr val="2C567A"/>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16922961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8"/>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sp>
        <p:nvSpPr>
          <p:cNvPr id="11" name="Oval 10">
            <a:extLst>
              <a:ext uri="{FF2B5EF4-FFF2-40B4-BE49-F238E27FC236}">
                <a16:creationId xmlns:a16="http://schemas.microsoft.com/office/drawing/2014/main" id="{8931D2A9-0B92-4197-8802-80424C14EA7E}"/>
              </a:ext>
            </a:extLst>
          </p:cNvPr>
          <p:cNvSpPr/>
          <p:nvPr/>
        </p:nvSpPr>
        <p:spPr>
          <a:xfrm>
            <a:off x="11371671" y="6409402"/>
            <a:ext cx="280050"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8" y="6455744"/>
            <a:ext cx="294461" cy="187367"/>
          </a:xfrm>
        </p:spPr>
        <p:txBody>
          <a:bodyPr lIns="0" tIns="0" rIns="0" bIns="0"/>
          <a:lstStyle>
            <a:lvl1pPr algn="ctr">
              <a:defRPr sz="900">
                <a:solidFill>
                  <a:srgbClr val="2C567A"/>
                </a:solidFill>
                <a:latin typeface="+mn-lt"/>
              </a:defRPr>
            </a:lvl1pPr>
          </a:lstStyle>
          <a:p>
            <a:fld id="{882DDAEA-B7AB-4176-8F25-F15538AA12DC}" type="slidenum">
              <a:rPr lang="en-IN" smtClean="0"/>
              <a:t>‹#›</a:t>
            </a:fld>
            <a:endParaRPr lang="en-IN"/>
          </a:p>
        </p:txBody>
      </p:sp>
      <p:sp>
        <p:nvSpPr>
          <p:cNvPr id="15" name="Picture Placeholder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81"/>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a:t>Click icon to add picture</a:t>
            </a:r>
            <a:endParaRPr lang="en-US" noProof="0" dirty="0"/>
          </a:p>
        </p:txBody>
      </p:sp>
      <p:pic>
        <p:nvPicPr>
          <p:cNvPr id="12"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766" y="6115416"/>
            <a:ext cx="2703456" cy="722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3583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8"/>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sp>
        <p:nvSpPr>
          <p:cNvPr id="11" name="Oval 10">
            <a:extLst>
              <a:ext uri="{FF2B5EF4-FFF2-40B4-BE49-F238E27FC236}">
                <a16:creationId xmlns:a16="http://schemas.microsoft.com/office/drawing/2014/main" id="{8931D2A9-0B92-4197-8802-80424C14EA7E}"/>
              </a:ext>
            </a:extLst>
          </p:cNvPr>
          <p:cNvSpPr/>
          <p:nvPr/>
        </p:nvSpPr>
        <p:spPr>
          <a:xfrm>
            <a:off x="11371671" y="6409402"/>
            <a:ext cx="280050"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8" y="6455744"/>
            <a:ext cx="294461" cy="187367"/>
          </a:xfrm>
        </p:spPr>
        <p:txBody>
          <a:bodyPr lIns="0" tIns="0" rIns="0" bIns="0"/>
          <a:lstStyle>
            <a:lvl1pPr algn="ctr">
              <a:defRPr sz="900">
                <a:solidFill>
                  <a:srgbClr val="2C567A"/>
                </a:solidFill>
                <a:latin typeface="+mn-lt"/>
              </a:defRPr>
            </a:lvl1pPr>
          </a:lstStyle>
          <a:p>
            <a:fld id="{882DDAEA-B7AB-4176-8F25-F15538AA12DC}" type="slidenum">
              <a:rPr lang="en-IN" smtClean="0"/>
              <a:t>‹#›</a:t>
            </a:fld>
            <a:endParaRPr lang="en-IN"/>
          </a:p>
        </p:txBody>
      </p:sp>
      <p:sp>
        <p:nvSpPr>
          <p:cNvPr id="15" name="Picture Placeholder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81"/>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a:t>Click icon to add picture</a:t>
            </a:r>
            <a:endParaRPr lang="en-US" noProof="0" dirty="0"/>
          </a:p>
        </p:txBody>
      </p:sp>
      <p:pic>
        <p:nvPicPr>
          <p:cNvPr id="12"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766" y="6115416"/>
            <a:ext cx="2703456" cy="722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5676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and Content 0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55C1FB-E61C-4BBC-8179-D34908DEA1B6}"/>
              </a:ext>
            </a:extLst>
          </p:cNvPr>
          <p:cNvSpPr/>
          <p:nvPr/>
        </p:nvSpPr>
        <p:spPr>
          <a:xfrm>
            <a:off x="839383" y="1276350"/>
            <a:ext cx="10532288" cy="48898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hasCustomPrompt="1"/>
          </p:nvPr>
        </p:nvSpPr>
        <p:spPr>
          <a:xfrm>
            <a:off x="515939" y="246621"/>
            <a:ext cx="11150600" cy="920336"/>
          </a:xfrm>
        </p:spPr>
        <p:txBody>
          <a:bodyPr lIns="0" tIns="0" rIns="0" bIns="0" anchor="b">
            <a:noAutofit/>
          </a:bodyPr>
          <a:lstStyle>
            <a:lvl1pPr algn="l">
              <a:defRPr sz="3200" b="1" cap="all" baseline="0"/>
            </a:lvl1pPr>
          </a:lstStyle>
          <a:p>
            <a:r>
              <a:rPr lang="en-US" noProof="0" dirty="0"/>
              <a:t>Agenda</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33"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1008557" y="1533526"/>
            <a:ext cx="10154746"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sp>
        <p:nvSpPr>
          <p:cNvPr id="34"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1008556" y="2247900"/>
            <a:ext cx="10116645" cy="3752850"/>
          </a:xfrm>
          <a:noFill/>
          <a:ln w="12700">
            <a:solidFill>
              <a:schemeClr val="tx1"/>
            </a:solidFill>
          </a:ln>
        </p:spPr>
        <p:txBody>
          <a:bodyPr lIns="0" tIns="0" rIns="0" bIns="0">
            <a:normAutofit/>
          </a:bodyPr>
          <a:lstStyle>
            <a:lvl1pPr marL="457200" indent="-457200" algn="l">
              <a:buFont typeface="Courier New" panose="02070309020205020404" pitchFamily="49" charset="0"/>
              <a:buChar char="o"/>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2258377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69A71A3-950D-4899-B79B-35F2758BD331}"/>
              </a:ext>
            </a:extLst>
          </p:cNvPr>
          <p:cNvGrpSpPr/>
          <p:nvPr/>
        </p:nvGrpSpPr>
        <p:grpSpPr>
          <a:xfrm>
            <a:off x="0" y="1207341"/>
            <a:ext cx="12192000" cy="4467863"/>
            <a:chOff x="0" y="1207336"/>
            <a:chExt cx="12192000" cy="4467863"/>
          </a:xfrm>
        </p:grpSpPr>
        <p:sp>
          <p:nvSpPr>
            <p:cNvPr id="33" name="Flowchart: Delay 24">
              <a:extLst>
                <a:ext uri="{FF2B5EF4-FFF2-40B4-BE49-F238E27FC236}">
                  <a16:creationId xmlns:a16="http://schemas.microsoft.com/office/drawing/2014/main" id="{928187B2-0394-40AE-9F9C-6682AC71596C}"/>
                </a:ext>
              </a:extLst>
            </p:cNvPr>
            <p:cNvSpPr/>
            <p:nvPr/>
          </p:nvSpPr>
          <p:spPr>
            <a:xfrm flipH="1">
              <a:off x="2613003" y="3441616"/>
              <a:ext cx="1849273" cy="2052000"/>
            </a:xfrm>
            <a:custGeom>
              <a:avLst/>
              <a:gdLst>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 name="connsiteX5" fmla="*/ 0 w 2066400"/>
                <a:gd name="connsiteY5" fmla="*/ 0 h 2422800"/>
                <a:gd name="connsiteX0" fmla="*/ 7185 w 2073585"/>
                <a:gd name="connsiteY0" fmla="*/ 0 h 2422800"/>
                <a:gd name="connsiteX1" fmla="*/ 1040385 w 2073585"/>
                <a:gd name="connsiteY1" fmla="*/ 0 h 2422800"/>
                <a:gd name="connsiteX2" fmla="*/ 2073585 w 2073585"/>
                <a:gd name="connsiteY2" fmla="*/ 1211400 h 2422800"/>
                <a:gd name="connsiteX3" fmla="*/ 1040385 w 2073585"/>
                <a:gd name="connsiteY3" fmla="*/ 2422800 h 2422800"/>
                <a:gd name="connsiteX4" fmla="*/ 7185 w 2073585"/>
                <a:gd name="connsiteY4" fmla="*/ 2422800 h 2422800"/>
                <a:gd name="connsiteX5" fmla="*/ 0 w 2073585"/>
                <a:gd name="connsiteY5" fmla="*/ 1045208 h 2422800"/>
                <a:gd name="connsiteX6" fmla="*/ 7185 w 2073585"/>
                <a:gd name="connsiteY6" fmla="*/ 0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6" fmla="*/ 91440 w 2073585"/>
                <a:gd name="connsiteY6" fmla="*/ 1136648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400" h="2422800">
                  <a:moveTo>
                    <a:pt x="0" y="0"/>
                  </a:moveTo>
                  <a:lnTo>
                    <a:pt x="1033200" y="0"/>
                  </a:lnTo>
                  <a:cubicBezTo>
                    <a:pt x="1603821" y="0"/>
                    <a:pt x="2066400" y="542362"/>
                    <a:pt x="2066400" y="1211400"/>
                  </a:cubicBezTo>
                  <a:cubicBezTo>
                    <a:pt x="2066400" y="1880438"/>
                    <a:pt x="1603821" y="2422800"/>
                    <a:pt x="1033200" y="2422800"/>
                  </a:cubicBezTo>
                  <a:lnTo>
                    <a:pt x="0" y="2422800"/>
                  </a:lnTo>
                </a:path>
              </a:pathLst>
            </a:custGeom>
            <a:noFill/>
            <a:ln w="3556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25" name="Flowchart: Delay 24">
              <a:extLst>
                <a:ext uri="{FF2B5EF4-FFF2-40B4-BE49-F238E27FC236}">
                  <a16:creationId xmlns:a16="http://schemas.microsoft.com/office/drawing/2014/main" id="{355D9AC9-E7B7-459E-925B-0047C675B750}"/>
                </a:ext>
              </a:extLst>
            </p:cNvPr>
            <p:cNvSpPr/>
            <p:nvPr/>
          </p:nvSpPr>
          <p:spPr>
            <a:xfrm>
              <a:off x="9491472" y="1379494"/>
              <a:ext cx="1849273" cy="2052000"/>
            </a:xfrm>
            <a:custGeom>
              <a:avLst/>
              <a:gdLst>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 name="connsiteX5" fmla="*/ 0 w 2066400"/>
                <a:gd name="connsiteY5" fmla="*/ 0 h 2422800"/>
                <a:gd name="connsiteX0" fmla="*/ 7185 w 2073585"/>
                <a:gd name="connsiteY0" fmla="*/ 0 h 2422800"/>
                <a:gd name="connsiteX1" fmla="*/ 1040385 w 2073585"/>
                <a:gd name="connsiteY1" fmla="*/ 0 h 2422800"/>
                <a:gd name="connsiteX2" fmla="*/ 2073585 w 2073585"/>
                <a:gd name="connsiteY2" fmla="*/ 1211400 h 2422800"/>
                <a:gd name="connsiteX3" fmla="*/ 1040385 w 2073585"/>
                <a:gd name="connsiteY3" fmla="*/ 2422800 h 2422800"/>
                <a:gd name="connsiteX4" fmla="*/ 7185 w 2073585"/>
                <a:gd name="connsiteY4" fmla="*/ 2422800 h 2422800"/>
                <a:gd name="connsiteX5" fmla="*/ 0 w 2073585"/>
                <a:gd name="connsiteY5" fmla="*/ 1045208 h 2422800"/>
                <a:gd name="connsiteX6" fmla="*/ 7185 w 2073585"/>
                <a:gd name="connsiteY6" fmla="*/ 0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6" fmla="*/ 91440 w 2073585"/>
                <a:gd name="connsiteY6" fmla="*/ 1136648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400" h="2422800">
                  <a:moveTo>
                    <a:pt x="0" y="0"/>
                  </a:moveTo>
                  <a:lnTo>
                    <a:pt x="1033200" y="0"/>
                  </a:lnTo>
                  <a:cubicBezTo>
                    <a:pt x="1603821" y="0"/>
                    <a:pt x="2066400" y="542362"/>
                    <a:pt x="2066400" y="1211400"/>
                  </a:cubicBezTo>
                  <a:cubicBezTo>
                    <a:pt x="2066400" y="1880438"/>
                    <a:pt x="1603821" y="2422800"/>
                    <a:pt x="1033200" y="2422800"/>
                  </a:cubicBezTo>
                  <a:lnTo>
                    <a:pt x="0" y="2422800"/>
                  </a:lnTo>
                </a:path>
              </a:pathLst>
            </a:custGeom>
            <a:noFill/>
            <a:ln w="355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15" name="Rectangle 14">
              <a:extLst>
                <a:ext uri="{FF2B5EF4-FFF2-40B4-BE49-F238E27FC236}">
                  <a16:creationId xmlns:a16="http://schemas.microsoft.com/office/drawing/2014/main" id="{5302FB5C-BDE1-4891-8E91-CB3F868629BB}"/>
                </a:ext>
              </a:extLst>
            </p:cNvPr>
            <p:cNvSpPr/>
            <p:nvPr/>
          </p:nvSpPr>
          <p:spPr>
            <a:xfrm>
              <a:off x="4416552" y="1207336"/>
              <a:ext cx="5074920" cy="356616"/>
            </a:xfrm>
            <a:prstGeom prst="rect">
              <a:avLst/>
            </a:prstGeom>
            <a:gradFill flip="none" rotWithShape="1">
              <a:gsLst>
                <a:gs pos="0">
                  <a:srgbClr val="BAC82F"/>
                </a:gs>
                <a:gs pos="100000">
                  <a:srgbClr val="0C6D8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11" name="Rectangle 10">
              <a:extLst>
                <a:ext uri="{FF2B5EF4-FFF2-40B4-BE49-F238E27FC236}">
                  <a16:creationId xmlns:a16="http://schemas.microsoft.com/office/drawing/2014/main" id="{D09DE4F0-7E7E-4423-A407-CD6485ACBB4F}"/>
                </a:ext>
              </a:extLst>
            </p:cNvPr>
            <p:cNvSpPr/>
            <p:nvPr/>
          </p:nvSpPr>
          <p:spPr>
            <a:xfrm>
              <a:off x="0" y="1207336"/>
              <a:ext cx="4416552" cy="356616"/>
            </a:xfrm>
            <a:prstGeom prst="rect">
              <a:avLst/>
            </a:prstGeom>
            <a:gradFill flip="none" rotWithShape="1">
              <a:gsLst>
                <a:gs pos="0">
                  <a:srgbClr val="F2C020"/>
                </a:gs>
                <a:gs pos="100000">
                  <a:srgbClr val="BAC82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28" name="Rectangle 27">
              <a:extLst>
                <a:ext uri="{FF2B5EF4-FFF2-40B4-BE49-F238E27FC236}">
                  <a16:creationId xmlns:a16="http://schemas.microsoft.com/office/drawing/2014/main" id="{4ED74833-8EE3-4FA9-B6D2-03710E410482}"/>
                </a:ext>
              </a:extLst>
            </p:cNvPr>
            <p:cNvSpPr/>
            <p:nvPr/>
          </p:nvSpPr>
          <p:spPr>
            <a:xfrm>
              <a:off x="4416552" y="3269385"/>
              <a:ext cx="5074920" cy="356616"/>
            </a:xfrm>
            <a:prstGeom prst="rect">
              <a:avLst/>
            </a:prstGeom>
            <a:gradFill flip="none" rotWithShape="1">
              <a:gsLst>
                <a:gs pos="0">
                  <a:schemeClr val="tx2"/>
                </a:gs>
                <a:gs pos="100000">
                  <a:schemeClr val="tx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37" name="Rectangle 36">
              <a:extLst>
                <a:ext uri="{FF2B5EF4-FFF2-40B4-BE49-F238E27FC236}">
                  <a16:creationId xmlns:a16="http://schemas.microsoft.com/office/drawing/2014/main" id="{94005B59-B78D-469E-BAA4-E7B2A61E103D}"/>
                </a:ext>
              </a:extLst>
            </p:cNvPr>
            <p:cNvSpPr/>
            <p:nvPr/>
          </p:nvSpPr>
          <p:spPr>
            <a:xfrm>
              <a:off x="4414968" y="5318583"/>
              <a:ext cx="5074920" cy="356616"/>
            </a:xfrm>
            <a:prstGeom prst="rect">
              <a:avLst/>
            </a:prstGeom>
            <a:gradFill flip="none" rotWithShape="1">
              <a:gsLst>
                <a:gs pos="0">
                  <a:schemeClr val="tx2"/>
                </a:gs>
                <a:gs pos="52000">
                  <a:schemeClr val="accent3"/>
                </a:gs>
                <a:gs pos="100000">
                  <a:srgbClr val="F2C02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64" name="Rectangle 63">
              <a:extLst>
                <a:ext uri="{FF2B5EF4-FFF2-40B4-BE49-F238E27FC236}">
                  <a16:creationId xmlns:a16="http://schemas.microsoft.com/office/drawing/2014/main" id="{40BE4BEF-834D-4D0F-8E96-F1F8E6600C46}"/>
                </a:ext>
              </a:extLst>
            </p:cNvPr>
            <p:cNvSpPr/>
            <p:nvPr/>
          </p:nvSpPr>
          <p:spPr>
            <a:xfrm>
              <a:off x="9448800" y="5317275"/>
              <a:ext cx="2743200" cy="356616"/>
            </a:xfrm>
            <a:prstGeom prst="rect">
              <a:avLst/>
            </a:prstGeom>
            <a:gradFill flip="none" rotWithShape="1">
              <a:gsLst>
                <a:gs pos="0">
                  <a:schemeClr val="accent5"/>
                </a:gs>
                <a:gs pos="100000">
                  <a:srgbClr val="F2C02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grpSp>
      <p:sp>
        <p:nvSpPr>
          <p:cNvPr id="8" name="Text Placeholder 7">
            <a:extLst>
              <a:ext uri="{FF2B5EF4-FFF2-40B4-BE49-F238E27FC236}">
                <a16:creationId xmlns:a16="http://schemas.microsoft.com/office/drawing/2014/main" id="{00F0DE95-4ED7-482F-BB4E-C1238B352DAD}"/>
              </a:ext>
            </a:extLst>
          </p:cNvPr>
          <p:cNvSpPr>
            <a:spLocks noGrp="1"/>
          </p:cNvSpPr>
          <p:nvPr>
            <p:ph type="body" sz="quarter" idx="13" hasCustomPrompt="1"/>
          </p:nvPr>
        </p:nvSpPr>
        <p:spPr>
          <a:xfrm>
            <a:off x="461966" y="3587774"/>
            <a:ext cx="1726129" cy="291597"/>
          </a:xfrm>
        </p:spPr>
        <p:txBody>
          <a:bodyPr lIns="0" tIns="0" rIns="0" bIns="0">
            <a:normAutofit/>
          </a:bodyPr>
          <a:lstStyle>
            <a:lvl1pPr marL="0" indent="0">
              <a:buNone/>
              <a:defRPr sz="2000" b="1" i="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20XX-20XX</a:t>
            </a:r>
          </a:p>
        </p:txBody>
      </p:sp>
      <p:sp>
        <p:nvSpPr>
          <p:cNvPr id="9" name="Text Placeholder 7">
            <a:extLst>
              <a:ext uri="{FF2B5EF4-FFF2-40B4-BE49-F238E27FC236}">
                <a16:creationId xmlns:a16="http://schemas.microsoft.com/office/drawing/2014/main" id="{1F135EA3-D982-467F-B90A-B791DFDDA877}"/>
              </a:ext>
            </a:extLst>
          </p:cNvPr>
          <p:cNvSpPr>
            <a:spLocks noGrp="1"/>
          </p:cNvSpPr>
          <p:nvPr>
            <p:ph type="body" sz="quarter" idx="14" hasCustomPrompt="1"/>
          </p:nvPr>
        </p:nvSpPr>
        <p:spPr>
          <a:xfrm>
            <a:off x="461966" y="3927199"/>
            <a:ext cx="1726129" cy="378571"/>
          </a:xfrm>
        </p:spPr>
        <p:txBody>
          <a:bodyPr lIns="0" tIns="0" rIns="0" bIns="0">
            <a:normAutofit/>
          </a:bodyPr>
          <a:lstStyle>
            <a:lvl1pPr marL="0" indent="0">
              <a:buNone/>
              <a:defRPr sz="2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3 Years Plan</a:t>
            </a:r>
          </a:p>
        </p:txBody>
      </p:sp>
      <p:sp>
        <p:nvSpPr>
          <p:cNvPr id="106" name="Picture Placeholder 104">
            <a:extLst>
              <a:ext uri="{FF2B5EF4-FFF2-40B4-BE49-F238E27FC236}">
                <a16:creationId xmlns:a16="http://schemas.microsoft.com/office/drawing/2014/main" id="{4580320F-7723-4672-AB19-22C87ECD53D3}"/>
              </a:ext>
            </a:extLst>
          </p:cNvPr>
          <p:cNvSpPr>
            <a:spLocks noGrp="1"/>
          </p:cNvSpPr>
          <p:nvPr>
            <p:ph type="pic" sz="quarter" idx="56"/>
          </p:nvPr>
        </p:nvSpPr>
        <p:spPr>
          <a:xfrm>
            <a:off x="461965" y="5725379"/>
            <a:ext cx="950912" cy="685800"/>
          </a:xfrm>
          <a:ln w="3556">
            <a:solidFill>
              <a:srgbClr val="454D55"/>
            </a:solidFill>
          </a:ln>
        </p:spPr>
        <p:txBody>
          <a:bodyPr anchor="ctr" anchorCtr="0">
            <a:noAutofit/>
          </a:bodyPr>
          <a:lstStyle>
            <a:lvl1pPr marL="0" indent="0" algn="ctr">
              <a:buNone/>
              <a:defRPr sz="1200"/>
            </a:lvl1pPr>
          </a:lstStyle>
          <a:p>
            <a:r>
              <a:rPr lang="en-US" noProof="0"/>
              <a:t>Click icon to add picture</a:t>
            </a:r>
          </a:p>
        </p:txBody>
      </p:sp>
      <p:sp>
        <p:nvSpPr>
          <p:cNvPr id="108" name="Text Placeholder 42">
            <a:extLst>
              <a:ext uri="{FF2B5EF4-FFF2-40B4-BE49-F238E27FC236}">
                <a16:creationId xmlns:a16="http://schemas.microsoft.com/office/drawing/2014/main" id="{F6CA33C8-1786-4D07-8C52-AE1469894B67}"/>
              </a:ext>
            </a:extLst>
          </p:cNvPr>
          <p:cNvSpPr>
            <a:spLocks noGrp="1"/>
          </p:cNvSpPr>
          <p:nvPr>
            <p:ph type="body" sz="quarter" idx="57" hasCustomPrompt="1"/>
          </p:nvPr>
        </p:nvSpPr>
        <p:spPr>
          <a:xfrm>
            <a:off x="2565129" y="863644"/>
            <a:ext cx="1044000" cy="1044000"/>
          </a:xfrm>
          <a:prstGeom prst="ellipse">
            <a:avLst/>
          </a:prstGeom>
          <a:solidFill>
            <a:srgbClr val="BAC82F"/>
          </a:solidFill>
          <a:ln w="72390">
            <a:solidFill>
              <a:schemeClr val="bg1"/>
            </a:solidFill>
          </a:ln>
        </p:spPr>
        <p:txBody>
          <a:bodyPr lIns="0" tIns="0" rIns="0" bIns="0" anchor="ctr" anchorCtr="0">
            <a:normAutofit/>
          </a:bodyPr>
          <a:lstStyle>
            <a:lvl1pPr marL="0" indent="0" algn="ctr">
              <a:buNone/>
              <a:defRPr lang="ru-RU" sz="2200" kern="1200" dirty="0">
                <a:solidFill>
                  <a:srgbClr val="454D55"/>
                </a:solidFill>
                <a:latin typeface="+mj-lt"/>
                <a:ea typeface="+mn-ea"/>
                <a:cs typeface="+mn-cs"/>
              </a:defRPr>
            </a:lvl1pPr>
          </a:lstStyle>
          <a:p>
            <a:pPr lvl="0"/>
            <a:r>
              <a:rPr lang="en-US" noProof="0"/>
              <a:t>20XX</a:t>
            </a:r>
          </a:p>
        </p:txBody>
      </p:sp>
      <p:sp>
        <p:nvSpPr>
          <p:cNvPr id="44" name="Text Placeholder 42">
            <a:extLst>
              <a:ext uri="{FF2B5EF4-FFF2-40B4-BE49-F238E27FC236}">
                <a16:creationId xmlns:a16="http://schemas.microsoft.com/office/drawing/2014/main" id="{62E3BBD0-72BD-45D7-BE15-8B93AFB86258}"/>
              </a:ext>
            </a:extLst>
          </p:cNvPr>
          <p:cNvSpPr>
            <a:spLocks noGrp="1"/>
          </p:cNvSpPr>
          <p:nvPr>
            <p:ph type="body" sz="quarter" idx="15" hasCustomPrompt="1"/>
          </p:nvPr>
        </p:nvSpPr>
        <p:spPr>
          <a:xfrm>
            <a:off x="4414968" y="843980"/>
            <a:ext cx="1044000" cy="1044000"/>
          </a:xfrm>
          <a:prstGeom prst="ellipse">
            <a:avLst/>
          </a:prstGeom>
          <a:solidFill>
            <a:schemeClr val="bg1"/>
          </a:solidFill>
          <a:ln w="72390">
            <a:solidFill>
              <a:srgbClr val="BAC82F"/>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Q1</a:t>
            </a:r>
          </a:p>
        </p:txBody>
      </p:sp>
      <p:sp>
        <p:nvSpPr>
          <p:cNvPr id="80" name="Text Placeholder 7">
            <a:extLst>
              <a:ext uri="{FF2B5EF4-FFF2-40B4-BE49-F238E27FC236}">
                <a16:creationId xmlns:a16="http://schemas.microsoft.com/office/drawing/2014/main" id="{C695E72E-773D-407A-AFA4-EF90ADF9D131}"/>
              </a:ext>
            </a:extLst>
          </p:cNvPr>
          <p:cNvSpPr>
            <a:spLocks noGrp="1"/>
          </p:cNvSpPr>
          <p:nvPr>
            <p:ph type="body" sz="quarter" idx="32" hasCustomPrompt="1"/>
          </p:nvPr>
        </p:nvSpPr>
        <p:spPr>
          <a:xfrm>
            <a:off x="4078438" y="436306"/>
            <a:ext cx="1726129" cy="204276"/>
          </a:xfrm>
        </p:spPr>
        <p:txBody>
          <a:bodyPr lIns="0" tIns="0" rIns="0" bIns="0">
            <a:normAutofit/>
          </a:bodyPr>
          <a:lstStyle>
            <a:lvl1pPr marL="0" indent="0" algn="ctr">
              <a:buNone/>
              <a:defRPr sz="1500" b="0" i="0">
                <a:solidFill>
                  <a:srgbClr val="BAC82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1" name="Text Placeholder 7">
            <a:extLst>
              <a:ext uri="{FF2B5EF4-FFF2-40B4-BE49-F238E27FC236}">
                <a16:creationId xmlns:a16="http://schemas.microsoft.com/office/drawing/2014/main" id="{7463FB1C-AFEB-4EAE-B84D-A1613AF5BA7C}"/>
              </a:ext>
            </a:extLst>
          </p:cNvPr>
          <p:cNvSpPr>
            <a:spLocks noGrp="1"/>
          </p:cNvSpPr>
          <p:nvPr>
            <p:ph type="body" sz="quarter" idx="33" hasCustomPrompt="1"/>
          </p:nvPr>
        </p:nvSpPr>
        <p:spPr>
          <a:xfrm>
            <a:off x="4078437" y="618761"/>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0" name="Text Placeholder 42">
            <a:extLst>
              <a:ext uri="{FF2B5EF4-FFF2-40B4-BE49-F238E27FC236}">
                <a16:creationId xmlns:a16="http://schemas.microsoft.com/office/drawing/2014/main" id="{12DFAD2F-3ED1-46BF-B662-2E96A42C48E7}"/>
              </a:ext>
            </a:extLst>
          </p:cNvPr>
          <p:cNvSpPr>
            <a:spLocks noGrp="1"/>
          </p:cNvSpPr>
          <p:nvPr>
            <p:ph type="body" sz="quarter" idx="17" hasCustomPrompt="1"/>
          </p:nvPr>
        </p:nvSpPr>
        <p:spPr>
          <a:xfrm>
            <a:off x="5759136" y="863644"/>
            <a:ext cx="1044000" cy="1044000"/>
          </a:xfrm>
          <a:prstGeom prst="ellipse">
            <a:avLst/>
          </a:prstGeom>
          <a:solidFill>
            <a:schemeClr val="bg1"/>
          </a:solidFill>
          <a:ln w="72390">
            <a:solidFill>
              <a:schemeClr val="accent2">
                <a:alpha val="60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Q2</a:t>
            </a:r>
          </a:p>
        </p:txBody>
      </p:sp>
      <p:sp>
        <p:nvSpPr>
          <p:cNvPr id="82" name="Text Placeholder 7">
            <a:extLst>
              <a:ext uri="{FF2B5EF4-FFF2-40B4-BE49-F238E27FC236}">
                <a16:creationId xmlns:a16="http://schemas.microsoft.com/office/drawing/2014/main" id="{622FB247-DB8F-4B67-B9EA-5741E1DDBEEE}"/>
              </a:ext>
            </a:extLst>
          </p:cNvPr>
          <p:cNvSpPr>
            <a:spLocks noGrp="1"/>
          </p:cNvSpPr>
          <p:nvPr>
            <p:ph type="body" sz="quarter" idx="34" hasCustomPrompt="1"/>
          </p:nvPr>
        </p:nvSpPr>
        <p:spPr>
          <a:xfrm>
            <a:off x="5422683" y="2025874"/>
            <a:ext cx="1726129" cy="204276"/>
          </a:xfrm>
        </p:spPr>
        <p:txBody>
          <a:bodyPr lIns="0" tIns="0" rIns="0" bIns="0">
            <a:normAutofit/>
          </a:bodyPr>
          <a:lstStyle>
            <a:lvl1pPr marL="0" indent="0" algn="ctr">
              <a:buNone/>
              <a:defRPr sz="1500" b="0" i="0">
                <a:solidFill>
                  <a:srgbClr val="81BF3B"/>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3" name="Text Placeholder 7">
            <a:extLst>
              <a:ext uri="{FF2B5EF4-FFF2-40B4-BE49-F238E27FC236}">
                <a16:creationId xmlns:a16="http://schemas.microsoft.com/office/drawing/2014/main" id="{CE2C8800-C93B-4E93-9AE2-9CBFC1E6D764}"/>
              </a:ext>
            </a:extLst>
          </p:cNvPr>
          <p:cNvSpPr>
            <a:spLocks noGrp="1"/>
          </p:cNvSpPr>
          <p:nvPr>
            <p:ph type="body" sz="quarter" idx="35" hasCustomPrompt="1"/>
          </p:nvPr>
        </p:nvSpPr>
        <p:spPr>
          <a:xfrm>
            <a:off x="5422682" y="2208329"/>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49" name="Text Placeholder 42">
            <a:extLst>
              <a:ext uri="{FF2B5EF4-FFF2-40B4-BE49-F238E27FC236}">
                <a16:creationId xmlns:a16="http://schemas.microsoft.com/office/drawing/2014/main" id="{CC1B1148-CFC2-4FF7-8B7C-9502EB650064}"/>
              </a:ext>
            </a:extLst>
          </p:cNvPr>
          <p:cNvSpPr>
            <a:spLocks noGrp="1"/>
          </p:cNvSpPr>
          <p:nvPr>
            <p:ph type="body" sz="quarter" idx="18" hasCustomPrompt="1"/>
          </p:nvPr>
        </p:nvSpPr>
        <p:spPr>
          <a:xfrm>
            <a:off x="7103304" y="863644"/>
            <a:ext cx="1044000" cy="1044000"/>
          </a:xfrm>
          <a:prstGeom prst="ellipse">
            <a:avLst/>
          </a:prstGeom>
          <a:solidFill>
            <a:schemeClr val="bg1"/>
          </a:solidFill>
          <a:ln w="72390">
            <a:solidFill>
              <a:schemeClr val="accent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Q3</a:t>
            </a:r>
          </a:p>
        </p:txBody>
      </p:sp>
      <p:sp>
        <p:nvSpPr>
          <p:cNvPr id="84" name="Text Placeholder 7">
            <a:extLst>
              <a:ext uri="{FF2B5EF4-FFF2-40B4-BE49-F238E27FC236}">
                <a16:creationId xmlns:a16="http://schemas.microsoft.com/office/drawing/2014/main" id="{60559160-7568-4A5B-88B4-DBB3C42D5D10}"/>
              </a:ext>
            </a:extLst>
          </p:cNvPr>
          <p:cNvSpPr>
            <a:spLocks noGrp="1"/>
          </p:cNvSpPr>
          <p:nvPr>
            <p:ph type="body" sz="quarter" idx="36" hasCustomPrompt="1"/>
          </p:nvPr>
        </p:nvSpPr>
        <p:spPr>
          <a:xfrm>
            <a:off x="6755394" y="437795"/>
            <a:ext cx="1726129" cy="204276"/>
          </a:xfrm>
        </p:spPr>
        <p:txBody>
          <a:bodyPr lIns="0" tIns="0" rIns="0" bIns="0">
            <a:normAutofit/>
          </a:bodyPr>
          <a:lstStyle>
            <a:lvl1pPr marL="0" indent="0" algn="ctr">
              <a:buNone/>
              <a:defRPr sz="1500" b="0" i="0">
                <a:solidFill>
                  <a:srgbClr val="2CA05B"/>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5" name="Text Placeholder 7">
            <a:extLst>
              <a:ext uri="{FF2B5EF4-FFF2-40B4-BE49-F238E27FC236}">
                <a16:creationId xmlns:a16="http://schemas.microsoft.com/office/drawing/2014/main" id="{AED30C6D-348A-4701-A27D-F10DFC175AC0}"/>
              </a:ext>
            </a:extLst>
          </p:cNvPr>
          <p:cNvSpPr>
            <a:spLocks noGrp="1"/>
          </p:cNvSpPr>
          <p:nvPr>
            <p:ph type="body" sz="quarter" idx="37" hasCustomPrompt="1"/>
          </p:nvPr>
        </p:nvSpPr>
        <p:spPr>
          <a:xfrm>
            <a:off x="6755393" y="618761"/>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46" name="Text Placeholder 42">
            <a:extLst>
              <a:ext uri="{FF2B5EF4-FFF2-40B4-BE49-F238E27FC236}">
                <a16:creationId xmlns:a16="http://schemas.microsoft.com/office/drawing/2014/main" id="{DC934A70-FE40-4A89-9799-1A672346662A}"/>
              </a:ext>
            </a:extLst>
          </p:cNvPr>
          <p:cNvSpPr>
            <a:spLocks noGrp="1"/>
          </p:cNvSpPr>
          <p:nvPr>
            <p:ph type="body" sz="quarter" idx="16" hasCustomPrompt="1"/>
          </p:nvPr>
        </p:nvSpPr>
        <p:spPr>
          <a:xfrm>
            <a:off x="8447472" y="863644"/>
            <a:ext cx="1044000" cy="1044000"/>
          </a:xfrm>
          <a:prstGeom prst="ellipse">
            <a:avLst/>
          </a:prstGeom>
          <a:solidFill>
            <a:schemeClr val="bg1"/>
          </a:solidFill>
          <a:ln w="72390">
            <a:solidFill>
              <a:schemeClr val="accent2">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Q4</a:t>
            </a:r>
          </a:p>
        </p:txBody>
      </p:sp>
      <p:sp>
        <p:nvSpPr>
          <p:cNvPr id="86" name="Text Placeholder 7">
            <a:extLst>
              <a:ext uri="{FF2B5EF4-FFF2-40B4-BE49-F238E27FC236}">
                <a16:creationId xmlns:a16="http://schemas.microsoft.com/office/drawing/2014/main" id="{AB11D018-DEEE-4BCE-B5F0-2B33DD39A6B9}"/>
              </a:ext>
            </a:extLst>
          </p:cNvPr>
          <p:cNvSpPr>
            <a:spLocks noGrp="1"/>
          </p:cNvSpPr>
          <p:nvPr>
            <p:ph type="body" sz="quarter" idx="38" hasCustomPrompt="1"/>
          </p:nvPr>
        </p:nvSpPr>
        <p:spPr>
          <a:xfrm>
            <a:off x="8106874" y="2025874"/>
            <a:ext cx="1726129" cy="204276"/>
          </a:xfrm>
        </p:spPr>
        <p:txBody>
          <a:bodyPr lIns="0" tIns="0" rIns="0" bIns="0">
            <a:normAutofit/>
          </a:bodyPr>
          <a:lstStyle>
            <a:lvl1pPr marL="0" indent="0" algn="ctr">
              <a:buNone/>
              <a:defRPr sz="1500" b="0" i="0">
                <a:solidFill>
                  <a:srgbClr val="1B866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7" name="Text Placeholder 7">
            <a:extLst>
              <a:ext uri="{FF2B5EF4-FFF2-40B4-BE49-F238E27FC236}">
                <a16:creationId xmlns:a16="http://schemas.microsoft.com/office/drawing/2014/main" id="{085539ED-B933-484F-8ECB-700829A52CAB}"/>
              </a:ext>
            </a:extLst>
          </p:cNvPr>
          <p:cNvSpPr>
            <a:spLocks noGrp="1"/>
          </p:cNvSpPr>
          <p:nvPr>
            <p:ph type="body" sz="quarter" idx="39" hasCustomPrompt="1"/>
          </p:nvPr>
        </p:nvSpPr>
        <p:spPr>
          <a:xfrm>
            <a:off x="8106874" y="2208329"/>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73" name="Text Placeholder 42">
            <a:extLst>
              <a:ext uri="{FF2B5EF4-FFF2-40B4-BE49-F238E27FC236}">
                <a16:creationId xmlns:a16="http://schemas.microsoft.com/office/drawing/2014/main" id="{F3728A77-BAED-49CA-87A0-DFCB220B3A28}"/>
              </a:ext>
            </a:extLst>
          </p:cNvPr>
          <p:cNvSpPr>
            <a:spLocks noGrp="1"/>
          </p:cNvSpPr>
          <p:nvPr>
            <p:ph type="body" sz="quarter" idx="28" hasCustomPrompt="1"/>
          </p:nvPr>
        </p:nvSpPr>
        <p:spPr>
          <a:xfrm>
            <a:off x="10705088" y="1917406"/>
            <a:ext cx="1044000" cy="1044000"/>
          </a:xfrm>
          <a:prstGeom prst="ellipse">
            <a:avLst/>
          </a:prstGeom>
          <a:solidFill>
            <a:schemeClr val="tx1"/>
          </a:solidFill>
          <a:ln w="72390">
            <a:solidFill>
              <a:schemeClr val="bg1"/>
            </a:solidFill>
          </a:ln>
        </p:spPr>
        <p:txBody>
          <a:bodyPr lIns="0" tIns="0" rIns="0" bIns="0" anchor="ctr" anchorCtr="0">
            <a:normAutofit/>
          </a:bodyPr>
          <a:lstStyle>
            <a:lvl1pPr marL="0" indent="0" algn="ctr">
              <a:buNone/>
              <a:defRPr lang="ru-RU" sz="2200" kern="1200" dirty="0">
                <a:solidFill>
                  <a:schemeClr val="bg1"/>
                </a:solidFill>
                <a:latin typeface="+mj-lt"/>
                <a:ea typeface="+mn-ea"/>
                <a:cs typeface="+mn-cs"/>
              </a:defRPr>
            </a:lvl1pPr>
          </a:lstStyle>
          <a:p>
            <a:pPr lvl="0"/>
            <a:r>
              <a:rPr lang="en-US" noProof="0"/>
              <a:t>20XX</a:t>
            </a:r>
          </a:p>
        </p:txBody>
      </p:sp>
      <p:sp>
        <p:nvSpPr>
          <p:cNvPr id="57" name="Text Placeholder 42">
            <a:extLst>
              <a:ext uri="{FF2B5EF4-FFF2-40B4-BE49-F238E27FC236}">
                <a16:creationId xmlns:a16="http://schemas.microsoft.com/office/drawing/2014/main" id="{D7526F27-FC58-40E7-A76A-47A27D23255B}"/>
              </a:ext>
            </a:extLst>
          </p:cNvPr>
          <p:cNvSpPr>
            <a:spLocks noGrp="1"/>
          </p:cNvSpPr>
          <p:nvPr>
            <p:ph type="body" sz="quarter" idx="20" hasCustomPrompt="1"/>
          </p:nvPr>
        </p:nvSpPr>
        <p:spPr>
          <a:xfrm>
            <a:off x="8447472" y="2914158"/>
            <a:ext cx="1044000" cy="1044000"/>
          </a:xfrm>
          <a:prstGeom prst="ellipse">
            <a:avLst/>
          </a:prstGeom>
          <a:solidFill>
            <a:schemeClr val="bg1"/>
          </a:solidFill>
          <a:ln w="72390">
            <a:solidFill>
              <a:schemeClr val="bg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Q1</a:t>
            </a:r>
          </a:p>
        </p:txBody>
      </p:sp>
      <p:sp>
        <p:nvSpPr>
          <p:cNvPr id="94" name="Text Placeholder 7">
            <a:extLst>
              <a:ext uri="{FF2B5EF4-FFF2-40B4-BE49-F238E27FC236}">
                <a16:creationId xmlns:a16="http://schemas.microsoft.com/office/drawing/2014/main" id="{0D030018-A573-45D1-B6EF-210F3CF92D5F}"/>
              </a:ext>
            </a:extLst>
          </p:cNvPr>
          <p:cNvSpPr>
            <a:spLocks noGrp="1"/>
          </p:cNvSpPr>
          <p:nvPr>
            <p:ph type="body" sz="quarter" idx="46" hasCustomPrompt="1"/>
          </p:nvPr>
        </p:nvSpPr>
        <p:spPr>
          <a:xfrm>
            <a:off x="8105171" y="4073394"/>
            <a:ext cx="1726129" cy="204276"/>
          </a:xfrm>
        </p:spPr>
        <p:txBody>
          <a:bodyPr lIns="0" tIns="0" rIns="0" bIns="0">
            <a:normAutofit/>
          </a:bodyPr>
          <a:lstStyle>
            <a:lvl1pPr marL="0" indent="0" algn="ctr">
              <a:buNone/>
              <a:defRPr sz="1500" b="0" i="0">
                <a:solidFill>
                  <a:srgbClr val="0C6D8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5" name="Text Placeholder 7">
            <a:extLst>
              <a:ext uri="{FF2B5EF4-FFF2-40B4-BE49-F238E27FC236}">
                <a16:creationId xmlns:a16="http://schemas.microsoft.com/office/drawing/2014/main" id="{91FC8372-90CA-42B7-A237-0BC81F2687CB}"/>
              </a:ext>
            </a:extLst>
          </p:cNvPr>
          <p:cNvSpPr>
            <a:spLocks noGrp="1"/>
          </p:cNvSpPr>
          <p:nvPr>
            <p:ph type="body" sz="quarter" idx="47" hasCustomPrompt="1"/>
          </p:nvPr>
        </p:nvSpPr>
        <p:spPr>
          <a:xfrm>
            <a:off x="8105171" y="4255849"/>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8" name="Text Placeholder 42">
            <a:extLst>
              <a:ext uri="{FF2B5EF4-FFF2-40B4-BE49-F238E27FC236}">
                <a16:creationId xmlns:a16="http://schemas.microsoft.com/office/drawing/2014/main" id="{242D0BB2-4F17-4A8D-87A7-FADA2CAEC6F5}"/>
              </a:ext>
            </a:extLst>
          </p:cNvPr>
          <p:cNvSpPr>
            <a:spLocks noGrp="1"/>
          </p:cNvSpPr>
          <p:nvPr>
            <p:ph type="body" sz="quarter" idx="21" hasCustomPrompt="1"/>
          </p:nvPr>
        </p:nvSpPr>
        <p:spPr>
          <a:xfrm>
            <a:off x="7103304" y="2914158"/>
            <a:ext cx="1044000" cy="1044000"/>
          </a:xfrm>
          <a:prstGeom prst="ellipse">
            <a:avLst/>
          </a:prstGeom>
          <a:solidFill>
            <a:schemeClr val="bg1"/>
          </a:solidFill>
          <a:ln w="72390">
            <a:solidFill>
              <a:schemeClr val="bg2">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Q2</a:t>
            </a:r>
          </a:p>
        </p:txBody>
      </p:sp>
      <p:sp>
        <p:nvSpPr>
          <p:cNvPr id="90" name="Text Placeholder 7">
            <a:extLst>
              <a:ext uri="{FF2B5EF4-FFF2-40B4-BE49-F238E27FC236}">
                <a16:creationId xmlns:a16="http://schemas.microsoft.com/office/drawing/2014/main" id="{7F7CC596-D7AD-4DCE-B864-BB1A6A7C8B15}"/>
              </a:ext>
            </a:extLst>
          </p:cNvPr>
          <p:cNvSpPr>
            <a:spLocks noGrp="1"/>
          </p:cNvSpPr>
          <p:nvPr>
            <p:ph type="body" sz="quarter" idx="42" hasCustomPrompt="1"/>
          </p:nvPr>
        </p:nvSpPr>
        <p:spPr>
          <a:xfrm>
            <a:off x="6755393" y="2505648"/>
            <a:ext cx="1726129" cy="204276"/>
          </a:xfrm>
        </p:spPr>
        <p:txBody>
          <a:bodyPr lIns="0" tIns="0" rIns="0" bIns="0">
            <a:normAutofit/>
          </a:bodyPr>
          <a:lstStyle>
            <a:lvl1pPr marL="0" indent="0" algn="ctr">
              <a:buNone/>
              <a:defRPr sz="1500" b="0" i="0">
                <a:solidFill>
                  <a:srgbClr val="403474"/>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1" name="Text Placeholder 7">
            <a:extLst>
              <a:ext uri="{FF2B5EF4-FFF2-40B4-BE49-F238E27FC236}">
                <a16:creationId xmlns:a16="http://schemas.microsoft.com/office/drawing/2014/main" id="{28E66912-ACE9-4007-9A2B-050DC9408A24}"/>
              </a:ext>
            </a:extLst>
          </p:cNvPr>
          <p:cNvSpPr>
            <a:spLocks noGrp="1"/>
          </p:cNvSpPr>
          <p:nvPr>
            <p:ph type="body" sz="quarter" idx="43" hasCustomPrompt="1"/>
          </p:nvPr>
        </p:nvSpPr>
        <p:spPr>
          <a:xfrm>
            <a:off x="6755390" y="2688103"/>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9" name="Text Placeholder 42">
            <a:extLst>
              <a:ext uri="{FF2B5EF4-FFF2-40B4-BE49-F238E27FC236}">
                <a16:creationId xmlns:a16="http://schemas.microsoft.com/office/drawing/2014/main" id="{CC1EC2BE-5D73-4D49-B2F2-4DA2785D6EAD}"/>
              </a:ext>
            </a:extLst>
          </p:cNvPr>
          <p:cNvSpPr>
            <a:spLocks noGrp="1"/>
          </p:cNvSpPr>
          <p:nvPr>
            <p:ph type="body" sz="quarter" idx="22" hasCustomPrompt="1"/>
          </p:nvPr>
        </p:nvSpPr>
        <p:spPr>
          <a:xfrm>
            <a:off x="5759136" y="2914158"/>
            <a:ext cx="1044000" cy="1044000"/>
          </a:xfrm>
          <a:prstGeom prst="ellipse">
            <a:avLst/>
          </a:prstGeom>
          <a:solidFill>
            <a:schemeClr val="bg1"/>
          </a:solidFill>
          <a:ln w="72390">
            <a:solidFill>
              <a:schemeClr val="accent1">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Q3</a:t>
            </a:r>
          </a:p>
        </p:txBody>
      </p:sp>
      <p:sp>
        <p:nvSpPr>
          <p:cNvPr id="92" name="Text Placeholder 7">
            <a:extLst>
              <a:ext uri="{FF2B5EF4-FFF2-40B4-BE49-F238E27FC236}">
                <a16:creationId xmlns:a16="http://schemas.microsoft.com/office/drawing/2014/main" id="{441FE3C4-7737-4EB6-9280-FAD8852FB4B8}"/>
              </a:ext>
            </a:extLst>
          </p:cNvPr>
          <p:cNvSpPr>
            <a:spLocks noGrp="1"/>
          </p:cNvSpPr>
          <p:nvPr>
            <p:ph type="body" sz="quarter" idx="44" hasCustomPrompt="1"/>
          </p:nvPr>
        </p:nvSpPr>
        <p:spPr>
          <a:xfrm>
            <a:off x="5420981" y="4073394"/>
            <a:ext cx="1726129" cy="204276"/>
          </a:xfrm>
        </p:spPr>
        <p:txBody>
          <a:bodyPr lIns="0" tIns="0" rIns="0" bIns="0">
            <a:normAutofit/>
          </a:bodyPr>
          <a:lstStyle>
            <a:lvl1pPr marL="0" indent="0" algn="ctr">
              <a:buNone/>
              <a:defRPr sz="1500" b="0" i="0">
                <a:solidFill>
                  <a:srgbClr val="571B6D"/>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3" name="Text Placeholder 7">
            <a:extLst>
              <a:ext uri="{FF2B5EF4-FFF2-40B4-BE49-F238E27FC236}">
                <a16:creationId xmlns:a16="http://schemas.microsoft.com/office/drawing/2014/main" id="{70EF49EC-F8D8-463F-B786-F2C04C33AEE7}"/>
              </a:ext>
            </a:extLst>
          </p:cNvPr>
          <p:cNvSpPr>
            <a:spLocks noGrp="1"/>
          </p:cNvSpPr>
          <p:nvPr>
            <p:ph type="body" sz="quarter" idx="45" hasCustomPrompt="1"/>
          </p:nvPr>
        </p:nvSpPr>
        <p:spPr>
          <a:xfrm>
            <a:off x="5420980" y="4255849"/>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6" name="Text Placeholder 42">
            <a:extLst>
              <a:ext uri="{FF2B5EF4-FFF2-40B4-BE49-F238E27FC236}">
                <a16:creationId xmlns:a16="http://schemas.microsoft.com/office/drawing/2014/main" id="{997AC0B1-99FC-455E-A896-3C370BB38C53}"/>
              </a:ext>
            </a:extLst>
          </p:cNvPr>
          <p:cNvSpPr>
            <a:spLocks noGrp="1"/>
          </p:cNvSpPr>
          <p:nvPr>
            <p:ph type="body" sz="quarter" idx="19" hasCustomPrompt="1"/>
          </p:nvPr>
        </p:nvSpPr>
        <p:spPr>
          <a:xfrm>
            <a:off x="4414968" y="2914158"/>
            <a:ext cx="1044000" cy="1044000"/>
          </a:xfrm>
          <a:prstGeom prst="ellipse">
            <a:avLst/>
          </a:prstGeom>
          <a:solidFill>
            <a:schemeClr val="bg1"/>
          </a:solidFill>
          <a:ln w="72390">
            <a:solidFill>
              <a:schemeClr val="tx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Q4</a:t>
            </a:r>
          </a:p>
        </p:txBody>
      </p:sp>
      <p:sp>
        <p:nvSpPr>
          <p:cNvPr id="88" name="Text Placeholder 7">
            <a:extLst>
              <a:ext uri="{FF2B5EF4-FFF2-40B4-BE49-F238E27FC236}">
                <a16:creationId xmlns:a16="http://schemas.microsoft.com/office/drawing/2014/main" id="{D66EAED5-741C-44D6-840F-C90C1AF74A23}"/>
              </a:ext>
            </a:extLst>
          </p:cNvPr>
          <p:cNvSpPr>
            <a:spLocks noGrp="1"/>
          </p:cNvSpPr>
          <p:nvPr>
            <p:ph type="body" sz="quarter" idx="40" hasCustomPrompt="1"/>
          </p:nvPr>
        </p:nvSpPr>
        <p:spPr>
          <a:xfrm>
            <a:off x="4071199" y="2505648"/>
            <a:ext cx="1726129" cy="204276"/>
          </a:xfrm>
        </p:spPr>
        <p:txBody>
          <a:bodyPr lIns="0" tIns="0" rIns="0" bIns="0">
            <a:normAutofit/>
          </a:bodyPr>
          <a:lstStyle>
            <a:lvl1pPr marL="0" indent="0" algn="ctr">
              <a:buNone/>
              <a:defRPr sz="1500" b="0" i="0">
                <a:solidFill>
                  <a:srgbClr val="6F0066"/>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9" name="Text Placeholder 7">
            <a:extLst>
              <a:ext uri="{FF2B5EF4-FFF2-40B4-BE49-F238E27FC236}">
                <a16:creationId xmlns:a16="http://schemas.microsoft.com/office/drawing/2014/main" id="{7887B0FE-2AB8-455F-8EC7-C8F31FEA27CC}"/>
              </a:ext>
            </a:extLst>
          </p:cNvPr>
          <p:cNvSpPr>
            <a:spLocks noGrp="1"/>
          </p:cNvSpPr>
          <p:nvPr>
            <p:ph type="body" sz="quarter" idx="41" hasCustomPrompt="1"/>
          </p:nvPr>
        </p:nvSpPr>
        <p:spPr>
          <a:xfrm>
            <a:off x="4071198" y="2688103"/>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75" name="Text Placeholder 42">
            <a:extLst>
              <a:ext uri="{FF2B5EF4-FFF2-40B4-BE49-F238E27FC236}">
                <a16:creationId xmlns:a16="http://schemas.microsoft.com/office/drawing/2014/main" id="{6F1AC56E-6618-4728-A6EA-8B021EB6BCFB}"/>
              </a:ext>
            </a:extLst>
          </p:cNvPr>
          <p:cNvSpPr>
            <a:spLocks noGrp="1"/>
          </p:cNvSpPr>
          <p:nvPr>
            <p:ph type="body" sz="quarter" idx="29" hasCustomPrompt="1"/>
          </p:nvPr>
        </p:nvSpPr>
        <p:spPr>
          <a:xfrm>
            <a:off x="2188092" y="3979528"/>
            <a:ext cx="1044000" cy="1044000"/>
          </a:xfrm>
          <a:prstGeom prst="ellipse">
            <a:avLst/>
          </a:prstGeom>
          <a:solidFill>
            <a:schemeClr val="tx2"/>
          </a:solidFill>
          <a:ln w="72390">
            <a:solidFill>
              <a:schemeClr val="bg1"/>
            </a:solidFill>
          </a:ln>
        </p:spPr>
        <p:txBody>
          <a:bodyPr lIns="0" tIns="0" rIns="0" bIns="0" anchor="ctr" anchorCtr="0">
            <a:normAutofit/>
          </a:bodyPr>
          <a:lstStyle>
            <a:lvl1pPr marL="0" indent="0" algn="ctr">
              <a:buNone/>
              <a:defRPr lang="ru-RU" sz="2200" kern="1200" dirty="0">
                <a:solidFill>
                  <a:schemeClr val="bg1"/>
                </a:solidFill>
                <a:latin typeface="+mj-lt"/>
                <a:ea typeface="+mn-ea"/>
                <a:cs typeface="+mn-cs"/>
              </a:defRPr>
            </a:lvl1pPr>
          </a:lstStyle>
          <a:p>
            <a:pPr lvl="0"/>
            <a:r>
              <a:rPr lang="en-US" noProof="0"/>
              <a:t>20XX</a:t>
            </a:r>
          </a:p>
        </p:txBody>
      </p:sp>
      <p:sp>
        <p:nvSpPr>
          <p:cNvPr id="60" name="Text Placeholder 42">
            <a:extLst>
              <a:ext uri="{FF2B5EF4-FFF2-40B4-BE49-F238E27FC236}">
                <a16:creationId xmlns:a16="http://schemas.microsoft.com/office/drawing/2014/main" id="{DB4C9C65-90B1-4A40-BB7B-DE799076D1B1}"/>
              </a:ext>
            </a:extLst>
          </p:cNvPr>
          <p:cNvSpPr>
            <a:spLocks noGrp="1"/>
          </p:cNvSpPr>
          <p:nvPr>
            <p:ph type="body" sz="quarter" idx="23" hasCustomPrompt="1"/>
          </p:nvPr>
        </p:nvSpPr>
        <p:spPr>
          <a:xfrm>
            <a:off x="4414968" y="4970360"/>
            <a:ext cx="1044000" cy="1044000"/>
          </a:xfrm>
          <a:prstGeom prst="ellipse">
            <a:avLst/>
          </a:prstGeom>
          <a:solidFill>
            <a:schemeClr val="bg1"/>
          </a:solidFill>
          <a:ln w="72390">
            <a:solidFill>
              <a:schemeClr val="tx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Q1</a:t>
            </a:r>
          </a:p>
        </p:txBody>
      </p:sp>
      <p:sp>
        <p:nvSpPr>
          <p:cNvPr id="96" name="Text Placeholder 7">
            <a:extLst>
              <a:ext uri="{FF2B5EF4-FFF2-40B4-BE49-F238E27FC236}">
                <a16:creationId xmlns:a16="http://schemas.microsoft.com/office/drawing/2014/main" id="{E9ED50CB-058A-4C6B-A8E2-0536EC0E40DA}"/>
              </a:ext>
            </a:extLst>
          </p:cNvPr>
          <p:cNvSpPr>
            <a:spLocks noGrp="1"/>
          </p:cNvSpPr>
          <p:nvPr>
            <p:ph type="body" sz="quarter" idx="48" hasCustomPrompt="1"/>
          </p:nvPr>
        </p:nvSpPr>
        <p:spPr>
          <a:xfrm>
            <a:off x="4075660" y="4567759"/>
            <a:ext cx="1726129" cy="204276"/>
          </a:xfrm>
        </p:spPr>
        <p:txBody>
          <a:bodyPr lIns="0" tIns="0" rIns="0" bIns="0">
            <a:normAutofit/>
          </a:bodyPr>
          <a:lstStyle>
            <a:lvl1pPr marL="0" indent="0" algn="ctr">
              <a:buNone/>
              <a:defRPr sz="1500" b="0" i="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7" name="Text Placeholder 7">
            <a:extLst>
              <a:ext uri="{FF2B5EF4-FFF2-40B4-BE49-F238E27FC236}">
                <a16:creationId xmlns:a16="http://schemas.microsoft.com/office/drawing/2014/main" id="{04D14365-5F59-4F4F-B237-26A11A2DDDD1}"/>
              </a:ext>
            </a:extLst>
          </p:cNvPr>
          <p:cNvSpPr>
            <a:spLocks noGrp="1"/>
          </p:cNvSpPr>
          <p:nvPr>
            <p:ph type="body" sz="quarter" idx="49" hasCustomPrompt="1"/>
          </p:nvPr>
        </p:nvSpPr>
        <p:spPr>
          <a:xfrm>
            <a:off x="4075657" y="4750214"/>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63" name="Text Placeholder 42">
            <a:extLst>
              <a:ext uri="{FF2B5EF4-FFF2-40B4-BE49-F238E27FC236}">
                <a16:creationId xmlns:a16="http://schemas.microsoft.com/office/drawing/2014/main" id="{CFA7DBCF-F797-4B29-8C96-7AC1602BBC81}"/>
              </a:ext>
            </a:extLst>
          </p:cNvPr>
          <p:cNvSpPr>
            <a:spLocks noGrp="1"/>
          </p:cNvSpPr>
          <p:nvPr>
            <p:ph type="body" sz="quarter" idx="26" hasCustomPrompt="1"/>
          </p:nvPr>
        </p:nvSpPr>
        <p:spPr>
          <a:xfrm>
            <a:off x="5759136" y="4970360"/>
            <a:ext cx="1044000" cy="1044000"/>
          </a:xfrm>
          <a:prstGeom prst="ellipse">
            <a:avLst/>
          </a:prstGeom>
          <a:solidFill>
            <a:schemeClr val="bg1"/>
          </a:solidFill>
          <a:ln w="72390">
            <a:solidFill>
              <a:schemeClr val="accent3"/>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Q2</a:t>
            </a:r>
          </a:p>
        </p:txBody>
      </p:sp>
      <p:sp>
        <p:nvSpPr>
          <p:cNvPr id="100" name="Text Placeholder 7">
            <a:extLst>
              <a:ext uri="{FF2B5EF4-FFF2-40B4-BE49-F238E27FC236}">
                <a16:creationId xmlns:a16="http://schemas.microsoft.com/office/drawing/2014/main" id="{07524528-CBB1-40C1-A6F2-855A4D99478D}"/>
              </a:ext>
            </a:extLst>
          </p:cNvPr>
          <p:cNvSpPr>
            <a:spLocks noGrp="1"/>
          </p:cNvSpPr>
          <p:nvPr>
            <p:ph type="body" sz="quarter" idx="52" hasCustomPrompt="1"/>
          </p:nvPr>
        </p:nvSpPr>
        <p:spPr>
          <a:xfrm>
            <a:off x="5423465" y="6121335"/>
            <a:ext cx="1726129" cy="204276"/>
          </a:xfrm>
        </p:spPr>
        <p:txBody>
          <a:bodyPr lIns="0" tIns="0" rIns="0" bIns="0">
            <a:normAutofit/>
          </a:bodyPr>
          <a:lstStyle>
            <a:lvl1pPr marL="0" indent="0" algn="ctr">
              <a:buNone/>
              <a:defRPr sz="1500" b="0" i="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101" name="Text Placeholder 7">
            <a:extLst>
              <a:ext uri="{FF2B5EF4-FFF2-40B4-BE49-F238E27FC236}">
                <a16:creationId xmlns:a16="http://schemas.microsoft.com/office/drawing/2014/main" id="{41F799BD-659E-472B-98A7-7C06C2F7458C}"/>
              </a:ext>
            </a:extLst>
          </p:cNvPr>
          <p:cNvSpPr>
            <a:spLocks noGrp="1"/>
          </p:cNvSpPr>
          <p:nvPr>
            <p:ph type="body" sz="quarter" idx="53" hasCustomPrompt="1"/>
          </p:nvPr>
        </p:nvSpPr>
        <p:spPr>
          <a:xfrm>
            <a:off x="5423465" y="6303790"/>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62" name="Text Placeholder 42">
            <a:extLst>
              <a:ext uri="{FF2B5EF4-FFF2-40B4-BE49-F238E27FC236}">
                <a16:creationId xmlns:a16="http://schemas.microsoft.com/office/drawing/2014/main" id="{113ADCA9-C0A6-4FAB-A09E-4DECBD41D738}"/>
              </a:ext>
            </a:extLst>
          </p:cNvPr>
          <p:cNvSpPr>
            <a:spLocks noGrp="1"/>
          </p:cNvSpPr>
          <p:nvPr>
            <p:ph type="body" sz="quarter" idx="25" hasCustomPrompt="1"/>
          </p:nvPr>
        </p:nvSpPr>
        <p:spPr>
          <a:xfrm>
            <a:off x="7103304" y="4970360"/>
            <a:ext cx="1044000" cy="1044000"/>
          </a:xfrm>
          <a:prstGeom prst="ellipse">
            <a:avLst/>
          </a:prstGeom>
          <a:solidFill>
            <a:schemeClr val="bg1"/>
          </a:solidFill>
          <a:ln w="72390">
            <a:solidFill>
              <a:schemeClr val="accent4"/>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Q3</a:t>
            </a:r>
          </a:p>
        </p:txBody>
      </p:sp>
      <p:sp>
        <p:nvSpPr>
          <p:cNvPr id="98" name="Text Placeholder 7">
            <a:extLst>
              <a:ext uri="{FF2B5EF4-FFF2-40B4-BE49-F238E27FC236}">
                <a16:creationId xmlns:a16="http://schemas.microsoft.com/office/drawing/2014/main" id="{3EC66011-3B65-49CC-8886-E2CCFBFFABD7}"/>
              </a:ext>
            </a:extLst>
          </p:cNvPr>
          <p:cNvSpPr>
            <a:spLocks noGrp="1"/>
          </p:cNvSpPr>
          <p:nvPr>
            <p:ph type="body" sz="quarter" idx="50" hasCustomPrompt="1"/>
          </p:nvPr>
        </p:nvSpPr>
        <p:spPr>
          <a:xfrm>
            <a:off x="6759851" y="4567759"/>
            <a:ext cx="1726129" cy="204276"/>
          </a:xfrm>
        </p:spPr>
        <p:txBody>
          <a:bodyPr lIns="0" tIns="0" rIns="0" bIns="0">
            <a:normAutofit/>
          </a:bodyPr>
          <a:lstStyle>
            <a:lvl1pPr marL="0" indent="0" algn="ctr">
              <a:buNone/>
              <a:defRPr sz="1500" b="0" i="0">
                <a:solidFill>
                  <a:srgbClr val="E8611D"/>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9" name="Text Placeholder 7">
            <a:extLst>
              <a:ext uri="{FF2B5EF4-FFF2-40B4-BE49-F238E27FC236}">
                <a16:creationId xmlns:a16="http://schemas.microsoft.com/office/drawing/2014/main" id="{3B2B5959-E5CC-42A7-B797-463098BE6290}"/>
              </a:ext>
            </a:extLst>
          </p:cNvPr>
          <p:cNvSpPr>
            <a:spLocks noGrp="1"/>
          </p:cNvSpPr>
          <p:nvPr>
            <p:ph type="body" sz="quarter" idx="51" hasCustomPrompt="1"/>
          </p:nvPr>
        </p:nvSpPr>
        <p:spPr>
          <a:xfrm>
            <a:off x="6759850" y="4750214"/>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61" name="Text Placeholder 42">
            <a:extLst>
              <a:ext uri="{FF2B5EF4-FFF2-40B4-BE49-F238E27FC236}">
                <a16:creationId xmlns:a16="http://schemas.microsoft.com/office/drawing/2014/main" id="{91E8A179-36A3-4D0A-96E7-689F93F9B8F2}"/>
              </a:ext>
            </a:extLst>
          </p:cNvPr>
          <p:cNvSpPr>
            <a:spLocks noGrp="1"/>
          </p:cNvSpPr>
          <p:nvPr>
            <p:ph type="body" sz="quarter" idx="24" hasCustomPrompt="1"/>
          </p:nvPr>
        </p:nvSpPr>
        <p:spPr>
          <a:xfrm>
            <a:off x="8447472" y="4970360"/>
            <a:ext cx="1044000" cy="1044000"/>
          </a:xfrm>
          <a:prstGeom prst="ellipse">
            <a:avLst/>
          </a:prstGeom>
          <a:solidFill>
            <a:schemeClr val="bg1"/>
          </a:solidFill>
          <a:ln w="72390">
            <a:solidFill>
              <a:schemeClr val="accent5"/>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Q4</a:t>
            </a:r>
          </a:p>
        </p:txBody>
      </p:sp>
      <p:sp>
        <p:nvSpPr>
          <p:cNvPr id="102" name="Text Placeholder 7">
            <a:extLst>
              <a:ext uri="{FF2B5EF4-FFF2-40B4-BE49-F238E27FC236}">
                <a16:creationId xmlns:a16="http://schemas.microsoft.com/office/drawing/2014/main" id="{9FDC66A0-D1C5-4C83-BBEE-D079881FADA3}"/>
              </a:ext>
            </a:extLst>
          </p:cNvPr>
          <p:cNvSpPr>
            <a:spLocks noGrp="1"/>
          </p:cNvSpPr>
          <p:nvPr>
            <p:ph type="body" sz="quarter" idx="54" hasCustomPrompt="1"/>
          </p:nvPr>
        </p:nvSpPr>
        <p:spPr>
          <a:xfrm>
            <a:off x="8107657" y="6121335"/>
            <a:ext cx="1726129" cy="204276"/>
          </a:xfrm>
        </p:spPr>
        <p:txBody>
          <a:bodyPr lIns="0" tIns="0" rIns="0" bIns="0">
            <a:normAutofit/>
          </a:bodyPr>
          <a:lstStyle>
            <a:lvl1pPr marL="0" indent="0" algn="ctr">
              <a:buNone/>
              <a:defRPr sz="1500" b="0" i="0">
                <a:solidFill>
                  <a:schemeClr val="accent5"/>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103" name="Text Placeholder 7">
            <a:extLst>
              <a:ext uri="{FF2B5EF4-FFF2-40B4-BE49-F238E27FC236}">
                <a16:creationId xmlns:a16="http://schemas.microsoft.com/office/drawing/2014/main" id="{E4E5E736-BFFC-4245-916F-586110128844}"/>
              </a:ext>
            </a:extLst>
          </p:cNvPr>
          <p:cNvSpPr>
            <a:spLocks noGrp="1"/>
          </p:cNvSpPr>
          <p:nvPr>
            <p:ph type="body" sz="quarter" idx="55" hasCustomPrompt="1"/>
          </p:nvPr>
        </p:nvSpPr>
        <p:spPr>
          <a:xfrm>
            <a:off x="8107657" y="6303790"/>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110" name="Text Placeholder 42">
            <a:extLst>
              <a:ext uri="{FF2B5EF4-FFF2-40B4-BE49-F238E27FC236}">
                <a16:creationId xmlns:a16="http://schemas.microsoft.com/office/drawing/2014/main" id="{74922A2C-30D3-4ED0-8443-C57494EB4287}"/>
              </a:ext>
            </a:extLst>
          </p:cNvPr>
          <p:cNvSpPr>
            <a:spLocks noGrp="1"/>
          </p:cNvSpPr>
          <p:nvPr>
            <p:ph type="body" sz="quarter" idx="58" hasCustomPrompt="1"/>
          </p:nvPr>
        </p:nvSpPr>
        <p:spPr>
          <a:xfrm>
            <a:off x="10293432" y="4973439"/>
            <a:ext cx="1044000" cy="1044000"/>
          </a:xfrm>
          <a:prstGeom prst="ellipse">
            <a:avLst/>
          </a:prstGeom>
          <a:solidFill>
            <a:schemeClr val="accent5"/>
          </a:solidFill>
          <a:ln w="72390">
            <a:solidFill>
              <a:schemeClr val="bg1"/>
            </a:solidFill>
          </a:ln>
        </p:spPr>
        <p:txBody>
          <a:bodyPr lIns="0" tIns="0" rIns="0" bIns="0" anchor="ctr" anchorCtr="0">
            <a:normAutofit/>
          </a:bodyPr>
          <a:lstStyle>
            <a:lvl1pPr marL="0" indent="0" algn="ctr">
              <a:buNone/>
              <a:defRPr lang="ru-RU" sz="2200" kern="1200" dirty="0">
                <a:solidFill>
                  <a:srgbClr val="454D55"/>
                </a:solidFill>
                <a:latin typeface="+mj-lt"/>
                <a:ea typeface="+mn-ea"/>
                <a:cs typeface="+mn-cs"/>
              </a:defRPr>
            </a:lvl1pPr>
          </a:lstStyle>
          <a:p>
            <a:pPr lvl="0"/>
            <a:r>
              <a:rPr lang="en-US" noProof="0"/>
              <a:t>20XX</a:t>
            </a:r>
          </a:p>
        </p:txBody>
      </p:sp>
      <p:sp>
        <p:nvSpPr>
          <p:cNvPr id="4" name="Date Placeholder 3">
            <a:extLst>
              <a:ext uri="{FF2B5EF4-FFF2-40B4-BE49-F238E27FC236}">
                <a16:creationId xmlns:a16="http://schemas.microsoft.com/office/drawing/2014/main" id="{7C0373A1-F9A6-4E7C-A04F-22454F3A60CF}"/>
              </a:ext>
            </a:extLst>
          </p:cNvPr>
          <p:cNvSpPr>
            <a:spLocks noGrp="1"/>
          </p:cNvSpPr>
          <p:nvPr>
            <p:ph type="dt" sz="half" idx="10"/>
          </p:nvPr>
        </p:nvSpPr>
        <p:spPr>
          <a:xfrm>
            <a:off x="9005888" y="550858"/>
            <a:ext cx="2743200" cy="176716"/>
          </a:xfrm>
          <a:prstGeom prst="rect">
            <a:avLst/>
          </a:prstGeom>
        </p:spPr>
        <p:txBody>
          <a:bodyPr/>
          <a:lstStyle/>
          <a:p>
            <a:fld id="{0314EDEB-C3E4-4380-8B69-22BF9FDCE142}" type="datetimeFigureOut">
              <a:rPr lang="en-IN" smtClean="0"/>
              <a:t>25-06-2021</a:t>
            </a:fld>
            <a:endParaRPr lang="en-IN"/>
          </a:p>
        </p:txBody>
      </p:sp>
      <p:sp>
        <p:nvSpPr>
          <p:cNvPr id="65" name="Rectangle 64">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67" name="Slide Number Placeholder 5">
            <a:extLst>
              <a:ext uri="{FF2B5EF4-FFF2-40B4-BE49-F238E27FC236}">
                <a16:creationId xmlns:a16="http://schemas.microsoft.com/office/drawing/2014/main" id="{996B64B9-1DF0-4EE9-BAB5-72AFA94B9AFD}"/>
              </a:ext>
            </a:extLst>
          </p:cNvPr>
          <p:cNvSpPr txBox="1">
            <a:spLocks/>
          </p:cNvSpPr>
          <p:nvPr/>
        </p:nvSpPr>
        <p:spPr>
          <a:xfrm>
            <a:off x="11363698" y="6455744"/>
            <a:ext cx="294461" cy="187367"/>
          </a:xfrm>
          <a:prstGeom prst="rect">
            <a:avLst/>
          </a:prstGeom>
        </p:spPr>
        <p:txBody>
          <a:bodyPr vert="horz" lIns="0" tIns="0" rIns="0" bIns="0" rtlCol="0" anchor="ctr"/>
          <a:lstStyle>
            <a:defPPr>
              <a:defRPr lang="en-US"/>
            </a:defPPr>
            <a:lvl1pPr marL="0" algn="ct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C71654-96A5-4280-94F3-931C61A9F92C}" type="slidenum">
              <a:rPr lang="en-US" sz="900" smtClean="0"/>
              <a:pPr/>
              <a:t>‹#›</a:t>
            </a:fld>
            <a:endParaRPr lang="en-US" sz="900" dirty="0"/>
          </a:p>
        </p:txBody>
      </p:sp>
      <p:sp>
        <p:nvSpPr>
          <p:cNvPr id="68" name="Title 1">
            <a:extLst>
              <a:ext uri="{FF2B5EF4-FFF2-40B4-BE49-F238E27FC236}">
                <a16:creationId xmlns:a16="http://schemas.microsoft.com/office/drawing/2014/main" id="{32970CD0-696D-4313-96BA-4AA72C813BD0}"/>
              </a:ext>
            </a:extLst>
          </p:cNvPr>
          <p:cNvSpPr>
            <a:spLocks noGrp="1"/>
          </p:cNvSpPr>
          <p:nvPr>
            <p:ph type="title" hasCustomPrompt="1"/>
          </p:nvPr>
        </p:nvSpPr>
        <p:spPr>
          <a:xfrm>
            <a:off x="515939" y="246621"/>
            <a:ext cx="11150600" cy="920336"/>
          </a:xfrm>
        </p:spPr>
        <p:txBody>
          <a:bodyPr lIns="0" tIns="0" rIns="0" bIns="0" anchor="b">
            <a:noAutofit/>
          </a:bodyPr>
          <a:lstStyle>
            <a:lvl1pPr algn="l">
              <a:defRPr sz="3200" b="1" cap="all" baseline="0"/>
            </a:lvl1pPr>
          </a:lstStyle>
          <a:p>
            <a:r>
              <a:rPr lang="en-US" noProof="0" dirty="0"/>
              <a:t>Agenda</a:t>
            </a:r>
          </a:p>
        </p:txBody>
      </p:sp>
      <p:pic>
        <p:nvPicPr>
          <p:cNvPr id="70"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66" name="Rectangle 65">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69" name="Oval 68">
            <a:extLst>
              <a:ext uri="{FF2B5EF4-FFF2-40B4-BE49-F238E27FC236}">
                <a16:creationId xmlns:a16="http://schemas.microsoft.com/office/drawing/2014/main" id="{EF515B4A-CB20-4847-8E00-0DD66F1FEBB4}"/>
              </a:ext>
            </a:extLst>
          </p:cNvPr>
          <p:cNvSpPr/>
          <p:nvPr/>
        </p:nvSpPr>
        <p:spPr>
          <a:xfrm>
            <a:off x="11524071" y="65618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71"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516098" y="66081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3606972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p:nvSpPr>
        <p:spPr>
          <a:xfrm>
            <a:off x="3990976" y="1630019"/>
            <a:ext cx="8201026" cy="437321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9" name="Rectangle 8">
            <a:extLst>
              <a:ext uri="{FF2B5EF4-FFF2-40B4-BE49-F238E27FC236}">
                <a16:creationId xmlns:a16="http://schemas.microsoft.com/office/drawing/2014/main" id="{3755C1FB-E61C-4BBC-8179-D34908DEA1B6}"/>
              </a:ext>
            </a:extLst>
          </p:cNvPr>
          <p:cNvSpPr/>
          <p:nvPr/>
        </p:nvSpPr>
        <p:spPr>
          <a:xfrm>
            <a:off x="2" y="1630019"/>
            <a:ext cx="3883818"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7" y="2371726"/>
            <a:ext cx="3445567" cy="3457574"/>
          </a:xfrm>
        </p:spPr>
        <p:txBody>
          <a:bodyPr lIns="0" tIns="0" rIns="0" bIns="0">
            <a:normAutofit/>
          </a:bodyPr>
          <a:lstStyle>
            <a:lvl1pPr marL="457200" marR="0" indent="-457200" algn="l" defTabSz="914400" rtl="0" eaLnBrk="1" fontAlgn="auto" latinLnBrk="0" hangingPunct="1">
              <a:lnSpc>
                <a:spcPct val="90000"/>
              </a:lnSpc>
              <a:spcBef>
                <a:spcPts val="1000"/>
              </a:spcBef>
              <a:spcAft>
                <a:spcPts val="0"/>
              </a:spcAft>
              <a:buClr>
                <a:schemeClr val="accent3">
                  <a:lumMod val="75000"/>
                  <a:lumOff val="25000"/>
                </a:schemeClr>
              </a:buClr>
              <a:buSzTx/>
              <a:buFont typeface="Wingdings" panose="05000000000000000000" pitchFamily="2" charset="2"/>
              <a:buChar char="§"/>
              <a:tabLst/>
              <a:defRPr lang="en-US" sz="3200" kern="1200" noProof="0" dirty="0" smtClean="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marL="0" lvl="0" indent="0" algn="ctr" defTabSz="914400" rtl="0" eaLnBrk="1" latinLnBrk="0" hangingPunct="1">
              <a:lnSpc>
                <a:spcPct val="90000"/>
              </a:lnSpc>
              <a:spcBef>
                <a:spcPts val="1000"/>
              </a:spcBef>
              <a:buFont typeface="Arial" panose="020B0604020202020204" pitchFamily="34" charset="0"/>
              <a:buNone/>
            </a:pPr>
            <a:r>
              <a:rPr lang="en-US" noProof="0" dirty="0"/>
              <a:t>Edit Master text styles</a:t>
            </a:r>
          </a:p>
          <a:p>
            <a:pPr marL="0" lvl="0" indent="0" algn="ctr" defTabSz="914400" rtl="0" eaLnBrk="1" latinLnBrk="0" hangingPunct="1">
              <a:lnSpc>
                <a:spcPct val="90000"/>
              </a:lnSpc>
              <a:spcBef>
                <a:spcPts val="1000"/>
              </a:spcBef>
              <a:buFont typeface="Arial" panose="020B0604020202020204" pitchFamily="34" charset="0"/>
              <a:buNone/>
            </a:pPr>
            <a:endParaRPr lang="en-US" noProof="0" dirty="0"/>
          </a:p>
          <a:p>
            <a:pPr lvl="0"/>
            <a:endParaRPr lang="en-US" noProof="0" dirty="0"/>
          </a:p>
          <a:p>
            <a:pPr lvl="0"/>
            <a:endParaRPr lang="en-US" noProof="0" dirty="0"/>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4086226" y="2371726"/>
            <a:ext cx="3419475" cy="3339962"/>
          </a:xfrm>
          <a:noFill/>
          <a:ln w="12700">
            <a:solidFill>
              <a:schemeClr val="tx1"/>
            </a:solidFill>
          </a:ln>
        </p:spPr>
        <p:txBody>
          <a:bodyPr lIns="0" tIns="0" rIns="0" bIns="0">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7" y="1762126"/>
            <a:ext cx="3445567"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4085390" y="1752601"/>
            <a:ext cx="3420477" cy="609600"/>
          </a:xfrm>
          <a:solidFill>
            <a:schemeClr val="accent2">
              <a:lumMod val="40000"/>
              <a:lumOff val="60000"/>
            </a:schemeClr>
          </a:solidFill>
        </p:spPr>
        <p:txBody>
          <a:bodyPr lIns="0" tIns="0" rIns="0" bIns="0" anchor="ctr">
            <a:noAutofit/>
          </a:bodyPr>
          <a:lstStyle>
            <a:lvl1pPr marL="0" indent="0" algn="ctr">
              <a:buNone/>
              <a:defRPr sz="20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8" name="Content Placeholder 2">
            <a:extLst>
              <a:ext uri="{FF2B5EF4-FFF2-40B4-BE49-F238E27FC236}">
                <a16:creationId xmlns:a16="http://schemas.microsoft.com/office/drawing/2014/main" id="{147C9C38-5B17-467D-B581-EF28ECB11E80}"/>
              </a:ext>
            </a:extLst>
          </p:cNvPr>
          <p:cNvSpPr>
            <a:spLocks noGrp="1"/>
          </p:cNvSpPr>
          <p:nvPr>
            <p:ph idx="17" hasCustomPrompt="1"/>
          </p:nvPr>
        </p:nvSpPr>
        <p:spPr>
          <a:xfrm>
            <a:off x="7952031" y="2390776"/>
            <a:ext cx="3419475" cy="3339962"/>
          </a:xfrm>
          <a:noFill/>
          <a:ln w="12700">
            <a:solidFill>
              <a:schemeClr val="tx1"/>
            </a:solidFill>
          </a:ln>
        </p:spPr>
        <p:txBody>
          <a:bodyPr lIns="0" tIns="0" rIns="0" bIns="0">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9" name="Content Placeholder 2">
            <a:extLst>
              <a:ext uri="{FF2B5EF4-FFF2-40B4-BE49-F238E27FC236}">
                <a16:creationId xmlns:a16="http://schemas.microsoft.com/office/drawing/2014/main" id="{F694448B-800C-40EF-8F61-18C018E8374C}"/>
              </a:ext>
            </a:extLst>
          </p:cNvPr>
          <p:cNvSpPr>
            <a:spLocks noGrp="1"/>
          </p:cNvSpPr>
          <p:nvPr>
            <p:ph idx="18" hasCustomPrompt="1"/>
          </p:nvPr>
        </p:nvSpPr>
        <p:spPr>
          <a:xfrm>
            <a:off x="7951192" y="1771651"/>
            <a:ext cx="3420477" cy="609600"/>
          </a:xfrm>
          <a:solidFill>
            <a:schemeClr val="accent2">
              <a:lumMod val="40000"/>
              <a:lumOff val="60000"/>
            </a:schemeClr>
          </a:solidFill>
        </p:spPr>
        <p:txBody>
          <a:bodyPr lIns="0" tIns="0" rIns="0" bIns="0" anchor="ctr">
            <a:noAutofit/>
          </a:bodyPr>
          <a:lstStyle>
            <a:lvl1pPr marL="0" indent="0" algn="ctr">
              <a:buNone/>
              <a:defRPr sz="20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8"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420639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p:nvSpPr>
        <p:spPr>
          <a:xfrm>
            <a:off x="3990976" y="1630019"/>
            <a:ext cx="8201026" cy="437321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9" name="Rectangle 8">
            <a:extLst>
              <a:ext uri="{FF2B5EF4-FFF2-40B4-BE49-F238E27FC236}">
                <a16:creationId xmlns:a16="http://schemas.microsoft.com/office/drawing/2014/main" id="{3755C1FB-E61C-4BBC-8179-D34908DEA1B6}"/>
              </a:ext>
            </a:extLst>
          </p:cNvPr>
          <p:cNvSpPr/>
          <p:nvPr/>
        </p:nvSpPr>
        <p:spPr>
          <a:xfrm>
            <a:off x="2" y="1630019"/>
            <a:ext cx="3883818"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7" y="2371726"/>
            <a:ext cx="3445567" cy="3457574"/>
          </a:xfrm>
        </p:spPr>
        <p:txBody>
          <a:bodyPr lIns="0" tIns="0" rIns="0" bIns="0">
            <a:normAutofit/>
          </a:bodyPr>
          <a:lstStyle>
            <a:lvl1pPr marL="457200" marR="0" indent="-457200" algn="l" defTabSz="914400" rtl="0" eaLnBrk="1" fontAlgn="auto" latinLnBrk="0" hangingPunct="1">
              <a:lnSpc>
                <a:spcPct val="90000"/>
              </a:lnSpc>
              <a:spcBef>
                <a:spcPts val="1000"/>
              </a:spcBef>
              <a:spcAft>
                <a:spcPts val="0"/>
              </a:spcAft>
              <a:buClr>
                <a:schemeClr val="accent3">
                  <a:lumMod val="75000"/>
                  <a:lumOff val="25000"/>
                </a:schemeClr>
              </a:buClr>
              <a:buSzTx/>
              <a:buFont typeface="Wingdings" panose="05000000000000000000" pitchFamily="2" charset="2"/>
              <a:buChar char="§"/>
              <a:tabLst/>
              <a:defRPr lang="en-US" sz="3200" kern="1200" noProof="0" dirty="0" smtClean="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marL="0" lvl="0" indent="0" algn="ctr" defTabSz="914400" rtl="0" eaLnBrk="1" latinLnBrk="0" hangingPunct="1">
              <a:lnSpc>
                <a:spcPct val="90000"/>
              </a:lnSpc>
              <a:spcBef>
                <a:spcPts val="1000"/>
              </a:spcBef>
              <a:buFont typeface="Arial" panose="020B0604020202020204" pitchFamily="34" charset="0"/>
              <a:buNone/>
            </a:pPr>
            <a:r>
              <a:rPr lang="en-US" noProof="0" dirty="0"/>
              <a:t>Edit Master text styles</a:t>
            </a:r>
          </a:p>
          <a:p>
            <a:pPr marL="0" lvl="0" indent="0" algn="ctr" defTabSz="914400" rtl="0" eaLnBrk="1" latinLnBrk="0" hangingPunct="1">
              <a:lnSpc>
                <a:spcPct val="90000"/>
              </a:lnSpc>
              <a:spcBef>
                <a:spcPts val="1000"/>
              </a:spcBef>
              <a:buFont typeface="Arial" panose="020B0604020202020204" pitchFamily="34" charset="0"/>
              <a:buNone/>
            </a:pPr>
            <a:endParaRPr lang="en-US" noProof="0" dirty="0"/>
          </a:p>
          <a:p>
            <a:pPr lvl="0"/>
            <a:endParaRPr lang="en-US" noProof="0" dirty="0"/>
          </a:p>
          <a:p>
            <a:pPr lvl="0"/>
            <a:endParaRPr lang="en-US" noProof="0" dirty="0"/>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4200528" y="2466976"/>
            <a:ext cx="7724774" cy="3339962"/>
          </a:xfrm>
          <a:noFill/>
          <a:ln w="12700">
            <a:solidFill>
              <a:schemeClr val="tx1"/>
            </a:solidFill>
          </a:ln>
        </p:spPr>
        <p:txBody>
          <a:bodyPr lIns="0" tIns="0" rIns="0" bIns="0">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7" y="1762126"/>
            <a:ext cx="3445567"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4199690" y="1847851"/>
            <a:ext cx="7744663" cy="609600"/>
          </a:xfrm>
          <a:solidFill>
            <a:schemeClr val="accent2">
              <a:lumMod val="40000"/>
              <a:lumOff val="60000"/>
            </a:schemeClr>
          </a:solidFill>
        </p:spPr>
        <p:txBody>
          <a:bodyPr lIns="0" tIns="0" rIns="0" bIns="0" anchor="ctr">
            <a:noAutofit/>
          </a:bodyPr>
          <a:lstStyle>
            <a:lvl1pPr marL="0" indent="0" algn="ctr">
              <a:buNone/>
              <a:defRPr sz="20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3"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407382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Title and Content 0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55C1FB-E61C-4BBC-8179-D34908DEA1B6}"/>
              </a:ext>
            </a:extLst>
          </p:cNvPr>
          <p:cNvSpPr/>
          <p:nvPr/>
        </p:nvSpPr>
        <p:spPr>
          <a:xfrm>
            <a:off x="2" y="1630019"/>
            <a:ext cx="11511694"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7" y="2371726"/>
            <a:ext cx="11152543" cy="3457574"/>
          </a:xfrm>
        </p:spPr>
        <p:txBody>
          <a:bodyPr lIns="0" tIns="0" rIns="0" bIns="0">
            <a:normAutofit/>
          </a:bodyPr>
          <a:lstStyle>
            <a:lvl1pPr marL="457200" marR="0" indent="-457200" algn="l" defTabSz="914400" rtl="0" eaLnBrk="1" fontAlgn="auto" latinLnBrk="0" hangingPunct="1">
              <a:lnSpc>
                <a:spcPct val="90000"/>
              </a:lnSpc>
              <a:spcBef>
                <a:spcPts val="1000"/>
              </a:spcBef>
              <a:spcAft>
                <a:spcPts val="0"/>
              </a:spcAft>
              <a:buClr>
                <a:schemeClr val="accent3">
                  <a:lumMod val="75000"/>
                  <a:lumOff val="25000"/>
                </a:schemeClr>
              </a:buClr>
              <a:buSzTx/>
              <a:buFont typeface="Wingdings" panose="05000000000000000000" pitchFamily="2" charset="2"/>
              <a:buChar char="§"/>
              <a:tabLst/>
              <a:defRPr lang="en-US" sz="3200" kern="1200" noProof="0" dirty="0" smtClean="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marL="0" lvl="0" indent="0" algn="ctr" defTabSz="914400" rtl="0" eaLnBrk="1" latinLnBrk="0" hangingPunct="1">
              <a:lnSpc>
                <a:spcPct val="90000"/>
              </a:lnSpc>
              <a:spcBef>
                <a:spcPts val="1000"/>
              </a:spcBef>
              <a:buFont typeface="Arial" panose="020B0604020202020204" pitchFamily="34" charset="0"/>
              <a:buNone/>
            </a:pPr>
            <a:r>
              <a:rPr lang="en-US" noProof="0" dirty="0"/>
              <a:t>Edit Master text styles</a:t>
            </a:r>
          </a:p>
          <a:p>
            <a:pPr marL="0" lvl="0" indent="0" algn="ctr" defTabSz="914400" rtl="0" eaLnBrk="1" latinLnBrk="0" hangingPunct="1">
              <a:lnSpc>
                <a:spcPct val="90000"/>
              </a:lnSpc>
              <a:spcBef>
                <a:spcPts val="1000"/>
              </a:spcBef>
              <a:buFont typeface="Arial" panose="020B0604020202020204" pitchFamily="34" charset="0"/>
              <a:buNone/>
            </a:pPr>
            <a:endParaRPr lang="en-US" noProof="0" dirty="0"/>
          </a:p>
          <a:p>
            <a:pPr lvl="0"/>
            <a:endParaRPr lang="en-US" noProof="0" dirty="0"/>
          </a:p>
          <a:p>
            <a:pPr lvl="0"/>
            <a:endParaRPr lang="en-US" noProof="0" dirty="0"/>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7" y="1762126"/>
            <a:ext cx="11152543"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pic>
        <p:nvPicPr>
          <p:cNvPr id="12"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4206068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with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E9886-36F0-4E06-A3A6-D8F00B0665A1}"/>
              </a:ext>
            </a:extLst>
          </p:cNvPr>
          <p:cNvSpPr>
            <a:spLocks noGrp="1"/>
          </p:cNvSpPr>
          <p:nvPr>
            <p:ph idx="1"/>
          </p:nvPr>
        </p:nvSpPr>
        <p:spPr>
          <a:xfrm>
            <a:off x="538961" y="1825625"/>
            <a:ext cx="4914190"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23" name="Picture Placeholder 22">
            <a:extLst>
              <a:ext uri="{FF2B5EF4-FFF2-40B4-BE49-F238E27FC236}">
                <a16:creationId xmlns:a16="http://schemas.microsoft.com/office/drawing/2014/main" id="{26619E66-5354-4D60-8529-27917AC037C0}"/>
              </a:ext>
            </a:extLst>
          </p:cNvPr>
          <p:cNvSpPr>
            <a:spLocks noGrp="1"/>
          </p:cNvSpPr>
          <p:nvPr>
            <p:ph type="pic" sz="quarter" idx="13"/>
          </p:nvPr>
        </p:nvSpPr>
        <p:spPr>
          <a:xfrm>
            <a:off x="5884648" y="0"/>
            <a:ext cx="6307354"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US" noProof="0" dirty="0"/>
          </a:p>
        </p:txBody>
      </p:sp>
      <p:sp>
        <p:nvSpPr>
          <p:cNvPr id="14" name="Title 1">
            <a:extLst>
              <a:ext uri="{FF2B5EF4-FFF2-40B4-BE49-F238E27FC236}">
                <a16:creationId xmlns:a16="http://schemas.microsoft.com/office/drawing/2014/main" id="{2E646B4F-6CCB-724C-9D5E-6D5770023939}"/>
              </a:ext>
            </a:extLst>
          </p:cNvPr>
          <p:cNvSpPr>
            <a:spLocks noGrp="1"/>
          </p:cNvSpPr>
          <p:nvPr>
            <p:ph type="title"/>
          </p:nvPr>
        </p:nvSpPr>
        <p:spPr>
          <a:xfrm>
            <a:off x="515939" y="499600"/>
            <a:ext cx="4937210" cy="1325563"/>
          </a:xfrm>
        </p:spPr>
        <p:txBody>
          <a:bodyPr lIns="0" tIns="0" rIns="0" bIns="0">
            <a:noAutofit/>
          </a:bodyPr>
          <a:lstStyle>
            <a:lvl1pPr>
              <a:defRPr sz="3200" b="1" cap="all" baseline="0"/>
            </a:lvl1pPr>
          </a:lstStyle>
          <a:p>
            <a:r>
              <a:rPr lang="en-US" noProof="0"/>
              <a:t>Click to edit Master title style</a:t>
            </a:r>
            <a:endParaRPr lang="en-US" noProof="0" dirty="0"/>
          </a:p>
        </p:txBody>
      </p:sp>
      <p:pic>
        <p:nvPicPr>
          <p:cNvPr id="17"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2117648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499600"/>
            <a:ext cx="4937210" cy="1325563"/>
          </a:xfrm>
        </p:spPr>
        <p:txBody>
          <a:bodyPr lIns="0" tIns="0" rIns="0" bIns="0">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538961" y="1825625"/>
            <a:ext cx="4914190"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4" name="Rectangle 13">
            <a:extLst>
              <a:ext uri="{FF2B5EF4-FFF2-40B4-BE49-F238E27FC236}">
                <a16:creationId xmlns:a16="http://schemas.microsoft.com/office/drawing/2014/main" id="{9D415693-E2CB-4DB4-B07C-2F96B0CAB302}"/>
              </a:ext>
            </a:extLst>
          </p:cNvPr>
          <p:cNvSpPr/>
          <p:nvPr/>
        </p:nvSpPr>
        <p:spPr>
          <a:xfrm>
            <a:off x="7854465" y="988540"/>
            <a:ext cx="4329129"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4" name="Oval 3">
            <a:extLst>
              <a:ext uri="{FF2B5EF4-FFF2-40B4-BE49-F238E27FC236}">
                <a16:creationId xmlns:a16="http://schemas.microsoft.com/office/drawing/2014/main" id="{14C1BF67-E354-4E04-8F94-BABF2B7D1AFB}"/>
              </a:ext>
            </a:extLst>
          </p:cNvPr>
          <p:cNvSpPr/>
          <p:nvPr/>
        </p:nvSpPr>
        <p:spPr>
          <a:xfrm>
            <a:off x="5107816" y="633613"/>
            <a:ext cx="5571908"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8" name="Picture Placeholder 5">
            <a:extLst>
              <a:ext uri="{FF2B5EF4-FFF2-40B4-BE49-F238E27FC236}">
                <a16:creationId xmlns:a16="http://schemas.microsoft.com/office/drawing/2014/main" id="{FF6AC390-6F85-4B64-AE7A-E8E0D8FC89CF}"/>
              </a:ext>
            </a:extLst>
          </p:cNvPr>
          <p:cNvSpPr>
            <a:spLocks noGrp="1"/>
          </p:cNvSpPr>
          <p:nvPr>
            <p:ph type="pic" sz="quarter" idx="13"/>
          </p:nvPr>
        </p:nvSpPr>
        <p:spPr>
          <a:xfrm>
            <a:off x="5455214" y="988536"/>
            <a:ext cx="4884848" cy="4884848"/>
          </a:xfrm>
          <a:prstGeom prst="ellipse">
            <a:avLst/>
          </a:prstGeo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pic>
        <p:nvPicPr>
          <p:cNvPr id="1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42616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p:nvSpPr>
        <p:spPr>
          <a:xfrm>
            <a:off x="8308182" y="1630019"/>
            <a:ext cx="3883818"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2" name="Oval 21">
            <a:extLst>
              <a:ext uri="{FF2B5EF4-FFF2-40B4-BE49-F238E27FC236}">
                <a16:creationId xmlns:a16="http://schemas.microsoft.com/office/drawing/2014/main" id="{E799E3E2-888B-2343-9A63-F84C03265CB5}"/>
              </a:ext>
            </a:extLst>
          </p:cNvPr>
          <p:cNvSpPr>
            <a:spLocks noChangeAspect="1"/>
          </p:cNvSpPr>
          <p:nvPr/>
        </p:nvSpPr>
        <p:spPr>
          <a:xfrm>
            <a:off x="9833702" y="1823757"/>
            <a:ext cx="832104"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3" name="Picture Placeholder 11">
            <a:extLst>
              <a:ext uri="{FF2B5EF4-FFF2-40B4-BE49-F238E27FC236}">
                <a16:creationId xmlns:a16="http://schemas.microsoft.com/office/drawing/2014/main" id="{8FEDE8EF-5B7A-A741-9A56-D365CAE01B62}"/>
              </a:ext>
            </a:extLst>
          </p:cNvPr>
          <p:cNvSpPr>
            <a:spLocks noGrp="1"/>
          </p:cNvSpPr>
          <p:nvPr>
            <p:ph type="pic" sz="quarter" idx="19" hasCustomPrompt="1"/>
          </p:nvPr>
        </p:nvSpPr>
        <p:spPr>
          <a:xfrm>
            <a:off x="9998319" y="1988378"/>
            <a:ext cx="502874"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
        <p:nvSpPr>
          <p:cNvPr id="9" name="Rectangle 8">
            <a:extLst>
              <a:ext uri="{FF2B5EF4-FFF2-40B4-BE49-F238E27FC236}">
                <a16:creationId xmlns:a16="http://schemas.microsoft.com/office/drawing/2014/main" id="{3755C1FB-E61C-4BBC-8179-D34908DEA1B6}"/>
              </a:ext>
            </a:extLst>
          </p:cNvPr>
          <p:cNvSpPr/>
          <p:nvPr/>
        </p:nvSpPr>
        <p:spPr>
          <a:xfrm>
            <a:off x="2" y="1630019"/>
            <a:ext cx="3883818"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4" name="Oval 3">
            <a:extLst>
              <a:ext uri="{FF2B5EF4-FFF2-40B4-BE49-F238E27FC236}">
                <a16:creationId xmlns:a16="http://schemas.microsoft.com/office/drawing/2014/main" id="{8C1E0992-271E-4948-9461-C7AA54AF8FEA}"/>
              </a:ext>
            </a:extLst>
          </p:cNvPr>
          <p:cNvSpPr>
            <a:spLocks noChangeAspect="1"/>
          </p:cNvSpPr>
          <p:nvPr/>
        </p:nvSpPr>
        <p:spPr>
          <a:xfrm>
            <a:off x="1526013" y="1823757"/>
            <a:ext cx="832104"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7" y="3207029"/>
            <a:ext cx="3445567"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6" name="Picture Placeholder 5">
            <a:extLst>
              <a:ext uri="{FF2B5EF4-FFF2-40B4-BE49-F238E27FC236}">
                <a16:creationId xmlns:a16="http://schemas.microsoft.com/office/drawing/2014/main" id="{35B71D50-AA4B-4E0C-8F6A-0F64F2C8A8C7}"/>
              </a:ext>
            </a:extLst>
          </p:cNvPr>
          <p:cNvSpPr>
            <a:spLocks noGrp="1"/>
          </p:cNvSpPr>
          <p:nvPr>
            <p:ph type="pic" sz="quarter" idx="13"/>
          </p:nvPr>
        </p:nvSpPr>
        <p:spPr>
          <a:xfrm>
            <a:off x="3883819" y="1630019"/>
            <a:ext cx="4424363" cy="4373217"/>
          </a:xfrm>
          <a:solidFill>
            <a:schemeClr val="bg2">
              <a:lumMod val="90000"/>
            </a:schemeClr>
          </a:solidFill>
        </p:spPr>
        <p:txBody>
          <a:bodyPr anchor="ctr"/>
          <a:lstStyle>
            <a:lvl1pPr marL="0" indent="0" algn="ctr">
              <a:buNone/>
              <a:defRPr/>
            </a:lvl1pPr>
          </a:lstStyle>
          <a:p>
            <a:r>
              <a:rPr lang="en-US" noProof="0"/>
              <a:t>Click icon to add picture</a:t>
            </a:r>
            <a:endParaRPr lang="en-US" noProof="0" dirty="0"/>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8527490" y="3207029"/>
            <a:ext cx="3445200"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7" y="2711641"/>
            <a:ext cx="3445567"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8527124" y="2711641"/>
            <a:ext cx="3445567"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12" name="Picture Placeholder 11">
            <a:extLst>
              <a:ext uri="{FF2B5EF4-FFF2-40B4-BE49-F238E27FC236}">
                <a16:creationId xmlns:a16="http://schemas.microsoft.com/office/drawing/2014/main" id="{483B974E-5202-4EAD-9D55-4129C84BAE87}"/>
              </a:ext>
            </a:extLst>
          </p:cNvPr>
          <p:cNvSpPr>
            <a:spLocks noGrp="1"/>
          </p:cNvSpPr>
          <p:nvPr>
            <p:ph type="pic" sz="quarter" idx="17" hasCustomPrompt="1"/>
          </p:nvPr>
        </p:nvSpPr>
        <p:spPr>
          <a:xfrm>
            <a:off x="1690627" y="1988378"/>
            <a:ext cx="502874"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pic>
        <p:nvPicPr>
          <p:cNvPr id="18"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2326585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Layou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B6EB0C6-606C-4AFB-8FF8-AB43606B95BD}"/>
              </a:ext>
            </a:extLst>
          </p:cNvPr>
          <p:cNvSpPr/>
          <p:nvPr/>
        </p:nvSpPr>
        <p:spPr>
          <a:xfrm>
            <a:off x="6599237" y="4707913"/>
            <a:ext cx="5592763"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4" name="Rectangle 3">
            <a:extLst>
              <a:ext uri="{FF2B5EF4-FFF2-40B4-BE49-F238E27FC236}">
                <a16:creationId xmlns:a16="http://schemas.microsoft.com/office/drawing/2014/main" id="{25CE6D5A-A5C0-4B12-A26A-691D5743FA5C}"/>
              </a:ext>
            </a:extLst>
          </p:cNvPr>
          <p:cNvSpPr/>
          <p:nvPr/>
        </p:nvSpPr>
        <p:spPr>
          <a:xfrm>
            <a:off x="-82062" y="1648191"/>
            <a:ext cx="5709138"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680935" y="2863158"/>
            <a:ext cx="4074003" cy="2846648"/>
          </a:xfrm>
        </p:spPr>
        <p:txBody>
          <a:bodyPr lIns="0" tIns="0" rIns="0" bIns="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accent2"/>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1309371" y="1903733"/>
            <a:ext cx="3445567" cy="495389"/>
          </a:xfrm>
        </p:spPr>
        <p:txBody>
          <a:bodyPr lIns="0" tIns="0" rIns="0" bIns="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01 comes here</a:t>
            </a:r>
          </a:p>
        </p:txBody>
      </p:sp>
      <p:sp>
        <p:nvSpPr>
          <p:cNvPr id="23" name="Content Placeholder 2">
            <a:extLst>
              <a:ext uri="{FF2B5EF4-FFF2-40B4-BE49-F238E27FC236}">
                <a16:creationId xmlns:a16="http://schemas.microsoft.com/office/drawing/2014/main" id="{E5123CE7-2F8A-489B-BD99-0C2A33ADF49A}"/>
              </a:ext>
            </a:extLst>
          </p:cNvPr>
          <p:cNvSpPr>
            <a:spLocks noGrp="1"/>
          </p:cNvSpPr>
          <p:nvPr>
            <p:ph idx="19" hasCustomPrompt="1"/>
          </p:nvPr>
        </p:nvSpPr>
        <p:spPr>
          <a:xfrm>
            <a:off x="7327917" y="1648186"/>
            <a:ext cx="4074003" cy="2834508"/>
          </a:xfrm>
        </p:spPr>
        <p:txBody>
          <a:bodyPr lIns="0" tIns="0" rIns="0" bIns="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5" name="Content Placeholder 2">
            <a:extLst>
              <a:ext uri="{FF2B5EF4-FFF2-40B4-BE49-F238E27FC236}">
                <a16:creationId xmlns:a16="http://schemas.microsoft.com/office/drawing/2014/main" id="{07730BCF-AC2A-4FEC-8F01-63964DB444CF}"/>
              </a:ext>
            </a:extLst>
          </p:cNvPr>
          <p:cNvSpPr>
            <a:spLocks noGrp="1"/>
          </p:cNvSpPr>
          <p:nvPr>
            <p:ph idx="20" hasCustomPrompt="1"/>
          </p:nvPr>
        </p:nvSpPr>
        <p:spPr>
          <a:xfrm>
            <a:off x="7475711" y="4963455"/>
            <a:ext cx="3445567" cy="495389"/>
          </a:xfrm>
        </p:spPr>
        <p:txBody>
          <a:bodyPr lIns="0" tIns="0" rIns="0" bIns="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02 comes here</a:t>
            </a:r>
          </a:p>
        </p:txBody>
      </p:sp>
      <p:sp>
        <p:nvSpPr>
          <p:cNvPr id="21" name="Oval 20">
            <a:extLst>
              <a:ext uri="{FF2B5EF4-FFF2-40B4-BE49-F238E27FC236}">
                <a16:creationId xmlns:a16="http://schemas.microsoft.com/office/drawing/2014/main" id="{919C8692-230B-D543-A7F7-4FD61B04D1C6}"/>
              </a:ext>
            </a:extLst>
          </p:cNvPr>
          <p:cNvSpPr>
            <a:spLocks noChangeAspect="1"/>
          </p:cNvSpPr>
          <p:nvPr/>
        </p:nvSpPr>
        <p:spPr>
          <a:xfrm>
            <a:off x="5084765" y="1652767"/>
            <a:ext cx="1001898"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4" name="Picture Placeholder 11">
            <a:extLst>
              <a:ext uri="{FF2B5EF4-FFF2-40B4-BE49-F238E27FC236}">
                <a16:creationId xmlns:a16="http://schemas.microsoft.com/office/drawing/2014/main" id="{E150BFC7-A11D-CC46-B5A2-8BD93C269506}"/>
              </a:ext>
            </a:extLst>
          </p:cNvPr>
          <p:cNvSpPr>
            <a:spLocks noGrp="1"/>
          </p:cNvSpPr>
          <p:nvPr>
            <p:ph type="pic" sz="quarter" idx="21" hasCustomPrompt="1"/>
          </p:nvPr>
        </p:nvSpPr>
        <p:spPr>
          <a:xfrm>
            <a:off x="5282971" y="1850973"/>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
        <p:nvSpPr>
          <p:cNvPr id="28" name="Oval 27">
            <a:extLst>
              <a:ext uri="{FF2B5EF4-FFF2-40B4-BE49-F238E27FC236}">
                <a16:creationId xmlns:a16="http://schemas.microsoft.com/office/drawing/2014/main" id="{F95B55F4-B501-3440-8904-A1C7F049CBE8}"/>
              </a:ext>
            </a:extLst>
          </p:cNvPr>
          <p:cNvSpPr>
            <a:spLocks noChangeAspect="1"/>
          </p:cNvSpPr>
          <p:nvPr/>
        </p:nvSpPr>
        <p:spPr>
          <a:xfrm>
            <a:off x="6100578" y="4707912"/>
            <a:ext cx="1001898"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9" name="Picture Placeholder 11">
            <a:extLst>
              <a:ext uri="{FF2B5EF4-FFF2-40B4-BE49-F238E27FC236}">
                <a16:creationId xmlns:a16="http://schemas.microsoft.com/office/drawing/2014/main" id="{F2116994-BE3E-6A43-9C15-E71BA8EC821F}"/>
              </a:ext>
            </a:extLst>
          </p:cNvPr>
          <p:cNvSpPr>
            <a:spLocks noGrp="1"/>
          </p:cNvSpPr>
          <p:nvPr>
            <p:ph type="pic" sz="quarter" idx="22" hasCustomPrompt="1"/>
          </p:nvPr>
        </p:nvSpPr>
        <p:spPr>
          <a:xfrm>
            <a:off x="6298783" y="4906118"/>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pic>
        <p:nvPicPr>
          <p:cNvPr id="17"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2809109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9" name="Oval 8">
            <a:extLst>
              <a:ext uri="{FF2B5EF4-FFF2-40B4-BE49-F238E27FC236}">
                <a16:creationId xmlns:a16="http://schemas.microsoft.com/office/drawing/2014/main" id="{1B26B4BC-3D52-4C1C-85FB-226F0B5201F1}"/>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BEE52E89-C526-4F73-86FB-0EB31587CD33}"/>
              </a:ext>
            </a:extLst>
          </p:cNvPr>
          <p:cNvGraphicFramePr>
            <a:graphicFrameLocks noGrp="1"/>
          </p:cNvGraphicFramePr>
          <p:nvPr>
            <p:extLst>
              <p:ext uri="{D42A27DB-BD31-4B8C-83A1-F6EECF244321}">
                <p14:modId xmlns:p14="http://schemas.microsoft.com/office/powerpoint/2010/main" val="3982231824"/>
              </p:ext>
            </p:extLst>
          </p:nvPr>
        </p:nvGraphicFramePr>
        <p:xfrm>
          <a:off x="515939" y="1610463"/>
          <a:ext cx="11150600" cy="3929860"/>
        </p:xfrm>
        <a:graphic>
          <a:graphicData uri="http://schemas.openxmlformats.org/drawingml/2006/table">
            <a:tbl>
              <a:tblPr firstRow="1" bandRow="1">
                <a:tableStyleId>{5C22544A-7EE6-4342-B048-85BDC9FD1C3A}</a:tableStyleId>
              </a:tblPr>
              <a:tblGrid>
                <a:gridCol w="2230120">
                  <a:extLst>
                    <a:ext uri="{9D8B030D-6E8A-4147-A177-3AD203B41FA5}">
                      <a16:colId xmlns:a16="http://schemas.microsoft.com/office/drawing/2014/main" val="2785900615"/>
                    </a:ext>
                  </a:extLst>
                </a:gridCol>
                <a:gridCol w="2230120">
                  <a:extLst>
                    <a:ext uri="{9D8B030D-6E8A-4147-A177-3AD203B41FA5}">
                      <a16:colId xmlns:a16="http://schemas.microsoft.com/office/drawing/2014/main" val="2287965835"/>
                    </a:ext>
                  </a:extLst>
                </a:gridCol>
                <a:gridCol w="2230120">
                  <a:extLst>
                    <a:ext uri="{9D8B030D-6E8A-4147-A177-3AD203B41FA5}">
                      <a16:colId xmlns:a16="http://schemas.microsoft.com/office/drawing/2014/main" val="1756528531"/>
                    </a:ext>
                  </a:extLst>
                </a:gridCol>
                <a:gridCol w="2230120">
                  <a:extLst>
                    <a:ext uri="{9D8B030D-6E8A-4147-A177-3AD203B41FA5}">
                      <a16:colId xmlns:a16="http://schemas.microsoft.com/office/drawing/2014/main" val="3202057861"/>
                    </a:ext>
                  </a:extLst>
                </a:gridCol>
                <a:gridCol w="2230120">
                  <a:extLst>
                    <a:ext uri="{9D8B030D-6E8A-4147-A177-3AD203B41FA5}">
                      <a16:colId xmlns:a16="http://schemas.microsoft.com/office/drawing/2014/main" val="2509247184"/>
                    </a:ext>
                  </a:extLst>
                </a:gridCol>
              </a:tblGrid>
              <a:tr h="592300">
                <a:tc>
                  <a:txBody>
                    <a:bodyPr/>
                    <a:lstStyle/>
                    <a:p>
                      <a:pPr algn="ctr"/>
                      <a:r>
                        <a:rPr lang="en-US" dirty="0"/>
                        <a:t>TOPIC 01</a:t>
                      </a:r>
                      <a:endParaRPr lang="en-IN" dirty="0"/>
                    </a:p>
                  </a:txBody>
                  <a:tcPr anchor="ctr">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02</a:t>
                      </a:r>
                      <a:endParaRPr lang="en-IN"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03</a:t>
                      </a:r>
                      <a:endParaRPr lang="en-IN"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04</a:t>
                      </a:r>
                      <a:endParaRPr lang="en-IN"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05</a:t>
                      </a:r>
                      <a:endParaRPr lang="en-IN" dirty="0"/>
                    </a:p>
                  </a:txBody>
                  <a:tcPr anchor="ctr">
                    <a:lnL w="6350" cap="flat" cmpd="sng" algn="ctr">
                      <a:solidFill>
                        <a:schemeClr val="bg1">
                          <a:lumMod val="65000"/>
                        </a:schemeClr>
                      </a:solidFill>
                      <a:prstDash val="solid"/>
                      <a:round/>
                      <a:headEnd type="none" w="med" len="med"/>
                      <a:tailEnd type="none" w="med" len="med"/>
                    </a:lnL>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730668"/>
                  </a:ext>
                </a:extLst>
              </a:tr>
              <a:tr h="370840">
                <a:tc>
                  <a:txBody>
                    <a:bodyPr/>
                    <a:lstStyle/>
                    <a:p>
                      <a:pPr algn="ctr"/>
                      <a:r>
                        <a:rPr lang="en-US" sz="1600" dirty="0"/>
                        <a:t>Item 01</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051867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02</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6081475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03</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18654159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04</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3329365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05</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186711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06</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6173465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07</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118003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08</a:t>
                      </a:r>
                      <a:endParaRPr lang="en-IN" sz="1600" dirty="0"/>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638762608"/>
                  </a:ext>
                </a:extLst>
              </a:tr>
              <a:tr h="370840">
                <a:tc>
                  <a:txBody>
                    <a:bodyPr/>
                    <a:lstStyle/>
                    <a:p>
                      <a:pPr algn="ctr"/>
                      <a:r>
                        <a:rPr lang="en-US" sz="1600" b="1" dirty="0">
                          <a:solidFill>
                            <a:schemeClr val="tx1"/>
                          </a:solidFill>
                        </a:rPr>
                        <a:t>TOTAL</a:t>
                      </a:r>
                      <a:endParaRPr lang="en-IN" sz="1600" b="1" dirty="0">
                        <a:solidFill>
                          <a:schemeClr val="tx1"/>
                        </a:solidFill>
                      </a:endParaRPr>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b="1"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dirty="0"/>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dirty="0"/>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solidFill>
                      <a:schemeClr val="bg2"/>
                    </a:solidFill>
                  </a:tcPr>
                </a:tc>
                <a:extLst>
                  <a:ext uri="{0D108BD9-81ED-4DB2-BD59-A6C34878D82A}">
                    <a16:rowId xmlns:a16="http://schemas.microsoft.com/office/drawing/2014/main" val="579273402"/>
                  </a:ext>
                </a:extLst>
              </a:tr>
            </a:tbl>
          </a:graphicData>
        </a:graphic>
      </p:graphicFrame>
      <p:sp>
        <p:nvSpPr>
          <p:cNvPr id="11" name="Rectangle 10">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1938729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9" name="Oval 8">
            <a:extLst>
              <a:ext uri="{FF2B5EF4-FFF2-40B4-BE49-F238E27FC236}">
                <a16:creationId xmlns:a16="http://schemas.microsoft.com/office/drawing/2014/main" id="{1B26B4BC-3D52-4C1C-85FB-226F0B5201F1}"/>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1647126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9" name="Oval 8">
            <a:extLst>
              <a:ext uri="{FF2B5EF4-FFF2-40B4-BE49-F238E27FC236}">
                <a16:creationId xmlns:a16="http://schemas.microsoft.com/office/drawing/2014/main" id="{1B26B4BC-3D52-4C1C-85FB-226F0B5201F1}"/>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pic>
        <p:nvPicPr>
          <p:cNvPr id="2050" name="Picture 2" descr="C:\25July2018\Data\ArunPersonal\CanWork\DoItSkillsTrainingWebsite\DoItSKillsLogoDDDD\Logojoy download (7137b915-85a7-11e8-9b81-f76bf13973c9)\png\transparent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666914">
            <a:off x="6977065" y="692067"/>
            <a:ext cx="5133975" cy="47339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2256900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687010E4-ADF2-486D-8DF7-B0FF38C6DADF}"/>
              </a:ext>
            </a:extLst>
          </p:cNvPr>
          <p:cNvSpPr/>
          <p:nvPr/>
        </p:nvSpPr>
        <p:spPr>
          <a:xfrm>
            <a:off x="954142"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4" name="Oval 23">
            <a:extLst>
              <a:ext uri="{FF2B5EF4-FFF2-40B4-BE49-F238E27FC236}">
                <a16:creationId xmlns:a16="http://schemas.microsoft.com/office/drawing/2014/main" id="{9159AA79-2237-4A27-BBC2-D44032158D19}"/>
              </a:ext>
            </a:extLst>
          </p:cNvPr>
          <p:cNvSpPr/>
          <p:nvPr/>
        </p:nvSpPr>
        <p:spPr>
          <a:xfrm>
            <a:off x="3807541"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5" name="Oval 24">
            <a:extLst>
              <a:ext uri="{FF2B5EF4-FFF2-40B4-BE49-F238E27FC236}">
                <a16:creationId xmlns:a16="http://schemas.microsoft.com/office/drawing/2014/main" id="{0272B962-9566-42D2-B4C3-E7AA81884A83}"/>
              </a:ext>
            </a:extLst>
          </p:cNvPr>
          <p:cNvSpPr/>
          <p:nvPr/>
        </p:nvSpPr>
        <p:spPr>
          <a:xfrm>
            <a:off x="6646278"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6" name="Oval 25">
            <a:extLst>
              <a:ext uri="{FF2B5EF4-FFF2-40B4-BE49-F238E27FC236}">
                <a16:creationId xmlns:a16="http://schemas.microsoft.com/office/drawing/2014/main" id="{19733285-016C-4C38-816C-83D30C075C70}"/>
              </a:ext>
            </a:extLst>
          </p:cNvPr>
          <p:cNvSpPr/>
          <p:nvPr/>
        </p:nvSpPr>
        <p:spPr>
          <a:xfrm>
            <a:off x="9498661"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0" name="Freeform: Shape 19">
            <a:extLst>
              <a:ext uri="{FF2B5EF4-FFF2-40B4-BE49-F238E27FC236}">
                <a16:creationId xmlns:a16="http://schemas.microsoft.com/office/drawing/2014/main" id="{EF40DBA4-AB63-4B47-B37F-BCC3D59B5392}"/>
              </a:ext>
            </a:extLst>
          </p:cNvPr>
          <p:cNvSpPr/>
          <p:nvPr/>
        </p:nvSpPr>
        <p:spPr>
          <a:xfrm>
            <a:off x="401196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Freeform: Shape 20">
            <a:extLst>
              <a:ext uri="{FF2B5EF4-FFF2-40B4-BE49-F238E27FC236}">
                <a16:creationId xmlns:a16="http://schemas.microsoft.com/office/drawing/2014/main" id="{33EF0AFB-D099-4FF1-8963-7DA87268867F}"/>
              </a:ext>
            </a:extLst>
          </p:cNvPr>
          <p:cNvSpPr/>
          <p:nvPr/>
        </p:nvSpPr>
        <p:spPr>
          <a:xfrm>
            <a:off x="6850705"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2" name="Freeform: Shape 21">
            <a:extLst>
              <a:ext uri="{FF2B5EF4-FFF2-40B4-BE49-F238E27FC236}">
                <a16:creationId xmlns:a16="http://schemas.microsoft.com/office/drawing/2014/main" id="{6872C96E-9AF3-4FA0-8180-C213C7F2209E}"/>
              </a:ext>
            </a:extLst>
          </p:cNvPr>
          <p:cNvSpPr/>
          <p:nvPr/>
        </p:nvSpPr>
        <p:spPr>
          <a:xfrm>
            <a:off x="970308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7" name="Freeform: Shape 16">
            <a:extLst>
              <a:ext uri="{FF2B5EF4-FFF2-40B4-BE49-F238E27FC236}">
                <a16:creationId xmlns:a16="http://schemas.microsoft.com/office/drawing/2014/main" id="{3A08BE29-CFA5-4E0D-9DBE-A430AE1B8072}"/>
              </a:ext>
            </a:extLst>
          </p:cNvPr>
          <p:cNvSpPr/>
          <p:nvPr/>
        </p:nvSpPr>
        <p:spPr>
          <a:xfrm>
            <a:off x="1158570"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9" name="Oval 8">
            <a:extLst>
              <a:ext uri="{FF2B5EF4-FFF2-40B4-BE49-F238E27FC236}">
                <a16:creationId xmlns:a16="http://schemas.microsoft.com/office/drawing/2014/main" id="{1B26B4BC-3D52-4C1C-85FB-226F0B5201F1}"/>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3" name="Picture Placeholder 2">
            <a:extLst>
              <a:ext uri="{FF2B5EF4-FFF2-40B4-BE49-F238E27FC236}">
                <a16:creationId xmlns:a16="http://schemas.microsoft.com/office/drawing/2014/main" id="{B1B995BE-66C2-4379-885F-4BE069DA39E4}"/>
              </a:ext>
            </a:extLst>
          </p:cNvPr>
          <p:cNvSpPr>
            <a:spLocks noGrp="1"/>
          </p:cNvSpPr>
          <p:nvPr>
            <p:ph type="pic" sz="quarter" idx="13"/>
          </p:nvPr>
        </p:nvSpPr>
        <p:spPr>
          <a:xfrm>
            <a:off x="1103642" y="1848540"/>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1" name="Picture Placeholder 2">
            <a:extLst>
              <a:ext uri="{FF2B5EF4-FFF2-40B4-BE49-F238E27FC236}">
                <a16:creationId xmlns:a16="http://schemas.microsoft.com/office/drawing/2014/main" id="{9B56B6C6-9F3C-4E80-BBAD-280E697B895C}"/>
              </a:ext>
            </a:extLst>
          </p:cNvPr>
          <p:cNvSpPr>
            <a:spLocks noGrp="1"/>
          </p:cNvSpPr>
          <p:nvPr>
            <p:ph type="pic" sz="quarter" idx="14"/>
          </p:nvPr>
        </p:nvSpPr>
        <p:spPr>
          <a:xfrm>
            <a:off x="3957040" y="1848540"/>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2" name="Picture Placeholder 2">
            <a:extLst>
              <a:ext uri="{FF2B5EF4-FFF2-40B4-BE49-F238E27FC236}">
                <a16:creationId xmlns:a16="http://schemas.microsoft.com/office/drawing/2014/main" id="{54704160-1ED7-4B90-8963-0F887C73E94D}"/>
              </a:ext>
            </a:extLst>
          </p:cNvPr>
          <p:cNvSpPr>
            <a:spLocks noGrp="1"/>
          </p:cNvSpPr>
          <p:nvPr>
            <p:ph type="pic" sz="quarter" idx="15"/>
          </p:nvPr>
        </p:nvSpPr>
        <p:spPr>
          <a:xfrm>
            <a:off x="6795776" y="1848540"/>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3" name="Picture Placeholder 2">
            <a:extLst>
              <a:ext uri="{FF2B5EF4-FFF2-40B4-BE49-F238E27FC236}">
                <a16:creationId xmlns:a16="http://schemas.microsoft.com/office/drawing/2014/main" id="{36610597-6A76-4A06-82A5-A8FFC5BAEA0F}"/>
              </a:ext>
            </a:extLst>
          </p:cNvPr>
          <p:cNvSpPr>
            <a:spLocks noGrp="1"/>
          </p:cNvSpPr>
          <p:nvPr>
            <p:ph type="pic" sz="quarter" idx="16"/>
          </p:nvPr>
        </p:nvSpPr>
        <p:spPr>
          <a:xfrm>
            <a:off x="9648159" y="1848540"/>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27" name="Content Placeholder 2">
            <a:extLst>
              <a:ext uri="{FF2B5EF4-FFF2-40B4-BE49-F238E27FC236}">
                <a16:creationId xmlns:a16="http://schemas.microsoft.com/office/drawing/2014/main" id="{FF56D2E5-86E4-473A-A62F-B7029E5B2558}"/>
              </a:ext>
            </a:extLst>
          </p:cNvPr>
          <p:cNvSpPr>
            <a:spLocks noGrp="1"/>
          </p:cNvSpPr>
          <p:nvPr>
            <p:ph idx="1"/>
          </p:nvPr>
        </p:nvSpPr>
        <p:spPr>
          <a:xfrm>
            <a:off x="524456" y="4052311"/>
            <a:ext cx="2588706"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28" name="Content Placeholder 2">
            <a:extLst>
              <a:ext uri="{FF2B5EF4-FFF2-40B4-BE49-F238E27FC236}">
                <a16:creationId xmlns:a16="http://schemas.microsoft.com/office/drawing/2014/main" id="{93934E34-6CC7-492D-9515-EBEC72EFF4CB}"/>
              </a:ext>
            </a:extLst>
          </p:cNvPr>
          <p:cNvSpPr>
            <a:spLocks noGrp="1"/>
          </p:cNvSpPr>
          <p:nvPr>
            <p:ph idx="17" hasCustomPrompt="1"/>
          </p:nvPr>
        </p:nvSpPr>
        <p:spPr>
          <a:xfrm>
            <a:off x="524456" y="3539268"/>
            <a:ext cx="2588706"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29" name="Content Placeholder 2">
            <a:extLst>
              <a:ext uri="{FF2B5EF4-FFF2-40B4-BE49-F238E27FC236}">
                <a16:creationId xmlns:a16="http://schemas.microsoft.com/office/drawing/2014/main" id="{E4E27467-A1AA-4773-AAB5-A96267FBD712}"/>
              </a:ext>
            </a:extLst>
          </p:cNvPr>
          <p:cNvSpPr>
            <a:spLocks noGrp="1"/>
          </p:cNvSpPr>
          <p:nvPr>
            <p:ph idx="18"/>
          </p:nvPr>
        </p:nvSpPr>
        <p:spPr>
          <a:xfrm>
            <a:off x="3377855" y="4052311"/>
            <a:ext cx="2588706"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0" name="Content Placeholder 2">
            <a:extLst>
              <a:ext uri="{FF2B5EF4-FFF2-40B4-BE49-F238E27FC236}">
                <a16:creationId xmlns:a16="http://schemas.microsoft.com/office/drawing/2014/main" id="{6CABD5EB-4A8B-448B-8ED1-B8B420815B2D}"/>
              </a:ext>
            </a:extLst>
          </p:cNvPr>
          <p:cNvSpPr>
            <a:spLocks noGrp="1"/>
          </p:cNvSpPr>
          <p:nvPr>
            <p:ph idx="19" hasCustomPrompt="1"/>
          </p:nvPr>
        </p:nvSpPr>
        <p:spPr>
          <a:xfrm>
            <a:off x="3377855" y="3539268"/>
            <a:ext cx="2588706"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1" name="Content Placeholder 2">
            <a:extLst>
              <a:ext uri="{FF2B5EF4-FFF2-40B4-BE49-F238E27FC236}">
                <a16:creationId xmlns:a16="http://schemas.microsoft.com/office/drawing/2014/main" id="{0D86883C-E501-47FF-AE1A-E9CE8B71B421}"/>
              </a:ext>
            </a:extLst>
          </p:cNvPr>
          <p:cNvSpPr>
            <a:spLocks noGrp="1"/>
          </p:cNvSpPr>
          <p:nvPr>
            <p:ph idx="20"/>
          </p:nvPr>
        </p:nvSpPr>
        <p:spPr>
          <a:xfrm>
            <a:off x="6216590" y="4052311"/>
            <a:ext cx="2588706"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2" name="Content Placeholder 2">
            <a:extLst>
              <a:ext uri="{FF2B5EF4-FFF2-40B4-BE49-F238E27FC236}">
                <a16:creationId xmlns:a16="http://schemas.microsoft.com/office/drawing/2014/main" id="{3683A037-F698-4CC9-904D-F377D71F690F}"/>
              </a:ext>
            </a:extLst>
          </p:cNvPr>
          <p:cNvSpPr>
            <a:spLocks noGrp="1"/>
          </p:cNvSpPr>
          <p:nvPr>
            <p:ph idx="21" hasCustomPrompt="1"/>
          </p:nvPr>
        </p:nvSpPr>
        <p:spPr>
          <a:xfrm>
            <a:off x="6216590" y="3539268"/>
            <a:ext cx="2588706"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3" name="Content Placeholder 2">
            <a:extLst>
              <a:ext uri="{FF2B5EF4-FFF2-40B4-BE49-F238E27FC236}">
                <a16:creationId xmlns:a16="http://schemas.microsoft.com/office/drawing/2014/main" id="{0A095594-2B82-44ED-8C9B-DA7C4D3D2872}"/>
              </a:ext>
            </a:extLst>
          </p:cNvPr>
          <p:cNvSpPr>
            <a:spLocks noGrp="1"/>
          </p:cNvSpPr>
          <p:nvPr>
            <p:ph idx="22"/>
          </p:nvPr>
        </p:nvSpPr>
        <p:spPr>
          <a:xfrm>
            <a:off x="9068972" y="4052311"/>
            <a:ext cx="2588706"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4" name="Content Placeholder 2">
            <a:extLst>
              <a:ext uri="{FF2B5EF4-FFF2-40B4-BE49-F238E27FC236}">
                <a16:creationId xmlns:a16="http://schemas.microsoft.com/office/drawing/2014/main" id="{54CDD46A-22ED-48F5-9B5F-13B1B5C4B320}"/>
              </a:ext>
            </a:extLst>
          </p:cNvPr>
          <p:cNvSpPr>
            <a:spLocks noGrp="1"/>
          </p:cNvSpPr>
          <p:nvPr>
            <p:ph idx="23" hasCustomPrompt="1"/>
          </p:nvPr>
        </p:nvSpPr>
        <p:spPr>
          <a:xfrm>
            <a:off x="9068972" y="3539268"/>
            <a:ext cx="2588706"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pic>
        <p:nvPicPr>
          <p:cNvPr id="39"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1631864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ank You 0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758E15-A93D-4FB9-843D-1490E27A151B}"/>
              </a:ext>
            </a:extLst>
          </p:cNvPr>
          <p:cNvSpPr>
            <a:spLocks noGrp="1"/>
          </p:cNvSpPr>
          <p:nvPr>
            <p:ph type="subTitle" idx="1" hasCustomPrompt="1"/>
          </p:nvPr>
        </p:nvSpPr>
        <p:spPr>
          <a:xfrm>
            <a:off x="7002131" y="4484696"/>
            <a:ext cx="4540440" cy="503167"/>
          </a:xfrm>
        </p:spPr>
        <p:txBody>
          <a:bodyPr>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50"/>
            <a:ext cx="5305662"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cxnSp>
        <p:nvCxnSpPr>
          <p:cNvPr id="5" name="Straight Connector 4">
            <a:extLst>
              <a:ext uri="{FF2B5EF4-FFF2-40B4-BE49-F238E27FC236}">
                <a16:creationId xmlns:a16="http://schemas.microsoft.com/office/drawing/2014/main" id="{819AFA09-F4B1-493D-BCAD-FF30C20CD1AA}"/>
              </a:ext>
            </a:extLst>
          </p:cNvPr>
          <p:cNvCxnSpPr/>
          <p:nvPr/>
        </p:nvCxnSpPr>
        <p:spPr>
          <a:xfrm>
            <a:off x="6469779"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E0FBE0E-A6B0-483E-93DD-5C20DA069DBC}"/>
              </a:ext>
            </a:extLst>
          </p:cNvPr>
          <p:cNvSpPr>
            <a:spLocks noGrp="1"/>
          </p:cNvSpPr>
          <p:nvPr>
            <p:ph type="body" sz="quarter" idx="11" hasCustomPrompt="1"/>
          </p:nvPr>
        </p:nvSpPr>
        <p:spPr>
          <a:xfrm>
            <a:off x="7002322" y="5012635"/>
            <a:ext cx="4533901" cy="503238"/>
          </a:xfrm>
        </p:spPr>
        <p:txBody>
          <a:bodyPr vert="horz" lIns="91440" tIns="45720" rIns="91440" bIns="45720" rtlCol="0">
            <a:noAutofit/>
          </a:bodyPr>
          <a:lstStyle>
            <a:lvl1pPr marL="0" indent="0">
              <a:buNone/>
              <a:defRPr lang="en-US" sz="1600" b="0" cap="all" baseline="0" dirty="0" smtClean="0"/>
            </a:lvl1pPr>
          </a:lstStyle>
          <a:p>
            <a:pPr marL="228600" lvl="0" indent="-228600"/>
            <a:r>
              <a:rPr lang="en-US" noProof="0" dirty="0"/>
              <a:t>Website </a:t>
            </a:r>
            <a:r>
              <a:rPr lang="en-US" noProof="0" dirty="0" err="1"/>
              <a:t>url</a:t>
            </a:r>
            <a:r>
              <a:rPr lang="en-US" noProof="0" dirty="0"/>
              <a:t> here</a:t>
            </a:r>
          </a:p>
        </p:txBody>
      </p:sp>
      <p:pic>
        <p:nvPicPr>
          <p:cNvPr id="17" name="Graphic 16" descr="Envelope">
            <a:extLst>
              <a:ext uri="{FF2B5EF4-FFF2-40B4-BE49-F238E27FC236}">
                <a16:creationId xmlns:a16="http://schemas.microsoft.com/office/drawing/2014/main" id="{E5B30B87-6C2E-48F1-9026-E4F6BEA1CFE7}"/>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41476" y="4452342"/>
            <a:ext cx="387795" cy="387795"/>
          </a:xfrm>
          <a:prstGeom prst="rect">
            <a:avLst/>
          </a:prstGeom>
        </p:spPr>
      </p:pic>
      <p:pic>
        <p:nvPicPr>
          <p:cNvPr id="18" name="Graphic 17" descr="Network">
            <a:extLst>
              <a:ext uri="{FF2B5EF4-FFF2-40B4-BE49-F238E27FC236}">
                <a16:creationId xmlns:a16="http://schemas.microsoft.com/office/drawing/2014/main" id="{2DA3CFE0-4ED8-4345-A158-94E70F463E9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522087" y="4925645"/>
            <a:ext cx="426574" cy="426575"/>
          </a:xfrm>
          <a:prstGeom prst="rect">
            <a:avLst/>
          </a:prstGeom>
        </p:spPr>
      </p:pic>
      <p:sp>
        <p:nvSpPr>
          <p:cNvPr id="2" name="Title 1">
            <a:extLst>
              <a:ext uri="{FF2B5EF4-FFF2-40B4-BE49-F238E27FC236}">
                <a16:creationId xmlns:a16="http://schemas.microsoft.com/office/drawing/2014/main" id="{2CE9908F-CF81-43F9-880A-401D0C0FB2ED}"/>
              </a:ext>
            </a:extLst>
          </p:cNvPr>
          <p:cNvSpPr>
            <a:spLocks noGrp="1"/>
          </p:cNvSpPr>
          <p:nvPr>
            <p:ph type="title"/>
          </p:nvPr>
        </p:nvSpPr>
        <p:spPr>
          <a:xfrm>
            <a:off x="6469778" y="3429000"/>
            <a:ext cx="5011410" cy="651448"/>
          </a:xfrm>
          <a:noFill/>
        </p:spPr>
        <p:txBody>
          <a:bodyPr wrap="square" rtlCol="0">
            <a:noAutofit/>
          </a:bodyPr>
          <a:lstStyle>
            <a:lvl1pPr>
              <a:defRPr lang="en-US" sz="6000" b="1" cap="all" baseline="0">
                <a:solidFill>
                  <a:schemeClr val="accent1"/>
                </a:solidFill>
                <a:ea typeface="+mn-ea"/>
                <a:cs typeface="+mn-cs"/>
              </a:defRPr>
            </a:lvl1pPr>
          </a:lstStyle>
          <a:p>
            <a:pPr marL="0" lvl="0"/>
            <a:r>
              <a:rPr lang="en-US" noProof="0"/>
              <a:t>Click to edit Master title style</a:t>
            </a:r>
            <a:endParaRPr lang="en-US" noProof="0" dirty="0"/>
          </a:p>
        </p:txBody>
      </p:sp>
      <p:pic>
        <p:nvPicPr>
          <p:cNvPr id="2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72999" y="1844881"/>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EF515B4A-CB20-4847-8E00-0DD66F1FEBB4}"/>
              </a:ext>
            </a:extLst>
          </p:cNvPr>
          <p:cNvSpPr/>
          <p:nvPr/>
        </p:nvSpPr>
        <p:spPr>
          <a:xfrm>
            <a:off x="11371671" y="6400805"/>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1"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47147"/>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3454295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50"/>
            <a:ext cx="5305662"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cxnSp>
        <p:nvCxnSpPr>
          <p:cNvPr id="12" name="Straight Connector 11">
            <a:extLst>
              <a:ext uri="{FF2B5EF4-FFF2-40B4-BE49-F238E27FC236}">
                <a16:creationId xmlns:a16="http://schemas.microsoft.com/office/drawing/2014/main" id="{77C312F4-62C2-4903-8C4B-423A8717E481}"/>
              </a:ext>
            </a:extLst>
          </p:cNvPr>
          <p:cNvCxnSpPr/>
          <p:nvPr/>
        </p:nvCxnSpPr>
        <p:spPr>
          <a:xfrm>
            <a:off x="6469779"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descr="Envelope">
            <a:extLst>
              <a:ext uri="{FF2B5EF4-FFF2-40B4-BE49-F238E27FC236}">
                <a16:creationId xmlns:a16="http://schemas.microsoft.com/office/drawing/2014/main" id="{A686352B-226C-4579-B831-0DC14EC3895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541476" y="4452342"/>
            <a:ext cx="387795" cy="387795"/>
          </a:xfrm>
          <a:prstGeom prst="rect">
            <a:avLst/>
          </a:prstGeom>
        </p:spPr>
      </p:pic>
      <p:pic>
        <p:nvPicPr>
          <p:cNvPr id="20" name="Graphic 19" descr="Network">
            <a:extLst>
              <a:ext uri="{FF2B5EF4-FFF2-40B4-BE49-F238E27FC236}">
                <a16:creationId xmlns:a16="http://schemas.microsoft.com/office/drawing/2014/main" id="{460C8169-012B-451A-A6C2-6FEC0DC82AF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522087" y="4925645"/>
            <a:ext cx="426574" cy="426575"/>
          </a:xfrm>
          <a:prstGeom prst="rect">
            <a:avLst/>
          </a:prstGeom>
        </p:spPr>
      </p:pic>
      <p:sp>
        <p:nvSpPr>
          <p:cNvPr id="21" name="Subtitle 2">
            <a:extLst>
              <a:ext uri="{FF2B5EF4-FFF2-40B4-BE49-F238E27FC236}">
                <a16:creationId xmlns:a16="http://schemas.microsoft.com/office/drawing/2014/main" id="{ADF17BC1-06CE-42EA-A970-31A7ED871AA4}"/>
              </a:ext>
            </a:extLst>
          </p:cNvPr>
          <p:cNvSpPr>
            <a:spLocks noGrp="1"/>
          </p:cNvSpPr>
          <p:nvPr>
            <p:ph type="subTitle" idx="1" hasCustomPrompt="1"/>
          </p:nvPr>
        </p:nvSpPr>
        <p:spPr>
          <a:xfrm>
            <a:off x="7002131" y="4484696"/>
            <a:ext cx="4540440" cy="503167"/>
          </a:xfrm>
        </p:spPr>
        <p:txBody>
          <a:bodyPr>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22" name="Text Placeholder 6">
            <a:extLst>
              <a:ext uri="{FF2B5EF4-FFF2-40B4-BE49-F238E27FC236}">
                <a16:creationId xmlns:a16="http://schemas.microsoft.com/office/drawing/2014/main" id="{7035F1B3-4E91-44FF-B4E7-E5D87C7A034C}"/>
              </a:ext>
            </a:extLst>
          </p:cNvPr>
          <p:cNvSpPr>
            <a:spLocks noGrp="1"/>
          </p:cNvSpPr>
          <p:nvPr>
            <p:ph type="body" sz="quarter" idx="11" hasCustomPrompt="1"/>
          </p:nvPr>
        </p:nvSpPr>
        <p:spPr>
          <a:xfrm>
            <a:off x="7002322" y="5012635"/>
            <a:ext cx="4533901"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a:r>
              <a:rPr lang="en-US" noProof="0" dirty="0"/>
              <a:t>Website </a:t>
            </a:r>
            <a:r>
              <a:rPr lang="en-US" noProof="0" dirty="0" err="1"/>
              <a:t>url</a:t>
            </a:r>
            <a:r>
              <a:rPr lang="en-US" noProof="0" dirty="0"/>
              <a:t> here</a:t>
            </a:r>
          </a:p>
        </p:txBody>
      </p:sp>
      <p:sp>
        <p:nvSpPr>
          <p:cNvPr id="18" name="Title 1">
            <a:extLst>
              <a:ext uri="{FF2B5EF4-FFF2-40B4-BE49-F238E27FC236}">
                <a16:creationId xmlns:a16="http://schemas.microsoft.com/office/drawing/2014/main" id="{525B5135-F466-4A63-A42C-3BB2BAA7D24D}"/>
              </a:ext>
            </a:extLst>
          </p:cNvPr>
          <p:cNvSpPr>
            <a:spLocks noGrp="1"/>
          </p:cNvSpPr>
          <p:nvPr>
            <p:ph type="title"/>
          </p:nvPr>
        </p:nvSpPr>
        <p:spPr>
          <a:xfrm>
            <a:off x="6469778" y="3158641"/>
            <a:ext cx="5011410" cy="921807"/>
          </a:xfrm>
          <a:noFill/>
        </p:spPr>
        <p:txBody>
          <a:bodyPr wrap="square" rtlCol="0">
            <a:noAutofit/>
          </a:bodyPr>
          <a:lstStyle>
            <a:lvl1pPr>
              <a:defRPr lang="en-US" sz="6000" b="1" cap="all" baseline="0" dirty="0">
                <a:solidFill>
                  <a:schemeClr val="bg1"/>
                </a:solidFill>
                <a:ea typeface="+mn-ea"/>
                <a:cs typeface="+mn-cs"/>
              </a:defRPr>
            </a:lvl1pPr>
          </a:lstStyle>
          <a:p>
            <a:pPr marL="0" lvl="0"/>
            <a:r>
              <a:rPr lang="en-US" noProof="0"/>
              <a:t>Click to edit Master title style</a:t>
            </a:r>
            <a:endParaRPr lang="en-US" noProof="0" dirty="0"/>
          </a:p>
        </p:txBody>
      </p:sp>
      <p:pic>
        <p:nvPicPr>
          <p:cNvPr id="14"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88447" y="224447"/>
            <a:ext cx="3278244" cy="876300"/>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5"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769969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6" name="Oval 5">
            <a:extLst>
              <a:ext uri="{FF2B5EF4-FFF2-40B4-BE49-F238E27FC236}">
                <a16:creationId xmlns:a16="http://schemas.microsoft.com/office/drawing/2014/main" id="{1F54E98B-AC75-484D-9121-68498EB888AA}"/>
              </a:ext>
            </a:extLst>
          </p:cNvPr>
          <p:cNvSpPr/>
          <p:nvPr/>
        </p:nvSpPr>
        <p:spPr>
          <a:xfrm>
            <a:off x="754011" y="708298"/>
            <a:ext cx="5334030"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3" y="2173288"/>
            <a:ext cx="5143501"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3" y="4279976"/>
            <a:ext cx="5143501"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cxnSp>
        <p:nvCxnSpPr>
          <p:cNvPr id="5" name="Straight Connector 4">
            <a:extLst>
              <a:ext uri="{FF2B5EF4-FFF2-40B4-BE49-F238E27FC236}">
                <a16:creationId xmlns:a16="http://schemas.microsoft.com/office/drawing/2014/main" id="{819AFA09-F4B1-493D-BCAD-FF30C20CD1AA}"/>
              </a:ext>
            </a:extLst>
          </p:cNvPr>
          <p:cNvCxnSpPr/>
          <p:nvPr/>
        </p:nvCxnSpPr>
        <p:spPr>
          <a:xfrm>
            <a:off x="6469779"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8447" y="224447"/>
            <a:ext cx="3278244" cy="876300"/>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2"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13429389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8"/>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endParaRPr lang="en-US" noProof="0" dirty="0"/>
          </a:p>
        </p:txBody>
      </p:sp>
      <p:sp>
        <p:nvSpPr>
          <p:cNvPr id="11" name="Oval 10">
            <a:extLst>
              <a:ext uri="{FF2B5EF4-FFF2-40B4-BE49-F238E27FC236}">
                <a16:creationId xmlns:a16="http://schemas.microsoft.com/office/drawing/2014/main" id="{8931D2A9-0B92-4197-8802-80424C14EA7E}"/>
              </a:ext>
            </a:extLst>
          </p:cNvPr>
          <p:cNvSpPr/>
          <p:nvPr/>
        </p:nvSpPr>
        <p:spPr>
          <a:xfrm>
            <a:off x="11371671" y="6409402"/>
            <a:ext cx="280050"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8" y="6455744"/>
            <a:ext cx="294461" cy="187367"/>
          </a:xfrm>
        </p:spPr>
        <p:txBody>
          <a:bodyPr lIns="0" tIns="0" rIns="0" bIns="0"/>
          <a:lstStyle>
            <a:lvl1pPr algn="ctr">
              <a:defRPr sz="900">
                <a:solidFill>
                  <a:srgbClr val="2C567A"/>
                </a:solidFill>
                <a:latin typeface="+mn-lt"/>
              </a:defRPr>
            </a:lvl1pPr>
          </a:lstStyle>
          <a:p>
            <a:fld id="{882DDAEA-B7AB-4176-8F25-F15538AA12DC}" type="slidenum">
              <a:rPr lang="en-IN" smtClean="0"/>
              <a:t>‹#›</a:t>
            </a:fld>
            <a:endParaRPr lang="en-IN"/>
          </a:p>
        </p:txBody>
      </p:sp>
      <p:sp>
        <p:nvSpPr>
          <p:cNvPr id="21" name="Text Placeholder 2">
            <a:extLst>
              <a:ext uri="{FF2B5EF4-FFF2-40B4-BE49-F238E27FC236}">
                <a16:creationId xmlns:a16="http://schemas.microsoft.com/office/drawing/2014/main" id="{4D77C47B-CC1E-41DA-9146-5DFD63065491}"/>
              </a:ext>
            </a:extLst>
          </p:cNvPr>
          <p:cNvSpPr>
            <a:spLocks noGrp="1"/>
          </p:cNvSpPr>
          <p:nvPr>
            <p:ph type="body" idx="1"/>
          </p:nvPr>
        </p:nvSpPr>
        <p:spPr>
          <a:xfrm>
            <a:off x="831850" y="1153353"/>
            <a:ext cx="10515600" cy="648543"/>
          </a:xfrm>
        </p:spPr>
        <p:txBody>
          <a:bodyPr>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pic>
        <p:nvPicPr>
          <p:cNvPr id="8"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6029821"/>
            <a:ext cx="3278244" cy="87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839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27" name="Content Placeholder 2">
            <a:extLst>
              <a:ext uri="{FF2B5EF4-FFF2-40B4-BE49-F238E27FC236}">
                <a16:creationId xmlns:a16="http://schemas.microsoft.com/office/drawing/2014/main" id="{1A1F33A2-66F7-4D85-99DD-7B00F265AC6D}"/>
              </a:ext>
            </a:extLst>
          </p:cNvPr>
          <p:cNvSpPr>
            <a:spLocks noGrp="1"/>
          </p:cNvSpPr>
          <p:nvPr>
            <p:ph idx="1"/>
          </p:nvPr>
        </p:nvSpPr>
        <p:spPr>
          <a:xfrm>
            <a:off x="515939" y="1825625"/>
            <a:ext cx="10837863"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itle 1">
            <a:extLst>
              <a:ext uri="{FF2B5EF4-FFF2-40B4-BE49-F238E27FC236}">
                <a16:creationId xmlns:a16="http://schemas.microsoft.com/office/drawing/2014/main" id="{EF788279-D710-447A-9E71-4D1344575691}"/>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pic>
        <p:nvPicPr>
          <p:cNvPr id="14" name="Picture 2" descr="C:\25July2018\Data\ArunPersonal\CanWork\DoItSkillsTrainingWebsite\DoItSKillsLogoDDDD\Logojoy download (7137b915-85a7-11e8-9b81-f76bf13973c9)\png\transparent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666914">
            <a:off x="6900865" y="404080"/>
            <a:ext cx="5133975" cy="473392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40668992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4" name="Content Placeholder 2">
            <a:extLst>
              <a:ext uri="{FF2B5EF4-FFF2-40B4-BE49-F238E27FC236}">
                <a16:creationId xmlns:a16="http://schemas.microsoft.com/office/drawing/2014/main" id="{079DA8F4-EDD3-4D62-A90B-8C3C1AFB0083}"/>
              </a:ext>
            </a:extLst>
          </p:cNvPr>
          <p:cNvSpPr>
            <a:spLocks noGrp="1"/>
          </p:cNvSpPr>
          <p:nvPr>
            <p:ph sz="half" idx="1"/>
          </p:nvPr>
        </p:nvSpPr>
        <p:spPr>
          <a:xfrm>
            <a:off x="515939" y="1825625"/>
            <a:ext cx="5503863"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Content Placeholder 3">
            <a:extLst>
              <a:ext uri="{FF2B5EF4-FFF2-40B4-BE49-F238E27FC236}">
                <a16:creationId xmlns:a16="http://schemas.microsoft.com/office/drawing/2014/main" id="{DA0DA994-B4A9-447A-BEBF-3EA31D3755A2}"/>
              </a:ext>
            </a:extLst>
          </p:cNvPr>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1" name="Title 1">
            <a:extLst>
              <a:ext uri="{FF2B5EF4-FFF2-40B4-BE49-F238E27FC236}">
                <a16:creationId xmlns:a16="http://schemas.microsoft.com/office/drawing/2014/main" id="{19DEF115-82C2-4E9D-A22C-8DA561FB37B8}"/>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pic>
        <p:nvPicPr>
          <p:cNvPr id="23"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5309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4" name="Text Placeholder 2">
            <a:extLst>
              <a:ext uri="{FF2B5EF4-FFF2-40B4-BE49-F238E27FC236}">
                <a16:creationId xmlns:a16="http://schemas.microsoft.com/office/drawing/2014/main" id="{774CF4BA-8DCB-42CF-A2C4-D6AF95EE3F54}"/>
              </a:ext>
            </a:extLst>
          </p:cNvPr>
          <p:cNvSpPr>
            <a:spLocks noGrp="1"/>
          </p:cNvSpPr>
          <p:nvPr>
            <p:ph type="body" idx="1"/>
          </p:nvPr>
        </p:nvSpPr>
        <p:spPr>
          <a:xfrm>
            <a:off x="515938" y="1681163"/>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3">
            <a:extLst>
              <a:ext uri="{FF2B5EF4-FFF2-40B4-BE49-F238E27FC236}">
                <a16:creationId xmlns:a16="http://schemas.microsoft.com/office/drawing/2014/main" id="{67BA8B6E-A28D-4658-8C91-6CA7BD539B85}"/>
              </a:ext>
            </a:extLst>
          </p:cNvPr>
          <p:cNvSpPr>
            <a:spLocks noGrp="1"/>
          </p:cNvSpPr>
          <p:nvPr>
            <p:ph sz="half" idx="2"/>
          </p:nvPr>
        </p:nvSpPr>
        <p:spPr>
          <a:xfrm>
            <a:off x="51593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4">
            <a:extLst>
              <a:ext uri="{FF2B5EF4-FFF2-40B4-BE49-F238E27FC236}">
                <a16:creationId xmlns:a16="http://schemas.microsoft.com/office/drawing/2014/main" id="{F73B3215-82DB-4DBF-9E77-3AE2308C6920}"/>
              </a:ext>
            </a:extLst>
          </p:cNvPr>
          <p:cNvSpPr>
            <a:spLocks noGrp="1"/>
          </p:cNvSpPr>
          <p:nvPr>
            <p:ph type="body" sz="quarter" idx="3"/>
          </p:nvPr>
        </p:nvSpPr>
        <p:spPr>
          <a:xfrm>
            <a:off x="6172202" y="1681163"/>
            <a:ext cx="5183188" cy="823912"/>
          </a:xfrm>
        </p:spPr>
        <p:txBody>
          <a:bodyPr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9" name="Content Placeholder 5">
            <a:extLst>
              <a:ext uri="{FF2B5EF4-FFF2-40B4-BE49-F238E27FC236}">
                <a16:creationId xmlns:a16="http://schemas.microsoft.com/office/drawing/2014/main" id="{8DFD34E8-36CC-4FFE-926B-C170208FEDB8}"/>
              </a:ext>
            </a:extLst>
          </p:cNvPr>
          <p:cNvSpPr>
            <a:spLocks noGrp="1"/>
          </p:cNvSpPr>
          <p:nvPr>
            <p:ph sz="quarter" idx="4"/>
          </p:nvPr>
        </p:nvSpPr>
        <p:spPr>
          <a:xfrm>
            <a:off x="6172202"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itle 1">
            <a:extLst>
              <a:ext uri="{FF2B5EF4-FFF2-40B4-BE49-F238E27FC236}">
                <a16:creationId xmlns:a16="http://schemas.microsoft.com/office/drawing/2014/main" id="{AE3770E9-CB74-47B0-8229-91F6F756015E}"/>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pic>
        <p:nvPicPr>
          <p:cNvPr id="26"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12205516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57825D7-DD33-4B70-BBBE-D46E7A5352EC}"/>
              </a:ext>
            </a:extLst>
          </p:cNvPr>
          <p:cNvSpPr>
            <a:spLocks noGrp="1"/>
          </p:cNvSpPr>
          <p:nvPr>
            <p:ph type="pic" idx="1"/>
          </p:nvPr>
        </p:nvSpPr>
        <p:spPr>
          <a:xfrm>
            <a:off x="6096002" y="768485"/>
            <a:ext cx="5305663"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19" name="Title 1">
            <a:extLst>
              <a:ext uri="{FF2B5EF4-FFF2-40B4-BE49-F238E27FC236}">
                <a16:creationId xmlns:a16="http://schemas.microsoft.com/office/drawing/2014/main" id="{19A1397F-1946-4CBE-9EC5-159C3CBC78B6}"/>
              </a:ext>
            </a:extLst>
          </p:cNvPr>
          <p:cNvSpPr>
            <a:spLocks noGrp="1"/>
          </p:cNvSpPr>
          <p:nvPr>
            <p:ph type="title"/>
          </p:nvPr>
        </p:nvSpPr>
        <p:spPr>
          <a:xfrm>
            <a:off x="839790" y="457200"/>
            <a:ext cx="3932237" cy="1600200"/>
          </a:xfrm>
        </p:spPr>
        <p:txBody>
          <a:bodyPr anchor="b"/>
          <a:lstStyle>
            <a:lvl1pPr>
              <a:defRPr sz="3200"/>
            </a:lvl1pPr>
          </a:lstStyle>
          <a:p>
            <a:r>
              <a:rPr lang="en-US" noProof="0"/>
              <a:t>Click to edit Master title style</a:t>
            </a:r>
            <a:endParaRPr lang="en-US" noProof="0" dirty="0"/>
          </a:p>
        </p:txBody>
      </p:sp>
      <p:sp>
        <p:nvSpPr>
          <p:cNvPr id="20" name="Text Placeholder 3">
            <a:extLst>
              <a:ext uri="{FF2B5EF4-FFF2-40B4-BE49-F238E27FC236}">
                <a16:creationId xmlns:a16="http://schemas.microsoft.com/office/drawing/2014/main" id="{C535F2AB-153E-44A9-97BE-00553BEC1770}"/>
              </a:ext>
            </a:extLst>
          </p:cNvPr>
          <p:cNvSpPr>
            <a:spLocks noGrp="1"/>
          </p:cNvSpPr>
          <p:nvPr>
            <p:ph type="body" sz="half" idx="2"/>
          </p:nvPr>
        </p:nvSpPr>
        <p:spPr>
          <a:xfrm>
            <a:off x="839790" y="2057400"/>
            <a:ext cx="3932237" cy="3811588"/>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pic>
        <p:nvPicPr>
          <p:cNvPr id="9"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0" name="Oval 9">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1"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33151365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4" name="Title 1">
            <a:extLst>
              <a:ext uri="{FF2B5EF4-FFF2-40B4-BE49-F238E27FC236}">
                <a16:creationId xmlns:a16="http://schemas.microsoft.com/office/drawing/2014/main" id="{9009D5C6-6206-4291-8037-67DC025F0B4C}"/>
              </a:ext>
            </a:extLst>
          </p:cNvPr>
          <p:cNvSpPr>
            <a:spLocks noGrp="1"/>
          </p:cNvSpPr>
          <p:nvPr>
            <p:ph type="title"/>
          </p:nvPr>
        </p:nvSpPr>
        <p:spPr>
          <a:xfrm>
            <a:off x="839790" y="457200"/>
            <a:ext cx="3932237" cy="1600200"/>
          </a:xfrm>
        </p:spPr>
        <p:txBody>
          <a:bodyPr anchor="b"/>
          <a:lstStyle>
            <a:lvl1pPr>
              <a:defRPr sz="3200"/>
            </a:lvl1pPr>
          </a:lstStyle>
          <a:p>
            <a:r>
              <a:rPr lang="en-US" noProof="0"/>
              <a:t>Click to edit Master title style</a:t>
            </a:r>
            <a:endParaRPr lang="en-US" noProof="0" dirty="0"/>
          </a:p>
        </p:txBody>
      </p:sp>
      <p:sp>
        <p:nvSpPr>
          <p:cNvPr id="17" name="Text Placeholder 3">
            <a:extLst>
              <a:ext uri="{FF2B5EF4-FFF2-40B4-BE49-F238E27FC236}">
                <a16:creationId xmlns:a16="http://schemas.microsoft.com/office/drawing/2014/main" id="{BEB643FD-AA85-4A43-8EBD-AFD10DD98793}"/>
              </a:ext>
            </a:extLst>
          </p:cNvPr>
          <p:cNvSpPr>
            <a:spLocks noGrp="1"/>
          </p:cNvSpPr>
          <p:nvPr>
            <p:ph type="body" sz="half" idx="2"/>
          </p:nvPr>
        </p:nvSpPr>
        <p:spPr>
          <a:xfrm>
            <a:off x="83979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8" name="Content Placeholder 2">
            <a:extLst>
              <a:ext uri="{FF2B5EF4-FFF2-40B4-BE49-F238E27FC236}">
                <a16:creationId xmlns:a16="http://schemas.microsoft.com/office/drawing/2014/main" id="{9001F313-F798-43BE-AFF0-A68C84C3640D}"/>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2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41182705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5_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p:nvSpPr>
        <p:spPr>
          <a:xfrm>
            <a:off x="3990976" y="1630019"/>
            <a:ext cx="8201026" cy="437321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9" name="Rectangle 8">
            <a:extLst>
              <a:ext uri="{FF2B5EF4-FFF2-40B4-BE49-F238E27FC236}">
                <a16:creationId xmlns:a16="http://schemas.microsoft.com/office/drawing/2014/main" id="{3755C1FB-E61C-4BBC-8179-D34908DEA1B6}"/>
              </a:ext>
            </a:extLst>
          </p:cNvPr>
          <p:cNvSpPr/>
          <p:nvPr/>
        </p:nvSpPr>
        <p:spPr>
          <a:xfrm>
            <a:off x="2" y="1630019"/>
            <a:ext cx="3883818"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9"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7" y="2371726"/>
            <a:ext cx="3445567" cy="3339962"/>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71" y="6409402"/>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8" y="6455744"/>
            <a:ext cx="294461" cy="187367"/>
          </a:xfrm>
        </p:spPr>
        <p:txBody>
          <a:bodyPr lIns="0" tIns="0" rIns="0" bIns="0"/>
          <a:lstStyle>
            <a:lvl1pPr algn="ctr">
              <a:defRPr sz="900">
                <a:solidFill>
                  <a:schemeClr val="bg1"/>
                </a:solidFill>
                <a:latin typeface="+mn-lt"/>
              </a:defRPr>
            </a:lvl1pPr>
          </a:lstStyle>
          <a:p>
            <a:fld id="{882DDAEA-B7AB-4176-8F25-F15538AA12DC}" type="slidenum">
              <a:rPr lang="en-IN" smtClean="0"/>
              <a:t>‹#›</a:t>
            </a:fld>
            <a:endParaRPr lang="en-IN"/>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4086225" y="2371726"/>
            <a:ext cx="7886466" cy="3339962"/>
          </a:xfrm>
          <a:noFill/>
        </p:spPr>
        <p:txBody>
          <a:bodyPr lIns="0" tIns="0" rIns="0" bIns="0">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7" y="1762126"/>
            <a:ext cx="3445567" cy="600074"/>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4085390" y="1752601"/>
            <a:ext cx="7887303" cy="609600"/>
          </a:xfrm>
        </p:spPr>
        <p:txBody>
          <a:bodyPr lIns="0" tIns="0" rIns="0" bIns="0" anchor="ctr">
            <a:noAutofit/>
          </a:bodyPr>
          <a:lstStyle>
            <a:lvl1pPr marL="0" indent="0" algn="l">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3"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89032" cy="74553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13280792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2"/>
            <a:ext cx="103632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600" y="6356367"/>
            <a:ext cx="2844800" cy="365125"/>
          </a:xfrm>
          <a:prstGeom prst="rect">
            <a:avLst/>
          </a:prstGeom>
        </p:spPr>
        <p:txBody>
          <a:bodyPr/>
          <a:lstStyle/>
          <a:p>
            <a:fld id="{38CE1D20-171E-45AC-8C2B-76513E51126D}" type="datetime1">
              <a:rPr lang="en-US" smtClean="0"/>
              <a:t>6/25/2021</a:t>
            </a:fld>
            <a:endParaRPr lang="en-IN"/>
          </a:p>
        </p:txBody>
      </p:sp>
      <p:sp>
        <p:nvSpPr>
          <p:cNvPr id="5" name="Footer Placeholder 4"/>
          <p:cNvSpPr>
            <a:spLocks noGrp="1"/>
          </p:cNvSpPr>
          <p:nvPr>
            <p:ph type="ftr" sz="quarter" idx="11"/>
          </p:nvPr>
        </p:nvSpPr>
        <p:spPr>
          <a:xfrm>
            <a:off x="4165600" y="6356367"/>
            <a:ext cx="3860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1668004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600" y="1600206"/>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67"/>
            <a:ext cx="2844800" cy="365125"/>
          </a:xfrm>
          <a:prstGeom prst="rect">
            <a:avLst/>
          </a:prstGeom>
        </p:spPr>
        <p:txBody>
          <a:bodyPr/>
          <a:lstStyle/>
          <a:p>
            <a:fld id="{D6EA64F1-B28E-484B-BB4F-A826DE324116}" type="datetime1">
              <a:rPr lang="en-US" smtClean="0"/>
              <a:t>6/25/2021</a:t>
            </a:fld>
            <a:endParaRPr lang="en-IN"/>
          </a:p>
        </p:txBody>
      </p:sp>
      <p:sp>
        <p:nvSpPr>
          <p:cNvPr id="5" name="Footer Placeholder 4"/>
          <p:cNvSpPr>
            <a:spLocks noGrp="1"/>
          </p:cNvSpPr>
          <p:nvPr>
            <p:ph type="ftr" sz="quarter" idx="11"/>
          </p:nvPr>
        </p:nvSpPr>
        <p:spPr>
          <a:xfrm>
            <a:off x="4165600" y="6356367"/>
            <a:ext cx="3860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4783087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17"/>
            <a:ext cx="103632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613"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67"/>
            <a:ext cx="2844800" cy="365125"/>
          </a:xfrm>
          <a:prstGeom prst="rect">
            <a:avLst/>
          </a:prstGeom>
        </p:spPr>
        <p:txBody>
          <a:bodyPr/>
          <a:lstStyle/>
          <a:p>
            <a:fld id="{EC67E623-F09E-407F-8FB0-EC644AEEF7FD}" type="datetime1">
              <a:rPr lang="en-US" smtClean="0"/>
              <a:t>6/25/2021</a:t>
            </a:fld>
            <a:endParaRPr lang="en-IN"/>
          </a:p>
        </p:txBody>
      </p:sp>
      <p:sp>
        <p:nvSpPr>
          <p:cNvPr id="5" name="Footer Placeholder 4"/>
          <p:cNvSpPr>
            <a:spLocks noGrp="1"/>
          </p:cNvSpPr>
          <p:nvPr>
            <p:ph type="ftr" sz="quarter" idx="11"/>
          </p:nvPr>
        </p:nvSpPr>
        <p:spPr>
          <a:xfrm>
            <a:off x="4165600" y="6356367"/>
            <a:ext cx="3860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2523808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09601" y="1600206"/>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1" y="1600206"/>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356367"/>
            <a:ext cx="2844800" cy="365125"/>
          </a:xfrm>
          <a:prstGeom prst="rect">
            <a:avLst/>
          </a:prstGeom>
        </p:spPr>
        <p:txBody>
          <a:bodyPr/>
          <a:lstStyle/>
          <a:p>
            <a:fld id="{E9B65AB1-A0A4-4BE9-8148-271D113DDB2A}" type="datetime1">
              <a:rPr lang="en-US" smtClean="0"/>
              <a:t>6/25/2021</a:t>
            </a:fld>
            <a:endParaRPr lang="en-IN"/>
          </a:p>
        </p:txBody>
      </p:sp>
      <p:sp>
        <p:nvSpPr>
          <p:cNvPr id="6" name="Footer Placeholder 5"/>
          <p:cNvSpPr>
            <a:spLocks noGrp="1"/>
          </p:cNvSpPr>
          <p:nvPr>
            <p:ph type="ftr" sz="quarter" idx="11"/>
          </p:nvPr>
        </p:nvSpPr>
        <p:spPr>
          <a:xfrm>
            <a:off x="4165600" y="6356367"/>
            <a:ext cx="3860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274823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3" y="1535113"/>
            <a:ext cx="53863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3" y="2174875"/>
            <a:ext cx="53863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2837"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7"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09600" y="6356367"/>
            <a:ext cx="2844800" cy="365125"/>
          </a:xfrm>
          <a:prstGeom prst="rect">
            <a:avLst/>
          </a:prstGeom>
        </p:spPr>
        <p:txBody>
          <a:bodyPr/>
          <a:lstStyle/>
          <a:p>
            <a:fld id="{143404CF-6B67-4878-BCA0-3507A57418A5}" type="datetime1">
              <a:rPr lang="en-US" smtClean="0"/>
              <a:t>6/25/2021</a:t>
            </a:fld>
            <a:endParaRPr lang="en-IN"/>
          </a:p>
        </p:txBody>
      </p:sp>
      <p:sp>
        <p:nvSpPr>
          <p:cNvPr id="8" name="Footer Placeholder 7"/>
          <p:cNvSpPr>
            <a:spLocks noGrp="1"/>
          </p:cNvSpPr>
          <p:nvPr>
            <p:ph type="ftr" sz="quarter" idx="11"/>
          </p:nvPr>
        </p:nvSpPr>
        <p:spPr>
          <a:xfrm>
            <a:off x="4165600" y="6356367"/>
            <a:ext cx="3860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1130919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600" y="6356367"/>
            <a:ext cx="2844800" cy="365125"/>
          </a:xfrm>
          <a:prstGeom prst="rect">
            <a:avLst/>
          </a:prstGeom>
        </p:spPr>
        <p:txBody>
          <a:bodyPr/>
          <a:lstStyle/>
          <a:p>
            <a:fld id="{B31251E3-2EC9-4679-929B-9FF372D79806}" type="datetime1">
              <a:rPr lang="en-US" smtClean="0"/>
              <a:t>6/25/2021</a:t>
            </a:fld>
            <a:endParaRPr lang="en-IN"/>
          </a:p>
        </p:txBody>
      </p:sp>
      <p:sp>
        <p:nvSpPr>
          <p:cNvPr id="4" name="Footer Placeholder 3"/>
          <p:cNvSpPr>
            <a:spLocks noGrp="1"/>
          </p:cNvSpPr>
          <p:nvPr>
            <p:ph type="ftr" sz="quarter" idx="11"/>
          </p:nvPr>
        </p:nvSpPr>
        <p:spPr>
          <a:xfrm>
            <a:off x="4165600" y="6356367"/>
            <a:ext cx="3860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578304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67"/>
            <a:ext cx="2844800" cy="365125"/>
          </a:xfrm>
          <a:prstGeom prst="rect">
            <a:avLst/>
          </a:prstGeom>
        </p:spPr>
        <p:txBody>
          <a:bodyPr/>
          <a:lstStyle/>
          <a:p>
            <a:fld id="{3E0775CD-A57D-48DD-A275-152FFCDF76DE}" type="datetime1">
              <a:rPr lang="en-US" smtClean="0"/>
              <a:t>6/25/2021</a:t>
            </a:fld>
            <a:endParaRPr lang="en-IN"/>
          </a:p>
        </p:txBody>
      </p:sp>
      <p:sp>
        <p:nvSpPr>
          <p:cNvPr id="3" name="Footer Placeholder 2"/>
          <p:cNvSpPr>
            <a:spLocks noGrp="1"/>
          </p:cNvSpPr>
          <p:nvPr>
            <p:ph type="ftr" sz="quarter" idx="11"/>
          </p:nvPr>
        </p:nvSpPr>
        <p:spPr>
          <a:xfrm>
            <a:off x="4165600" y="6356367"/>
            <a:ext cx="3860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5186789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6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7275" y="273067"/>
            <a:ext cx="681513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3"/>
            <a:ext cx="40116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67"/>
            <a:ext cx="2844800" cy="365125"/>
          </a:xfrm>
          <a:prstGeom prst="rect">
            <a:avLst/>
          </a:prstGeom>
        </p:spPr>
        <p:txBody>
          <a:bodyPr/>
          <a:lstStyle/>
          <a:p>
            <a:fld id="{94171531-142F-4F8B-984D-8A3E9B5E722D}" type="datetime1">
              <a:rPr lang="en-US" smtClean="0"/>
              <a:t>6/25/2021</a:t>
            </a:fld>
            <a:endParaRPr lang="en-IN"/>
          </a:p>
        </p:txBody>
      </p:sp>
      <p:sp>
        <p:nvSpPr>
          <p:cNvPr id="6" name="Footer Placeholder 5"/>
          <p:cNvSpPr>
            <a:spLocks noGrp="1"/>
          </p:cNvSpPr>
          <p:nvPr>
            <p:ph type="ftr" sz="quarter" idx="11"/>
          </p:nvPr>
        </p:nvSpPr>
        <p:spPr>
          <a:xfrm>
            <a:off x="4165600" y="6356367"/>
            <a:ext cx="3860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2631907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188"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2389188"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67"/>
            <a:ext cx="2844800" cy="365125"/>
          </a:xfrm>
          <a:prstGeom prst="rect">
            <a:avLst/>
          </a:prstGeom>
        </p:spPr>
        <p:txBody>
          <a:bodyPr/>
          <a:lstStyle/>
          <a:p>
            <a:fld id="{09438DA1-526B-49D0-8EF4-1FF0A698F3D1}" type="datetime1">
              <a:rPr lang="en-US" smtClean="0"/>
              <a:t>6/25/2021</a:t>
            </a:fld>
            <a:endParaRPr lang="en-IN"/>
          </a:p>
        </p:txBody>
      </p:sp>
      <p:sp>
        <p:nvSpPr>
          <p:cNvPr id="6" name="Footer Placeholder 5"/>
          <p:cNvSpPr>
            <a:spLocks noGrp="1"/>
          </p:cNvSpPr>
          <p:nvPr>
            <p:ph type="ftr" sz="quarter" idx="11"/>
          </p:nvPr>
        </p:nvSpPr>
        <p:spPr>
          <a:xfrm>
            <a:off x="4165600" y="6356367"/>
            <a:ext cx="3860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15704974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09600" y="1600206"/>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67"/>
            <a:ext cx="2844800" cy="365125"/>
          </a:xfrm>
          <a:prstGeom prst="rect">
            <a:avLst/>
          </a:prstGeom>
        </p:spPr>
        <p:txBody>
          <a:bodyPr/>
          <a:lstStyle/>
          <a:p>
            <a:fld id="{A9BF0F8C-795C-4595-B801-27C362DAA937}" type="datetime1">
              <a:rPr lang="en-US" smtClean="0"/>
              <a:t>6/25/2021</a:t>
            </a:fld>
            <a:endParaRPr lang="en-IN"/>
          </a:p>
        </p:txBody>
      </p:sp>
      <p:sp>
        <p:nvSpPr>
          <p:cNvPr id="5" name="Footer Placeholder 4"/>
          <p:cNvSpPr>
            <a:spLocks noGrp="1"/>
          </p:cNvSpPr>
          <p:nvPr>
            <p:ph type="ftr" sz="quarter" idx="11"/>
          </p:nvPr>
        </p:nvSpPr>
        <p:spPr>
          <a:xfrm>
            <a:off x="4165600" y="6356367"/>
            <a:ext cx="3860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0729523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55"/>
            <a:ext cx="27432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55"/>
            <a:ext cx="80772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67"/>
            <a:ext cx="2844800" cy="365125"/>
          </a:xfrm>
          <a:prstGeom prst="rect">
            <a:avLst/>
          </a:prstGeom>
        </p:spPr>
        <p:txBody>
          <a:bodyPr/>
          <a:lstStyle/>
          <a:p>
            <a:fld id="{E2F049B6-F226-456C-9577-BDFBD20D1D45}" type="datetime1">
              <a:rPr lang="en-US" smtClean="0"/>
              <a:t>6/25/2021</a:t>
            </a:fld>
            <a:endParaRPr lang="en-IN"/>
          </a:p>
        </p:txBody>
      </p:sp>
      <p:sp>
        <p:nvSpPr>
          <p:cNvPr id="5" name="Footer Placeholder 4"/>
          <p:cNvSpPr>
            <a:spLocks noGrp="1"/>
          </p:cNvSpPr>
          <p:nvPr>
            <p:ph type="ftr" sz="quarter" idx="11"/>
          </p:nvPr>
        </p:nvSpPr>
        <p:spPr>
          <a:xfrm>
            <a:off x="4165600" y="6356367"/>
            <a:ext cx="3860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7600" y="6356367"/>
            <a:ext cx="284480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203843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35635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14EDEB-C3E4-4380-8B69-22BF9FDCE142}" type="datetimeFigureOut">
              <a:rPr lang="en-IN" smtClean="0"/>
              <a:t>25-06-2021</a:t>
            </a:fld>
            <a:endParaRPr lang="en-IN"/>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356355"/>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8610600" y="635635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2DDAEA-B7AB-4176-8F25-F15538AA12DC}" type="slidenum">
              <a:rPr lang="en-IN" smtClean="0"/>
              <a:t>‹#›</a:t>
            </a:fld>
            <a:endParaRPr lang="en-IN"/>
          </a:p>
        </p:txBody>
      </p:sp>
    </p:spTree>
    <p:extLst>
      <p:ext uri="{BB962C8B-B14F-4D97-AF65-F5344CB8AC3E}">
        <p14:creationId xmlns:p14="http://schemas.microsoft.com/office/powerpoint/2010/main" val="2198826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4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AC5166-4796-40D2-A50C-05DACE2C6C35}"/>
              </a:ext>
            </a:extLst>
          </p:cNvPr>
          <p:cNvSpPr>
            <a:spLocks noGrp="1"/>
          </p:cNvSpPr>
          <p:nvPr>
            <p:ph type="title"/>
          </p:nvPr>
        </p:nvSpPr>
        <p:spPr>
          <a:xfrm>
            <a:off x="838200" y="1292589"/>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D836682-CE55-4994-889B-5D188C3E4F73}"/>
              </a:ext>
            </a:extLst>
          </p:cNvPr>
          <p:cNvSpPr>
            <a:spLocks noGrp="1"/>
          </p:cNvSpPr>
          <p:nvPr>
            <p:ph type="body" idx="1"/>
          </p:nvPr>
        </p:nvSpPr>
        <p:spPr>
          <a:xfrm>
            <a:off x="838200" y="2753088"/>
            <a:ext cx="10515600" cy="2341426"/>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31F9231-8DF4-411E-8324-453AB042A01C}"/>
              </a:ext>
            </a:extLst>
          </p:cNvPr>
          <p:cNvSpPr>
            <a:spLocks noGrp="1"/>
          </p:cNvSpPr>
          <p:nvPr>
            <p:ph type="dt" sz="half" idx="2"/>
          </p:nvPr>
        </p:nvSpPr>
        <p:spPr>
          <a:xfrm>
            <a:off x="9005888" y="577752"/>
            <a:ext cx="2743200" cy="176716"/>
          </a:xfrm>
          <a:prstGeom prst="rect">
            <a:avLst/>
          </a:prstGeom>
        </p:spPr>
        <p:txBody>
          <a:bodyPr vert="horz" lIns="0" tIns="0" rIns="0" bIns="0" rtlCol="0" anchor="t" anchorCtr="0"/>
          <a:lstStyle>
            <a:lvl1pPr algn="r">
              <a:defRPr sz="900" i="1">
                <a:solidFill>
                  <a:srgbClr val="454D55"/>
                </a:solidFill>
              </a:defRPr>
            </a:lvl1pPr>
          </a:lstStyle>
          <a:p>
            <a:fld id="{873E3593-F24F-467C-BCF4-6FA924D1A30A}" type="datetime1">
              <a:rPr lang="en-US" noProof="0" smtClean="0"/>
              <a:t>6/25/2021</a:t>
            </a:fld>
            <a:endParaRPr lang="en-US" noProof="0"/>
          </a:p>
        </p:txBody>
      </p:sp>
      <p:sp>
        <p:nvSpPr>
          <p:cNvPr id="5" name="Footer Placeholder 4">
            <a:extLst>
              <a:ext uri="{FF2B5EF4-FFF2-40B4-BE49-F238E27FC236}">
                <a16:creationId xmlns:a16="http://schemas.microsoft.com/office/drawing/2014/main" id="{C30475F0-EE3A-4617-AFAB-40BF7C148786}"/>
              </a:ext>
            </a:extLst>
          </p:cNvPr>
          <p:cNvSpPr>
            <a:spLocks noGrp="1"/>
          </p:cNvSpPr>
          <p:nvPr>
            <p:ph type="ftr" sz="quarter" idx="3"/>
          </p:nvPr>
        </p:nvSpPr>
        <p:spPr>
          <a:xfrm>
            <a:off x="9005888" y="392473"/>
            <a:ext cx="2743200" cy="176715"/>
          </a:xfrm>
          <a:prstGeom prst="rect">
            <a:avLst/>
          </a:prstGeom>
        </p:spPr>
        <p:txBody>
          <a:bodyPr vert="horz" lIns="0" tIns="0" rIns="0" bIns="0" rtlCol="0" anchor="b" anchorCtr="0"/>
          <a:lstStyle>
            <a:lvl1pPr algn="r">
              <a:defRPr sz="900" i="1">
                <a:solidFill>
                  <a:srgbClr val="454D55"/>
                </a:solidFill>
              </a:defRPr>
            </a:lvl1pPr>
          </a:lstStyle>
          <a:p>
            <a:endParaRPr lang="en-US" noProof="0"/>
          </a:p>
        </p:txBody>
      </p:sp>
      <p:sp>
        <p:nvSpPr>
          <p:cNvPr id="6" name="Slide Number Placeholder 5">
            <a:extLst>
              <a:ext uri="{FF2B5EF4-FFF2-40B4-BE49-F238E27FC236}">
                <a16:creationId xmlns:a16="http://schemas.microsoft.com/office/drawing/2014/main" id="{8AA07E7D-9F5C-43AC-A03A-432F6CB44929}"/>
              </a:ext>
            </a:extLst>
          </p:cNvPr>
          <p:cNvSpPr>
            <a:spLocks noGrp="1"/>
          </p:cNvSpPr>
          <p:nvPr>
            <p:ph type="sldNum" sz="quarter" idx="4"/>
          </p:nvPr>
        </p:nvSpPr>
        <p:spPr>
          <a:xfrm>
            <a:off x="442919" y="392473"/>
            <a:ext cx="395287" cy="176715"/>
          </a:xfrm>
          <a:prstGeom prst="rect">
            <a:avLst/>
          </a:prstGeom>
        </p:spPr>
        <p:txBody>
          <a:bodyPr vert="horz" lIns="0" tIns="0" rIns="0" bIns="0" rtlCol="0" anchor="b" anchorCtr="0"/>
          <a:lstStyle>
            <a:lvl1pPr algn="l">
              <a:defRPr sz="900" i="1">
                <a:solidFill>
                  <a:srgbClr val="454D55"/>
                </a:solidFill>
              </a:defRPr>
            </a:lvl1pPr>
          </a:lstStyle>
          <a:p>
            <a:fld id="{93C1428B-5ACF-4E79-A091-05E2328DA75D}" type="slidenum">
              <a:rPr lang="en-US" noProof="0" smtClean="0"/>
              <a:pPr/>
              <a:t>‹#›</a:t>
            </a:fld>
            <a:endParaRPr lang="en-US" noProof="0"/>
          </a:p>
        </p:txBody>
      </p:sp>
      <p:sp>
        <p:nvSpPr>
          <p:cNvPr id="9" name="Oval 8">
            <a:extLst>
              <a:ext uri="{FF2B5EF4-FFF2-40B4-BE49-F238E27FC236}">
                <a16:creationId xmlns:a16="http://schemas.microsoft.com/office/drawing/2014/main" id="{EF515B4A-CB20-4847-8E00-0DD66F1FEBB4}"/>
              </a:ext>
            </a:extLst>
          </p:cNvPr>
          <p:cNvSpPr/>
          <p:nvPr/>
        </p:nvSpPr>
        <p:spPr>
          <a:xfrm>
            <a:off x="11371671" y="6409406"/>
            <a:ext cx="280050"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Slide Number Placeholder 5">
            <a:extLst>
              <a:ext uri="{FF2B5EF4-FFF2-40B4-BE49-F238E27FC236}">
                <a16:creationId xmlns:a16="http://schemas.microsoft.com/office/drawing/2014/main" id="{996B64B9-1DF0-4EE9-BAB5-72AFA94B9AFD}"/>
              </a:ext>
            </a:extLst>
          </p:cNvPr>
          <p:cNvSpPr txBox="1">
            <a:spLocks/>
          </p:cNvSpPr>
          <p:nvPr/>
        </p:nvSpPr>
        <p:spPr>
          <a:xfrm>
            <a:off x="11363701" y="6455748"/>
            <a:ext cx="294461" cy="187367"/>
          </a:xfrm>
          <a:prstGeom prst="rect">
            <a:avLst/>
          </a:prstGeom>
        </p:spPr>
        <p:txBody>
          <a:bodyPr lIns="0" tIns="0" rIns="0" bIns="0"/>
          <a:lstStyle>
            <a:defPPr>
              <a:defRPr lang="en-US"/>
            </a:defPPr>
            <a:lvl1pPr marL="0" algn="ct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27E2B5-D109-4574-97EB-70B046C448A2}" type="slidenum">
              <a:rPr lang="en-IN" sz="900" smtClean="0"/>
              <a:pPr/>
              <a:t>‹#›</a:t>
            </a:fld>
            <a:endParaRPr lang="en-IN" sz="900" dirty="0"/>
          </a:p>
        </p:txBody>
      </p:sp>
    </p:spTree>
    <p:extLst>
      <p:ext uri="{BB962C8B-B14F-4D97-AF65-F5344CB8AC3E}">
        <p14:creationId xmlns:p14="http://schemas.microsoft.com/office/powerpoint/2010/main" val="1016746935"/>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35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78">
          <p15:clr>
            <a:srgbClr val="F26B43"/>
          </p15:clr>
        </p15:guide>
        <p15:guide id="2" pos="279">
          <p15:clr>
            <a:srgbClr val="F26B43"/>
          </p15:clr>
        </p15:guide>
        <p15:guide id="3" pos="7401">
          <p15:clr>
            <a:srgbClr val="F26B43"/>
          </p15:clr>
        </p15:guide>
        <p15:guide id="4" orient="horz" pos="404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
        <p:nvSpPr>
          <p:cNvPr id="12" name="Oval 11">
            <a:extLst>
              <a:ext uri="{FF2B5EF4-FFF2-40B4-BE49-F238E27FC236}">
                <a16:creationId xmlns:a16="http://schemas.microsoft.com/office/drawing/2014/main" id="{EF515B4A-CB20-4847-8E00-0DD66F1FEBB4}"/>
              </a:ext>
            </a:extLst>
          </p:cNvPr>
          <p:cNvSpPr/>
          <p:nvPr/>
        </p:nvSpPr>
        <p:spPr>
          <a:xfrm>
            <a:off x="11371671" y="6409410"/>
            <a:ext cx="280050"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3" name="Slide Number Placeholder 5">
            <a:extLst>
              <a:ext uri="{FF2B5EF4-FFF2-40B4-BE49-F238E27FC236}">
                <a16:creationId xmlns:a16="http://schemas.microsoft.com/office/drawing/2014/main" id="{996B64B9-1DF0-4EE9-BAB5-72AFA94B9AFD}"/>
              </a:ext>
            </a:extLst>
          </p:cNvPr>
          <p:cNvSpPr txBox="1">
            <a:spLocks/>
          </p:cNvSpPr>
          <p:nvPr/>
        </p:nvSpPr>
        <p:spPr>
          <a:xfrm>
            <a:off x="11363704" y="6455752"/>
            <a:ext cx="294461" cy="187367"/>
          </a:xfrm>
          <a:prstGeom prst="rect">
            <a:avLst/>
          </a:prstGeom>
        </p:spPr>
        <p:txBody>
          <a:bodyPr lIns="0" tIns="0" rIns="0" bIns="0"/>
          <a:lstStyle>
            <a:defPPr>
              <a:defRPr lang="en-US"/>
            </a:defPPr>
            <a:lvl1pPr marL="0" algn="ct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C71654-96A5-4280-94F3-931C61A9F92C}" type="slidenum">
              <a:rPr lang="en-US" sz="900" smtClean="0"/>
              <a:pPr/>
              <a:t>‹#›</a:t>
            </a:fld>
            <a:endParaRPr lang="en-US" sz="900" dirty="0"/>
          </a:p>
        </p:txBody>
      </p:sp>
      <p:sp>
        <p:nvSpPr>
          <p:cNvPr id="5" name="Rectangle 4">
            <a:extLst>
              <a:ext uri="{FF2B5EF4-FFF2-40B4-BE49-F238E27FC236}">
                <a16:creationId xmlns:a16="http://schemas.microsoft.com/office/drawing/2014/main" id="{76627016-BFC4-46D4-89DB-F72E3C3461EC}"/>
              </a:ext>
            </a:extLst>
          </p:cNvPr>
          <p:cNvSpPr/>
          <p:nvPr/>
        </p:nvSpPr>
        <p:spPr>
          <a:xfrm rot="10800000">
            <a:off x="515938" y="-16722"/>
            <a:ext cx="1258618" cy="2453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solidFill>
                <a:schemeClr val="bg1"/>
              </a:solidFill>
            </a:endParaRPr>
          </a:p>
        </p:txBody>
      </p:sp>
    </p:spTree>
    <p:extLst>
      <p:ext uri="{BB962C8B-B14F-4D97-AF65-F5344CB8AC3E}">
        <p14:creationId xmlns:p14="http://schemas.microsoft.com/office/powerpoint/2010/main" val="356658890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3.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5C30C-2382-4B11-AC8A-671970FD8EFC}"/>
              </a:ext>
            </a:extLst>
          </p:cNvPr>
          <p:cNvSpPr>
            <a:spLocks noGrp="1"/>
          </p:cNvSpPr>
          <p:nvPr>
            <p:ph type="ctrTitle"/>
          </p:nvPr>
        </p:nvSpPr>
        <p:spPr>
          <a:xfrm>
            <a:off x="6175527" y="2189168"/>
            <a:ext cx="5892647" cy="2090808"/>
          </a:xfrm>
        </p:spPr>
        <p:txBody>
          <a:bodyPr/>
          <a:lstStyle/>
          <a:p>
            <a:r>
              <a:rPr lang="en-IN" dirty="0"/>
              <a:t>Regularization techniques</a:t>
            </a:r>
          </a:p>
        </p:txBody>
      </p:sp>
      <p:sp>
        <p:nvSpPr>
          <p:cNvPr id="3" name="Subtitle 2">
            <a:extLst>
              <a:ext uri="{FF2B5EF4-FFF2-40B4-BE49-F238E27FC236}">
                <a16:creationId xmlns:a16="http://schemas.microsoft.com/office/drawing/2014/main" id="{EAC0E60D-6510-4A4F-9E6E-D5CB3B9E3B08}"/>
              </a:ext>
            </a:extLst>
          </p:cNvPr>
          <p:cNvSpPr>
            <a:spLocks noGrp="1"/>
          </p:cNvSpPr>
          <p:nvPr>
            <p:ph type="subTitle" idx="1"/>
          </p:nvPr>
        </p:nvSpPr>
        <p:spPr/>
        <p:txBody>
          <a:bodyPr/>
          <a:lstStyle/>
          <a:p>
            <a:r>
              <a:rPr lang="en-IN" dirty="0"/>
              <a:t>L1 and L2 Regularization</a:t>
            </a:r>
          </a:p>
        </p:txBody>
      </p:sp>
      <p:sp>
        <p:nvSpPr>
          <p:cNvPr id="4" name="Picture Placeholder 3">
            <a:extLst>
              <a:ext uri="{FF2B5EF4-FFF2-40B4-BE49-F238E27FC236}">
                <a16:creationId xmlns:a16="http://schemas.microsoft.com/office/drawing/2014/main" id="{F5005A47-E9BB-4645-A8EF-834BF24EFCBD}"/>
              </a:ext>
            </a:extLst>
          </p:cNvPr>
          <p:cNvSpPr>
            <a:spLocks noGrp="1"/>
          </p:cNvSpPr>
          <p:nvPr>
            <p:ph type="pic" sz="quarter" idx="10"/>
          </p:nvPr>
        </p:nvSpPr>
        <p:spPr/>
      </p:sp>
      <p:sp>
        <p:nvSpPr>
          <p:cNvPr id="5" name="TextBox 4">
            <a:extLst>
              <a:ext uri="{FF2B5EF4-FFF2-40B4-BE49-F238E27FC236}">
                <a16:creationId xmlns:a16="http://schemas.microsoft.com/office/drawing/2014/main" id="{174B3952-8967-4C53-9E55-95D04445910A}"/>
              </a:ext>
            </a:extLst>
          </p:cNvPr>
          <p:cNvSpPr txBox="1"/>
          <p:nvPr/>
        </p:nvSpPr>
        <p:spPr>
          <a:xfrm>
            <a:off x="8984609" y="5310231"/>
            <a:ext cx="2496579" cy="646331"/>
          </a:xfrm>
          <a:prstGeom prst="rect">
            <a:avLst/>
          </a:prstGeom>
          <a:noFill/>
        </p:spPr>
        <p:txBody>
          <a:bodyPr wrap="square" rtlCol="0">
            <a:spAutoFit/>
          </a:bodyPr>
          <a:lstStyle/>
          <a:p>
            <a:r>
              <a:rPr lang="en-IN" dirty="0"/>
              <a:t>By   - </a:t>
            </a:r>
            <a:r>
              <a:rPr lang="en-IN" dirty="0" err="1"/>
              <a:t>Chhanak</a:t>
            </a:r>
            <a:r>
              <a:rPr lang="en-IN" dirty="0"/>
              <a:t>  Tank</a:t>
            </a:r>
          </a:p>
          <a:p>
            <a:r>
              <a:rPr lang="en-IN" dirty="0"/>
              <a:t>       - Manas Ganti</a:t>
            </a:r>
          </a:p>
        </p:txBody>
      </p:sp>
    </p:spTree>
    <p:extLst>
      <p:ext uri="{BB962C8B-B14F-4D97-AF65-F5344CB8AC3E}">
        <p14:creationId xmlns:p14="http://schemas.microsoft.com/office/powerpoint/2010/main" val="400405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0C4F6-7C02-44EE-848B-63302AC85F17}"/>
              </a:ext>
            </a:extLst>
          </p:cNvPr>
          <p:cNvSpPr>
            <a:spLocks noGrp="1"/>
          </p:cNvSpPr>
          <p:nvPr>
            <p:ph sz="half" idx="2"/>
          </p:nvPr>
        </p:nvSpPr>
        <p:spPr>
          <a:xfrm>
            <a:off x="447675" y="987423"/>
            <a:ext cx="5400675" cy="4993927"/>
          </a:xfrm>
        </p:spPr>
        <p:txBody>
          <a:bodyPr>
            <a:noAutofit/>
          </a:bodyPr>
          <a:lstStyle/>
          <a:p>
            <a:pPr marL="0" indent="0" algn="just">
              <a:buNone/>
            </a:pPr>
            <a:endParaRPr lang="en-US" sz="2400" dirty="0"/>
          </a:p>
          <a:p>
            <a:pPr algn="just"/>
            <a:r>
              <a:rPr lang="en-US" sz="2400" dirty="0"/>
              <a:t>Regularization is a technique used to reduce the errors by fitting the function appropriately on the given training set and avoid overfitting.</a:t>
            </a:r>
          </a:p>
          <a:p>
            <a:pPr algn="just"/>
            <a:r>
              <a:rPr lang="en-US" sz="2400" dirty="0"/>
              <a:t>Overfitting occurs when a Machine Learning model is fit extremely well to  a training set and is not able to perform well on unseen data. </a:t>
            </a:r>
          </a:p>
          <a:p>
            <a:pPr algn="just"/>
            <a:r>
              <a:rPr lang="en-US" sz="2400" dirty="0"/>
              <a:t>The main idea of a regularization technique is to find a new line for the  regression function that purposely doesn’t fit well so to allow some noise.</a:t>
            </a:r>
          </a:p>
        </p:txBody>
      </p:sp>
      <p:sp>
        <p:nvSpPr>
          <p:cNvPr id="4" name="Title 3">
            <a:extLst>
              <a:ext uri="{FF2B5EF4-FFF2-40B4-BE49-F238E27FC236}">
                <a16:creationId xmlns:a16="http://schemas.microsoft.com/office/drawing/2014/main" id="{280675C7-3ADB-47EF-86F0-BF123B0DAA51}"/>
              </a:ext>
            </a:extLst>
          </p:cNvPr>
          <p:cNvSpPr>
            <a:spLocks noGrp="1"/>
          </p:cNvSpPr>
          <p:nvPr>
            <p:ph type="title"/>
          </p:nvPr>
        </p:nvSpPr>
        <p:spPr>
          <a:xfrm>
            <a:off x="515939" y="246621"/>
            <a:ext cx="11150600" cy="553479"/>
          </a:xfrm>
        </p:spPr>
        <p:txBody>
          <a:bodyPr/>
          <a:lstStyle/>
          <a:p>
            <a:r>
              <a:rPr lang="en-IN" dirty="0"/>
              <a:t>Regularization</a:t>
            </a:r>
          </a:p>
        </p:txBody>
      </p:sp>
      <p:pic>
        <p:nvPicPr>
          <p:cNvPr id="1026" name="Picture 2">
            <a:extLst>
              <a:ext uri="{FF2B5EF4-FFF2-40B4-BE49-F238E27FC236}">
                <a16:creationId xmlns:a16="http://schemas.microsoft.com/office/drawing/2014/main" id="{6F7BAD49-5D80-420C-A2E3-B9ED04CF1ACC}"/>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948364" y="1208015"/>
            <a:ext cx="6106616" cy="4773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817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1ADBC5-A708-4ED1-8563-8B574122D232}"/>
              </a:ext>
            </a:extLst>
          </p:cNvPr>
          <p:cNvSpPr>
            <a:spLocks noGrp="1"/>
          </p:cNvSpPr>
          <p:nvPr>
            <p:ph sz="half" idx="2"/>
          </p:nvPr>
        </p:nvSpPr>
        <p:spPr>
          <a:xfrm>
            <a:off x="523875" y="711200"/>
            <a:ext cx="10563225" cy="4351338"/>
          </a:xfrm>
        </p:spPr>
        <p:txBody>
          <a:bodyPr>
            <a:normAutofit/>
          </a:bodyPr>
          <a:lstStyle/>
          <a:p>
            <a:pPr algn="just"/>
            <a:r>
              <a:rPr lang="en-US" sz="2400" b="0" i="0" dirty="0">
                <a:solidFill>
                  <a:srgbClr val="292929"/>
                </a:solidFill>
                <a:effectLst/>
              </a:rPr>
              <a:t>Now, there are few ways you can avoid overfitting your model on training data like cross-validation sampling, reducing number of features, pruning, regularization etc.</a:t>
            </a:r>
          </a:p>
          <a:p>
            <a:pPr algn="just"/>
            <a:r>
              <a:rPr lang="en-US" sz="2400" b="0" i="0" dirty="0">
                <a:solidFill>
                  <a:srgbClr val="292929"/>
                </a:solidFill>
                <a:effectLst/>
              </a:rPr>
              <a:t>Regularization basically adds the penalty as model complexity increases. Regularization parameter (lambda) penalizes all the parameters except intercept so that model generalizes the data and won’t overfit.</a:t>
            </a:r>
          </a:p>
          <a:p>
            <a:pPr marL="0" indent="0" algn="just">
              <a:buNone/>
            </a:pPr>
            <a:endParaRPr lang="en-IN" sz="2400" dirty="0"/>
          </a:p>
        </p:txBody>
      </p:sp>
      <p:pic>
        <p:nvPicPr>
          <p:cNvPr id="2050" name="Picture 2">
            <a:extLst>
              <a:ext uri="{FF2B5EF4-FFF2-40B4-BE49-F238E27FC236}">
                <a16:creationId xmlns:a16="http://schemas.microsoft.com/office/drawing/2014/main" id="{F3D736F0-0FEF-4176-A658-34BF3DE97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462" y="3124200"/>
            <a:ext cx="4972050" cy="13049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F78149E-459B-4F24-9FCD-5612CE34411C}"/>
              </a:ext>
            </a:extLst>
          </p:cNvPr>
          <p:cNvSpPr txBox="1"/>
          <p:nvPr/>
        </p:nvSpPr>
        <p:spPr>
          <a:xfrm>
            <a:off x="676276" y="4733925"/>
            <a:ext cx="10410824" cy="461665"/>
          </a:xfrm>
          <a:prstGeom prst="rect">
            <a:avLst/>
          </a:prstGeom>
          <a:noFill/>
        </p:spPr>
        <p:txBody>
          <a:bodyPr wrap="square">
            <a:spAutoFit/>
          </a:bodyPr>
          <a:lstStyle/>
          <a:p>
            <a:r>
              <a:rPr lang="en-US" sz="2400" dirty="0"/>
              <a:t>.</a:t>
            </a:r>
            <a:endParaRPr lang="en-IN" sz="2400" dirty="0"/>
          </a:p>
        </p:txBody>
      </p:sp>
    </p:spTree>
    <p:extLst>
      <p:ext uri="{BB962C8B-B14F-4D97-AF65-F5344CB8AC3E}">
        <p14:creationId xmlns:p14="http://schemas.microsoft.com/office/powerpoint/2010/main" val="97948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7BFD-57F1-4A2D-B7D5-11C91C1FAF4F}"/>
              </a:ext>
            </a:extLst>
          </p:cNvPr>
          <p:cNvSpPr>
            <a:spLocks noGrp="1"/>
          </p:cNvSpPr>
          <p:nvPr>
            <p:ph type="ctrTitle"/>
          </p:nvPr>
        </p:nvSpPr>
        <p:spPr>
          <a:xfrm>
            <a:off x="6343653" y="2173288"/>
            <a:ext cx="5762622" cy="2090808"/>
          </a:xfrm>
        </p:spPr>
        <p:txBody>
          <a:bodyPr/>
          <a:lstStyle/>
          <a:p>
            <a:r>
              <a:rPr lang="en-IN" sz="4800" dirty="0"/>
              <a:t>RIDGE REGRESSION</a:t>
            </a:r>
            <a:br>
              <a:rPr lang="en-IN" sz="4800" dirty="0"/>
            </a:br>
            <a:r>
              <a:rPr lang="en-IN" sz="4800" dirty="0"/>
              <a:t>(L2)</a:t>
            </a:r>
          </a:p>
        </p:txBody>
      </p:sp>
      <p:sp>
        <p:nvSpPr>
          <p:cNvPr id="3" name="Subtitle 2">
            <a:extLst>
              <a:ext uri="{FF2B5EF4-FFF2-40B4-BE49-F238E27FC236}">
                <a16:creationId xmlns:a16="http://schemas.microsoft.com/office/drawing/2014/main" id="{8384FCA2-83FA-4321-9E46-095E64A134F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22664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AC642-DC85-4B87-BB2B-3F77FE13CF80}"/>
              </a:ext>
            </a:extLst>
          </p:cNvPr>
          <p:cNvSpPr>
            <a:spLocks noGrp="1"/>
          </p:cNvSpPr>
          <p:nvPr>
            <p:ph sz="half" idx="2"/>
          </p:nvPr>
        </p:nvSpPr>
        <p:spPr>
          <a:xfrm>
            <a:off x="390525" y="1587500"/>
            <a:ext cx="5181600" cy="4351338"/>
          </a:xfrm>
        </p:spPr>
        <p:txBody>
          <a:bodyPr/>
          <a:lstStyle/>
          <a:p>
            <a:r>
              <a:rPr lang="en-IN" dirty="0"/>
              <a:t>Let’s start by collecting weight and size measurements from bunch of mice.</a:t>
            </a:r>
          </a:p>
          <a:p>
            <a:r>
              <a:rPr lang="en-IN" dirty="0"/>
              <a:t>Since these data looks relatively linear, we will use </a:t>
            </a:r>
            <a:r>
              <a:rPr lang="en-IN" b="1" dirty="0"/>
              <a:t>Linear Regression</a:t>
            </a:r>
            <a:r>
              <a:rPr lang="en-IN" dirty="0"/>
              <a:t> , AKA </a:t>
            </a:r>
            <a:r>
              <a:rPr lang="en-IN" b="1" dirty="0"/>
              <a:t>Least Squares</a:t>
            </a:r>
            <a:r>
              <a:rPr lang="en-IN" dirty="0"/>
              <a:t>, to model the relationship between </a:t>
            </a:r>
            <a:r>
              <a:rPr lang="en-IN" b="1" dirty="0"/>
              <a:t>weights</a:t>
            </a:r>
            <a:r>
              <a:rPr lang="en-IN" dirty="0"/>
              <a:t> and </a:t>
            </a:r>
            <a:r>
              <a:rPr lang="en-IN" b="1" dirty="0"/>
              <a:t>size.</a:t>
            </a:r>
          </a:p>
          <a:p>
            <a:endParaRPr lang="en-IN" dirty="0"/>
          </a:p>
        </p:txBody>
      </p:sp>
      <p:sp>
        <p:nvSpPr>
          <p:cNvPr id="4" name="Title 3">
            <a:extLst>
              <a:ext uri="{FF2B5EF4-FFF2-40B4-BE49-F238E27FC236}">
                <a16:creationId xmlns:a16="http://schemas.microsoft.com/office/drawing/2014/main" id="{42DA9345-F6DB-4032-A6AB-5DDF5EE5E637}"/>
              </a:ext>
            </a:extLst>
          </p:cNvPr>
          <p:cNvSpPr>
            <a:spLocks noGrp="1"/>
          </p:cNvSpPr>
          <p:nvPr>
            <p:ph type="title"/>
          </p:nvPr>
        </p:nvSpPr>
        <p:spPr>
          <a:xfrm>
            <a:off x="515939" y="198996"/>
            <a:ext cx="11150600" cy="516966"/>
          </a:xfrm>
        </p:spPr>
        <p:txBody>
          <a:bodyPr/>
          <a:lstStyle/>
          <a:p>
            <a:r>
              <a:rPr lang="en-IN" sz="3200" dirty="0"/>
              <a:t>RIDGE REGULARIZATION (L2)</a:t>
            </a:r>
            <a:endParaRPr lang="en-IN" dirty="0"/>
          </a:p>
        </p:txBody>
      </p:sp>
      <p:pic>
        <p:nvPicPr>
          <p:cNvPr id="6" name="Picture 5">
            <a:extLst>
              <a:ext uri="{FF2B5EF4-FFF2-40B4-BE49-F238E27FC236}">
                <a16:creationId xmlns:a16="http://schemas.microsoft.com/office/drawing/2014/main" id="{59FCB676-2B74-4EFC-8793-AE91DADF9400}"/>
              </a:ext>
            </a:extLst>
          </p:cNvPr>
          <p:cNvPicPr>
            <a:picLocks noChangeAspect="1"/>
          </p:cNvPicPr>
          <p:nvPr/>
        </p:nvPicPr>
        <p:blipFill rotWithShape="1">
          <a:blip r:embed="rId2"/>
          <a:srcRect l="20860" t="18238" r="19959" b="1117"/>
          <a:stretch/>
        </p:blipFill>
        <p:spPr>
          <a:xfrm>
            <a:off x="6091239" y="1478280"/>
            <a:ext cx="5366912" cy="4113791"/>
          </a:xfrm>
          <a:prstGeom prst="rect">
            <a:avLst/>
          </a:prstGeom>
        </p:spPr>
      </p:pic>
    </p:spTree>
    <p:extLst>
      <p:ext uri="{BB962C8B-B14F-4D97-AF65-F5344CB8AC3E}">
        <p14:creationId xmlns:p14="http://schemas.microsoft.com/office/powerpoint/2010/main" val="1723153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091838-F877-497D-8C67-5957BBC78AFF}"/>
              </a:ext>
            </a:extLst>
          </p:cNvPr>
          <p:cNvSpPr>
            <a:spLocks noGrp="1"/>
          </p:cNvSpPr>
          <p:nvPr>
            <p:ph sz="half" idx="2"/>
          </p:nvPr>
        </p:nvSpPr>
        <p:spPr>
          <a:xfrm>
            <a:off x="548640" y="804545"/>
            <a:ext cx="5181600" cy="4351338"/>
          </a:xfrm>
        </p:spPr>
        <p:txBody>
          <a:bodyPr/>
          <a:lstStyle/>
          <a:p>
            <a:r>
              <a:rPr lang="en-IN" dirty="0"/>
              <a:t>So we’ll fit a line to the data using </a:t>
            </a:r>
            <a:r>
              <a:rPr lang="en-IN" b="1" dirty="0"/>
              <a:t>Least Squares.</a:t>
            </a:r>
          </a:p>
        </p:txBody>
      </p:sp>
      <p:pic>
        <p:nvPicPr>
          <p:cNvPr id="6" name="Picture 5">
            <a:extLst>
              <a:ext uri="{FF2B5EF4-FFF2-40B4-BE49-F238E27FC236}">
                <a16:creationId xmlns:a16="http://schemas.microsoft.com/office/drawing/2014/main" id="{F6D04938-72EE-4139-B0FF-93BB8E680AB0}"/>
              </a:ext>
            </a:extLst>
          </p:cNvPr>
          <p:cNvPicPr>
            <a:picLocks noChangeAspect="1"/>
          </p:cNvPicPr>
          <p:nvPr/>
        </p:nvPicPr>
        <p:blipFill rotWithShape="1">
          <a:blip r:embed="rId2">
            <a:extLst>
              <a:ext uri="{28A0092B-C50C-407E-A947-70E740481C1C}">
                <a14:useLocalDpi xmlns:a14="http://schemas.microsoft.com/office/drawing/2010/main" val="0"/>
              </a:ext>
            </a:extLst>
          </a:blip>
          <a:srcRect l="22875" t="22222" r="22375" b="1111"/>
          <a:stretch/>
        </p:blipFill>
        <p:spPr>
          <a:xfrm>
            <a:off x="114696" y="2324100"/>
            <a:ext cx="4026839" cy="3171825"/>
          </a:xfrm>
          <a:prstGeom prst="rect">
            <a:avLst/>
          </a:prstGeom>
        </p:spPr>
      </p:pic>
      <p:pic>
        <p:nvPicPr>
          <p:cNvPr id="4" name="Picture 3">
            <a:extLst>
              <a:ext uri="{FF2B5EF4-FFF2-40B4-BE49-F238E27FC236}">
                <a16:creationId xmlns:a16="http://schemas.microsoft.com/office/drawing/2014/main" id="{C6318E57-AC54-425C-A947-C0474EA95829}"/>
              </a:ext>
            </a:extLst>
          </p:cNvPr>
          <p:cNvPicPr>
            <a:picLocks noChangeAspect="1"/>
          </p:cNvPicPr>
          <p:nvPr/>
        </p:nvPicPr>
        <p:blipFill rotWithShape="1">
          <a:blip r:embed="rId3">
            <a:extLst>
              <a:ext uri="{28A0092B-C50C-407E-A947-70E740481C1C}">
                <a14:useLocalDpi xmlns:a14="http://schemas.microsoft.com/office/drawing/2010/main" val="0"/>
              </a:ext>
            </a:extLst>
          </a:blip>
          <a:srcRect l="23251" t="21555" r="24375" b="2667"/>
          <a:stretch/>
        </p:blipFill>
        <p:spPr>
          <a:xfrm>
            <a:off x="4318259" y="2324099"/>
            <a:ext cx="4033260" cy="3171825"/>
          </a:xfrm>
          <a:prstGeom prst="rect">
            <a:avLst/>
          </a:prstGeom>
        </p:spPr>
      </p:pic>
      <p:pic>
        <p:nvPicPr>
          <p:cNvPr id="5" name="Picture 4">
            <a:extLst>
              <a:ext uri="{FF2B5EF4-FFF2-40B4-BE49-F238E27FC236}">
                <a16:creationId xmlns:a16="http://schemas.microsoft.com/office/drawing/2014/main" id="{4B4F35BB-122A-4F22-855B-0BD2D261E4DB}"/>
              </a:ext>
            </a:extLst>
          </p:cNvPr>
          <p:cNvPicPr>
            <a:picLocks noChangeAspect="1"/>
          </p:cNvPicPr>
          <p:nvPr/>
        </p:nvPicPr>
        <p:blipFill rotWithShape="1">
          <a:blip r:embed="rId4">
            <a:extLst>
              <a:ext uri="{28A0092B-C50C-407E-A947-70E740481C1C}">
                <a14:useLocalDpi xmlns:a14="http://schemas.microsoft.com/office/drawing/2010/main" val="0"/>
              </a:ext>
            </a:extLst>
          </a:blip>
          <a:srcRect l="23405" t="17060" r="26330" b="2127"/>
          <a:stretch/>
        </p:blipFill>
        <p:spPr>
          <a:xfrm>
            <a:off x="8335903" y="2085975"/>
            <a:ext cx="3477496" cy="3378516"/>
          </a:xfrm>
          <a:prstGeom prst="rect">
            <a:avLst/>
          </a:prstGeom>
        </p:spPr>
      </p:pic>
    </p:spTree>
    <p:extLst>
      <p:ext uri="{BB962C8B-B14F-4D97-AF65-F5344CB8AC3E}">
        <p14:creationId xmlns:p14="http://schemas.microsoft.com/office/powerpoint/2010/main" val="349688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AD6F9-471E-4E5A-8DAC-5BAE5448DDF5}"/>
              </a:ext>
            </a:extLst>
          </p:cNvPr>
          <p:cNvSpPr>
            <a:spLocks noGrp="1"/>
          </p:cNvSpPr>
          <p:nvPr>
            <p:ph sz="half" idx="2"/>
          </p:nvPr>
        </p:nvSpPr>
        <p:spPr>
          <a:xfrm>
            <a:off x="2621280" y="454025"/>
            <a:ext cx="5760720" cy="1130935"/>
          </a:xfrm>
        </p:spPr>
        <p:txBody>
          <a:bodyPr>
            <a:normAutofit lnSpcReduction="10000"/>
          </a:bodyPr>
          <a:lstStyle/>
          <a:p>
            <a:pPr marL="0" indent="0" algn="ctr">
              <a:buNone/>
            </a:pPr>
            <a:r>
              <a:rPr lang="en-IN" dirty="0"/>
              <a:t>In other words, we find the line that results in the </a:t>
            </a:r>
            <a:r>
              <a:rPr lang="en-IN" b="1" dirty="0"/>
              <a:t>minimum sum of squared residuals.</a:t>
            </a:r>
          </a:p>
        </p:txBody>
      </p:sp>
      <p:pic>
        <p:nvPicPr>
          <p:cNvPr id="6" name="Picture 5">
            <a:extLst>
              <a:ext uri="{FF2B5EF4-FFF2-40B4-BE49-F238E27FC236}">
                <a16:creationId xmlns:a16="http://schemas.microsoft.com/office/drawing/2014/main" id="{B5D534AD-9224-4A79-AF10-BFBAB6BFA2E7}"/>
              </a:ext>
            </a:extLst>
          </p:cNvPr>
          <p:cNvPicPr>
            <a:picLocks noChangeAspect="1"/>
          </p:cNvPicPr>
          <p:nvPr/>
        </p:nvPicPr>
        <p:blipFill rotWithShape="1">
          <a:blip r:embed="rId2">
            <a:extLst>
              <a:ext uri="{28A0092B-C50C-407E-A947-70E740481C1C}">
                <a14:useLocalDpi xmlns:a14="http://schemas.microsoft.com/office/drawing/2010/main" val="0"/>
              </a:ext>
            </a:extLst>
          </a:blip>
          <a:srcRect l="22875" t="19111" r="25125" b="2000"/>
          <a:stretch/>
        </p:blipFill>
        <p:spPr>
          <a:xfrm>
            <a:off x="3343899" y="1706880"/>
            <a:ext cx="5504201" cy="4697095"/>
          </a:xfrm>
          <a:prstGeom prst="rect">
            <a:avLst/>
          </a:prstGeom>
        </p:spPr>
      </p:pic>
    </p:spTree>
    <p:extLst>
      <p:ext uri="{BB962C8B-B14F-4D97-AF65-F5344CB8AC3E}">
        <p14:creationId xmlns:p14="http://schemas.microsoft.com/office/powerpoint/2010/main" val="3461881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7A75E7-80CF-4626-A811-2FB6DE0800F2}"/>
              </a:ext>
            </a:extLst>
          </p:cNvPr>
          <p:cNvSpPr>
            <a:spLocks noGrp="1"/>
          </p:cNvSpPr>
          <p:nvPr>
            <p:ph sz="half" idx="1"/>
          </p:nvPr>
        </p:nvSpPr>
        <p:spPr>
          <a:xfrm>
            <a:off x="683579" y="591185"/>
            <a:ext cx="4665661" cy="1603375"/>
          </a:xfrm>
        </p:spPr>
        <p:txBody>
          <a:bodyPr>
            <a:noAutofit/>
          </a:bodyPr>
          <a:lstStyle/>
          <a:p>
            <a:pPr marL="0" indent="0">
              <a:buNone/>
            </a:pPr>
            <a:r>
              <a:rPr lang="en-IN" sz="3200" dirty="0"/>
              <a:t>Ultimately, we end up with this equation for the line: </a:t>
            </a:r>
          </a:p>
          <a:p>
            <a:pPr marL="0" indent="0">
              <a:buNone/>
            </a:pPr>
            <a:r>
              <a:rPr lang="en-IN" sz="3200" b="1" dirty="0"/>
              <a:t>Size</a:t>
            </a:r>
            <a:r>
              <a:rPr lang="en-IN" sz="3200" dirty="0"/>
              <a:t> = C+      m    x </a:t>
            </a:r>
            <a:r>
              <a:rPr lang="en-IN" sz="3200" b="1" dirty="0"/>
              <a:t>Weight</a:t>
            </a:r>
          </a:p>
        </p:txBody>
      </p:sp>
      <p:pic>
        <p:nvPicPr>
          <p:cNvPr id="6" name="Picture 5">
            <a:extLst>
              <a:ext uri="{FF2B5EF4-FFF2-40B4-BE49-F238E27FC236}">
                <a16:creationId xmlns:a16="http://schemas.microsoft.com/office/drawing/2014/main" id="{85E1FB55-364B-43DE-9267-E8D667DEB4EB}"/>
              </a:ext>
            </a:extLst>
          </p:cNvPr>
          <p:cNvPicPr>
            <a:picLocks noChangeAspect="1"/>
          </p:cNvPicPr>
          <p:nvPr/>
        </p:nvPicPr>
        <p:blipFill rotWithShape="1">
          <a:blip r:embed="rId2"/>
          <a:srcRect l="23500" t="22889" r="24875" b="2666"/>
          <a:stretch/>
        </p:blipFill>
        <p:spPr>
          <a:xfrm>
            <a:off x="5715000" y="1022508"/>
            <a:ext cx="5933618" cy="4812983"/>
          </a:xfrm>
          <a:prstGeom prst="rect">
            <a:avLst/>
          </a:prstGeom>
        </p:spPr>
      </p:pic>
      <p:sp>
        <p:nvSpPr>
          <p:cNvPr id="7" name="Rectangle 6">
            <a:extLst>
              <a:ext uri="{FF2B5EF4-FFF2-40B4-BE49-F238E27FC236}">
                <a16:creationId xmlns:a16="http://schemas.microsoft.com/office/drawing/2014/main" id="{354F68EF-C1C2-4F0D-B97C-B675FC5E5E9A}"/>
              </a:ext>
            </a:extLst>
          </p:cNvPr>
          <p:cNvSpPr/>
          <p:nvPr/>
        </p:nvSpPr>
        <p:spPr>
          <a:xfrm>
            <a:off x="1737360" y="1676400"/>
            <a:ext cx="670560" cy="51816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7E36F20-7A71-4F99-8976-039E7BA3B421}"/>
              </a:ext>
            </a:extLst>
          </p:cNvPr>
          <p:cNvSpPr/>
          <p:nvPr/>
        </p:nvSpPr>
        <p:spPr>
          <a:xfrm>
            <a:off x="2681129" y="1676400"/>
            <a:ext cx="780572" cy="51816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7DB571B-8537-4361-BC20-0F47D09FA8E4}"/>
              </a:ext>
            </a:extLst>
          </p:cNvPr>
          <p:cNvSpPr txBox="1"/>
          <p:nvPr/>
        </p:nvSpPr>
        <p:spPr>
          <a:xfrm>
            <a:off x="485606" y="3566160"/>
            <a:ext cx="5171618" cy="1569660"/>
          </a:xfrm>
          <a:prstGeom prst="rect">
            <a:avLst/>
          </a:prstGeom>
          <a:noFill/>
        </p:spPr>
        <p:txBody>
          <a:bodyPr wrap="square" rtlCol="0">
            <a:spAutoFit/>
          </a:bodyPr>
          <a:lstStyle/>
          <a:p>
            <a:r>
              <a:rPr lang="en-IN" sz="3200" dirty="0"/>
              <a:t>The line has two Parameters :</a:t>
            </a:r>
          </a:p>
          <a:p>
            <a:pPr marL="342900" indent="-342900">
              <a:buAutoNum type="arabicParenR"/>
            </a:pPr>
            <a:r>
              <a:rPr lang="en-IN" sz="3200" dirty="0"/>
              <a:t>Y-axis intercept</a:t>
            </a:r>
          </a:p>
          <a:p>
            <a:pPr marL="342900" indent="-342900">
              <a:buAutoNum type="arabicParenR"/>
            </a:pPr>
            <a:r>
              <a:rPr lang="en-IN" sz="3200" dirty="0"/>
              <a:t>Slope</a:t>
            </a:r>
          </a:p>
        </p:txBody>
      </p:sp>
      <p:cxnSp>
        <p:nvCxnSpPr>
          <p:cNvPr id="11" name="Straight Arrow Connector 10">
            <a:extLst>
              <a:ext uri="{FF2B5EF4-FFF2-40B4-BE49-F238E27FC236}">
                <a16:creationId xmlns:a16="http://schemas.microsoft.com/office/drawing/2014/main" id="{B61DC530-4EA3-4466-B4C9-861F58A6BCE3}"/>
              </a:ext>
            </a:extLst>
          </p:cNvPr>
          <p:cNvCxnSpPr>
            <a:cxnSpLocks/>
            <a:stCxn id="7" idx="2"/>
          </p:cNvCxnSpPr>
          <p:nvPr/>
        </p:nvCxnSpPr>
        <p:spPr>
          <a:xfrm>
            <a:off x="2072640" y="2194560"/>
            <a:ext cx="0" cy="4953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31F426-77B1-4A5A-82DE-342D83901BC5}"/>
              </a:ext>
            </a:extLst>
          </p:cNvPr>
          <p:cNvCxnSpPr>
            <a:cxnSpLocks/>
          </p:cNvCxnSpPr>
          <p:nvPr/>
        </p:nvCxnSpPr>
        <p:spPr>
          <a:xfrm>
            <a:off x="3071415" y="2194560"/>
            <a:ext cx="0" cy="4953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B95594B-27FC-4865-B9ED-0157D6A8EE54}"/>
              </a:ext>
            </a:extLst>
          </p:cNvPr>
          <p:cNvSpPr txBox="1"/>
          <p:nvPr/>
        </p:nvSpPr>
        <p:spPr>
          <a:xfrm>
            <a:off x="1021080" y="2522160"/>
            <a:ext cx="2773679" cy="400110"/>
          </a:xfrm>
          <a:prstGeom prst="rect">
            <a:avLst/>
          </a:prstGeom>
          <a:noFill/>
        </p:spPr>
        <p:txBody>
          <a:bodyPr wrap="square">
            <a:spAutoFit/>
          </a:bodyPr>
          <a:lstStyle/>
          <a:p>
            <a:r>
              <a:rPr lang="en-IN" sz="2000" dirty="0"/>
              <a:t>Y-axis intercept</a:t>
            </a:r>
          </a:p>
        </p:txBody>
      </p:sp>
      <p:sp>
        <p:nvSpPr>
          <p:cNvPr id="20" name="TextBox 19">
            <a:extLst>
              <a:ext uri="{FF2B5EF4-FFF2-40B4-BE49-F238E27FC236}">
                <a16:creationId xmlns:a16="http://schemas.microsoft.com/office/drawing/2014/main" id="{8CAE96D2-0125-49EF-8D59-9B00B8AFB287}"/>
              </a:ext>
            </a:extLst>
          </p:cNvPr>
          <p:cNvSpPr txBox="1"/>
          <p:nvPr/>
        </p:nvSpPr>
        <p:spPr>
          <a:xfrm>
            <a:off x="2819400" y="2668815"/>
            <a:ext cx="6096000" cy="400110"/>
          </a:xfrm>
          <a:prstGeom prst="rect">
            <a:avLst/>
          </a:prstGeom>
          <a:noFill/>
        </p:spPr>
        <p:txBody>
          <a:bodyPr wrap="square">
            <a:spAutoFit/>
          </a:bodyPr>
          <a:lstStyle/>
          <a:p>
            <a:r>
              <a:rPr lang="en-IN" sz="2000" dirty="0"/>
              <a:t>Slope</a:t>
            </a:r>
          </a:p>
        </p:txBody>
      </p:sp>
    </p:spTree>
    <p:extLst>
      <p:ext uri="{BB962C8B-B14F-4D97-AF65-F5344CB8AC3E}">
        <p14:creationId xmlns:p14="http://schemas.microsoft.com/office/powerpoint/2010/main" val="889263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A27981-8D8C-4727-9506-3E6B33F9F34B}"/>
              </a:ext>
            </a:extLst>
          </p:cNvPr>
          <p:cNvSpPr>
            <a:spLocks noGrp="1"/>
          </p:cNvSpPr>
          <p:nvPr>
            <p:ph sz="half" idx="1"/>
          </p:nvPr>
        </p:nvSpPr>
        <p:spPr>
          <a:xfrm>
            <a:off x="592137" y="652145"/>
            <a:ext cx="5503863" cy="4351338"/>
          </a:xfrm>
        </p:spPr>
        <p:txBody>
          <a:bodyPr>
            <a:noAutofit/>
          </a:bodyPr>
          <a:lstStyle/>
          <a:p>
            <a:pPr algn="just"/>
            <a:r>
              <a:rPr lang="en-IN" sz="2000" dirty="0"/>
              <a:t>Let’s call the two </a:t>
            </a:r>
            <a:r>
              <a:rPr lang="en-IN" sz="2000" dirty="0">
                <a:solidFill>
                  <a:srgbClr val="FF0000"/>
                </a:solidFill>
              </a:rPr>
              <a:t>red dots </a:t>
            </a:r>
            <a:r>
              <a:rPr lang="en-IN" sz="2000" dirty="0"/>
              <a:t>the </a:t>
            </a:r>
            <a:r>
              <a:rPr lang="en-IN" sz="2000" dirty="0">
                <a:solidFill>
                  <a:srgbClr val="FF0000"/>
                </a:solidFill>
              </a:rPr>
              <a:t>training data </a:t>
            </a:r>
            <a:r>
              <a:rPr lang="en-IN" sz="2000" dirty="0"/>
              <a:t>, and the remaining </a:t>
            </a:r>
            <a:r>
              <a:rPr lang="en-IN" sz="2000" dirty="0">
                <a:solidFill>
                  <a:srgbClr val="00B050"/>
                </a:solidFill>
              </a:rPr>
              <a:t>green dots </a:t>
            </a:r>
            <a:r>
              <a:rPr lang="en-IN" sz="2000" dirty="0"/>
              <a:t>the </a:t>
            </a:r>
            <a:r>
              <a:rPr lang="en-IN" sz="2000" dirty="0">
                <a:solidFill>
                  <a:srgbClr val="00B050"/>
                </a:solidFill>
              </a:rPr>
              <a:t>testing data</a:t>
            </a:r>
            <a:r>
              <a:rPr lang="en-IN" sz="2000" dirty="0"/>
              <a:t>.</a:t>
            </a:r>
          </a:p>
          <a:p>
            <a:pPr algn="just"/>
            <a:r>
              <a:rPr lang="en-IN" sz="2000" dirty="0"/>
              <a:t>The sum of the squared residuals for just the two </a:t>
            </a:r>
            <a:r>
              <a:rPr lang="en-IN" sz="2000" dirty="0">
                <a:solidFill>
                  <a:srgbClr val="FF0000"/>
                </a:solidFill>
              </a:rPr>
              <a:t>red points</a:t>
            </a:r>
            <a:r>
              <a:rPr lang="en-IN" sz="2000" dirty="0"/>
              <a:t>, the </a:t>
            </a:r>
            <a:r>
              <a:rPr lang="en-IN" sz="2000" dirty="0">
                <a:solidFill>
                  <a:srgbClr val="FF0000"/>
                </a:solidFill>
              </a:rPr>
              <a:t>training data </a:t>
            </a:r>
            <a:r>
              <a:rPr lang="en-IN" sz="2000" dirty="0"/>
              <a:t>is small ( in this case it is zero)</a:t>
            </a:r>
          </a:p>
          <a:p>
            <a:pPr algn="just"/>
            <a:r>
              <a:rPr lang="en-IN" sz="2000" dirty="0"/>
              <a:t>But the sum of the squared residuals for the </a:t>
            </a:r>
            <a:r>
              <a:rPr lang="en-IN" sz="2000" dirty="0">
                <a:solidFill>
                  <a:srgbClr val="00B050"/>
                </a:solidFill>
              </a:rPr>
              <a:t>green points</a:t>
            </a:r>
            <a:r>
              <a:rPr lang="en-IN" sz="2000" dirty="0"/>
              <a:t>, the </a:t>
            </a:r>
            <a:r>
              <a:rPr lang="en-IN" sz="2000" dirty="0">
                <a:solidFill>
                  <a:srgbClr val="00B050"/>
                </a:solidFill>
              </a:rPr>
              <a:t>testing data </a:t>
            </a:r>
            <a:r>
              <a:rPr lang="en-IN" sz="2000" dirty="0"/>
              <a:t>is large.</a:t>
            </a:r>
          </a:p>
          <a:p>
            <a:pPr algn="just"/>
            <a:r>
              <a:rPr lang="en-IN" sz="2000" dirty="0"/>
              <a:t>And that means the </a:t>
            </a:r>
            <a:r>
              <a:rPr lang="en-IN" sz="2000" dirty="0">
                <a:solidFill>
                  <a:srgbClr val="FF0000"/>
                </a:solidFill>
              </a:rPr>
              <a:t>new line </a:t>
            </a:r>
            <a:r>
              <a:rPr lang="en-IN" sz="2000" dirty="0"/>
              <a:t>has </a:t>
            </a:r>
            <a:r>
              <a:rPr lang="en-IN" sz="2000" b="1" dirty="0"/>
              <a:t>high variance</a:t>
            </a:r>
            <a:r>
              <a:rPr lang="en-IN" sz="2000" dirty="0"/>
              <a:t>.</a:t>
            </a:r>
          </a:p>
          <a:p>
            <a:pPr algn="just"/>
            <a:r>
              <a:rPr lang="en-IN" sz="2000" dirty="0"/>
              <a:t>In machine learning, we say that the </a:t>
            </a:r>
            <a:r>
              <a:rPr lang="en-IN" sz="2000" dirty="0">
                <a:solidFill>
                  <a:srgbClr val="FF0000"/>
                </a:solidFill>
              </a:rPr>
              <a:t>new line </a:t>
            </a:r>
            <a:r>
              <a:rPr lang="en-IN" sz="2000" dirty="0"/>
              <a:t>is </a:t>
            </a:r>
            <a:r>
              <a:rPr lang="en-IN" sz="2000" b="1" dirty="0"/>
              <a:t>over fit</a:t>
            </a:r>
            <a:r>
              <a:rPr lang="en-IN" sz="2000" dirty="0"/>
              <a:t> to the </a:t>
            </a:r>
            <a:r>
              <a:rPr lang="en-IN" sz="2000" dirty="0">
                <a:solidFill>
                  <a:srgbClr val="FF0000"/>
                </a:solidFill>
              </a:rPr>
              <a:t>training data</a:t>
            </a:r>
            <a:r>
              <a:rPr lang="en-IN" sz="2000" dirty="0"/>
              <a:t>.</a:t>
            </a:r>
          </a:p>
        </p:txBody>
      </p:sp>
      <p:pic>
        <p:nvPicPr>
          <p:cNvPr id="6" name="Picture 5">
            <a:extLst>
              <a:ext uri="{FF2B5EF4-FFF2-40B4-BE49-F238E27FC236}">
                <a16:creationId xmlns:a16="http://schemas.microsoft.com/office/drawing/2014/main" id="{203F2D76-03B6-489A-B512-3EF447DF2F85}"/>
              </a:ext>
            </a:extLst>
          </p:cNvPr>
          <p:cNvPicPr>
            <a:picLocks noChangeAspect="1"/>
          </p:cNvPicPr>
          <p:nvPr/>
        </p:nvPicPr>
        <p:blipFill rotWithShape="1">
          <a:blip r:embed="rId2"/>
          <a:srcRect l="23250" t="19556" r="27250" b="2667"/>
          <a:stretch/>
        </p:blipFill>
        <p:spPr>
          <a:xfrm>
            <a:off x="6303258" y="1021080"/>
            <a:ext cx="5448778" cy="4815840"/>
          </a:xfrm>
          <a:prstGeom prst="rect">
            <a:avLst/>
          </a:prstGeom>
        </p:spPr>
      </p:pic>
    </p:spTree>
    <p:extLst>
      <p:ext uri="{BB962C8B-B14F-4D97-AF65-F5344CB8AC3E}">
        <p14:creationId xmlns:p14="http://schemas.microsoft.com/office/powerpoint/2010/main" val="1527296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B4F453-38F7-4969-B283-8C0ECADC08A4}"/>
              </a:ext>
            </a:extLst>
          </p:cNvPr>
          <p:cNvSpPr>
            <a:spLocks noGrp="1"/>
          </p:cNvSpPr>
          <p:nvPr>
            <p:ph sz="half" idx="1"/>
          </p:nvPr>
        </p:nvSpPr>
        <p:spPr>
          <a:xfrm>
            <a:off x="211139" y="408305"/>
            <a:ext cx="6387781" cy="5779135"/>
          </a:xfrm>
        </p:spPr>
        <p:txBody>
          <a:bodyPr>
            <a:noAutofit/>
          </a:bodyPr>
          <a:lstStyle/>
          <a:p>
            <a:r>
              <a:rPr lang="en-IN" sz="2600" dirty="0"/>
              <a:t>Now let’s go back to the training data.</a:t>
            </a:r>
          </a:p>
          <a:p>
            <a:r>
              <a:rPr lang="en-IN" sz="2600" dirty="0"/>
              <a:t>We just saw that least squares results in a line that is over fit and has high variance.</a:t>
            </a:r>
          </a:p>
          <a:p>
            <a:r>
              <a:rPr lang="en-IN" sz="2600" dirty="0"/>
              <a:t>The main idea behind </a:t>
            </a:r>
            <a:r>
              <a:rPr lang="en-IN" sz="2600" b="1" dirty="0"/>
              <a:t>RIDGE REGRESSION</a:t>
            </a:r>
            <a:r>
              <a:rPr lang="en-IN" sz="2600" dirty="0"/>
              <a:t> is to find </a:t>
            </a:r>
            <a:r>
              <a:rPr lang="en-IN" sz="2600" b="1" dirty="0">
                <a:solidFill>
                  <a:schemeClr val="accent2"/>
                </a:solidFill>
              </a:rPr>
              <a:t>new line </a:t>
            </a:r>
            <a:r>
              <a:rPr lang="en-IN" sz="2600" dirty="0"/>
              <a:t>that doesn’t fit the training data as well.</a:t>
            </a:r>
          </a:p>
          <a:p>
            <a:r>
              <a:rPr lang="en-IN" sz="2600" dirty="0"/>
              <a:t>In other words, we introduce a small amount of </a:t>
            </a:r>
            <a:r>
              <a:rPr lang="en-IN" sz="2600" b="1" dirty="0"/>
              <a:t>bias</a:t>
            </a:r>
            <a:r>
              <a:rPr lang="en-IN" sz="2600" dirty="0"/>
              <a:t> into how the </a:t>
            </a:r>
            <a:r>
              <a:rPr lang="en-IN" sz="2600" b="1" dirty="0">
                <a:solidFill>
                  <a:schemeClr val="accent2"/>
                </a:solidFill>
              </a:rPr>
              <a:t>new line </a:t>
            </a:r>
            <a:r>
              <a:rPr lang="en-IN" sz="2600" dirty="0"/>
              <a:t>is fit to the data. </a:t>
            </a:r>
          </a:p>
          <a:p>
            <a:r>
              <a:rPr lang="en-IN" sz="2600" dirty="0"/>
              <a:t>But in returns for the small amount of </a:t>
            </a:r>
            <a:r>
              <a:rPr lang="en-IN" sz="2600" b="1" dirty="0" err="1"/>
              <a:t>bais</a:t>
            </a:r>
            <a:r>
              <a:rPr lang="en-IN" sz="2600" dirty="0"/>
              <a:t>, we get a significant drop in </a:t>
            </a:r>
            <a:r>
              <a:rPr lang="en-IN" sz="2600" b="1" dirty="0"/>
              <a:t>variance.</a:t>
            </a:r>
          </a:p>
          <a:p>
            <a:r>
              <a:rPr lang="en-IN" sz="2600" dirty="0"/>
              <a:t>In other words, by starting with a sightly worse fit, </a:t>
            </a:r>
            <a:r>
              <a:rPr lang="en-IN" sz="2600" b="1" dirty="0">
                <a:solidFill>
                  <a:schemeClr val="accent2"/>
                </a:solidFill>
              </a:rPr>
              <a:t>RIDGE REGRESSION </a:t>
            </a:r>
            <a:r>
              <a:rPr lang="en-IN" sz="2600" dirty="0"/>
              <a:t>can provide better long term predictions.</a:t>
            </a:r>
          </a:p>
        </p:txBody>
      </p:sp>
      <p:pic>
        <p:nvPicPr>
          <p:cNvPr id="6" name="Picture 5">
            <a:extLst>
              <a:ext uri="{FF2B5EF4-FFF2-40B4-BE49-F238E27FC236}">
                <a16:creationId xmlns:a16="http://schemas.microsoft.com/office/drawing/2014/main" id="{DF5B968F-C89A-4386-89BB-544889541B64}"/>
              </a:ext>
            </a:extLst>
          </p:cNvPr>
          <p:cNvPicPr>
            <a:picLocks noChangeAspect="1"/>
          </p:cNvPicPr>
          <p:nvPr/>
        </p:nvPicPr>
        <p:blipFill rotWithShape="1">
          <a:blip r:embed="rId2"/>
          <a:srcRect l="23125" t="20000" r="26625" b="2445"/>
          <a:stretch/>
        </p:blipFill>
        <p:spPr>
          <a:xfrm>
            <a:off x="7247868" y="218362"/>
            <a:ext cx="3558124" cy="3089019"/>
          </a:xfrm>
          <a:prstGeom prst="rect">
            <a:avLst/>
          </a:prstGeom>
        </p:spPr>
      </p:pic>
      <p:pic>
        <p:nvPicPr>
          <p:cNvPr id="8" name="Picture 7">
            <a:extLst>
              <a:ext uri="{FF2B5EF4-FFF2-40B4-BE49-F238E27FC236}">
                <a16:creationId xmlns:a16="http://schemas.microsoft.com/office/drawing/2014/main" id="{91FCD623-2232-4FA2-9B0D-7F3B34A166BC}"/>
              </a:ext>
            </a:extLst>
          </p:cNvPr>
          <p:cNvPicPr>
            <a:picLocks noChangeAspect="1"/>
          </p:cNvPicPr>
          <p:nvPr/>
        </p:nvPicPr>
        <p:blipFill rotWithShape="1">
          <a:blip r:embed="rId3"/>
          <a:srcRect l="22731" t="19112" r="24875" b="1999"/>
          <a:stretch/>
        </p:blipFill>
        <p:spPr>
          <a:xfrm>
            <a:off x="7247868" y="3439238"/>
            <a:ext cx="3778688" cy="3200400"/>
          </a:xfrm>
          <a:prstGeom prst="rect">
            <a:avLst/>
          </a:prstGeom>
        </p:spPr>
      </p:pic>
    </p:spTree>
    <p:extLst>
      <p:ext uri="{BB962C8B-B14F-4D97-AF65-F5344CB8AC3E}">
        <p14:creationId xmlns:p14="http://schemas.microsoft.com/office/powerpoint/2010/main" val="3635943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78FEC21-8112-48E3-8BB1-71D5D7205AEB}"/>
              </a:ext>
            </a:extLst>
          </p:cNvPr>
          <p:cNvPicPr>
            <a:picLocks noChangeAspect="1"/>
          </p:cNvPicPr>
          <p:nvPr/>
        </p:nvPicPr>
        <p:blipFill rotWithShape="1">
          <a:blip r:embed="rId2"/>
          <a:srcRect l="22000" t="12445" r="6124"/>
          <a:stretch/>
        </p:blipFill>
        <p:spPr>
          <a:xfrm>
            <a:off x="1914670" y="259080"/>
            <a:ext cx="8362660" cy="5730240"/>
          </a:xfrm>
          <a:prstGeom prst="rect">
            <a:avLst/>
          </a:prstGeom>
        </p:spPr>
      </p:pic>
    </p:spTree>
    <p:extLst>
      <p:ext uri="{BB962C8B-B14F-4D97-AF65-F5344CB8AC3E}">
        <p14:creationId xmlns:p14="http://schemas.microsoft.com/office/powerpoint/2010/main" val="411586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85F5C3-63ED-4E8B-9D0B-C29F4A0569BA}"/>
              </a:ext>
            </a:extLst>
          </p:cNvPr>
          <p:cNvPicPr>
            <a:picLocks noGrp="1" noChangeAspect="1"/>
          </p:cNvPicPr>
          <p:nvPr>
            <p:ph sz="half" idx="1"/>
          </p:nvPr>
        </p:nvPicPr>
        <p:blipFill>
          <a:blip r:embed="rId2"/>
          <a:stretch>
            <a:fillRect/>
          </a:stretch>
        </p:blipFill>
        <p:spPr>
          <a:xfrm>
            <a:off x="2829546" y="1498454"/>
            <a:ext cx="6523386" cy="4351338"/>
          </a:xfrm>
          <a:prstGeom prst="rect">
            <a:avLst/>
          </a:prstGeom>
        </p:spPr>
      </p:pic>
      <p:sp>
        <p:nvSpPr>
          <p:cNvPr id="4" name="Title 3">
            <a:extLst>
              <a:ext uri="{FF2B5EF4-FFF2-40B4-BE49-F238E27FC236}">
                <a16:creationId xmlns:a16="http://schemas.microsoft.com/office/drawing/2014/main" id="{659949B3-B7F9-463E-A830-1BE5854D130B}"/>
              </a:ext>
            </a:extLst>
          </p:cNvPr>
          <p:cNvSpPr>
            <a:spLocks noGrp="1"/>
          </p:cNvSpPr>
          <p:nvPr>
            <p:ph type="title"/>
          </p:nvPr>
        </p:nvSpPr>
        <p:spPr/>
        <p:txBody>
          <a:bodyPr/>
          <a:lstStyle/>
          <a:p>
            <a:r>
              <a:rPr lang="en-IN" dirty="0"/>
              <a:t>RIDGE REGRESSION simplified</a:t>
            </a:r>
          </a:p>
        </p:txBody>
      </p:sp>
    </p:spTree>
    <p:extLst>
      <p:ext uri="{BB962C8B-B14F-4D97-AF65-F5344CB8AC3E}">
        <p14:creationId xmlns:p14="http://schemas.microsoft.com/office/powerpoint/2010/main" val="3015155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9421FE-E531-4CE1-9AF5-48ABCEBF5DE5}"/>
              </a:ext>
            </a:extLst>
          </p:cNvPr>
          <p:cNvSpPr>
            <a:spLocks noGrp="1"/>
          </p:cNvSpPr>
          <p:nvPr>
            <p:ph sz="half" idx="1"/>
          </p:nvPr>
        </p:nvSpPr>
        <p:spPr>
          <a:xfrm>
            <a:off x="515939" y="1253331"/>
            <a:ext cx="11150600" cy="4351338"/>
          </a:xfrm>
        </p:spPr>
        <p:txBody>
          <a:bodyPr>
            <a:normAutofit fontScale="92500" lnSpcReduction="10000"/>
          </a:bodyPr>
          <a:lstStyle/>
          <a:p>
            <a:r>
              <a:rPr lang="en-IN" dirty="0"/>
              <a:t>Let’s go back to training data.</a:t>
            </a:r>
          </a:p>
          <a:p>
            <a:r>
              <a:rPr lang="en-IN" dirty="0"/>
              <a:t>When Least squared determines values for the parameters in the equations</a:t>
            </a:r>
          </a:p>
          <a:p>
            <a:pPr marL="0" indent="0">
              <a:buNone/>
            </a:pPr>
            <a:r>
              <a:rPr lang="en-IN" b="1" dirty="0"/>
              <a:t>Size</a:t>
            </a:r>
            <a:r>
              <a:rPr lang="en-IN" dirty="0"/>
              <a:t>= Y-axis intercept + slope x </a:t>
            </a:r>
            <a:r>
              <a:rPr lang="en-IN" b="1" dirty="0"/>
              <a:t>Weight</a:t>
            </a:r>
          </a:p>
          <a:p>
            <a:pPr marL="0" indent="0">
              <a:buNone/>
            </a:pPr>
            <a:r>
              <a:rPr lang="en-IN" dirty="0"/>
              <a:t>It minimizes </a:t>
            </a:r>
            <a:r>
              <a:rPr lang="en-IN" b="1" dirty="0"/>
              <a:t>the sum of the squared residuals</a:t>
            </a:r>
          </a:p>
          <a:p>
            <a:pPr marL="0" indent="0">
              <a:buNone/>
            </a:pPr>
            <a:endParaRPr lang="en-IN" b="1" dirty="0"/>
          </a:p>
          <a:p>
            <a:r>
              <a:rPr lang="en-IN" dirty="0"/>
              <a:t>In contrast, when </a:t>
            </a:r>
            <a:r>
              <a:rPr lang="en-IN" b="1" dirty="0"/>
              <a:t>RIDGE REGRESSION </a:t>
            </a:r>
            <a:r>
              <a:rPr lang="en-IN" dirty="0"/>
              <a:t>determines value for the parameters in this equation</a:t>
            </a:r>
          </a:p>
          <a:p>
            <a:pPr marL="0" indent="0">
              <a:buNone/>
            </a:pPr>
            <a:r>
              <a:rPr lang="en-IN" b="1" dirty="0"/>
              <a:t>Size</a:t>
            </a:r>
            <a:r>
              <a:rPr lang="en-IN" dirty="0"/>
              <a:t>= Y-axis intercept + slope x </a:t>
            </a:r>
            <a:r>
              <a:rPr lang="en-IN" b="1" dirty="0"/>
              <a:t>Weight</a:t>
            </a:r>
          </a:p>
          <a:p>
            <a:pPr marL="0" indent="0">
              <a:buNone/>
            </a:pPr>
            <a:r>
              <a:rPr lang="en-IN" dirty="0"/>
              <a:t>It minimizes </a:t>
            </a:r>
            <a:r>
              <a:rPr lang="en-IN" b="1" dirty="0"/>
              <a:t>the sum of squared residuals   </a:t>
            </a:r>
            <a:r>
              <a:rPr lang="en-IN" sz="4800" b="1" dirty="0"/>
              <a:t>+ </a:t>
            </a:r>
            <a:r>
              <a:rPr lang="en-IN" b="1" dirty="0"/>
              <a:t>  </a:t>
            </a:r>
            <a:r>
              <a:rPr lang="el-GR" b="1" dirty="0"/>
              <a:t>λ</a:t>
            </a:r>
            <a:r>
              <a:rPr lang="en-IN" b="1" dirty="0"/>
              <a:t> </a:t>
            </a:r>
            <a:r>
              <a:rPr lang="en-IN" dirty="0"/>
              <a:t>x</a:t>
            </a:r>
            <a:r>
              <a:rPr lang="en-IN" b="1" dirty="0"/>
              <a:t> slope^2</a:t>
            </a:r>
          </a:p>
          <a:p>
            <a:pPr marL="0" indent="0">
              <a:buNone/>
            </a:pPr>
            <a:endParaRPr lang="en-IN" dirty="0"/>
          </a:p>
        </p:txBody>
      </p:sp>
      <p:sp>
        <p:nvSpPr>
          <p:cNvPr id="4" name="Title 3">
            <a:extLst>
              <a:ext uri="{FF2B5EF4-FFF2-40B4-BE49-F238E27FC236}">
                <a16:creationId xmlns:a16="http://schemas.microsoft.com/office/drawing/2014/main" id="{CEB5B85F-6EF6-4A80-B876-EB58B290434B}"/>
              </a:ext>
            </a:extLst>
          </p:cNvPr>
          <p:cNvSpPr>
            <a:spLocks noGrp="1"/>
          </p:cNvSpPr>
          <p:nvPr>
            <p:ph type="title"/>
          </p:nvPr>
        </p:nvSpPr>
        <p:spPr>
          <a:xfrm>
            <a:off x="515939" y="339271"/>
            <a:ext cx="11150600" cy="629361"/>
          </a:xfrm>
        </p:spPr>
        <p:txBody>
          <a:bodyPr/>
          <a:lstStyle/>
          <a:p>
            <a:r>
              <a:rPr lang="en-IN" dirty="0"/>
              <a:t>HOW DOES RIDGE REGRESSION WORK?</a:t>
            </a:r>
          </a:p>
        </p:txBody>
      </p:sp>
      <p:sp>
        <p:nvSpPr>
          <p:cNvPr id="5" name="Rectangle 4">
            <a:extLst>
              <a:ext uri="{FF2B5EF4-FFF2-40B4-BE49-F238E27FC236}">
                <a16:creationId xmlns:a16="http://schemas.microsoft.com/office/drawing/2014/main" id="{E0D8DC7A-6ACE-43C3-8A45-80CB44688D25}"/>
              </a:ext>
            </a:extLst>
          </p:cNvPr>
          <p:cNvSpPr/>
          <p:nvPr/>
        </p:nvSpPr>
        <p:spPr>
          <a:xfrm>
            <a:off x="7437120" y="4739640"/>
            <a:ext cx="1463040" cy="48768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770403E7-9369-4809-BEDB-2656E26B4180}"/>
              </a:ext>
            </a:extLst>
          </p:cNvPr>
          <p:cNvCxnSpPr>
            <a:cxnSpLocks/>
          </p:cNvCxnSpPr>
          <p:nvPr/>
        </p:nvCxnSpPr>
        <p:spPr>
          <a:xfrm>
            <a:off x="8686800" y="5227320"/>
            <a:ext cx="411480" cy="4637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A880680-AD97-4D0A-84B7-BD5ECBAE71B4}"/>
              </a:ext>
            </a:extLst>
          </p:cNvPr>
          <p:cNvSpPr txBox="1"/>
          <p:nvPr/>
        </p:nvSpPr>
        <p:spPr>
          <a:xfrm>
            <a:off x="9098280" y="5353685"/>
            <a:ext cx="2727960" cy="1323439"/>
          </a:xfrm>
          <a:prstGeom prst="rect">
            <a:avLst/>
          </a:prstGeom>
          <a:noFill/>
        </p:spPr>
        <p:txBody>
          <a:bodyPr wrap="square" rtlCol="0">
            <a:spAutoFit/>
          </a:bodyPr>
          <a:lstStyle/>
          <a:p>
            <a:r>
              <a:rPr lang="en-IN" sz="2000" dirty="0"/>
              <a:t>This part of the equation adds a penalty to the traditional Least Squares method</a:t>
            </a:r>
          </a:p>
        </p:txBody>
      </p:sp>
      <p:sp>
        <p:nvSpPr>
          <p:cNvPr id="10" name="Rectangle 9">
            <a:extLst>
              <a:ext uri="{FF2B5EF4-FFF2-40B4-BE49-F238E27FC236}">
                <a16:creationId xmlns:a16="http://schemas.microsoft.com/office/drawing/2014/main" id="{98A108F4-F091-4FD4-964C-A0108772EA7E}"/>
              </a:ext>
            </a:extLst>
          </p:cNvPr>
          <p:cNvSpPr/>
          <p:nvPr/>
        </p:nvSpPr>
        <p:spPr>
          <a:xfrm>
            <a:off x="6903720" y="4795534"/>
            <a:ext cx="335280" cy="43178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193F5F8A-5B7E-466F-9137-186CE6CE2C8E}"/>
              </a:ext>
            </a:extLst>
          </p:cNvPr>
          <p:cNvCxnSpPr>
            <a:cxnSpLocks/>
          </p:cNvCxnSpPr>
          <p:nvPr/>
        </p:nvCxnSpPr>
        <p:spPr>
          <a:xfrm>
            <a:off x="6903720" y="5238909"/>
            <a:ext cx="0" cy="3225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AA7FD54-C8EB-45C8-B985-95A35732DD1D}"/>
              </a:ext>
            </a:extLst>
          </p:cNvPr>
          <p:cNvSpPr txBox="1"/>
          <p:nvPr/>
        </p:nvSpPr>
        <p:spPr>
          <a:xfrm>
            <a:off x="6096000" y="5534561"/>
            <a:ext cx="2499360" cy="1015663"/>
          </a:xfrm>
          <a:prstGeom prst="rect">
            <a:avLst/>
          </a:prstGeom>
          <a:noFill/>
        </p:spPr>
        <p:txBody>
          <a:bodyPr wrap="square" rtlCol="0">
            <a:spAutoFit/>
          </a:bodyPr>
          <a:lstStyle/>
          <a:p>
            <a:r>
              <a:rPr lang="en-IN" sz="2000" dirty="0"/>
              <a:t>And Lambda determines how severe that penalty is.</a:t>
            </a:r>
          </a:p>
        </p:txBody>
      </p:sp>
    </p:spTree>
    <p:extLst>
      <p:ext uri="{BB962C8B-B14F-4D97-AF65-F5344CB8AC3E}">
        <p14:creationId xmlns:p14="http://schemas.microsoft.com/office/powerpoint/2010/main" val="1394873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7BFD-57F1-4A2D-B7D5-11C91C1FAF4F}"/>
              </a:ext>
            </a:extLst>
          </p:cNvPr>
          <p:cNvSpPr>
            <a:spLocks noGrp="1"/>
          </p:cNvSpPr>
          <p:nvPr>
            <p:ph type="ctrTitle"/>
          </p:nvPr>
        </p:nvSpPr>
        <p:spPr>
          <a:xfrm>
            <a:off x="6343653" y="2173288"/>
            <a:ext cx="5762622" cy="2090808"/>
          </a:xfrm>
        </p:spPr>
        <p:txBody>
          <a:bodyPr/>
          <a:lstStyle/>
          <a:p>
            <a:r>
              <a:rPr lang="en-IN" sz="4800" dirty="0"/>
              <a:t>LASSO REGRESSION</a:t>
            </a:r>
            <a:br>
              <a:rPr lang="en-IN" sz="4800" dirty="0"/>
            </a:br>
            <a:r>
              <a:rPr lang="en-IN" sz="4800" dirty="0"/>
              <a:t>(L1)</a:t>
            </a:r>
          </a:p>
        </p:txBody>
      </p:sp>
      <p:sp>
        <p:nvSpPr>
          <p:cNvPr id="3" name="Subtitle 2">
            <a:extLst>
              <a:ext uri="{FF2B5EF4-FFF2-40B4-BE49-F238E27FC236}">
                <a16:creationId xmlns:a16="http://schemas.microsoft.com/office/drawing/2014/main" id="{8384FCA2-83FA-4321-9E46-095E64A134F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7308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9421FE-E531-4CE1-9AF5-48ABCEBF5DE5}"/>
              </a:ext>
            </a:extLst>
          </p:cNvPr>
          <p:cNvSpPr>
            <a:spLocks noGrp="1"/>
          </p:cNvSpPr>
          <p:nvPr>
            <p:ph sz="half" idx="1"/>
          </p:nvPr>
        </p:nvSpPr>
        <p:spPr>
          <a:xfrm>
            <a:off x="515939" y="1253331"/>
            <a:ext cx="11150600" cy="4351338"/>
          </a:xfrm>
        </p:spPr>
        <p:txBody>
          <a:bodyPr>
            <a:normAutofit/>
          </a:bodyPr>
          <a:lstStyle/>
          <a:p>
            <a:r>
              <a:rPr lang="en-IN" dirty="0"/>
              <a:t>Lasso regression works exactly similar to ridge regression with just a small difference.</a:t>
            </a:r>
          </a:p>
          <a:p>
            <a:r>
              <a:rPr lang="en-IN" dirty="0"/>
              <a:t>Instead of squaring the slope we take the absolute value of it to determine how much do we want the new line’s variance and bias to be affected.</a:t>
            </a:r>
            <a:endParaRPr lang="en-IN" b="1" dirty="0"/>
          </a:p>
          <a:p>
            <a:r>
              <a:rPr lang="en-IN" dirty="0"/>
              <a:t>In contrast, when </a:t>
            </a:r>
            <a:r>
              <a:rPr lang="en-IN" b="1" dirty="0"/>
              <a:t>RIDGE REGRESSION </a:t>
            </a:r>
            <a:r>
              <a:rPr lang="en-IN" dirty="0"/>
              <a:t>determines value for the parameters in this equation</a:t>
            </a:r>
          </a:p>
          <a:p>
            <a:pPr marL="0" indent="0">
              <a:buNone/>
            </a:pPr>
            <a:r>
              <a:rPr lang="en-IN" b="1" dirty="0"/>
              <a:t>Size</a:t>
            </a:r>
            <a:r>
              <a:rPr lang="en-IN" dirty="0"/>
              <a:t>= Y-axis intercept + slope x </a:t>
            </a:r>
            <a:r>
              <a:rPr lang="en-IN" b="1" dirty="0"/>
              <a:t>Weight</a:t>
            </a:r>
          </a:p>
          <a:p>
            <a:pPr marL="0" indent="0">
              <a:buNone/>
            </a:pPr>
            <a:r>
              <a:rPr lang="en-IN" dirty="0"/>
              <a:t>It minimizes </a:t>
            </a:r>
            <a:r>
              <a:rPr lang="en-IN" b="1" dirty="0"/>
              <a:t>the sum of squared residuals   </a:t>
            </a:r>
            <a:r>
              <a:rPr lang="en-IN" sz="4800" b="1" dirty="0"/>
              <a:t>+ </a:t>
            </a:r>
            <a:r>
              <a:rPr lang="en-IN" b="1" dirty="0"/>
              <a:t>  </a:t>
            </a:r>
            <a:r>
              <a:rPr lang="el-GR" b="1" dirty="0"/>
              <a:t>λ</a:t>
            </a:r>
            <a:r>
              <a:rPr lang="en-IN" b="1" dirty="0"/>
              <a:t> </a:t>
            </a:r>
            <a:r>
              <a:rPr lang="en-IN" dirty="0"/>
              <a:t>x</a:t>
            </a:r>
            <a:r>
              <a:rPr lang="en-IN" b="1" dirty="0"/>
              <a:t> |slope|</a:t>
            </a:r>
          </a:p>
          <a:p>
            <a:pPr marL="0" indent="0">
              <a:buNone/>
            </a:pPr>
            <a:endParaRPr lang="en-IN" dirty="0"/>
          </a:p>
        </p:txBody>
      </p:sp>
      <p:sp>
        <p:nvSpPr>
          <p:cNvPr id="4" name="Title 3">
            <a:extLst>
              <a:ext uri="{FF2B5EF4-FFF2-40B4-BE49-F238E27FC236}">
                <a16:creationId xmlns:a16="http://schemas.microsoft.com/office/drawing/2014/main" id="{CEB5B85F-6EF6-4A80-B876-EB58B290434B}"/>
              </a:ext>
            </a:extLst>
          </p:cNvPr>
          <p:cNvSpPr>
            <a:spLocks noGrp="1"/>
          </p:cNvSpPr>
          <p:nvPr>
            <p:ph type="title"/>
          </p:nvPr>
        </p:nvSpPr>
        <p:spPr>
          <a:xfrm>
            <a:off x="515939" y="339271"/>
            <a:ext cx="11150600" cy="629361"/>
          </a:xfrm>
        </p:spPr>
        <p:txBody>
          <a:bodyPr/>
          <a:lstStyle/>
          <a:p>
            <a:r>
              <a:rPr lang="en-IN" dirty="0"/>
              <a:t>HOW DOES LASSO REGRESSION WORK?</a:t>
            </a:r>
          </a:p>
        </p:txBody>
      </p:sp>
      <p:sp>
        <p:nvSpPr>
          <p:cNvPr id="5" name="Rectangle 4">
            <a:extLst>
              <a:ext uri="{FF2B5EF4-FFF2-40B4-BE49-F238E27FC236}">
                <a16:creationId xmlns:a16="http://schemas.microsoft.com/office/drawing/2014/main" id="{E0D8DC7A-6ACE-43C3-8A45-80CB44688D25}"/>
              </a:ext>
            </a:extLst>
          </p:cNvPr>
          <p:cNvSpPr/>
          <p:nvPr/>
        </p:nvSpPr>
        <p:spPr>
          <a:xfrm>
            <a:off x="7995547" y="5012478"/>
            <a:ext cx="1199626" cy="48768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8A108F4-F091-4FD4-964C-A0108772EA7E}"/>
              </a:ext>
            </a:extLst>
          </p:cNvPr>
          <p:cNvSpPr/>
          <p:nvPr/>
        </p:nvSpPr>
        <p:spPr>
          <a:xfrm>
            <a:off x="7412792" y="5033969"/>
            <a:ext cx="335280" cy="43178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193F5F8A-5B7E-466F-9137-186CE6CE2C8E}"/>
              </a:ext>
            </a:extLst>
          </p:cNvPr>
          <p:cNvCxnSpPr>
            <a:cxnSpLocks/>
          </p:cNvCxnSpPr>
          <p:nvPr/>
        </p:nvCxnSpPr>
        <p:spPr>
          <a:xfrm>
            <a:off x="7443272" y="5500158"/>
            <a:ext cx="0" cy="3225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AA7FD54-C8EB-45C8-B985-95A35732DD1D}"/>
              </a:ext>
            </a:extLst>
          </p:cNvPr>
          <p:cNvSpPr txBox="1"/>
          <p:nvPr/>
        </p:nvSpPr>
        <p:spPr>
          <a:xfrm>
            <a:off x="6330752" y="5719119"/>
            <a:ext cx="2499360" cy="1015663"/>
          </a:xfrm>
          <a:prstGeom prst="rect">
            <a:avLst/>
          </a:prstGeom>
          <a:noFill/>
        </p:spPr>
        <p:txBody>
          <a:bodyPr wrap="square" rtlCol="0">
            <a:spAutoFit/>
          </a:bodyPr>
          <a:lstStyle/>
          <a:p>
            <a:r>
              <a:rPr lang="en-IN" sz="2000" dirty="0"/>
              <a:t>Lambda determines how severe that penalty is.</a:t>
            </a:r>
          </a:p>
        </p:txBody>
      </p:sp>
    </p:spTree>
    <p:extLst>
      <p:ext uri="{BB962C8B-B14F-4D97-AF65-F5344CB8AC3E}">
        <p14:creationId xmlns:p14="http://schemas.microsoft.com/office/powerpoint/2010/main" val="1511970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B6EA97-4403-4F0C-ABE6-339BFD8A9806}"/>
              </a:ext>
            </a:extLst>
          </p:cNvPr>
          <p:cNvSpPr>
            <a:spLocks noGrp="1"/>
          </p:cNvSpPr>
          <p:nvPr>
            <p:ph type="title"/>
          </p:nvPr>
        </p:nvSpPr>
        <p:spPr/>
        <p:txBody>
          <a:bodyPr/>
          <a:lstStyle/>
          <a:p>
            <a:r>
              <a:rPr lang="en-IN" dirty="0"/>
              <a:t>Difference between l1 and l2 regression</a:t>
            </a:r>
          </a:p>
        </p:txBody>
      </p:sp>
      <p:pic>
        <p:nvPicPr>
          <p:cNvPr id="9" name="Content Placeholder 8">
            <a:extLst>
              <a:ext uri="{FF2B5EF4-FFF2-40B4-BE49-F238E27FC236}">
                <a16:creationId xmlns:a16="http://schemas.microsoft.com/office/drawing/2014/main" id="{03D92EA9-849D-406A-9D3E-9120DE78FE17}"/>
              </a:ext>
            </a:extLst>
          </p:cNvPr>
          <p:cNvPicPr>
            <a:picLocks noGrp="1" noChangeAspect="1"/>
          </p:cNvPicPr>
          <p:nvPr>
            <p:ph sz="half" idx="1"/>
          </p:nvPr>
        </p:nvPicPr>
        <p:blipFill rotWithShape="1">
          <a:blip r:embed="rId2"/>
          <a:srcRect l="16691" t="34291" r="43985" b="32379"/>
          <a:stretch/>
        </p:blipFill>
        <p:spPr>
          <a:xfrm>
            <a:off x="1434516" y="2063692"/>
            <a:ext cx="8590328" cy="3523376"/>
          </a:xfrm>
        </p:spPr>
      </p:pic>
    </p:spTree>
    <p:extLst>
      <p:ext uri="{BB962C8B-B14F-4D97-AF65-F5344CB8AC3E}">
        <p14:creationId xmlns:p14="http://schemas.microsoft.com/office/powerpoint/2010/main" val="1826367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896A3C-EF07-4A9B-9619-F86F6F55DBB2}"/>
              </a:ext>
            </a:extLst>
          </p:cNvPr>
          <p:cNvSpPr>
            <a:spLocks noGrp="1"/>
          </p:cNvSpPr>
          <p:nvPr>
            <p:ph type="title"/>
          </p:nvPr>
        </p:nvSpPr>
        <p:spPr/>
        <p:txBody>
          <a:bodyPr/>
          <a:lstStyle/>
          <a:p>
            <a:r>
              <a:rPr lang="en-IN" dirty="0"/>
              <a:t>Difference between l1 and l2 regression</a:t>
            </a:r>
          </a:p>
        </p:txBody>
      </p:sp>
      <p:pic>
        <p:nvPicPr>
          <p:cNvPr id="9" name="Content Placeholder 8">
            <a:extLst>
              <a:ext uri="{FF2B5EF4-FFF2-40B4-BE49-F238E27FC236}">
                <a16:creationId xmlns:a16="http://schemas.microsoft.com/office/drawing/2014/main" id="{0BE7878F-3A86-4829-ACD0-D8C8D5989DA7}"/>
              </a:ext>
            </a:extLst>
          </p:cNvPr>
          <p:cNvPicPr>
            <a:picLocks noGrp="1" noChangeAspect="1"/>
          </p:cNvPicPr>
          <p:nvPr>
            <p:ph sz="half" idx="1"/>
          </p:nvPr>
        </p:nvPicPr>
        <p:blipFill>
          <a:blip r:embed="rId2"/>
          <a:stretch>
            <a:fillRect/>
          </a:stretch>
        </p:blipFill>
        <p:spPr>
          <a:xfrm>
            <a:off x="515938" y="1853966"/>
            <a:ext cx="9492128" cy="3347207"/>
          </a:xfrm>
          <a:prstGeom prst="rect">
            <a:avLst/>
          </a:prstGeom>
        </p:spPr>
      </p:pic>
    </p:spTree>
    <p:extLst>
      <p:ext uri="{BB962C8B-B14F-4D97-AF65-F5344CB8AC3E}">
        <p14:creationId xmlns:p14="http://schemas.microsoft.com/office/powerpoint/2010/main" val="1640403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C30BF9-5E3E-4DFE-A01E-04AA3F92016B}"/>
              </a:ext>
            </a:extLst>
          </p:cNvPr>
          <p:cNvSpPr>
            <a:spLocks noGrp="1"/>
          </p:cNvSpPr>
          <p:nvPr>
            <p:ph sz="half" idx="1"/>
          </p:nvPr>
        </p:nvSpPr>
        <p:spPr>
          <a:xfrm>
            <a:off x="515939" y="1825625"/>
            <a:ext cx="10448472" cy="4351338"/>
          </a:xfrm>
        </p:spPr>
        <p:txBody>
          <a:bodyPr/>
          <a:lstStyle/>
          <a:p>
            <a:r>
              <a:rPr lang="en-IN" dirty="0"/>
              <a:t>When designing a machine learning model for a dataset that is linearly separable it is important to ensure that it is properly optimized.</a:t>
            </a:r>
          </a:p>
          <a:p>
            <a:r>
              <a:rPr lang="en-IN" dirty="0"/>
              <a:t>If the cost function has high variance then the model is overfit which causes wrong predictions for any new data with noise in it, if it has high bias then the model is underfit.</a:t>
            </a:r>
          </a:p>
          <a:p>
            <a:r>
              <a:rPr lang="en-IN" dirty="0"/>
              <a:t>It is important to find the right balance between bias and variance to ensure the model is optimised and there is space for noise in the dataset for future data points.</a:t>
            </a:r>
          </a:p>
        </p:txBody>
      </p:sp>
      <p:sp>
        <p:nvSpPr>
          <p:cNvPr id="4" name="Title 3">
            <a:extLst>
              <a:ext uri="{FF2B5EF4-FFF2-40B4-BE49-F238E27FC236}">
                <a16:creationId xmlns:a16="http://schemas.microsoft.com/office/drawing/2014/main" id="{F6A7CBE3-BDFA-4594-AA08-62E1C60084CC}"/>
              </a:ext>
            </a:extLst>
          </p:cNvPr>
          <p:cNvSpPr>
            <a:spLocks noGrp="1"/>
          </p:cNvSpPr>
          <p:nvPr>
            <p:ph type="title"/>
          </p:nvPr>
        </p:nvSpPr>
        <p:spPr/>
        <p:txBody>
          <a:bodyPr/>
          <a:lstStyle/>
          <a:p>
            <a:r>
              <a:rPr lang="en-IN" dirty="0"/>
              <a:t>THE importance of bias variance </a:t>
            </a:r>
            <a:r>
              <a:rPr lang="en-IN" dirty="0" err="1"/>
              <a:t>tradeoff</a:t>
            </a:r>
            <a:endParaRPr lang="en-IN" dirty="0"/>
          </a:p>
        </p:txBody>
      </p:sp>
    </p:spTree>
    <p:extLst>
      <p:ext uri="{BB962C8B-B14F-4D97-AF65-F5344CB8AC3E}">
        <p14:creationId xmlns:p14="http://schemas.microsoft.com/office/powerpoint/2010/main" val="2122152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91C75B-A4CE-4761-BD1A-7CAE2B2A816B}"/>
              </a:ext>
            </a:extLst>
          </p:cNvPr>
          <p:cNvSpPr>
            <a:spLocks noGrp="1"/>
          </p:cNvSpPr>
          <p:nvPr>
            <p:ph type="title"/>
          </p:nvPr>
        </p:nvSpPr>
        <p:spPr/>
        <p:txBody>
          <a:bodyPr/>
          <a:lstStyle/>
          <a:p>
            <a:r>
              <a:rPr lang="en-US" dirty="0"/>
              <a:t>Bias variance tradeoff</a:t>
            </a:r>
            <a:endParaRPr lang="en-IN" dirty="0"/>
          </a:p>
        </p:txBody>
      </p:sp>
      <p:pic>
        <p:nvPicPr>
          <p:cNvPr id="12" name="Content Placeholder 11">
            <a:extLst>
              <a:ext uri="{FF2B5EF4-FFF2-40B4-BE49-F238E27FC236}">
                <a16:creationId xmlns:a16="http://schemas.microsoft.com/office/drawing/2014/main" id="{CA78460A-DB61-4248-8F68-3F19988E4DFE}"/>
              </a:ext>
            </a:extLst>
          </p:cNvPr>
          <p:cNvPicPr>
            <a:picLocks noGrp="1" noChangeAspect="1"/>
          </p:cNvPicPr>
          <p:nvPr>
            <p:ph sz="half" idx="1"/>
          </p:nvPr>
        </p:nvPicPr>
        <p:blipFill>
          <a:blip r:embed="rId2"/>
          <a:stretch>
            <a:fillRect/>
          </a:stretch>
        </p:blipFill>
        <p:spPr>
          <a:xfrm>
            <a:off x="2550254" y="1238396"/>
            <a:ext cx="7264866" cy="4953534"/>
          </a:xfrm>
          <a:prstGeom prst="rect">
            <a:avLst/>
          </a:prstGeom>
        </p:spPr>
      </p:pic>
    </p:spTree>
    <p:extLst>
      <p:ext uri="{BB962C8B-B14F-4D97-AF65-F5344CB8AC3E}">
        <p14:creationId xmlns:p14="http://schemas.microsoft.com/office/powerpoint/2010/main" val="3115141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A53F7D-D6C4-4594-BC30-EFB475D1AEB2}"/>
              </a:ext>
            </a:extLst>
          </p:cNvPr>
          <p:cNvPicPr>
            <a:picLocks noGrp="1" noChangeAspect="1"/>
          </p:cNvPicPr>
          <p:nvPr>
            <p:ph sz="half" idx="1"/>
          </p:nvPr>
        </p:nvPicPr>
        <p:blipFill>
          <a:blip r:embed="rId2"/>
          <a:stretch>
            <a:fillRect/>
          </a:stretch>
        </p:blipFill>
        <p:spPr>
          <a:xfrm>
            <a:off x="1234281" y="1744910"/>
            <a:ext cx="9791700" cy="4285209"/>
          </a:xfrm>
          <a:prstGeom prst="rect">
            <a:avLst/>
          </a:prstGeom>
        </p:spPr>
      </p:pic>
      <p:sp>
        <p:nvSpPr>
          <p:cNvPr id="4" name="Title 3">
            <a:extLst>
              <a:ext uri="{FF2B5EF4-FFF2-40B4-BE49-F238E27FC236}">
                <a16:creationId xmlns:a16="http://schemas.microsoft.com/office/drawing/2014/main" id="{0F8CFD0E-5871-49E2-AA4A-C7C0047C8969}"/>
              </a:ext>
            </a:extLst>
          </p:cNvPr>
          <p:cNvSpPr>
            <a:spLocks noGrp="1"/>
          </p:cNvSpPr>
          <p:nvPr>
            <p:ph type="title"/>
          </p:nvPr>
        </p:nvSpPr>
        <p:spPr/>
        <p:txBody>
          <a:bodyPr/>
          <a:lstStyle/>
          <a:p>
            <a:r>
              <a:rPr lang="en-IN" dirty="0"/>
              <a:t>Effects of high low bias and variance</a:t>
            </a:r>
          </a:p>
        </p:txBody>
      </p:sp>
    </p:spTree>
    <p:extLst>
      <p:ext uri="{BB962C8B-B14F-4D97-AF65-F5344CB8AC3E}">
        <p14:creationId xmlns:p14="http://schemas.microsoft.com/office/powerpoint/2010/main" val="1514115540"/>
      </p:ext>
    </p:extLst>
  </p:cSld>
  <p:clrMapOvr>
    <a:masterClrMapping/>
  </p:clrMapOvr>
</p:sld>
</file>

<file path=ppt/theme/theme1.xml><?xml version="1.0" encoding="utf-8"?>
<a:theme xmlns:a="http://schemas.openxmlformats.org/drawingml/2006/main" name="do it skills">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 it skills" id="{F35FA654-91BA-4CD8-A8F5-C3E2DCE86121}" vid="{B4025FE2-FE75-4670-9730-B3EA995DF1B7}"/>
    </a:ext>
  </a:extLst>
</a:theme>
</file>

<file path=ppt/theme/theme2.xml><?xml version="1.0" encoding="utf-8"?>
<a:theme xmlns:a="http://schemas.openxmlformats.org/drawingml/2006/main" name="AgendaSlides">
  <a:themeElements>
    <a:clrScheme name="Custom 7">
      <a:dk1>
        <a:srgbClr val="0C6D82"/>
      </a:dk1>
      <a:lt1>
        <a:srgbClr val="FFFFFF"/>
      </a:lt1>
      <a:dk2>
        <a:srgbClr val="6F0066"/>
      </a:dk2>
      <a:lt2>
        <a:srgbClr val="1E597D"/>
      </a:lt2>
      <a:accent1>
        <a:srgbClr val="571B6D"/>
      </a:accent1>
      <a:accent2>
        <a:srgbClr val="2CA05B"/>
      </a:accent2>
      <a:accent3>
        <a:srgbClr val="C90B24"/>
      </a:accent3>
      <a:accent4>
        <a:srgbClr val="E8611D"/>
      </a:accent4>
      <a:accent5>
        <a:srgbClr val="F39D21"/>
      </a:accent5>
      <a:accent6>
        <a:srgbClr val="1B866F"/>
      </a:accent6>
      <a:hlink>
        <a:srgbClr val="0C6D82"/>
      </a:hlink>
      <a:folHlink>
        <a:srgbClr val="0C6D82"/>
      </a:folHlink>
    </a:clrScheme>
    <a:fontScheme name="Custom 10">
      <a:majorFont>
        <a:latin typeface="Franklin Gothic Dem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72390">
          <a:solidFill>
            <a:srgbClr val="454D5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6411242_Colorful product roadmap timeline_SL_V1.pptx" id="{6D8823AB-3E34-4E8D-AE3C-7D7916AE70B3}" vid="{BC540765-6631-455E-9814-9685D6B351E6}"/>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do it skills</Template>
  <TotalTime>0</TotalTime>
  <Words>783</Words>
  <Application>Microsoft Office PowerPoint</Application>
  <PresentationFormat>Widescreen</PresentationFormat>
  <Paragraphs>64</Paragraphs>
  <Slides>20</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20</vt:i4>
      </vt:variant>
    </vt:vector>
  </HeadingPairs>
  <TitlesOfParts>
    <vt:vector size="30" baseType="lpstr">
      <vt:lpstr>Arial</vt:lpstr>
      <vt:lpstr>Calibri</vt:lpstr>
      <vt:lpstr>Corbel</vt:lpstr>
      <vt:lpstr>Courier New</vt:lpstr>
      <vt:lpstr>Franklin Gothic Demi</vt:lpstr>
      <vt:lpstr>Segoe UI</vt:lpstr>
      <vt:lpstr>Wingdings</vt:lpstr>
      <vt:lpstr>do it skills</vt:lpstr>
      <vt:lpstr>AgendaSlides</vt:lpstr>
      <vt:lpstr>1_Custom Design</vt:lpstr>
      <vt:lpstr>Regularization techniques</vt:lpstr>
      <vt:lpstr>Regularization</vt:lpstr>
      <vt:lpstr>PowerPoint Presentation</vt:lpstr>
      <vt:lpstr>RIDGE REGRESSION (L2)</vt:lpstr>
      <vt:lpstr>RIDGE REGULARIZATION (L2)</vt:lpstr>
      <vt:lpstr>PowerPoint Presentation</vt:lpstr>
      <vt:lpstr>PowerPoint Presentation</vt:lpstr>
      <vt:lpstr>PowerPoint Presentation</vt:lpstr>
      <vt:lpstr>PowerPoint Presentation</vt:lpstr>
      <vt:lpstr>PowerPoint Presentation</vt:lpstr>
      <vt:lpstr>PowerPoint Presentation</vt:lpstr>
      <vt:lpstr>RIDGE REGRESSION simplified</vt:lpstr>
      <vt:lpstr>HOW DOES RIDGE REGRESSION WORK?</vt:lpstr>
      <vt:lpstr>LASSO REGRESSION (L1)</vt:lpstr>
      <vt:lpstr>HOW DOES LASSO REGRESSION WORK?</vt:lpstr>
      <vt:lpstr>Difference between l1 and l2 regression</vt:lpstr>
      <vt:lpstr>Difference between l1 and l2 regression</vt:lpstr>
      <vt:lpstr>THE importance of bias variance tradeoff</vt:lpstr>
      <vt:lpstr>Bias variance tradeoff</vt:lpstr>
      <vt:lpstr>Effects of high low bias and variance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Chhanak Tank</dc:creator>
  <cp:lastModifiedBy>Arun kumar Nair</cp:lastModifiedBy>
  <cp:revision>34</cp:revision>
  <dcterms:created xsi:type="dcterms:W3CDTF">2021-06-10T05:47:00Z</dcterms:created>
  <dcterms:modified xsi:type="dcterms:W3CDTF">2021-06-25T15:07:01Z</dcterms:modified>
</cp:coreProperties>
</file>