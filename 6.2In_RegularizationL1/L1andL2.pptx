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2" r:id="rId5"/>
    <p:sldId id="258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4A898-097A-4A8D-9DAF-918EE817E0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FBE8E6-A832-4E91-81E4-33DBB93841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4CC85-C5C6-47BB-874C-8EC80F4BA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BFF1B-F67F-4B44-8393-998E9A63C7B3}" type="datetimeFigureOut">
              <a:rPr lang="en-IN" smtClean="0"/>
              <a:t>03-07-2021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E5D40-FA2F-4CB4-9FAD-DA9A1FAA7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1DC99-6448-4070-B363-7311C1F6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2B16D-6BB9-40D9-BC4F-159B8A0E14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91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6C437-DF65-4DBC-9879-436423D20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F460C-F7A4-4A07-9974-E701FD4FE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F390F-FD07-4C3D-9964-DB5341052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BFF1B-F67F-4B44-8393-998E9A63C7B3}" type="datetimeFigureOut">
              <a:rPr lang="en-IN" smtClean="0"/>
              <a:t>03-07-2021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BDC05-D06E-461C-B5AC-9E8F10B24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AD0BC-B709-48BD-BB66-1118C7C74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2B16D-6BB9-40D9-BC4F-159B8A0E14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809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B179C-2C45-4FE8-BB33-D33ED75BE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C25A8-C518-4CDE-813C-0370C8DD3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7D2AA-D0E1-4B06-A9DF-44A74EA09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BFF1B-F67F-4B44-8393-998E9A63C7B3}" type="datetimeFigureOut">
              <a:rPr lang="en-IN" smtClean="0"/>
              <a:t>03-07-2021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D9785-8DAF-4D57-A81C-B85964EE2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92D2D-8835-4FBB-B30F-B1EEFBBA1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2B16D-6BB9-40D9-BC4F-159B8A0E14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036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5D233-3014-4F7B-914C-0A4E23ABF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B6E59-98C7-4E18-BDBB-251F60D731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3A9AE8-C83A-48CE-B908-28EAB9ED10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B178F-3890-4943-BC7D-A1FF3A26B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BFF1B-F67F-4B44-8393-998E9A63C7B3}" type="datetimeFigureOut">
              <a:rPr lang="en-IN" smtClean="0"/>
              <a:t>03-07-2021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D5DF99-47BB-45F6-B7D9-CAFD89E88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28F68-3781-41F8-90FE-8D46A88D7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2B16D-6BB9-40D9-BC4F-159B8A0E14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086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40405-83D7-41B1-A38C-05708ADFC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2A88D-8E51-4DAA-AFFB-29CD24BBF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948EDB-5FEB-4524-ADB0-6CA663D9FE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145F18-B388-4F83-84FB-B3ED81D53B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5AB98E-1025-4A4B-888F-97A7C8DBD9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DBADD4-EE4D-4BC3-AA58-0F84666AF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BFF1B-F67F-4B44-8393-998E9A63C7B3}" type="datetimeFigureOut">
              <a:rPr lang="en-IN" smtClean="0"/>
              <a:t>03-07-2021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B78A7F-170E-4006-B572-2297957B1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340D55-8821-4132-8788-04CC675F6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2B16D-6BB9-40D9-BC4F-159B8A0E14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3125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06A80-E006-489A-BAD9-78566911D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7A27D2-358B-4310-A7C0-4CC85A5EA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BFF1B-F67F-4B44-8393-998E9A63C7B3}" type="datetimeFigureOut">
              <a:rPr lang="en-IN" smtClean="0"/>
              <a:t>03-07-2021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214129-938A-49CB-A28E-8ECB3F132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4159B6-4C1B-4687-B67D-B6A9C8CBC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2B16D-6BB9-40D9-BC4F-159B8A0E14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235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F63941-5ECD-4CF3-B3C3-5F83D9E5A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BFF1B-F67F-4B44-8393-998E9A63C7B3}" type="datetimeFigureOut">
              <a:rPr lang="en-IN" smtClean="0"/>
              <a:t>03-07-2021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5DA3A0-F25C-48FD-B56F-0CA4ABDFB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493FA-4779-4B18-B3DA-4A5D24661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2B16D-6BB9-40D9-BC4F-159B8A0E14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877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40E36-B3DE-4FB1-A554-4FE68E7BD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8688F-692B-4D1D-A808-08C6E147A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DE9F88-5049-43D1-960F-1F3A69008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09F8C8-BA3E-4F36-AD6C-A13A6864C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BFF1B-F67F-4B44-8393-998E9A63C7B3}" type="datetimeFigureOut">
              <a:rPr lang="en-IN" smtClean="0"/>
              <a:t>03-07-2021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FA026B-41D0-4380-B170-0A23544C7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26208D-5C78-463F-B41D-C7B43A3C0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2B16D-6BB9-40D9-BC4F-159B8A0E14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787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8E226-8D25-418D-9B8C-9E629B3C1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80D1C1-97AC-44EF-A8F5-173C3EFCE2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F62E71-349D-47AF-9528-5C3027A737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20B90A-BF11-438C-8401-B2D1C88E2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BFF1B-F67F-4B44-8393-998E9A63C7B3}" type="datetimeFigureOut">
              <a:rPr lang="en-IN" smtClean="0"/>
              <a:t>03-07-2021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6CA290-7206-4E1B-899C-4428821EE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34C44-CBD1-4D1A-8AE6-75BD7206C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2B16D-6BB9-40D9-BC4F-159B8A0E14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740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6A06F-0BDC-4120-972C-B52B911F9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FB8C2C-2F94-4306-B381-8F7E93B085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AD98A-C98C-41D2-9036-62648D219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BFF1B-F67F-4B44-8393-998E9A63C7B3}" type="datetimeFigureOut">
              <a:rPr lang="en-IN" smtClean="0"/>
              <a:t>03-07-2021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E49C9-9668-4C87-A910-A33D176E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E1F87-C436-4F9D-AD57-DABDE7269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2B16D-6BB9-40D9-BC4F-159B8A0E14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985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630ED3-F5CA-4CCB-80A3-FC118DD769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71F9CF-1899-43FA-AF41-20FF60433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8F06B-EF9B-47A5-A7A8-A162101E0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BFF1B-F67F-4B44-8393-998E9A63C7B3}" type="datetimeFigureOut">
              <a:rPr lang="en-IN" smtClean="0"/>
              <a:t>03-07-2021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FCF84-43D5-4686-9CB6-789F32D37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57431-24D4-4473-BB31-2950D1847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2B16D-6BB9-40D9-BC4F-159B8A0E14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286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0CEC15-7335-44B8-8C9A-3A24BAF72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314C6-FE97-4C54-8ADC-31FDD4A7E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CDDDC-79A2-47A5-ADA6-1B57131969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0BFF1B-F67F-4B44-8393-998E9A63C7B3}" type="datetimeFigureOut">
              <a:rPr lang="en-IN" smtClean="0"/>
              <a:t>03-07-2021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A32C8-520E-426C-BD91-459E08AFE3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A3F47-8F8C-4270-A120-15DB2BC202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2B16D-6BB9-40D9-BC4F-159B8A0E14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693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38622-6A58-4A10-9FF2-9D83A04AE2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L1 and L2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E947C-8D7D-4F46-9EDA-DC2D10F4AA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212529"/>
                </a:solidFill>
                <a:effectLst/>
                <a:latin typeface="Tinos"/>
              </a:rPr>
              <a:t>L1 Regularization(Lasso Regression)</a:t>
            </a:r>
            <a:br>
              <a:rPr lang="en-IN" b="0" i="0" dirty="0">
                <a:solidFill>
                  <a:srgbClr val="212529"/>
                </a:solidFill>
                <a:effectLst/>
                <a:latin typeface="Tinos"/>
              </a:rPr>
            </a:br>
            <a:r>
              <a:rPr lang="en-IN" b="0" i="0" dirty="0">
                <a:solidFill>
                  <a:srgbClr val="212529"/>
                </a:solidFill>
                <a:effectLst/>
                <a:latin typeface="Tinos"/>
              </a:rPr>
              <a:t>L2 Regularization(Ridge Regression)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6795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630D0-696F-4D8C-863C-2ABB240EF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98196-AD4E-4047-BD5A-F0A87E435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212529"/>
                </a:solidFill>
                <a:effectLst/>
                <a:latin typeface="Lora"/>
              </a:rPr>
              <a:t>Regularization is used to reduce overfitting</a:t>
            </a:r>
          </a:p>
          <a:p>
            <a:pPr algn="l"/>
            <a:r>
              <a:rPr lang="en-US" b="0" i="0" dirty="0">
                <a:solidFill>
                  <a:srgbClr val="212529"/>
                </a:solidFill>
                <a:effectLst/>
                <a:latin typeface="Tinos"/>
              </a:rPr>
              <a:t>Regularization is a form of regression, that constrains/ regularizes or shrinks the coefficient estimates towards zero. In other words, </a:t>
            </a:r>
            <a:r>
              <a:rPr lang="en-US" b="1" i="0" dirty="0">
                <a:solidFill>
                  <a:srgbClr val="212529"/>
                </a:solidFill>
                <a:effectLst/>
                <a:latin typeface="Tinos"/>
              </a:rPr>
              <a:t>this technique discourages learning a more complex model, so as to avoid the risk of overfitting</a:t>
            </a:r>
            <a:r>
              <a:rPr lang="en-US" b="0" i="0" dirty="0">
                <a:solidFill>
                  <a:srgbClr val="212529"/>
                </a:solidFill>
                <a:effectLst/>
                <a:latin typeface="Tinos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5887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9BCC8-665B-4B4B-BFCE-81B78FA63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Lasso L1 Regularization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B8DC6CA-AA2E-4AF0-B992-3F77E98E9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639" y="2142490"/>
            <a:ext cx="3116179" cy="986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1FC8FD-EDFD-48AE-9A17-3BFC5B667FBF}"/>
              </a:ext>
            </a:extLst>
          </p:cNvPr>
          <p:cNvSpPr txBox="1"/>
          <p:nvPr/>
        </p:nvSpPr>
        <p:spPr>
          <a:xfrm>
            <a:off x="762000" y="4124959"/>
            <a:ext cx="11062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212529"/>
                </a:solidFill>
                <a:effectLst/>
                <a:latin typeface="Tinos"/>
              </a:rPr>
              <a:t>Lasso regression adds “absolute value” as penalty term</a:t>
            </a:r>
            <a:endParaRPr lang="en-US" i="0" dirty="0">
              <a:solidFill>
                <a:srgbClr val="212529"/>
              </a:solidFill>
              <a:effectLst/>
              <a:latin typeface="Tinos"/>
            </a:endParaRPr>
          </a:p>
        </p:txBody>
      </p:sp>
    </p:spTree>
    <p:extLst>
      <p:ext uri="{BB962C8B-B14F-4D97-AF65-F5344CB8AC3E}">
        <p14:creationId xmlns:p14="http://schemas.microsoft.com/office/powerpoint/2010/main" val="2358742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9BCC8-665B-4B4B-BFCE-81B78FA63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Ridge L2 Regularization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1FC8FD-EDFD-48AE-9A17-3BFC5B667FBF}"/>
              </a:ext>
            </a:extLst>
          </p:cNvPr>
          <p:cNvSpPr txBox="1"/>
          <p:nvPr/>
        </p:nvSpPr>
        <p:spPr>
          <a:xfrm>
            <a:off x="762000" y="4124959"/>
            <a:ext cx="11062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212529"/>
                </a:solidFill>
                <a:effectLst/>
                <a:latin typeface="Tinos"/>
              </a:rPr>
              <a:t>Ridge regression adds “squared magnitude” of coefficient as penalty term to the loss function.</a:t>
            </a:r>
            <a:endParaRPr lang="en-IN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60C3321-A8A0-4113-A1CB-EB99B57F0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8779" y="2053495"/>
            <a:ext cx="4763884" cy="1391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5183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54DF3305-7589-4D08-8AD7-06A0BBC9C6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216374"/>
              </p:ext>
            </p:extLst>
          </p:nvPr>
        </p:nvGraphicFramePr>
        <p:xfrm>
          <a:off x="1910080" y="1613746"/>
          <a:ext cx="8128000" cy="2499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3146134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5135923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800" dirty="0"/>
                        <a:t>Lasso L1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L2 Ridge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530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dirty="0"/>
                        <a:t>Adds “Absolute Value” as Penalty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Adds “Sum of Square” as Penalty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203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dirty="0"/>
                        <a:t>Used in Feature Selection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No Feature Selection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704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dirty="0"/>
                        <a:t>Robust to Outliers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Not Robust to Outliers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0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608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47F34-FDE3-4BE7-8A21-429E55F23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9DB55-1FA0-4044-8399-78E1671E9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238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1787</TotalTime>
  <Words>130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Lora</vt:lpstr>
      <vt:lpstr>Tinos</vt:lpstr>
      <vt:lpstr>Office Theme</vt:lpstr>
      <vt:lpstr>L1 and L2</vt:lpstr>
      <vt:lpstr>Regularization</vt:lpstr>
      <vt:lpstr>Lasso L1 Regularization</vt:lpstr>
      <vt:lpstr>Ridge L2 Regularization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Arun kumar Nair</dc:creator>
  <cp:lastModifiedBy>Arun kumar Nair</cp:lastModifiedBy>
  <cp:revision>4</cp:revision>
  <dcterms:created xsi:type="dcterms:W3CDTF">2021-05-08T07:55:37Z</dcterms:created>
  <dcterms:modified xsi:type="dcterms:W3CDTF">2021-07-04T18:39:39Z</dcterms:modified>
</cp:coreProperties>
</file>