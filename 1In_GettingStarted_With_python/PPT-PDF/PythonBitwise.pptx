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62" r:id="rId5"/>
    <p:sldId id="260" r:id="rId6"/>
    <p:sldId id="258" r:id="rId7"/>
    <p:sldId id="25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6E85E-3165-6B3A-CE1D-E0B1C34054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4F2F47-5DD2-BD03-2466-12462DFE70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FC55D7-CA2C-514A-2D62-179EFEAB8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0D046-A92D-4B83-857B-6B12BDB8D76E}" type="datetimeFigureOut">
              <a:rPr lang="en-IN" smtClean="0"/>
              <a:t>01-08-2022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C3A191-61F0-BE94-C9EA-4053EED3A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21192-1C0D-03F3-F0F7-AC8CF76B3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4618D-0BF2-4B91-9502-8BB7582596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685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5A00A-2BA9-20DD-FFE2-C125B5181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B3FF3-84D4-2FDB-A4E6-CB1539F8C6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630B63-5C4C-E465-3BFA-6E9130272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0D046-A92D-4B83-857B-6B12BDB8D76E}" type="datetimeFigureOut">
              <a:rPr lang="en-IN" smtClean="0"/>
              <a:t>01-08-2022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6077B-E335-FA58-44A2-79EC977A3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CFCBCC-6CA1-5C7D-73AA-D85E9E619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4618D-0BF2-4B91-9502-8BB7582596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5482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34CF8-E6E8-1C19-CBCF-05955B2F6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FDC1F5-3C44-A9A4-D9A4-85866B66AF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B123DF-1F35-3024-C5E2-43013AC64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0D046-A92D-4B83-857B-6B12BDB8D76E}" type="datetimeFigureOut">
              <a:rPr lang="en-IN" smtClean="0"/>
              <a:t>01-08-2022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5732AD-D793-6BEE-986C-0343F658D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B19125-897F-F6E8-951C-C1BB50207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4618D-0BF2-4B91-9502-8BB7582596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8797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0685F-9F27-7C8E-BBA1-DE863A9D1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BCD8B-AB7F-78FE-E003-6BDBA07E83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E2E44F-98F9-98EF-FE05-029B916200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2B9FAB-81F3-A53F-EBF7-37F0CD9B8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0D046-A92D-4B83-857B-6B12BDB8D76E}" type="datetimeFigureOut">
              <a:rPr lang="en-IN" smtClean="0"/>
              <a:t>01-08-2022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58FE75-5EAF-6532-4ABA-AE084270A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B6BAB7-E940-F003-1972-BE3D1A76E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4618D-0BF2-4B91-9502-8BB7582596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6899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3444A-1DCB-0EEC-C29A-9970CC778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96E406-E465-4F47-EDF6-0D1B2AC771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AA3A22-72B8-B84A-6000-CD211158EB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8A2102-567F-267C-0D92-65AD18A582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AE688E-AF4A-5DB2-A5E9-F123D6F5BE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7A47E6-F3CF-41D9-3AB6-BD8C728E7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0D046-A92D-4B83-857B-6B12BDB8D76E}" type="datetimeFigureOut">
              <a:rPr lang="en-IN" smtClean="0"/>
              <a:t>01-08-2022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5EC737-17A6-1C6D-9538-EBE0F47C8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D3E07B-6A25-C13D-09C7-B9A738AA4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4618D-0BF2-4B91-9502-8BB7582596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2746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841DD-45E4-116D-B106-894E18BA2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3B64DB-113D-F32D-164C-9773941D3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0D046-A92D-4B83-857B-6B12BDB8D76E}" type="datetimeFigureOut">
              <a:rPr lang="en-IN" smtClean="0"/>
              <a:t>01-08-2022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B2FA94-2B9D-89A0-8E5F-E7908D898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4B7783-C83B-5741-BD3F-CE2DCCEAA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4618D-0BF2-4B91-9502-8BB7582596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3238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DE7028-6FB7-0073-6E88-793620F0F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0D046-A92D-4B83-857B-6B12BDB8D76E}" type="datetimeFigureOut">
              <a:rPr lang="en-IN" smtClean="0"/>
              <a:t>01-08-2022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18F2DF-2E95-0650-E107-BCDEE15D1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5144ED-A3B8-DBA4-B133-48F6CADD9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4618D-0BF2-4B91-9502-8BB7582596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728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3B463-9FC1-2CE4-E108-96FB9C00A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6DC26-4061-5216-8CE9-C38330A9C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7CAE5A-7DBA-1D7D-29E7-E2E17A6574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B9DB73-35EE-E027-6514-8FED3074B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0D046-A92D-4B83-857B-6B12BDB8D76E}" type="datetimeFigureOut">
              <a:rPr lang="en-IN" smtClean="0"/>
              <a:t>01-08-2022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B2117E-0AD2-93F7-9F75-197CFE104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DFE5D3-A69B-E8FA-87C7-57951FC7C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4618D-0BF2-4B91-9502-8BB7582596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3908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4D183-38C4-ACD8-42AB-2911CE155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C7ED4D-56C6-4AB4-56A4-A02CED3480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E125ED-4EE7-C7F2-0DFC-B77F7A8BC5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A1C3FF-B237-3813-7C95-552FF16F2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0D046-A92D-4B83-857B-6B12BDB8D76E}" type="datetimeFigureOut">
              <a:rPr lang="en-IN" smtClean="0"/>
              <a:t>01-08-2022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95F68B-D2EC-9CAD-A68D-120F521F8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19013D-B5BA-00AE-9DF2-688C81A0B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4618D-0BF2-4B91-9502-8BB7582596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3445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6D677-CDFB-B6B5-27E9-5A881E738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BE850A-3568-5F4A-0CB8-C2AC373BBB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AE18-1CCE-CA7B-3AA1-43831D2E6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0D046-A92D-4B83-857B-6B12BDB8D76E}" type="datetimeFigureOut">
              <a:rPr lang="en-IN" smtClean="0"/>
              <a:t>01-08-2022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3B71CE-C48D-4BFD-A962-2180E6158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5567B8-40BD-5B67-D23E-E804552E3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4618D-0BF2-4B91-9502-8BB7582596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9723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ACF00D-0FB9-160F-FF20-3448FED8B5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9E9C7B-2A86-5AB3-D8B8-79D6F712FC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D77AC-738E-BA12-F1BA-6E64E0042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0D046-A92D-4B83-857B-6B12BDB8D76E}" type="datetimeFigureOut">
              <a:rPr lang="en-IN" smtClean="0"/>
              <a:t>01-08-2022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E5B9A-7986-C093-8EED-F5E71452D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82BD56-0392-95B5-91B6-0AAECE52F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4618D-0BF2-4B91-9502-8BB7582596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4163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C9C8CF-64D8-4AEC-0C6A-CBE4B347A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E02902-B361-D0EB-5DE6-C11E6A00EE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CF2896-4B6F-39D6-6118-744E7EF62C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30D046-A92D-4B83-857B-6B12BDB8D76E}" type="datetimeFigureOut">
              <a:rPr lang="en-IN" smtClean="0"/>
              <a:t>01-08-2022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BDACB1-BBE2-AC8A-2AC8-20051AE03E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6938-8011-1054-8688-F9A7C859D5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44618D-0BF2-4B91-9502-8BB7582596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3938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C4A38-F7B3-F4BA-0054-43417E836A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Python bitwise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488B62-151A-0E99-BB61-017A6452D3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6325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22E1E82-76BA-555F-1E76-8719F4C2CE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0284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D9FCD-B4D7-8633-63C8-A14619C50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52DCF-0E0B-5625-8AEC-DDBE07510C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explainations</a:t>
            </a:r>
          </a:p>
          <a:p>
            <a:r>
              <a:rPr lang="en-IN" dirty="0"/>
              <a:t>https://www.youtube.com/watch?v=5J4rWJHwLSE</a:t>
            </a:r>
          </a:p>
        </p:txBody>
      </p:sp>
    </p:spTree>
    <p:extLst>
      <p:ext uri="{BB962C8B-B14F-4D97-AF65-F5344CB8AC3E}">
        <p14:creationId xmlns:p14="http://schemas.microsoft.com/office/powerpoint/2010/main" val="2091581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EDFF624-A455-3630-3609-0D9A07FED4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025" y="1188719"/>
            <a:ext cx="9663950" cy="4480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327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7638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9BF62-B916-428A-C086-4B71D4318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686B5-E0B4-5ADE-DE14-955AE50E19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34164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8AF6E-3F44-A57E-E098-96D530529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0504E-7F6A-CE8B-A6A4-120D746A7D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07263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16</Words>
  <Application>Microsoft Office PowerPoint</Application>
  <PresentationFormat>Widescreen</PresentationFormat>
  <Paragraphs>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Python bitwise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Arun kumar Nair</dc:creator>
  <cp:lastModifiedBy>Arun kumar Nair</cp:lastModifiedBy>
  <cp:revision>3</cp:revision>
  <dcterms:created xsi:type="dcterms:W3CDTF">2022-07-31T19:37:15Z</dcterms:created>
  <dcterms:modified xsi:type="dcterms:W3CDTF">2022-07-31T19:45:30Z</dcterms:modified>
</cp:coreProperties>
</file>