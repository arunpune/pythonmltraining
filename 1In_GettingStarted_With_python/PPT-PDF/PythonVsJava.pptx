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D7840-C17B-42B7-9AF4-B5BCBFB9E075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436D2-A346-4B23-BA49-51C71D230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1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C:\Users\arunk\Downloads\Intelli\IntelliDataSciencePython\PythonDataScience\1PythonTrainingToUSe\Module1_GettingStarted_With_python\Read\BasicOfPythonPrint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436D2-A346-4B23-BA49-51C71D2309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6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195E-280B-4D56-9597-7207280DD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0963C-A096-4CFB-AF02-D580140A8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0F30E-4DC7-434D-A8BB-0E651924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E6A41-998A-4239-BE7D-A20A9CB7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5EB6-06BF-4AE5-B8CE-85C7AD3D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07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9E42-1D4D-4852-A0B9-2AE4CAE0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1E47-2C2E-4255-B293-4FB47E76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0B6CB-1514-4E5F-BEF4-11DBCFC0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5833-880F-4D42-8D7E-4B110D14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C8D6-34DE-49BC-93F2-4A0917F8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2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ACE9-408A-49D8-A40A-7446458D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9D79D-39F8-49C4-B88F-0A98CB1E3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45A6-232A-4FD5-8930-37FA152D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9EC85-AAC6-48F0-9C18-1AED85B7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FAB86-02FF-4AA2-81FE-6594B476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178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1741-C6D2-4C04-8B28-4C457F26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CB1B8-995D-4A40-8F2F-E21318C11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F562F-6422-4396-9987-F9AD66669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363EC-4F06-455D-B31C-8BFD6DF2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BF44E-C912-4548-A0DD-401B1C52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E6E16-5350-4683-BEDA-7E1CE117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25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1F4D-46C3-4FA6-B061-43ADF514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256F4-6692-4759-AA91-E436C3792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DC46D-4065-4FFB-B5F4-D5FB64023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F5897-C734-421F-B154-14071E9D5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619B6-BDBA-4B8A-A68A-A4F5DA47D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82F616-8F1C-4EFC-9DCA-D27820D4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4E8665-5FB7-428C-AE20-DC382CEC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54C6E-7392-49A2-AACF-9D139F47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6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9FD4-5DC6-47DB-AB12-1E12EBBC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7A343-75FD-41DB-9E2F-AD7DF076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BDBA5-1422-4A7E-9A32-E6316193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450D5-E787-44A8-9B51-525C747B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89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7FED9-ECB5-4EE3-9D13-406C19EB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AB100-6BEB-49F9-9C93-376C1552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D9C4-CBC6-48DD-A60B-221A6640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28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11A9-2A72-485A-B29C-703DDB3E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C82B9-FE4A-4AF6-B842-091E3DDA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31E0D-3E62-4CAE-AB0B-AB51C13AD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C278-9173-47FB-9E27-7289A413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8256B-57B5-438D-9DE0-16F36D08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94C8D-9085-4976-BF37-FBCBC3E2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8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43A7-C595-407D-8BB8-D2FCABFA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1BB03-CA19-4F61-989F-413057D2A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23927-E067-4948-A204-0D929AFD3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3EB7A-28D2-4EF6-AA2F-0AE42473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38EA-9FCF-4963-9897-6EA5B08B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FC944-2454-4D5B-BD5F-039217A1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6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84D8-FD2D-4DDE-9117-0816C6FB5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A0394-5BAE-4F31-9115-5AE8CEE97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AA0C-3641-44F2-B575-D6E2CF81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73BE-55EF-4553-965F-304AA8FA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D8D02-3FB0-469B-845A-B747F93A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35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C9423-751A-42ED-8CA2-32D1A8CD6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561FF-F934-4047-AC49-56B3B99D5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3DF9A-1F4A-4E2D-865F-593B0C7B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E33B4-A019-4DC2-9DC2-4D69A707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BF58D-F335-4F32-9CE0-52B394D3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37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45AB0-74B3-459B-9659-A9E6D280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FB600-8F44-4CE0-A8AD-3496D935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ACFEE-A19C-4AEF-8F88-C434C3DAF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79E62-0EBE-44A1-B917-06E9CB9C8DC9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67F1B-BACD-4F8B-AF0D-D0484E224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3C6CD-6F72-42ED-B33A-E092A4F13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60C29-4E33-45BF-BF57-90D196A9D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53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DAA4-0ABC-429A-885C-180DF9B2B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vs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82E67-76FF-4621-A244-8373F8AEEB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0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A0069E-AF53-4086-AC71-2D45F3C43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252" y="694267"/>
            <a:ext cx="9723496" cy="546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5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963E41-3B7E-4155-A80D-78880597E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865"/>
          <a:stretch/>
        </p:blipFill>
        <p:spPr>
          <a:xfrm>
            <a:off x="2633132" y="461549"/>
            <a:ext cx="5266268" cy="6265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F8E353-4377-4BD9-97FC-4DA221170F09}"/>
              </a:ext>
            </a:extLst>
          </p:cNvPr>
          <p:cNvSpPr txBox="1"/>
          <p:nvPr/>
        </p:nvSpPr>
        <p:spPr>
          <a:xfrm>
            <a:off x="3378200" y="92217"/>
            <a:ext cx="3619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Java 			Python</a:t>
            </a:r>
          </a:p>
        </p:txBody>
      </p:sp>
    </p:spTree>
    <p:extLst>
      <p:ext uri="{BB962C8B-B14F-4D97-AF65-F5344CB8AC3E}">
        <p14:creationId xmlns:p14="http://schemas.microsoft.com/office/powerpoint/2010/main" val="30843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E20D4-BAAF-4633-91C8-1C6A3451AA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8" b="74198"/>
          <a:stretch/>
        </p:blipFill>
        <p:spPr>
          <a:xfrm>
            <a:off x="3623731" y="777312"/>
            <a:ext cx="4334936" cy="556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6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E20D4-BAAF-4633-91C8-1C6A3451AA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53333"/>
          <a:stretch/>
        </p:blipFill>
        <p:spPr>
          <a:xfrm>
            <a:off x="3776132" y="229582"/>
            <a:ext cx="4639736" cy="599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5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E20D4-BAAF-4633-91C8-1C6A3451AA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20" b="32469"/>
          <a:stretch/>
        </p:blipFill>
        <p:spPr>
          <a:xfrm>
            <a:off x="3558424" y="423333"/>
            <a:ext cx="4516352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2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E20D4-BAAF-4633-91C8-1C6A3451AA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83" b="1776"/>
          <a:stretch/>
        </p:blipFill>
        <p:spPr>
          <a:xfrm>
            <a:off x="3818464" y="101600"/>
            <a:ext cx="3352804" cy="638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7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0E50-820D-415C-941C-7E9F09B2A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E51E5-13BF-46D8-8C23-CC20BB745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06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37</Words>
  <Application>Microsoft Office PowerPoint</Application>
  <PresentationFormat>Widescreen</PresentationFormat>
  <Paragraphs>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Python vs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Arunkumar Nair</dc:creator>
  <cp:lastModifiedBy>Arunkumar Nair</cp:lastModifiedBy>
  <cp:revision>10</cp:revision>
  <dcterms:created xsi:type="dcterms:W3CDTF">2020-06-28T10:33:22Z</dcterms:created>
  <dcterms:modified xsi:type="dcterms:W3CDTF">2020-06-29T08:17:55Z</dcterms:modified>
</cp:coreProperties>
</file>