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6" r:id="rId4"/>
    <p:sldId id="273" r:id="rId5"/>
    <p:sldId id="274" r:id="rId6"/>
    <p:sldId id="275" r:id="rId7"/>
    <p:sldId id="256" r:id="rId8"/>
    <p:sldId id="266" r:id="rId9"/>
    <p:sldId id="277" r:id="rId10"/>
    <p:sldId id="267" r:id="rId11"/>
    <p:sldId id="258" r:id="rId12"/>
    <p:sldId id="278" r:id="rId13"/>
    <p:sldId id="279" r:id="rId14"/>
    <p:sldId id="280" r:id="rId15"/>
    <p:sldId id="281" r:id="rId16"/>
    <p:sldId id="284" r:id="rId17"/>
    <p:sldId id="270" r:id="rId18"/>
    <p:sldId id="298" r:id="rId19"/>
    <p:sldId id="299" r:id="rId20"/>
    <p:sldId id="306" r:id="rId21"/>
    <p:sldId id="292" r:id="rId22"/>
    <p:sldId id="302" r:id="rId23"/>
    <p:sldId id="300" r:id="rId24"/>
    <p:sldId id="305" r:id="rId25"/>
    <p:sldId id="304" r:id="rId26"/>
    <p:sldId id="293" r:id="rId27"/>
    <p:sldId id="294" r:id="rId28"/>
    <p:sldId id="296" r:id="rId29"/>
    <p:sldId id="285" r:id="rId30"/>
    <p:sldId id="286" r:id="rId31"/>
    <p:sldId id="287" r:id="rId32"/>
    <p:sldId id="288" r:id="rId33"/>
    <p:sldId id="289" r:id="rId34"/>
    <p:sldId id="290" r:id="rId35"/>
    <p:sldId id="297" r:id="rId36"/>
    <p:sldId id="283" r:id="rId37"/>
    <p:sldId id="295" r:id="rId38"/>
    <p:sldId id="291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9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45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8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7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1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3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1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2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B954B-E533-455A-B8C6-4CF2DBEE38D5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2F044-0E3B-4221-AAB5-39A905D47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1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s.google.com/a/anaconda.com/forum/?fromgroups#!forum/anaconda" TargetMode="External"/><Relationship Id="rId2" Type="http://schemas.openxmlformats.org/officeDocument/2006/relationships/hyperlink" Target="https://docs.anaconda.com/anaconda/packages/pkg-doc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Anaconda Set Up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How to install</a:t>
            </a:r>
          </a:p>
        </p:txBody>
      </p:sp>
    </p:spTree>
    <p:extLst>
      <p:ext uri="{BB962C8B-B14F-4D97-AF65-F5344CB8AC3E}">
        <p14:creationId xmlns:p14="http://schemas.microsoft.com/office/powerpoint/2010/main" val="136892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Anaconda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www.anaconda.com</a:t>
            </a:r>
          </a:p>
          <a:p>
            <a:r>
              <a:rPr lang="en-IN" dirty="0"/>
              <a:t>Anaconda® is a package manager, an environment manager, a Python/R data science distribution, and a collection of </a:t>
            </a:r>
            <a:r>
              <a:rPr lang="en-IN" u="sng" dirty="0">
                <a:hlinkClick r:id="rId2"/>
              </a:rPr>
              <a:t>over 1,500+ open source packages</a:t>
            </a:r>
            <a:r>
              <a:rPr lang="en-IN" dirty="0"/>
              <a:t>. Anaconda is free and easy to install, and it offers </a:t>
            </a:r>
            <a:r>
              <a:rPr lang="en-IN" u="sng" dirty="0">
                <a:hlinkClick r:id="rId3"/>
              </a:rPr>
              <a:t>free community support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744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Anaconda</a:t>
            </a:r>
          </a:p>
        </p:txBody>
      </p:sp>
      <p:pic>
        <p:nvPicPr>
          <p:cNvPr id="512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859" y="2010777"/>
            <a:ext cx="5828281" cy="3981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9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Anaconda Help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https://docs.anaconda.com/anaconda/</a:t>
            </a:r>
          </a:p>
        </p:txBody>
      </p:sp>
    </p:spTree>
    <p:extLst>
      <p:ext uri="{BB962C8B-B14F-4D97-AF65-F5344CB8AC3E}">
        <p14:creationId xmlns:p14="http://schemas.microsoft.com/office/powerpoint/2010/main" val="74742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</a:t>
            </a:r>
            <a:r>
              <a:rPr lang="en-IN"/>
              <a:t>Anaconda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https://www.anaconda.com/distribution/#windows</a:t>
            </a:r>
          </a:p>
        </p:txBody>
      </p:sp>
    </p:spTree>
    <p:extLst>
      <p:ext uri="{BB962C8B-B14F-4D97-AF65-F5344CB8AC3E}">
        <p14:creationId xmlns:p14="http://schemas.microsoft.com/office/powerpoint/2010/main" val="199489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Software's in Anaconda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2" y="2763044"/>
            <a:ext cx="50958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98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109663"/>
            <a:ext cx="84201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30039" y="292412"/>
            <a:ext cx="8506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Download Anaconda from </a:t>
            </a:r>
            <a:r>
              <a:rPr lang="en-US" sz="2400" dirty="0">
                <a:hlinkClick r:id="rId3"/>
              </a:rPr>
              <a:t>https://www.anaconda.com/download/</a:t>
            </a:r>
            <a:r>
              <a:rPr lang="en-US" sz="2400" dirty="0"/>
              <a:t>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879231" y="3294382"/>
            <a:ext cx="587141" cy="184666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18776" y="4712365"/>
            <a:ext cx="1054025" cy="145990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1090328" y="4693920"/>
            <a:ext cx="3034632" cy="328871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9549" y="2010452"/>
            <a:ext cx="422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Chose the appropriate Bit : 64 or 32 </a:t>
            </a:r>
          </a:p>
        </p:txBody>
      </p:sp>
    </p:spTree>
    <p:extLst>
      <p:ext uri="{BB962C8B-B14F-4D97-AF65-F5344CB8AC3E}">
        <p14:creationId xmlns:p14="http://schemas.microsoft.com/office/powerpoint/2010/main" val="161528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../../../_images/install-win-destin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39" y="995429"/>
            <a:ext cx="5844930" cy="454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13504" y="2435220"/>
            <a:ext cx="533239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It will select a default location. No need to change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955239" y="3127130"/>
            <a:ext cx="1116530" cy="868019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5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https://docs.anaconda.com/anaconda/install/windows/</a:t>
            </a:r>
          </a:p>
        </p:txBody>
      </p:sp>
    </p:spTree>
    <p:extLst>
      <p:ext uri="{BB962C8B-B14F-4D97-AF65-F5344CB8AC3E}">
        <p14:creationId xmlns:p14="http://schemas.microsoft.com/office/powerpoint/2010/main" val="413738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../../../_images/install-win-pa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30" y="1818475"/>
            <a:ext cx="5784362" cy="44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55560" y="110315"/>
            <a:ext cx="5629793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Choose whether to add Anaconda to your PATH environment variable. We recommend not adding Anaconda to the PATH environment variable, since this can interfere with other software. </a:t>
            </a:r>
          </a:p>
          <a:p>
            <a:endParaRPr lang="en-IN" sz="2400" dirty="0"/>
          </a:p>
          <a:p>
            <a:r>
              <a:rPr lang="en-IN" sz="2400" dirty="0"/>
              <a:t>Instead, use Anaconda software by opening Anaconda Navigator or the Anaconda Prompt from the Start Menu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290814" y="3387969"/>
            <a:ext cx="1765371" cy="940191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691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../../../_images/vscode-inst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08" y="375137"/>
            <a:ext cx="7659038" cy="595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72208" y="3617843"/>
            <a:ext cx="6569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Be patient.  This step takes awhile</a:t>
            </a:r>
          </a:p>
        </p:txBody>
      </p:sp>
    </p:spTree>
    <p:extLst>
      <p:ext uri="{BB962C8B-B14F-4D97-AF65-F5344CB8AC3E}">
        <p14:creationId xmlns:p14="http://schemas.microsoft.com/office/powerpoint/2010/main" val="152707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00" y="176841"/>
            <a:ext cx="8321040" cy="65043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2208" y="3617843"/>
            <a:ext cx="6569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Be patient.  This step takes awhile</a:t>
            </a:r>
          </a:p>
        </p:txBody>
      </p:sp>
    </p:spTree>
    <p:extLst>
      <p:ext uri="{BB962C8B-B14F-4D97-AF65-F5344CB8AC3E}">
        <p14:creationId xmlns:p14="http://schemas.microsoft.com/office/powerpoint/2010/main" val="4096964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../../../_images/anaconda-install-w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08" y="468924"/>
            <a:ext cx="6422734" cy="499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72208" y="3941008"/>
            <a:ext cx="6569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Be patient.  This step takes awhile</a:t>
            </a:r>
          </a:p>
        </p:txBody>
      </p:sp>
    </p:spTree>
    <p:extLst>
      <p:ext uri="{BB962C8B-B14F-4D97-AF65-F5344CB8AC3E}">
        <p14:creationId xmlns:p14="http://schemas.microsoft.com/office/powerpoint/2010/main" val="2766616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Anaconda Navigator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your install is complete, verify it by opening Anaconda Navigator, a program that is included with Anaconda: from your Windows Start menu, select the shortcut Anaconda Navigator. If Navigator opens, you have successfully installed Anaconda. If not, check that you completed each step above</a:t>
            </a:r>
          </a:p>
        </p:txBody>
      </p:sp>
    </p:spTree>
    <p:extLst>
      <p:ext uri="{BB962C8B-B14F-4D97-AF65-F5344CB8AC3E}">
        <p14:creationId xmlns:p14="http://schemas.microsoft.com/office/powerpoint/2010/main" val="3938943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Anaconda Navigator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106" y="1825625"/>
            <a:ext cx="3503788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52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125"/>
            <a:ext cx="9144000" cy="514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261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" y="619760"/>
            <a:ext cx="856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run, open Anaconda Navigator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276" y="576272"/>
            <a:ext cx="3555009" cy="5486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615594"/>
            <a:ext cx="4206240" cy="47489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2909" y="5388535"/>
            <a:ext cx="239669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Click to launch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034013" y="5794409"/>
            <a:ext cx="798896" cy="19251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44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1F893A-EA37-4EE2-A85B-FA404E82F637}"/>
              </a:ext>
            </a:extLst>
          </p:cNvPr>
          <p:cNvSpPr/>
          <p:nvPr/>
        </p:nvSpPr>
        <p:spPr>
          <a:xfrm>
            <a:off x="3102142" y="3244334"/>
            <a:ext cx="2939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settings -&gt;apps-&gt;default apps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A1D6C-E728-4F88-B670-F062A2C7CF2B}"/>
              </a:ext>
            </a:extLst>
          </p:cNvPr>
          <p:cNvSpPr txBox="1"/>
          <p:nvPr/>
        </p:nvSpPr>
        <p:spPr>
          <a:xfrm>
            <a:off x="243840" y="619760"/>
            <a:ext cx="85648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</a:t>
            </a:r>
            <a:r>
              <a:rPr lang="en-US" sz="2400" dirty="0" err="1"/>
              <a:t>Jupyter</a:t>
            </a:r>
            <a:r>
              <a:rPr lang="en-US" sz="2400" dirty="0"/>
              <a:t> opens in Internet Explorer (IE):</a:t>
            </a:r>
          </a:p>
          <a:p>
            <a:endParaRPr lang="en-US" sz="2400" dirty="0"/>
          </a:p>
          <a:p>
            <a:r>
              <a:rPr lang="en-US" sz="2400" dirty="0"/>
              <a:t>To change the default browser when, </a:t>
            </a:r>
          </a:p>
          <a:p>
            <a:r>
              <a:rPr lang="en-US" sz="2400" dirty="0"/>
              <a:t>open Anaconda Navigator,</a:t>
            </a:r>
          </a:p>
          <a:p>
            <a:r>
              <a:rPr lang="en-US" sz="2400" dirty="0"/>
              <a:t>Launch </a:t>
            </a:r>
            <a:r>
              <a:rPr lang="en-US" sz="2400" dirty="0" err="1"/>
              <a:t>Jupyther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6CF03-675A-40D0-84CB-DAA374E71AFA}"/>
              </a:ext>
            </a:extLst>
          </p:cNvPr>
          <p:cNvSpPr txBox="1"/>
          <p:nvPr/>
        </p:nvSpPr>
        <p:spPr>
          <a:xfrm>
            <a:off x="243840" y="2782669"/>
            <a:ext cx="856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 you laptop click 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95D7E-8BCC-4B4E-A55F-5EE4F54872FF}"/>
              </a:ext>
            </a:extLst>
          </p:cNvPr>
          <p:cNvSpPr txBox="1"/>
          <p:nvPr/>
        </p:nvSpPr>
        <p:spPr>
          <a:xfrm>
            <a:off x="289560" y="4143668"/>
            <a:ext cx="856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the default browser to Chrome</a:t>
            </a:r>
          </a:p>
        </p:txBody>
      </p:sp>
    </p:spTree>
    <p:extLst>
      <p:ext uri="{BB962C8B-B14F-4D97-AF65-F5344CB8AC3E}">
        <p14:creationId xmlns:p14="http://schemas.microsoft.com/office/powerpoint/2010/main" val="3528780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387CE-675B-418E-87C8-A72B7203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57187"/>
            <a:ext cx="78676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4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F8E4-12A4-49E6-841B-B4D6CDC88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Change file path for </a:t>
            </a:r>
            <a:r>
              <a:rPr lang="en-IN" dirty="0" err="1"/>
              <a:t>jupyter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10EA0-7FB5-4E12-B4F3-CD0C5A4B2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8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22053"/>
          </a:xfrm>
        </p:spPr>
        <p:txBody>
          <a:bodyPr>
            <a:normAutofit/>
          </a:bodyPr>
          <a:lstStyle/>
          <a:p>
            <a:r>
              <a:rPr lang="en-IN" sz="2400" dirty="0"/>
              <a:t>To change the file path for jupyther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43029"/>
            <a:ext cx="7886700" cy="1641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Check path for config file. (First time users will not have jupyter_notebook_config.py, So we have to Generate the File.)</a:t>
            </a:r>
          </a:p>
          <a:p>
            <a:r>
              <a:rPr lang="en-IN" sz="2000" dirty="0"/>
              <a:t>C:\Users\HP\.jupyter</a:t>
            </a:r>
          </a:p>
          <a:p>
            <a:r>
              <a:rPr lang="en-IN" sz="2000" dirty="0"/>
              <a:t>jupyter_notebook_config.py</a:t>
            </a:r>
          </a:p>
          <a:p>
            <a:pPr marL="0" indent="0">
              <a:buNone/>
            </a:pPr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118D2-1B05-4D91-A0DA-328503DE0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139836"/>
            <a:ext cx="7888908" cy="30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755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926F2A-B494-4CF5-8723-02F9FBDA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3" y="1446304"/>
            <a:ext cx="8126234" cy="39653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4FA820-EEEF-4FE4-9530-C3CBD6BA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59" y="0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To generate, config file jupyter_notebook_config.py</a:t>
            </a:r>
          </a:p>
        </p:txBody>
      </p:sp>
    </p:spTree>
    <p:extLst>
      <p:ext uri="{BB962C8B-B14F-4D97-AF65-F5344CB8AC3E}">
        <p14:creationId xmlns:p14="http://schemas.microsoft.com/office/powerpoint/2010/main" val="1143984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10AD-3ADE-4CC9-9EBB-200ECA06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To generate, config file jupyter_notebook_config.py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725029-B1F8-4974-8FED-0766A4E5A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3724298"/>
            <a:ext cx="687476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404040"/>
                </a:solidFill>
                <a:latin typeface="SFMono-Regular"/>
              </a:rPr>
              <a:t>&gt;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jupyter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notebook --generate-config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BEC56-B6B7-4A40-A4AC-583A7049587C}"/>
              </a:ext>
            </a:extLst>
          </p:cNvPr>
          <p:cNvSpPr txBox="1"/>
          <p:nvPr/>
        </p:nvSpPr>
        <p:spPr>
          <a:xfrm>
            <a:off x="540688" y="1933373"/>
            <a:ext cx="5995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 path for config file. (First time users will not have jupyter_notebook_config.py, so we have to Generate the File.)</a:t>
            </a:r>
          </a:p>
          <a:p>
            <a:endParaRPr lang="en-IN" dirty="0"/>
          </a:p>
          <a:p>
            <a:r>
              <a:rPr lang="en-IN" dirty="0"/>
              <a:t>C:\Users\HP\.jupyter</a:t>
            </a:r>
          </a:p>
          <a:p>
            <a:r>
              <a:rPr lang="en-IN" dirty="0"/>
              <a:t>Open the terminal and run the following code to generate the config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F2039-D8A6-4484-BA4D-FA0E0992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" y="4554273"/>
            <a:ext cx="9144000" cy="162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86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25420"/>
          </a:xfrm>
        </p:spPr>
        <p:txBody>
          <a:bodyPr>
            <a:normAutofit/>
          </a:bodyPr>
          <a:lstStyle/>
          <a:p>
            <a:r>
              <a:rPr lang="en-IN" sz="2800" dirty="0"/>
              <a:t>To change the file path for jupyther- add file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56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Make changes to the jupyter_notebook_config.py file: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C:\Users\HP\.jupyter</a:t>
            </a:r>
          </a:p>
          <a:p>
            <a:r>
              <a:rPr lang="en-IN" dirty="0"/>
              <a:t>jupyter_notebook_config.py</a:t>
            </a:r>
          </a:p>
          <a:p>
            <a:r>
              <a:rPr lang="en-IN" dirty="0"/>
              <a:t>Add the file path:</a:t>
            </a:r>
          </a:p>
          <a:p>
            <a:pPr marL="0" indent="0">
              <a:buNone/>
            </a:pPr>
            <a:r>
              <a:rPr lang="en-IN" dirty="0"/>
              <a:t>## The directory to use for notebooks and kernels.</a:t>
            </a:r>
          </a:p>
          <a:p>
            <a:pPr marL="0" indent="0">
              <a:buNone/>
            </a:pPr>
            <a:r>
              <a:rPr lang="en-IN" dirty="0" err="1"/>
              <a:t>c.NotebookApp.notebook_dir</a:t>
            </a:r>
            <a:r>
              <a:rPr lang="en-IN" dirty="0"/>
              <a:t> = 'C:/25July2018/Analytics_Learning2018'</a:t>
            </a:r>
          </a:p>
          <a:p>
            <a:pPr marL="0" indent="0">
              <a:buNone/>
            </a:pP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435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9FE98-A06F-4E44-93DF-59F63AFE8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119"/>
            <a:ext cx="9144000" cy="37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55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change the file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C:\Users\HP\.jupyter</a:t>
            </a:r>
          </a:p>
          <a:p>
            <a:r>
              <a:rPr lang="en-IN" dirty="0"/>
              <a:t>## The directory to use for notebooks and kernels.</a:t>
            </a:r>
          </a:p>
          <a:p>
            <a:r>
              <a:rPr lang="en-IN" dirty="0"/>
              <a:t>#c.NotebookApp.notebook_dir = 'C:/25July2018/Analytics_Learning2018’</a:t>
            </a:r>
          </a:p>
          <a:p>
            <a:pPr marL="0" indent="0">
              <a:buNone/>
            </a:pPr>
            <a:r>
              <a:rPr lang="en-IN" dirty="0"/>
              <a:t>(“Note the file paths”)</a:t>
            </a:r>
          </a:p>
          <a:p>
            <a:r>
              <a:rPr lang="en-IN" dirty="0" err="1"/>
              <a:t>c.NotebookApp.notebook_dir</a:t>
            </a:r>
            <a:r>
              <a:rPr lang="en-IN" dirty="0"/>
              <a:t> = 'C:/25July2018/Analytics_Learning2018/</a:t>
            </a:r>
            <a:r>
              <a:rPr lang="en-IN" dirty="0" err="1"/>
              <a:t>ExcelRDemo</a:t>
            </a:r>
            <a:r>
              <a:rPr lang="en-IN" dirty="0"/>
              <a:t>/</a:t>
            </a:r>
            <a:r>
              <a:rPr lang="en-IN" dirty="0" err="1"/>
              <a:t>DeepLearningTutorial</a:t>
            </a:r>
            <a:r>
              <a:rPr lang="en-IN" dirty="0"/>
              <a:t>’</a:t>
            </a:r>
          </a:p>
          <a:p>
            <a:endParaRPr lang="en-IN" dirty="0"/>
          </a:p>
          <a:p>
            <a:r>
              <a:rPr lang="en-IN" dirty="0"/>
              <a:t>Uncomment the config file</a:t>
            </a:r>
          </a:p>
        </p:txBody>
      </p:sp>
    </p:spTree>
    <p:extLst>
      <p:ext uri="{BB962C8B-B14F-4D97-AF65-F5344CB8AC3E}">
        <p14:creationId xmlns:p14="http://schemas.microsoft.com/office/powerpoint/2010/main" val="220078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change the file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C:\Users\HP\.jupyter</a:t>
            </a:r>
          </a:p>
          <a:p>
            <a:r>
              <a:rPr lang="en-IN" dirty="0"/>
              <a:t>## The directory to use for notebooks and kernels.</a:t>
            </a:r>
          </a:p>
          <a:p>
            <a:endParaRPr lang="en-IN" dirty="0"/>
          </a:p>
          <a:p>
            <a:r>
              <a:rPr lang="en-IN" dirty="0" err="1"/>
              <a:t>c.NotebookApp.notebook_dir</a:t>
            </a:r>
            <a:r>
              <a:rPr lang="en-IN" dirty="0"/>
              <a:t> = 'C:\\25July2018\\Analytics_Learning2018\\</a:t>
            </a:r>
            <a:r>
              <a:rPr lang="en-IN" dirty="0" err="1"/>
              <a:t>ExcelRDemo</a:t>
            </a:r>
            <a:r>
              <a:rPr lang="en-IN" dirty="0"/>
              <a:t>\\</a:t>
            </a:r>
            <a:r>
              <a:rPr lang="en-IN" dirty="0" err="1"/>
              <a:t>DeepLearningTutorial</a:t>
            </a:r>
            <a:r>
              <a:rPr lang="en-IN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372725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How to use Jupyther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5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1004888"/>
            <a:ext cx="8086725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735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7" y="312285"/>
            <a:ext cx="51911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49" y="5260522"/>
            <a:ext cx="50673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923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93" y="2188156"/>
            <a:ext cx="8217808" cy="248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818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3" y="1919288"/>
            <a:ext cx="59721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192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871538"/>
            <a:ext cx="511492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3200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UnTyped</a:t>
            </a:r>
            <a:r>
              <a:rPr lang="en-IN" dirty="0"/>
              <a:t> Language -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 is a typed Language</a:t>
            </a:r>
          </a:p>
          <a:p>
            <a:pPr lvl="1">
              <a:buFontTx/>
              <a:buChar char="-"/>
            </a:pPr>
            <a:r>
              <a:rPr lang="en-IN" dirty="0"/>
              <a:t>Before assigning the integer has to be specified</a:t>
            </a:r>
          </a:p>
          <a:p>
            <a:pPr lvl="1">
              <a:buFontTx/>
              <a:buChar char="-"/>
            </a:pPr>
            <a:r>
              <a:rPr lang="en-IN" dirty="0" err="1"/>
              <a:t>Int</a:t>
            </a:r>
            <a:r>
              <a:rPr lang="en-IN" dirty="0"/>
              <a:t> a and then assign the values</a:t>
            </a:r>
          </a:p>
          <a:p>
            <a:pPr lvl="1">
              <a:buFontTx/>
              <a:buChar char="-"/>
            </a:pPr>
            <a:r>
              <a:rPr lang="en-IN" dirty="0"/>
              <a:t>I can hold only Values</a:t>
            </a:r>
          </a:p>
          <a:p>
            <a:r>
              <a:rPr lang="en-IN" dirty="0"/>
              <a:t>Python is </a:t>
            </a:r>
            <a:r>
              <a:rPr lang="en-IN" dirty="0" err="1"/>
              <a:t>untyped</a:t>
            </a:r>
            <a:r>
              <a:rPr lang="en-IN" dirty="0"/>
              <a:t> Language</a:t>
            </a:r>
          </a:p>
          <a:p>
            <a:pPr lvl="1">
              <a:buFontTx/>
              <a:buChar char="-"/>
            </a:pPr>
            <a:r>
              <a:rPr lang="en-IN" dirty="0"/>
              <a:t>Before assigning the integer need not be  specified</a:t>
            </a:r>
          </a:p>
          <a:p>
            <a:pPr lvl="1">
              <a:buFontTx/>
              <a:buChar char="-"/>
            </a:pPr>
            <a:r>
              <a:rPr lang="en-IN" dirty="0"/>
              <a:t>Directly assign </a:t>
            </a:r>
            <a:r>
              <a:rPr lang="en-IN"/>
              <a:t>the values</a:t>
            </a:r>
          </a:p>
          <a:p>
            <a:pPr lvl="1">
              <a:buFontTx/>
              <a:buChar char="-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510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Another way to access keyboard shortcuts, Ctrl + Shift + P Windows)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" b="4529"/>
          <a:stretch/>
        </p:blipFill>
        <p:spPr bwMode="auto">
          <a:xfrm>
            <a:off x="702255" y="2002971"/>
            <a:ext cx="7739489" cy="397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179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47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os.getcwd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03381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 notebook to .</a:t>
            </a:r>
            <a:r>
              <a:rPr lang="en-IN" dirty="0" err="1"/>
              <a:t>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jupyter</a:t>
            </a:r>
            <a:r>
              <a:rPr lang="en-IN" dirty="0"/>
              <a:t> </a:t>
            </a:r>
            <a:r>
              <a:rPr lang="en-IN" dirty="0" err="1"/>
              <a:t>nbconvert</a:t>
            </a:r>
            <a:r>
              <a:rPr lang="en-IN" dirty="0"/>
              <a:t> --to script [YOUR_NOTEBOOK].</a:t>
            </a:r>
            <a:r>
              <a:rPr lang="en-IN" dirty="0" err="1"/>
              <a:t>ipynb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jupyter</a:t>
            </a:r>
            <a:r>
              <a:rPr lang="en-IN" dirty="0"/>
              <a:t> </a:t>
            </a:r>
            <a:r>
              <a:rPr lang="en-IN" dirty="0" err="1"/>
              <a:t>nbconvert</a:t>
            </a:r>
            <a:r>
              <a:rPr lang="en-IN" dirty="0"/>
              <a:t> --execute --to pdf </a:t>
            </a:r>
            <a:r>
              <a:rPr lang="en-IN" dirty="0" err="1"/>
              <a:t>notebook.ipynb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65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7542</TotalTime>
  <Words>722</Words>
  <Application>Microsoft Office PowerPoint</Application>
  <PresentationFormat>On-screen Show (4:3)</PresentationFormat>
  <Paragraphs>85</Paragraphs>
  <Slides>38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SFMono-Regular</vt:lpstr>
      <vt:lpstr>Office Theme</vt:lpstr>
      <vt:lpstr>Anaconda Set Up</vt:lpstr>
      <vt:lpstr>About Anaconda</vt:lpstr>
      <vt:lpstr>Download Anaconda</vt:lpstr>
      <vt:lpstr>Anaconda Help </vt:lpstr>
      <vt:lpstr>Download Anaconda Distribution</vt:lpstr>
      <vt:lpstr>Software's in Anaconda</vt:lpstr>
      <vt:lpstr>PowerPoint Presentation</vt:lpstr>
      <vt:lpstr>PowerPoint Presentation</vt:lpstr>
      <vt:lpstr>Installation Steps</vt:lpstr>
      <vt:lpstr>PowerPoint Presentation</vt:lpstr>
      <vt:lpstr>PowerPoint Presentation</vt:lpstr>
      <vt:lpstr>PowerPoint Presentation</vt:lpstr>
      <vt:lpstr>PowerPoint Presentation</vt:lpstr>
      <vt:lpstr>Starting Anaconda Navigator</vt:lpstr>
      <vt:lpstr>Starting Anaconda Navigator</vt:lpstr>
      <vt:lpstr>PowerPoint Presentation</vt:lpstr>
      <vt:lpstr>PowerPoint Presentation</vt:lpstr>
      <vt:lpstr>PowerPoint Presentation</vt:lpstr>
      <vt:lpstr>PowerPoint Presentation</vt:lpstr>
      <vt:lpstr>Change file path for jupyter</vt:lpstr>
      <vt:lpstr>To change the file path for jupyther</vt:lpstr>
      <vt:lpstr>To generate, config file jupyter_notebook_config.py</vt:lpstr>
      <vt:lpstr>To generate, config file jupyter_notebook_config.py</vt:lpstr>
      <vt:lpstr>To change the file path for jupyther- add file path</vt:lpstr>
      <vt:lpstr>PowerPoint Presentation</vt:lpstr>
      <vt:lpstr>To change the file path</vt:lpstr>
      <vt:lpstr>To change the file path</vt:lpstr>
      <vt:lpstr>How to use Jupyther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UnTyped Language - Python</vt:lpstr>
      <vt:lpstr>Another way to access keyboard shortcuts, Ctrl + Shift + P Windows)</vt:lpstr>
      <vt:lpstr>End</vt:lpstr>
      <vt:lpstr>PowerPoint Presentation</vt:lpstr>
      <vt:lpstr>Convert notebook to .py</vt:lpstr>
    </vt:vector>
  </TitlesOfParts>
  <Company>University of Iowa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Darcy, Isabel K</dc:creator>
  <cp:lastModifiedBy>Arun kumar Nair</cp:lastModifiedBy>
  <cp:revision>60</cp:revision>
  <dcterms:created xsi:type="dcterms:W3CDTF">2018-02-06T21:43:29Z</dcterms:created>
  <dcterms:modified xsi:type="dcterms:W3CDTF">2021-06-19T04:34:43Z</dcterms:modified>
</cp:coreProperties>
</file>