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0" r:id="rId5"/>
    <p:sldId id="257" r:id="rId6"/>
    <p:sldId id="259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3FF9-76E2-4906-888C-670EDDA4C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8BE5C-38EE-43DD-9795-6F015E2EE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C6EB-33F3-4311-BA8B-4B1447DF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DE634-900B-43F3-8AEB-B93D1C9F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2D8EB-2DC5-408A-A126-AF55AA9A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0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278D-D889-45C9-9366-D7F94812F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696AC-96C6-4F88-968A-30CFF846F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95CE8-D5F7-49BB-A308-0FCEE306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20FC-12E6-41D4-B8C9-8FEF95DC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9DE4-AF61-4502-A507-51B48704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918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1036-FEF1-4839-8EA1-6DFBACFC7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7E4EE-4E1C-4D51-9768-58D608B5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182EA-5F10-4DC9-9F53-7F7DC658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7050E-6A82-40E6-B8EB-7779D039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8EA5-A7E3-4EED-BB54-1DA1B4DB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80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6BB0-5DFE-462F-9E76-B71F991B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D9C7-0999-4C2B-9038-50E1D3A23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5264E-398E-4FF7-9859-DEF0E21FB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65E44-D0E7-4329-A7A8-C558BD52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837A-AC46-473C-8E8C-62C0DD83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F103D-A502-4EA4-9E61-D5D88A1F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17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3248-718D-4315-8236-F06B1AC2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07C53-663B-4B6E-84AC-D77E0171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36400-A2B8-4CB2-B545-C3C216A9D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3777F-D573-42A7-9D2A-6129764E5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29477-C95E-4F29-815D-7D864F91F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F5242-2533-4145-A6C5-A7F9B801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F9501-0987-4EB3-A475-EEF29F37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323EA-7BC0-42C4-81D5-9923CC3A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01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1E40-D442-49C4-AD54-EABA9B49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728EF-F001-476F-94F1-9DF7E6A7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6578E-68AA-4B0C-8215-F4D373E8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B9E61-C73C-456D-845F-1E7D9B878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41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62F89-C870-4DCE-A45C-BD18B6BC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A2D7F-26C7-4894-AE9E-1AD2E3959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094AC-9605-4526-95B0-4697D53A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4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B96C-6270-4204-A33F-7EB9DAF5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5E6B-9927-4282-A885-085B8C27E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08437-28B3-43C4-A57E-FF76361D0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8436-BEBC-49BE-AF24-0C3E5689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F2832-C75C-427D-B43C-54E3B437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6DA14-5357-47D0-9549-5F7941BF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95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432E-BF3B-43DE-9C09-F1B04DC71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0AEA4-D230-40E6-8546-6737117EF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82A7F-9571-41E5-85AB-602F1626F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C7020-2AFC-45E5-ACFD-2632101C4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C92E3-8596-4AFA-9487-81E9AF4DC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B618F-CCC7-4F51-9170-B9B02860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8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1F65-ECA9-416E-BECE-E7090D1E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3BB79-DD84-4CB8-BE94-4A1E3928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59DE2-CFBB-4105-B93D-F15C25E5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D676-1699-4E87-80B6-7F9BB3BB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DFE47-D81E-4EE6-A5D6-1E94B8D9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26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E646B5-7292-41E3-BC38-DA14F05CC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11004-E83F-45B7-9A1A-86A25C0AF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C506-51A9-4DAE-A90E-D054D764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F33D2-BD98-4CEE-9670-53B33AA6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4699-ACCB-49C6-9A6D-A0FDB559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80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9AD90-2E04-4794-B592-8834D19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2169-416E-4F53-9B77-29099BE70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A955F-8329-4262-9999-5C8E23502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614CA-E9BC-461C-9621-32D4F60A06E8}" type="datetimeFigureOut">
              <a:rPr lang="en-IN" smtClean="0"/>
              <a:t>01-07-2020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E9AA2-1004-4D3F-BFA7-DC2535637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F3B3-A9E2-4A56-AE2D-A86D0ED84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D674A-7C15-404A-A312-5E8F64B36C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73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DDBE-DEC5-48BA-A71F-2DDB4875F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Mutable vs Immutable</a:t>
            </a:r>
            <a:br>
              <a:rPr lang="en-IN" dirty="0"/>
            </a:br>
            <a:r>
              <a:rPr lang="en-IN" dirty="0"/>
              <a:t>list vs </a:t>
            </a:r>
            <a:r>
              <a:rPr lang="en-IN" dirty="0" err="1"/>
              <a:t>tupule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6435D-786E-448C-BCAF-15162B5C1C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0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29206-1F80-4927-8ECB-DDCF0DCCE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217" y="837975"/>
            <a:ext cx="9193565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C4C-A8D3-44EB-9041-C37ED9F4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tupule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21C54-7E76-4EEB-BA46-E706F47A5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496"/>
          <a:stretch/>
        </p:blipFill>
        <p:spPr>
          <a:xfrm>
            <a:off x="3404383" y="2085419"/>
            <a:ext cx="2927880" cy="3438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B28F6A-D993-46DB-A660-E87DE4AD3DC8}"/>
              </a:ext>
            </a:extLst>
          </p:cNvPr>
          <p:cNvSpPr txBox="1"/>
          <p:nvPr/>
        </p:nvSpPr>
        <p:spPr>
          <a:xfrm>
            <a:off x="3098800" y="1027906"/>
            <a:ext cx="353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(“apples”, “bananas”, “oranges”)</a:t>
            </a:r>
          </a:p>
        </p:txBody>
      </p:sp>
    </p:spTree>
    <p:extLst>
      <p:ext uri="{BB962C8B-B14F-4D97-AF65-F5344CB8AC3E}">
        <p14:creationId xmlns:p14="http://schemas.microsoft.com/office/powerpoint/2010/main" val="143773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C4C-A8D3-44EB-9041-C37ED9F4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tupule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21C54-7E76-4EEB-BA46-E706F47A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87" y="1709737"/>
            <a:ext cx="6296025" cy="3438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C7D9DC-CE52-42F4-A337-9B6603CBE2C6}"/>
              </a:ext>
            </a:extLst>
          </p:cNvPr>
          <p:cNvSpPr txBox="1"/>
          <p:nvPr/>
        </p:nvSpPr>
        <p:spPr>
          <a:xfrm>
            <a:off x="3098800" y="1027906"/>
            <a:ext cx="353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(“apples”, “bananas”, “oranges”)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C6B33-FCD5-4FEC-9CA2-22B0683E7C7A}"/>
              </a:ext>
            </a:extLst>
          </p:cNvPr>
          <p:cNvSpPr txBox="1"/>
          <p:nvPr/>
        </p:nvSpPr>
        <p:spPr>
          <a:xfrm>
            <a:off x="7061200" y="1027906"/>
            <a:ext cx="35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(“berries”, “bananas”, “oranges”)</a:t>
            </a:r>
          </a:p>
        </p:txBody>
      </p:sp>
    </p:spTree>
    <p:extLst>
      <p:ext uri="{BB962C8B-B14F-4D97-AF65-F5344CB8AC3E}">
        <p14:creationId xmlns:p14="http://schemas.microsoft.com/office/powerpoint/2010/main" val="150456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C4C-A8D3-44EB-9041-C37ED9F4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D3F976-8C16-4FDF-AE43-FC9AD79EB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987" y="2853531"/>
            <a:ext cx="4772025" cy="2295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49BED-753A-4A15-B117-BAF4627E1708}"/>
              </a:ext>
            </a:extLst>
          </p:cNvPr>
          <p:cNvSpPr txBox="1"/>
          <p:nvPr/>
        </p:nvSpPr>
        <p:spPr>
          <a:xfrm>
            <a:off x="2531533" y="2438400"/>
            <a:ext cx="353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[“apples”, “bananas”, “oranges”]</a:t>
            </a:r>
          </a:p>
        </p:txBody>
      </p:sp>
    </p:spTree>
    <p:extLst>
      <p:ext uri="{BB962C8B-B14F-4D97-AF65-F5344CB8AC3E}">
        <p14:creationId xmlns:p14="http://schemas.microsoft.com/office/powerpoint/2010/main" val="301521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DC4C-A8D3-44EB-9041-C37ED9F4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2B1398-B51E-41BD-A6C5-6E1EB3ADD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758" y="2940579"/>
            <a:ext cx="645795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443D8-6A03-4AF3-A0FA-FDF0C61DA12C}"/>
              </a:ext>
            </a:extLst>
          </p:cNvPr>
          <p:cNvSpPr txBox="1"/>
          <p:nvPr/>
        </p:nvSpPr>
        <p:spPr>
          <a:xfrm>
            <a:off x="2571425" y="2320158"/>
            <a:ext cx="353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[“apples”, “bananas”, “oranges”]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DE913-D50F-4DC5-B0DE-FBA14C65553E}"/>
              </a:ext>
            </a:extLst>
          </p:cNvPr>
          <p:cNvSpPr txBox="1"/>
          <p:nvPr/>
        </p:nvSpPr>
        <p:spPr>
          <a:xfrm>
            <a:off x="6883399" y="2320158"/>
            <a:ext cx="358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= [“berries”, “bananas”, “oranges”]</a:t>
            </a:r>
          </a:p>
        </p:txBody>
      </p:sp>
    </p:spTree>
    <p:extLst>
      <p:ext uri="{BB962C8B-B14F-4D97-AF65-F5344CB8AC3E}">
        <p14:creationId xmlns:p14="http://schemas.microsoft.com/office/powerpoint/2010/main" val="159704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BF3E-0EA5-478E-9880-0613C6A0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Mutable vs Immutable</a:t>
            </a:r>
          </a:p>
        </p:txBody>
      </p:sp>
    </p:spTree>
    <p:extLst>
      <p:ext uri="{BB962C8B-B14F-4D97-AF65-F5344CB8AC3E}">
        <p14:creationId xmlns:p14="http://schemas.microsoft.com/office/powerpoint/2010/main" val="220585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83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Mutable vs Immutable list vs tupule</vt:lpstr>
      <vt:lpstr>PowerPoint Presentation</vt:lpstr>
      <vt:lpstr>tupule</vt:lpstr>
      <vt:lpstr>tupule</vt:lpstr>
      <vt:lpstr>list</vt:lpstr>
      <vt:lpstr>list</vt:lpstr>
      <vt:lpstr>When to use Mutable vs Immutable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Arunkumar Nair</dc:creator>
  <cp:lastModifiedBy>Arunkumar Nair</cp:lastModifiedBy>
  <cp:revision>11</cp:revision>
  <dcterms:created xsi:type="dcterms:W3CDTF">2020-06-30T09:18:49Z</dcterms:created>
  <dcterms:modified xsi:type="dcterms:W3CDTF">2020-07-01T03:26:10Z</dcterms:modified>
</cp:coreProperties>
</file>