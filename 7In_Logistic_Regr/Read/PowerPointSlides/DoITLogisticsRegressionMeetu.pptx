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8" r:id="rId2"/>
    <p:sldId id="259" r:id="rId3"/>
    <p:sldId id="260" r:id="rId4"/>
    <p:sldId id="261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80" r:id="rId17"/>
    <p:sldId id="277" r:id="rId18"/>
    <p:sldId id="279" r:id="rId19"/>
    <p:sldId id="278" r:id="rId20"/>
    <p:sldId id="264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3" r:id="rId43"/>
    <p:sldId id="302" r:id="rId44"/>
    <p:sldId id="304" r:id="rId45"/>
    <p:sldId id="305" r:id="rId46"/>
    <p:sldId id="306" r:id="rId47"/>
    <p:sldId id="307" r:id="rId48"/>
    <p:sldId id="308" r:id="rId49"/>
    <p:sldId id="309" r:id="rId50"/>
    <p:sldId id="311" r:id="rId51"/>
    <p:sldId id="310" r:id="rId52"/>
    <p:sldId id="312" r:id="rId53"/>
    <p:sldId id="313" r:id="rId54"/>
    <p:sldId id="314" r:id="rId55"/>
    <p:sldId id="315" r:id="rId56"/>
    <p:sldId id="318" r:id="rId57"/>
    <p:sldId id="317" r:id="rId58"/>
    <p:sldId id="316" r:id="rId59"/>
    <p:sldId id="327" r:id="rId60"/>
    <p:sldId id="326" r:id="rId61"/>
    <p:sldId id="325" r:id="rId62"/>
    <p:sldId id="324" r:id="rId63"/>
    <p:sldId id="323" r:id="rId64"/>
    <p:sldId id="328" r:id="rId65"/>
    <p:sldId id="329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69929" autoAdjust="0"/>
  </p:normalViewPr>
  <p:slideViewPr>
    <p:cSldViewPr snapToGrid="0">
      <p:cViewPr>
        <p:scale>
          <a:sx n="81" d="100"/>
          <a:sy n="81" d="100"/>
        </p:scale>
        <p:origin x="-27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8C585-CBDE-4D72-9CE8-247A041DAA15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02B35-6B4A-4536-A3AC-C4A32B4C4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5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logistic-regression-for-dummies-a-detailed-explanation-9597f76edf46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towardsdatascience.com/understanding-logistic-regression-9b02c2aec102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>
                <a:hlinkClick r:id="rId3"/>
              </a:rPr>
              <a:t>Use this logistic</a:t>
            </a:r>
            <a:r>
              <a:rPr lang="en-IN" baseline="0" dirty="0" smtClean="0">
                <a:hlinkClick r:id="rId3"/>
              </a:rPr>
              <a:t> regression to create the </a:t>
            </a:r>
            <a:r>
              <a:rPr lang="en-IN" baseline="0" smtClean="0">
                <a:hlinkClick r:id="rId3"/>
              </a:rPr>
              <a:t>new slides</a:t>
            </a:r>
            <a:endParaRPr lang="en-IN" smtClean="0">
              <a:hlinkClick r:id="rId3"/>
            </a:endParaRPr>
          </a:p>
          <a:p>
            <a:r>
              <a:rPr lang="en-IN" dirty="0" smtClean="0">
                <a:hlinkClick r:id="rId3"/>
              </a:rPr>
              <a:t>https</a:t>
            </a:r>
            <a:r>
              <a:rPr lang="en-IN" dirty="0" smtClean="0">
                <a:hlinkClick r:id="rId3"/>
              </a:rPr>
              <a:t>://towardsdatascience.com/logistic-regression-for-dummies-a-detailed-explanation-9597f76edf46</a:t>
            </a:r>
            <a:endParaRPr lang="en-IN" dirty="0" smtClean="0"/>
          </a:p>
          <a:p>
            <a:r>
              <a:rPr lang="en-IN" dirty="0" smtClean="0">
                <a:hlinkClick r:id="rId4"/>
              </a:rPr>
              <a:t>https://towardsdatascience.com/understanding-logistic-regression-9b02c2aec102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3F5-F62B-4C75-927E-23DBCA25E4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314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Salary - Dependent and Years of Experience - Independent.  The dataset has two columns — number of years of work experience, and the salary for that experience. Our goal is to build a model which will learn on this dataset and will be able to predict the salary for a given number of years of experience.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3F5-F62B-4C75-927E-23DBCA25E45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226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Statistics: </a:t>
            </a:r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that branch of mathematics which deals with gathering, interpreting, and organizing the information or data.</a:t>
            </a:r>
            <a:endParaRPr lang="en-IN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 statistics</a:t>
            </a:r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uses the data to provide descriptions of the population, either through numerical calculations or graphs or tables.</a:t>
            </a:r>
          </a:p>
          <a:p>
            <a:r>
              <a:rPr lang="en-I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Inferential statistics</a:t>
            </a:r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makes inferences and predictions about a population based on a sample of data taken from the population in question.</a:t>
            </a:r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3F5-F62B-4C75-927E-23DBCA25E45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991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80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9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9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2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1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45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5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02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5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00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446" y="224447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=""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=""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53391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289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=""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=""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pic>
        <p:nvPicPr>
          <p:cNvPr id="2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999" y="1844881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=""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0800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=""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47142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385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D504D-0B73-4D80-B314-B67ADA58ED98}" type="datetimeFigureOut">
              <a:rPr lang="en-US" smtClean="0"/>
              <a:t>11/9/2019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7A6CC-E29E-4D47-9443-74056FC5B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3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image" Target="../media/image41.png"/><Relationship Id="rId1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llipaat.com/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3.png"/><Relationship Id="rId11" Type="http://schemas.openxmlformats.org/officeDocument/2006/relationships/image" Target="../media/image51.png"/><Relationship Id="rId5" Type="http://schemas.openxmlformats.org/officeDocument/2006/relationships/image" Target="../media/image72.pn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5.png"/><Relationship Id="rId26" Type="http://schemas.openxmlformats.org/officeDocument/2006/relationships/image" Target="../media/image103.png"/><Relationship Id="rId3" Type="http://schemas.openxmlformats.org/officeDocument/2006/relationships/image" Target="../media/image81.png"/><Relationship Id="rId21" Type="http://schemas.openxmlformats.org/officeDocument/2006/relationships/image" Target="../media/image98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50.png"/><Relationship Id="rId25" Type="http://schemas.openxmlformats.org/officeDocument/2006/relationships/image" Target="../media/image102.png"/><Relationship Id="rId2" Type="http://schemas.openxmlformats.org/officeDocument/2006/relationships/image" Target="../media/image78.png"/><Relationship Id="rId16" Type="http://schemas.openxmlformats.org/officeDocument/2006/relationships/image" Target="../media/image94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24" Type="http://schemas.openxmlformats.org/officeDocument/2006/relationships/image" Target="../media/image101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0.png"/><Relationship Id="rId10" Type="http://schemas.openxmlformats.org/officeDocument/2006/relationships/image" Target="../media/image88.png"/><Relationship Id="rId19" Type="http://schemas.openxmlformats.org/officeDocument/2006/relationships/image" Target="../media/image96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Relationship Id="rId22" Type="http://schemas.openxmlformats.org/officeDocument/2006/relationships/image" Target="../media/image9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104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11" Type="http://schemas.openxmlformats.org/officeDocument/2006/relationships/image" Target="../media/image50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10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07.png"/><Relationship Id="rId7" Type="http://schemas.openxmlformats.org/officeDocument/2006/relationships/image" Target="../media/image98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9" Type="http://schemas.openxmlformats.org/officeDocument/2006/relationships/image" Target="../media/image9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07.png"/><Relationship Id="rId7" Type="http://schemas.openxmlformats.org/officeDocument/2006/relationships/image" Target="../media/image98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10" Type="http://schemas.openxmlformats.org/officeDocument/2006/relationships/image" Target="../media/image111.png"/><Relationship Id="rId4" Type="http://schemas.openxmlformats.org/officeDocument/2006/relationships/image" Target="../media/image108.png"/><Relationship Id="rId9" Type="http://schemas.openxmlformats.org/officeDocument/2006/relationships/image" Target="../media/image9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07.png"/><Relationship Id="rId7" Type="http://schemas.openxmlformats.org/officeDocument/2006/relationships/image" Target="../media/image98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0.png"/><Relationship Id="rId11" Type="http://schemas.openxmlformats.org/officeDocument/2006/relationships/image" Target="../media/image112.png"/><Relationship Id="rId5" Type="http://schemas.openxmlformats.org/officeDocument/2006/relationships/image" Target="../media/image109.png"/><Relationship Id="rId10" Type="http://schemas.openxmlformats.org/officeDocument/2006/relationships/image" Target="../media/image111.png"/><Relationship Id="rId4" Type="http://schemas.openxmlformats.org/officeDocument/2006/relationships/image" Target="../media/image108.png"/><Relationship Id="rId9" Type="http://schemas.openxmlformats.org/officeDocument/2006/relationships/image" Target="../media/image9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7.png"/><Relationship Id="rId7" Type="http://schemas.openxmlformats.org/officeDocument/2006/relationships/image" Target="../media/image114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3.png"/><Relationship Id="rId5" Type="http://schemas.openxmlformats.org/officeDocument/2006/relationships/image" Target="../media/image109.png"/><Relationship Id="rId10" Type="http://schemas.openxmlformats.org/officeDocument/2006/relationships/image" Target="../media/image98.png"/><Relationship Id="rId4" Type="http://schemas.openxmlformats.org/officeDocument/2006/relationships/image" Target="../media/image108.png"/><Relationship Id="rId9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5.png"/><Relationship Id="rId7" Type="http://schemas.openxmlformats.org/officeDocument/2006/relationships/image" Target="../media/image118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98.png"/><Relationship Id="rId9" Type="http://schemas.openxmlformats.org/officeDocument/2006/relationships/image" Target="../media/image1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4.png"/><Relationship Id="rId7" Type="http://schemas.openxmlformats.org/officeDocument/2006/relationships/image" Target="../media/image125.png"/><Relationship Id="rId12" Type="http://schemas.openxmlformats.org/officeDocument/2006/relationships/image" Target="../media/image117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11" Type="http://schemas.openxmlformats.org/officeDocument/2006/relationships/image" Target="../media/image115.png"/><Relationship Id="rId5" Type="http://schemas.openxmlformats.org/officeDocument/2006/relationships/image" Target="../media/image98.png"/><Relationship Id="rId10" Type="http://schemas.openxmlformats.org/officeDocument/2006/relationships/image" Target="../media/image128.png"/><Relationship Id="rId4" Type="http://schemas.openxmlformats.org/officeDocument/2006/relationships/image" Target="../media/image97.png"/><Relationship Id="rId9" Type="http://schemas.openxmlformats.org/officeDocument/2006/relationships/image" Target="../media/image12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4.png"/><Relationship Id="rId7" Type="http://schemas.openxmlformats.org/officeDocument/2006/relationships/image" Target="../media/image125.png"/><Relationship Id="rId12" Type="http://schemas.openxmlformats.org/officeDocument/2006/relationships/image" Target="../media/image117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11" Type="http://schemas.openxmlformats.org/officeDocument/2006/relationships/image" Target="../media/image115.png"/><Relationship Id="rId5" Type="http://schemas.openxmlformats.org/officeDocument/2006/relationships/image" Target="../media/image98.png"/><Relationship Id="rId10" Type="http://schemas.openxmlformats.org/officeDocument/2006/relationships/image" Target="../media/image128.png"/><Relationship Id="rId4" Type="http://schemas.openxmlformats.org/officeDocument/2006/relationships/image" Target="../media/image97.png"/><Relationship Id="rId9" Type="http://schemas.openxmlformats.org/officeDocument/2006/relationships/image" Target="../media/image12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12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7.png"/><Relationship Id="rId11" Type="http://schemas.openxmlformats.org/officeDocument/2006/relationships/image" Target="../media/image132.png"/><Relationship Id="rId5" Type="http://schemas.openxmlformats.org/officeDocument/2006/relationships/image" Target="../media/image116.png"/><Relationship Id="rId10" Type="http://schemas.openxmlformats.org/officeDocument/2006/relationships/image" Target="../media/image131.png"/><Relationship Id="rId4" Type="http://schemas.openxmlformats.org/officeDocument/2006/relationships/image" Target="../media/image98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36.png"/><Relationship Id="rId7" Type="http://schemas.openxmlformats.org/officeDocument/2006/relationships/image" Target="../media/image84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139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138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11" Type="http://schemas.openxmlformats.org/officeDocument/2006/relationships/image" Target="../media/image137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14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49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11" Type="http://schemas.openxmlformats.org/officeDocument/2006/relationships/image" Target="../media/image140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42.png"/><Relationship Id="rId7" Type="http://schemas.openxmlformats.org/officeDocument/2006/relationships/image" Target="../media/image117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11" Type="http://schemas.openxmlformats.org/officeDocument/2006/relationships/image" Target="../media/image98.png"/><Relationship Id="rId5" Type="http://schemas.openxmlformats.org/officeDocument/2006/relationships/image" Target="../media/image115.png"/><Relationship Id="rId10" Type="http://schemas.openxmlformats.org/officeDocument/2006/relationships/image" Target="../media/image122.png"/><Relationship Id="rId4" Type="http://schemas.openxmlformats.org/officeDocument/2006/relationships/image" Target="../media/image111.png"/><Relationship Id="rId9" Type="http://schemas.openxmlformats.org/officeDocument/2006/relationships/image" Target="../media/image12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11.png"/><Relationship Id="rId7" Type="http://schemas.openxmlformats.org/officeDocument/2006/relationships/image" Target="../media/image98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45.png"/><Relationship Id="rId7" Type="http://schemas.openxmlformats.org/officeDocument/2006/relationships/image" Target="../media/image117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11" Type="http://schemas.openxmlformats.org/officeDocument/2006/relationships/image" Target="../media/image146.png"/><Relationship Id="rId5" Type="http://schemas.openxmlformats.org/officeDocument/2006/relationships/image" Target="../media/image115.png"/><Relationship Id="rId10" Type="http://schemas.openxmlformats.org/officeDocument/2006/relationships/image" Target="../media/image98.png"/><Relationship Id="rId4" Type="http://schemas.openxmlformats.org/officeDocument/2006/relationships/image" Target="../media/image124.png"/><Relationship Id="rId9" Type="http://schemas.openxmlformats.org/officeDocument/2006/relationships/image" Target="../media/image9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3.png"/><Relationship Id="rId7" Type="http://schemas.openxmlformats.org/officeDocument/2006/relationships/image" Target="../media/image98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10" Type="http://schemas.openxmlformats.org/officeDocument/2006/relationships/image" Target="../media/image148.png"/><Relationship Id="rId4" Type="http://schemas.openxmlformats.org/officeDocument/2006/relationships/image" Target="../media/image111.png"/><Relationship Id="rId9" Type="http://schemas.openxmlformats.org/officeDocument/2006/relationships/image" Target="../media/image9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9.png"/><Relationship Id="rId7" Type="http://schemas.openxmlformats.org/officeDocument/2006/relationships/image" Target="../media/image117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11" Type="http://schemas.openxmlformats.org/officeDocument/2006/relationships/image" Target="../media/image98.png"/><Relationship Id="rId5" Type="http://schemas.openxmlformats.org/officeDocument/2006/relationships/image" Target="../media/image115.png"/><Relationship Id="rId10" Type="http://schemas.openxmlformats.org/officeDocument/2006/relationships/image" Target="../media/image148.png"/><Relationship Id="rId4" Type="http://schemas.openxmlformats.org/officeDocument/2006/relationships/image" Target="../media/image119.png"/><Relationship Id="rId9" Type="http://schemas.openxmlformats.org/officeDocument/2006/relationships/image" Target="../media/image9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97.png"/><Relationship Id="rId7" Type="http://schemas.openxmlformats.org/officeDocument/2006/relationships/image" Target="../media/image117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8.png"/><Relationship Id="rId11" Type="http://schemas.openxmlformats.org/officeDocument/2006/relationships/image" Target="../media/image128.png"/><Relationship Id="rId5" Type="http://schemas.openxmlformats.org/officeDocument/2006/relationships/image" Target="../media/image116.png"/><Relationship Id="rId10" Type="http://schemas.openxmlformats.org/officeDocument/2006/relationships/image" Target="../media/image127.png"/><Relationship Id="rId4" Type="http://schemas.openxmlformats.org/officeDocument/2006/relationships/image" Target="../media/image115.png"/><Relationship Id="rId9" Type="http://schemas.openxmlformats.org/officeDocument/2006/relationships/image" Target="../media/image12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11" Type="http://schemas.openxmlformats.org/officeDocument/2006/relationships/image" Target="../media/image77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11" Type="http://schemas.openxmlformats.org/officeDocument/2006/relationships/image" Target="../media/image128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152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128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11" Type="http://schemas.openxmlformats.org/officeDocument/2006/relationships/image" Target="../media/image151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24.png"/><Relationship Id="rId7" Type="http://schemas.openxmlformats.org/officeDocument/2006/relationships/image" Target="../media/image98.png"/><Relationship Id="rId12" Type="http://schemas.openxmlformats.org/officeDocument/2006/relationships/image" Target="../media/image127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11" Type="http://schemas.openxmlformats.org/officeDocument/2006/relationships/image" Target="../media/image126.png"/><Relationship Id="rId5" Type="http://schemas.openxmlformats.org/officeDocument/2006/relationships/image" Target="../media/image115.png"/><Relationship Id="rId10" Type="http://schemas.openxmlformats.org/officeDocument/2006/relationships/image" Target="../media/image125.png"/><Relationship Id="rId4" Type="http://schemas.openxmlformats.org/officeDocument/2006/relationships/image" Target="../media/image111.png"/><Relationship Id="rId9" Type="http://schemas.openxmlformats.org/officeDocument/2006/relationships/image" Target="../media/image12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49.png"/><Relationship Id="rId7" Type="http://schemas.openxmlformats.org/officeDocument/2006/relationships/image" Target="../media/image117.png"/><Relationship Id="rId12" Type="http://schemas.openxmlformats.org/officeDocument/2006/relationships/image" Target="../media/image98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11" Type="http://schemas.openxmlformats.org/officeDocument/2006/relationships/image" Target="../media/image151.png"/><Relationship Id="rId5" Type="http://schemas.openxmlformats.org/officeDocument/2006/relationships/image" Target="../media/image115.png"/><Relationship Id="rId10" Type="http://schemas.openxmlformats.org/officeDocument/2006/relationships/image" Target="../media/image128.png"/><Relationship Id="rId4" Type="http://schemas.openxmlformats.org/officeDocument/2006/relationships/image" Target="../media/image118.png"/><Relationship Id="rId9" Type="http://schemas.openxmlformats.org/officeDocument/2006/relationships/image" Target="../media/image15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97.png"/><Relationship Id="rId3" Type="http://schemas.openxmlformats.org/officeDocument/2006/relationships/image" Target="../media/image157.png"/><Relationship Id="rId7" Type="http://schemas.openxmlformats.org/officeDocument/2006/relationships/image" Target="../media/image160.png"/><Relationship Id="rId12" Type="http://schemas.openxmlformats.org/officeDocument/2006/relationships/image" Target="../media/image116.png"/><Relationship Id="rId2" Type="http://schemas.openxmlformats.org/officeDocument/2006/relationships/image" Target="../media/image156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9.png"/><Relationship Id="rId11" Type="http://schemas.openxmlformats.org/officeDocument/2006/relationships/image" Target="../media/image115.png"/><Relationship Id="rId5" Type="http://schemas.openxmlformats.org/officeDocument/2006/relationships/image" Target="../media/image158.png"/><Relationship Id="rId15" Type="http://schemas.openxmlformats.org/officeDocument/2006/relationships/image" Target="../media/image98.png"/><Relationship Id="rId10" Type="http://schemas.openxmlformats.org/officeDocument/2006/relationships/image" Target="../media/image111.png"/><Relationship Id="rId4" Type="http://schemas.openxmlformats.org/officeDocument/2006/relationships/image" Target="../media/image151.png"/><Relationship Id="rId9" Type="http://schemas.openxmlformats.org/officeDocument/2006/relationships/image" Target="../media/image155.png"/><Relationship Id="rId14" Type="http://schemas.openxmlformats.org/officeDocument/2006/relationships/image" Target="../media/image14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97.png"/><Relationship Id="rId3" Type="http://schemas.openxmlformats.org/officeDocument/2006/relationships/image" Target="../media/image162.png"/><Relationship Id="rId7" Type="http://schemas.openxmlformats.org/officeDocument/2006/relationships/image" Target="../media/image118.png"/><Relationship Id="rId12" Type="http://schemas.openxmlformats.org/officeDocument/2006/relationships/image" Target="../media/image165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9.png"/><Relationship Id="rId11" Type="http://schemas.openxmlformats.org/officeDocument/2006/relationships/image" Target="../media/image164.png"/><Relationship Id="rId5" Type="http://schemas.openxmlformats.org/officeDocument/2006/relationships/image" Target="../media/image163.png"/><Relationship Id="rId15" Type="http://schemas.openxmlformats.org/officeDocument/2006/relationships/image" Target="../media/image117.png"/><Relationship Id="rId10" Type="http://schemas.openxmlformats.org/officeDocument/2006/relationships/image" Target="../media/image116.png"/><Relationship Id="rId4" Type="http://schemas.openxmlformats.org/officeDocument/2006/relationships/image" Target="../media/image154.png"/><Relationship Id="rId9" Type="http://schemas.openxmlformats.org/officeDocument/2006/relationships/image" Target="../media/image98.png"/><Relationship Id="rId14" Type="http://schemas.openxmlformats.org/officeDocument/2006/relationships/image" Target="../media/image15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67.png"/><Relationship Id="rId7" Type="http://schemas.openxmlformats.org/officeDocument/2006/relationships/image" Target="../media/image163.png"/><Relationship Id="rId12" Type="http://schemas.openxmlformats.org/officeDocument/2006/relationships/image" Target="../media/image11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4.png"/><Relationship Id="rId11" Type="http://schemas.openxmlformats.org/officeDocument/2006/relationships/image" Target="../media/image97.png"/><Relationship Id="rId5" Type="http://schemas.openxmlformats.org/officeDocument/2006/relationships/image" Target="../media/image169.png"/><Relationship Id="rId10" Type="http://schemas.openxmlformats.org/officeDocument/2006/relationships/image" Target="../media/image119.png"/><Relationship Id="rId4" Type="http://schemas.openxmlformats.org/officeDocument/2006/relationships/image" Target="../media/image168.png"/><Relationship Id="rId9" Type="http://schemas.openxmlformats.org/officeDocument/2006/relationships/image" Target="../media/image9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70.png"/><Relationship Id="rId3" Type="http://schemas.openxmlformats.org/officeDocument/2006/relationships/image" Target="../media/image151.png"/><Relationship Id="rId7" Type="http://schemas.openxmlformats.org/officeDocument/2006/relationships/image" Target="../media/image111.png"/><Relationship Id="rId12" Type="http://schemas.openxmlformats.org/officeDocument/2006/relationships/image" Target="../media/image117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3.png"/><Relationship Id="rId11" Type="http://schemas.openxmlformats.org/officeDocument/2006/relationships/image" Target="../media/image98.png"/><Relationship Id="rId5" Type="http://schemas.openxmlformats.org/officeDocument/2006/relationships/image" Target="../media/image154.png"/><Relationship Id="rId10" Type="http://schemas.openxmlformats.org/officeDocument/2006/relationships/image" Target="../media/image97.png"/><Relationship Id="rId4" Type="http://schemas.openxmlformats.org/officeDocument/2006/relationships/image" Target="../media/image115.png"/><Relationship Id="rId9" Type="http://schemas.openxmlformats.org/officeDocument/2006/relationships/image" Target="../media/image12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75.png"/><Relationship Id="rId3" Type="http://schemas.openxmlformats.org/officeDocument/2006/relationships/image" Target="../media/image151.png"/><Relationship Id="rId7" Type="http://schemas.openxmlformats.org/officeDocument/2006/relationships/image" Target="../media/image171.png"/><Relationship Id="rId12" Type="http://schemas.openxmlformats.org/officeDocument/2006/relationships/image" Target="../media/image174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11" Type="http://schemas.openxmlformats.org/officeDocument/2006/relationships/image" Target="../media/image173.png"/><Relationship Id="rId5" Type="http://schemas.openxmlformats.org/officeDocument/2006/relationships/image" Target="../media/image111.png"/><Relationship Id="rId10" Type="http://schemas.openxmlformats.org/officeDocument/2006/relationships/image" Target="../media/image172.png"/><Relationship Id="rId4" Type="http://schemas.openxmlformats.org/officeDocument/2006/relationships/image" Target="../media/image115.png"/><Relationship Id="rId9" Type="http://schemas.openxmlformats.org/officeDocument/2006/relationships/image" Target="../media/image11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51.png"/><Relationship Id="rId7" Type="http://schemas.openxmlformats.org/officeDocument/2006/relationships/image" Target="../media/image115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1.png"/><Relationship Id="rId11" Type="http://schemas.openxmlformats.org/officeDocument/2006/relationships/image" Target="../media/image176.png"/><Relationship Id="rId5" Type="http://schemas.openxmlformats.org/officeDocument/2006/relationships/image" Target="../media/image51.png"/><Relationship Id="rId10" Type="http://schemas.openxmlformats.org/officeDocument/2006/relationships/image" Target="../media/image117.png"/><Relationship Id="rId4" Type="http://schemas.openxmlformats.org/officeDocument/2006/relationships/image" Target="../media/image50.png"/><Relationship Id="rId9" Type="http://schemas.openxmlformats.org/officeDocument/2006/relationships/image" Target="../media/image11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51.png"/><Relationship Id="rId7" Type="http://schemas.openxmlformats.org/officeDocument/2006/relationships/image" Target="../media/image111.png"/><Relationship Id="rId12" Type="http://schemas.openxmlformats.org/officeDocument/2006/relationships/image" Target="../media/image12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11" Type="http://schemas.openxmlformats.org/officeDocument/2006/relationships/image" Target="../media/image117.png"/><Relationship Id="rId5" Type="http://schemas.openxmlformats.org/officeDocument/2006/relationships/image" Target="../media/image50.png"/><Relationship Id="rId10" Type="http://schemas.openxmlformats.org/officeDocument/2006/relationships/image" Target="../media/image98.png"/><Relationship Id="rId4" Type="http://schemas.openxmlformats.org/officeDocument/2006/relationships/image" Target="../media/image176.png"/><Relationship Id="rId9" Type="http://schemas.openxmlformats.org/officeDocument/2006/relationships/image" Target="../media/image11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97.png"/><Relationship Id="rId3" Type="http://schemas.openxmlformats.org/officeDocument/2006/relationships/image" Target="../media/image179.png"/><Relationship Id="rId7" Type="http://schemas.openxmlformats.org/officeDocument/2006/relationships/image" Target="../media/image111.png"/><Relationship Id="rId12" Type="http://schemas.openxmlformats.org/officeDocument/2006/relationships/image" Target="../media/image151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4.png"/><Relationship Id="rId11" Type="http://schemas.openxmlformats.org/officeDocument/2006/relationships/image" Target="../media/image128.png"/><Relationship Id="rId5" Type="http://schemas.openxmlformats.org/officeDocument/2006/relationships/image" Target="../media/image123.png"/><Relationship Id="rId10" Type="http://schemas.openxmlformats.org/officeDocument/2006/relationships/image" Target="../media/image116.png"/><Relationship Id="rId4" Type="http://schemas.openxmlformats.org/officeDocument/2006/relationships/image" Target="../media/image150.png"/><Relationship Id="rId9" Type="http://schemas.openxmlformats.org/officeDocument/2006/relationships/image" Target="../media/image11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50.png"/><Relationship Id="rId7" Type="http://schemas.openxmlformats.org/officeDocument/2006/relationships/image" Target="../media/image11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1.png"/><Relationship Id="rId5" Type="http://schemas.openxmlformats.org/officeDocument/2006/relationships/image" Target="../media/image123.png"/><Relationship Id="rId4" Type="http://schemas.openxmlformats.org/officeDocument/2006/relationships/image" Target="../media/image149.png"/><Relationship Id="rId9" Type="http://schemas.openxmlformats.org/officeDocument/2006/relationships/image" Target="../media/image11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17.png"/><Relationship Id="rId12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5.png"/><Relationship Id="rId11" Type="http://schemas.openxmlformats.org/officeDocument/2006/relationships/image" Target="../media/image179.png"/><Relationship Id="rId5" Type="http://schemas.openxmlformats.org/officeDocument/2006/relationships/image" Target="../media/image111.png"/><Relationship Id="rId10" Type="http://schemas.openxmlformats.org/officeDocument/2006/relationships/image" Target="../media/image178.png"/><Relationship Id="rId4" Type="http://schemas.openxmlformats.org/officeDocument/2006/relationships/image" Target="../media/image149.png"/><Relationship Id="rId9" Type="http://schemas.openxmlformats.org/officeDocument/2006/relationships/image" Target="../media/image116.png"/><Relationship Id="rId14" Type="http://schemas.openxmlformats.org/officeDocument/2006/relationships/image" Target="../media/image9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76.png"/><Relationship Id="rId7" Type="http://schemas.openxmlformats.org/officeDocument/2006/relationships/image" Target="../media/image128.png"/><Relationship Id="rId12" Type="http://schemas.openxmlformats.org/officeDocument/2006/relationships/image" Target="../media/image98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1.png"/><Relationship Id="rId11" Type="http://schemas.openxmlformats.org/officeDocument/2006/relationships/image" Target="../media/image117.png"/><Relationship Id="rId5" Type="http://schemas.openxmlformats.org/officeDocument/2006/relationships/image" Target="../media/image51.png"/><Relationship Id="rId10" Type="http://schemas.openxmlformats.org/officeDocument/2006/relationships/image" Target="../media/image116.png"/><Relationship Id="rId4" Type="http://schemas.openxmlformats.org/officeDocument/2006/relationships/image" Target="../media/image50.png"/><Relationship Id="rId9" Type="http://schemas.openxmlformats.org/officeDocument/2006/relationships/image" Target="../media/image11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24.png"/><Relationship Id="rId7" Type="http://schemas.openxmlformats.org/officeDocument/2006/relationships/image" Target="../media/image116.png"/><Relationship Id="rId12" Type="http://schemas.openxmlformats.org/officeDocument/2006/relationships/image" Target="../media/image128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8.png"/><Relationship Id="rId11" Type="http://schemas.openxmlformats.org/officeDocument/2006/relationships/image" Target="../media/image151.png"/><Relationship Id="rId5" Type="http://schemas.openxmlformats.org/officeDocument/2006/relationships/image" Target="../media/image97.png"/><Relationship Id="rId10" Type="http://schemas.openxmlformats.org/officeDocument/2006/relationships/image" Target="../media/image179.png"/><Relationship Id="rId4" Type="http://schemas.openxmlformats.org/officeDocument/2006/relationships/image" Target="../media/image123.png"/><Relationship Id="rId9" Type="http://schemas.openxmlformats.org/officeDocument/2006/relationships/image" Target="../media/image11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24.png"/><Relationship Id="rId7" Type="http://schemas.openxmlformats.org/officeDocument/2006/relationships/image" Target="../media/image117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1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9.png"/><Relationship Id="rId7" Type="http://schemas.openxmlformats.org/officeDocument/2006/relationships/image" Target="../media/image117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49.png"/><Relationship Id="rId7" Type="http://schemas.openxmlformats.org/officeDocument/2006/relationships/image" Target="../media/image11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5" Type="http://schemas.openxmlformats.org/officeDocument/2006/relationships/image" Target="../media/image98.png"/><Relationship Id="rId4" Type="http://schemas.openxmlformats.org/officeDocument/2006/relationships/image" Target="../media/image111.png"/><Relationship Id="rId9" Type="http://schemas.openxmlformats.org/officeDocument/2006/relationships/image" Target="../media/image18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24.png"/><Relationship Id="rId7" Type="http://schemas.openxmlformats.org/officeDocument/2006/relationships/image" Target="../media/image98.png"/><Relationship Id="rId12" Type="http://schemas.openxmlformats.org/officeDocument/2006/relationships/image" Target="../media/image18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7.png"/><Relationship Id="rId11" Type="http://schemas.openxmlformats.org/officeDocument/2006/relationships/image" Target="../media/image184.png"/><Relationship Id="rId5" Type="http://schemas.openxmlformats.org/officeDocument/2006/relationships/image" Target="../media/image115.png"/><Relationship Id="rId10" Type="http://schemas.openxmlformats.org/officeDocument/2006/relationships/image" Target="../media/image183.png"/><Relationship Id="rId4" Type="http://schemas.openxmlformats.org/officeDocument/2006/relationships/image" Target="../media/image111.png"/><Relationship Id="rId9" Type="http://schemas.openxmlformats.org/officeDocument/2006/relationships/image" Target="../media/image18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24.png"/><Relationship Id="rId7" Type="http://schemas.openxmlformats.org/officeDocument/2006/relationships/image" Target="../media/image11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8.png"/><Relationship Id="rId5" Type="http://schemas.openxmlformats.org/officeDocument/2006/relationships/image" Target="../media/image111.png"/><Relationship Id="rId10" Type="http://schemas.openxmlformats.org/officeDocument/2006/relationships/image" Target="../media/image184.png"/><Relationship Id="rId4" Type="http://schemas.openxmlformats.org/officeDocument/2006/relationships/image" Target="../media/image142.png"/><Relationship Id="rId9" Type="http://schemas.openxmlformats.org/officeDocument/2006/relationships/image" Target="../media/image18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mailto:arunkg99@gmail.com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343650" y="2742526"/>
            <a:ext cx="5143500" cy="15215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5"/>
              </a:spcBef>
            </a:pPr>
            <a:r>
              <a:rPr lang="en-US" sz="4400" spc="-10" dirty="0">
                <a:latin typeface="Calibri"/>
                <a:cs typeface="Calibri"/>
              </a:rPr>
              <a:t>Logistic </a:t>
            </a:r>
            <a:r>
              <a:rPr lang="en-US" sz="4400" spc="-15" dirty="0">
                <a:latin typeface="Calibri"/>
                <a:cs typeface="Calibri"/>
              </a:rPr>
              <a:t>Regression</a:t>
            </a:r>
            <a:r>
              <a:rPr lang="en-US" sz="4400" spc="180" dirty="0">
                <a:latin typeface="Calibri"/>
                <a:cs typeface="Calibri"/>
              </a:rPr>
              <a:t> </a:t>
            </a:r>
            <a:r>
              <a:rPr lang="en-US" sz="4400" spc="-5" dirty="0">
                <a:latin typeface="Calibri"/>
                <a:cs typeface="Calibri"/>
              </a:rPr>
              <a:t>Algorithm</a:t>
            </a:r>
            <a:endParaRPr sz="36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Learn easy. Enjoy Easy. Expertise easy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 dirty="0"/>
          </a:p>
        </p:txBody>
      </p:sp>
      <p:pic>
        <p:nvPicPr>
          <p:cNvPr id="6" name="Picture Placeholder 10" descr="city skyline">
            <a:extLst>
              <a:ext uri="{FF2B5EF4-FFF2-40B4-BE49-F238E27FC236}">
                <a16:creationId xmlns="" xmlns:a16="http://schemas.microsoft.com/office/drawing/2014/main" id="{9D82A855-CCB0-4075-B5EE-5CC6FD176D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407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  <p:sp>
        <p:nvSpPr>
          <p:cNvPr id="7" name="object 77"/>
          <p:cNvSpPr txBox="1">
            <a:spLocks/>
          </p:cNvSpPr>
          <p:nvPr/>
        </p:nvSpPr>
        <p:spPr>
          <a:xfrm>
            <a:off x="376439" y="387927"/>
            <a:ext cx="4656934" cy="1103630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ts val="4240"/>
              </a:lnSpc>
              <a:spcBef>
                <a:spcPts val="105"/>
              </a:spcBef>
            </a:pPr>
            <a:r>
              <a:rPr lang="en-US" sz="3750" spc="-15" dirty="0" smtClean="0">
                <a:solidFill>
                  <a:schemeClr val="bg1"/>
                </a:solidFill>
                <a:latin typeface="Calibri"/>
                <a:cs typeface="Calibri"/>
              </a:rPr>
              <a:t>Agenda</a:t>
            </a:r>
            <a:r>
              <a:rPr lang="en-US" sz="3750" spc="-175" dirty="0" smtClean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3750" spc="-20" dirty="0" smtClean="0">
                <a:solidFill>
                  <a:schemeClr val="bg1"/>
                </a:solidFill>
                <a:latin typeface="Calibri"/>
                <a:cs typeface="Calibri"/>
              </a:rPr>
              <a:t>for</a:t>
            </a:r>
            <a:endParaRPr lang="en-US" sz="3750" dirty="0" smtClean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ts val="4240"/>
              </a:lnSpc>
            </a:pPr>
            <a:r>
              <a:rPr lang="en-US" sz="3750" spc="-55" dirty="0" smtClean="0">
                <a:solidFill>
                  <a:schemeClr val="bg1"/>
                </a:solidFill>
                <a:latin typeface="Calibri"/>
                <a:cs typeface="Calibri"/>
              </a:rPr>
              <a:t>Today’s</a:t>
            </a:r>
            <a:r>
              <a:rPr lang="en-US" sz="3750" spc="-235" dirty="0" smtClean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3750" spc="-5" dirty="0" smtClean="0">
                <a:solidFill>
                  <a:schemeClr val="bg1"/>
                </a:solidFill>
                <a:latin typeface="Calibri"/>
                <a:cs typeface="Calibri"/>
              </a:rPr>
              <a:t>Session</a:t>
            </a:r>
            <a:endParaRPr lang="en-US" sz="375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10341619" y="2060317"/>
            <a:ext cx="1850389" cy="2040889"/>
          </a:xfrm>
          <a:custGeom>
            <a:avLst/>
            <a:gdLst/>
            <a:ahLst/>
            <a:cxnLst/>
            <a:rect l="l" t="t" r="r" b="b"/>
            <a:pathLst>
              <a:path w="1850390" h="2040889">
                <a:moveTo>
                  <a:pt x="1850379" y="0"/>
                </a:moveTo>
                <a:lnTo>
                  <a:pt x="1805938" y="5399"/>
                </a:lnTo>
                <a:lnTo>
                  <a:pt x="1757380" y="12450"/>
                </a:lnTo>
                <a:lnTo>
                  <a:pt x="1708967" y="20638"/>
                </a:lnTo>
                <a:lnTo>
                  <a:pt x="1660721" y="29963"/>
                </a:lnTo>
                <a:lnTo>
                  <a:pt x="1612663" y="40427"/>
                </a:lnTo>
                <a:lnTo>
                  <a:pt x="1564816" y="52029"/>
                </a:lnTo>
                <a:lnTo>
                  <a:pt x="1517201" y="64770"/>
                </a:lnTo>
                <a:lnTo>
                  <a:pt x="1469839" y="78651"/>
                </a:lnTo>
                <a:lnTo>
                  <a:pt x="1422753" y="93672"/>
                </a:lnTo>
                <a:lnTo>
                  <a:pt x="1375964" y="109835"/>
                </a:lnTo>
                <a:lnTo>
                  <a:pt x="1329493" y="127139"/>
                </a:lnTo>
                <a:lnTo>
                  <a:pt x="1283364" y="145585"/>
                </a:lnTo>
                <a:lnTo>
                  <a:pt x="1237596" y="165174"/>
                </a:lnTo>
                <a:lnTo>
                  <a:pt x="1192213" y="185906"/>
                </a:lnTo>
                <a:lnTo>
                  <a:pt x="1147235" y="207782"/>
                </a:lnTo>
                <a:lnTo>
                  <a:pt x="1102685" y="230802"/>
                </a:lnTo>
                <a:lnTo>
                  <a:pt x="1058584" y="254968"/>
                </a:lnTo>
                <a:lnTo>
                  <a:pt x="1014953" y="280279"/>
                </a:lnTo>
                <a:lnTo>
                  <a:pt x="971816" y="306737"/>
                </a:lnTo>
                <a:lnTo>
                  <a:pt x="929192" y="334341"/>
                </a:lnTo>
                <a:lnTo>
                  <a:pt x="887105" y="363093"/>
                </a:lnTo>
                <a:lnTo>
                  <a:pt x="845575" y="392993"/>
                </a:lnTo>
                <a:lnTo>
                  <a:pt x="804625" y="424041"/>
                </a:lnTo>
                <a:lnTo>
                  <a:pt x="764276" y="456239"/>
                </a:lnTo>
                <a:lnTo>
                  <a:pt x="724550" y="489586"/>
                </a:lnTo>
                <a:lnTo>
                  <a:pt x="685468" y="524084"/>
                </a:lnTo>
                <a:lnTo>
                  <a:pt x="647053" y="559732"/>
                </a:lnTo>
                <a:lnTo>
                  <a:pt x="609325" y="596533"/>
                </a:lnTo>
                <a:lnTo>
                  <a:pt x="572459" y="634330"/>
                </a:lnTo>
                <a:lnTo>
                  <a:pt x="536748" y="672819"/>
                </a:lnTo>
                <a:lnTo>
                  <a:pt x="502192" y="711977"/>
                </a:lnTo>
                <a:lnTo>
                  <a:pt x="468791" y="751782"/>
                </a:lnTo>
                <a:lnTo>
                  <a:pt x="436545" y="792212"/>
                </a:lnTo>
                <a:lnTo>
                  <a:pt x="405451" y="833247"/>
                </a:lnTo>
                <a:lnTo>
                  <a:pt x="375511" y="874863"/>
                </a:lnTo>
                <a:lnTo>
                  <a:pt x="346723" y="917039"/>
                </a:lnTo>
                <a:lnTo>
                  <a:pt x="319087" y="959753"/>
                </a:lnTo>
                <a:lnTo>
                  <a:pt x="292601" y="1002983"/>
                </a:lnTo>
                <a:lnTo>
                  <a:pt x="267267" y="1046707"/>
                </a:lnTo>
                <a:lnTo>
                  <a:pt x="243082" y="1090904"/>
                </a:lnTo>
                <a:lnTo>
                  <a:pt x="220047" y="1135552"/>
                </a:lnTo>
                <a:lnTo>
                  <a:pt x="198161" y="1180628"/>
                </a:lnTo>
                <a:lnTo>
                  <a:pt x="177423" y="1226111"/>
                </a:lnTo>
                <a:lnTo>
                  <a:pt x="157833" y="1271979"/>
                </a:lnTo>
                <a:lnTo>
                  <a:pt x="139389" y="1318210"/>
                </a:lnTo>
                <a:lnTo>
                  <a:pt x="122093" y="1364783"/>
                </a:lnTo>
                <a:lnTo>
                  <a:pt x="105942" y="1411674"/>
                </a:lnTo>
                <a:lnTo>
                  <a:pt x="90937" y="1458864"/>
                </a:lnTo>
                <a:lnTo>
                  <a:pt x="77076" y="1506329"/>
                </a:lnTo>
                <a:lnTo>
                  <a:pt x="64360" y="1554048"/>
                </a:lnTo>
                <a:lnTo>
                  <a:pt x="52787" y="1601998"/>
                </a:lnTo>
                <a:lnTo>
                  <a:pt x="42357" y="1650159"/>
                </a:lnTo>
                <a:lnTo>
                  <a:pt x="33070" y="1698508"/>
                </a:lnTo>
                <a:lnTo>
                  <a:pt x="24925" y="1747024"/>
                </a:lnTo>
                <a:lnTo>
                  <a:pt x="17921" y="1795684"/>
                </a:lnTo>
                <a:lnTo>
                  <a:pt x="12057" y="1844466"/>
                </a:lnTo>
                <a:lnTo>
                  <a:pt x="7334" y="1893350"/>
                </a:lnTo>
                <a:lnTo>
                  <a:pt x="3750" y="1942312"/>
                </a:lnTo>
                <a:lnTo>
                  <a:pt x="1306" y="1991331"/>
                </a:lnTo>
                <a:lnTo>
                  <a:pt x="0" y="2040385"/>
                </a:lnTo>
                <a:lnTo>
                  <a:pt x="659251" y="2040385"/>
                </a:lnTo>
                <a:lnTo>
                  <a:pt x="661148" y="1992106"/>
                </a:lnTo>
                <a:lnTo>
                  <a:pt x="664659" y="1943897"/>
                </a:lnTo>
                <a:lnTo>
                  <a:pt x="669787" y="1895802"/>
                </a:lnTo>
                <a:lnTo>
                  <a:pt x="676533" y="1847867"/>
                </a:lnTo>
                <a:lnTo>
                  <a:pt x="684897" y="1800137"/>
                </a:lnTo>
                <a:lnTo>
                  <a:pt x="694881" y="1752656"/>
                </a:lnTo>
                <a:lnTo>
                  <a:pt x="706485" y="1705471"/>
                </a:lnTo>
                <a:lnTo>
                  <a:pt x="719712" y="1658624"/>
                </a:lnTo>
                <a:lnTo>
                  <a:pt x="734562" y="1612163"/>
                </a:lnTo>
                <a:lnTo>
                  <a:pt x="751036" y="1566131"/>
                </a:lnTo>
                <a:lnTo>
                  <a:pt x="769136" y="1520574"/>
                </a:lnTo>
                <a:lnTo>
                  <a:pt x="788862" y="1475536"/>
                </a:lnTo>
                <a:lnTo>
                  <a:pt x="810215" y="1431063"/>
                </a:lnTo>
                <a:lnTo>
                  <a:pt x="833197" y="1387200"/>
                </a:lnTo>
                <a:lnTo>
                  <a:pt x="857809" y="1343991"/>
                </a:lnTo>
                <a:lnTo>
                  <a:pt x="884052" y="1301482"/>
                </a:lnTo>
                <a:lnTo>
                  <a:pt x="911927" y="1259718"/>
                </a:lnTo>
                <a:lnTo>
                  <a:pt x="941435" y="1218743"/>
                </a:lnTo>
                <a:lnTo>
                  <a:pt x="972578" y="1178602"/>
                </a:lnTo>
                <a:lnTo>
                  <a:pt x="1005355" y="1139342"/>
                </a:lnTo>
                <a:lnTo>
                  <a:pt x="1039770" y="1101005"/>
                </a:lnTo>
                <a:lnTo>
                  <a:pt x="1075822" y="1063639"/>
                </a:lnTo>
                <a:lnTo>
                  <a:pt x="1113102" y="1027686"/>
                </a:lnTo>
                <a:lnTo>
                  <a:pt x="1151348" y="993361"/>
                </a:lnTo>
                <a:lnTo>
                  <a:pt x="1190512" y="960664"/>
                </a:lnTo>
                <a:lnTo>
                  <a:pt x="1230553" y="929593"/>
                </a:lnTo>
                <a:lnTo>
                  <a:pt x="1271423" y="900147"/>
                </a:lnTo>
                <a:lnTo>
                  <a:pt x="1313080" y="872325"/>
                </a:lnTo>
                <a:lnTo>
                  <a:pt x="1355479" y="846126"/>
                </a:lnTo>
                <a:lnTo>
                  <a:pt x="1398574" y="821549"/>
                </a:lnTo>
                <a:lnTo>
                  <a:pt x="1442322" y="798593"/>
                </a:lnTo>
                <a:lnTo>
                  <a:pt x="1486678" y="777257"/>
                </a:lnTo>
                <a:lnTo>
                  <a:pt x="1531597" y="757539"/>
                </a:lnTo>
                <a:lnTo>
                  <a:pt x="1577034" y="739440"/>
                </a:lnTo>
                <a:lnTo>
                  <a:pt x="1622947" y="722957"/>
                </a:lnTo>
                <a:lnTo>
                  <a:pt x="1669288" y="708090"/>
                </a:lnTo>
                <a:lnTo>
                  <a:pt x="1716015" y="694837"/>
                </a:lnTo>
                <a:lnTo>
                  <a:pt x="1763083" y="683198"/>
                </a:lnTo>
                <a:lnTo>
                  <a:pt x="1810446" y="673172"/>
                </a:lnTo>
                <a:lnTo>
                  <a:pt x="1850379" y="666114"/>
                </a:lnTo>
                <a:lnTo>
                  <a:pt x="1850379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10341619" y="4164461"/>
            <a:ext cx="1850389" cy="2039620"/>
          </a:xfrm>
          <a:custGeom>
            <a:avLst/>
            <a:gdLst/>
            <a:ahLst/>
            <a:cxnLst/>
            <a:rect l="l" t="t" r="r" b="b"/>
            <a:pathLst>
              <a:path w="1850390" h="2039620">
                <a:moveTo>
                  <a:pt x="659251" y="0"/>
                </a:moveTo>
                <a:lnTo>
                  <a:pt x="0" y="0"/>
                </a:lnTo>
                <a:lnTo>
                  <a:pt x="1328" y="49031"/>
                </a:lnTo>
                <a:lnTo>
                  <a:pt x="3794" y="98026"/>
                </a:lnTo>
                <a:lnTo>
                  <a:pt x="7397" y="146963"/>
                </a:lnTo>
                <a:lnTo>
                  <a:pt x="12138" y="195821"/>
                </a:lnTo>
                <a:lnTo>
                  <a:pt x="18019" y="244578"/>
                </a:lnTo>
                <a:lnTo>
                  <a:pt x="25039" y="293211"/>
                </a:lnTo>
                <a:lnTo>
                  <a:pt x="33198" y="341699"/>
                </a:lnTo>
                <a:lnTo>
                  <a:pt x="42499" y="390021"/>
                </a:lnTo>
                <a:lnTo>
                  <a:pt x="52940" y="438154"/>
                </a:lnTo>
                <a:lnTo>
                  <a:pt x="64523" y="486077"/>
                </a:lnTo>
                <a:lnTo>
                  <a:pt x="77248" y="533768"/>
                </a:lnTo>
                <a:lnTo>
                  <a:pt x="91116" y="581204"/>
                </a:lnTo>
                <a:lnTo>
                  <a:pt x="106127" y="628365"/>
                </a:lnTo>
                <a:lnTo>
                  <a:pt x="122283" y="675229"/>
                </a:lnTo>
                <a:lnTo>
                  <a:pt x="139582" y="721773"/>
                </a:lnTo>
                <a:lnTo>
                  <a:pt x="158027" y="767976"/>
                </a:lnTo>
                <a:lnTo>
                  <a:pt x="177617" y="813816"/>
                </a:lnTo>
                <a:lnTo>
                  <a:pt x="198354" y="859272"/>
                </a:lnTo>
                <a:lnTo>
                  <a:pt x="220237" y="904321"/>
                </a:lnTo>
                <a:lnTo>
                  <a:pt x="243267" y="948941"/>
                </a:lnTo>
                <a:lnTo>
                  <a:pt x="267445" y="993112"/>
                </a:lnTo>
                <a:lnTo>
                  <a:pt x="292772" y="1036811"/>
                </a:lnTo>
                <a:lnTo>
                  <a:pt x="319248" y="1080016"/>
                </a:lnTo>
                <a:lnTo>
                  <a:pt x="346873" y="1122705"/>
                </a:lnTo>
                <a:lnTo>
                  <a:pt x="375648" y="1164857"/>
                </a:lnTo>
                <a:lnTo>
                  <a:pt x="405574" y="1206450"/>
                </a:lnTo>
                <a:lnTo>
                  <a:pt x="436651" y="1247463"/>
                </a:lnTo>
                <a:lnTo>
                  <a:pt x="468880" y="1287872"/>
                </a:lnTo>
                <a:lnTo>
                  <a:pt x="502261" y="1327657"/>
                </a:lnTo>
                <a:lnTo>
                  <a:pt x="536796" y="1366796"/>
                </a:lnTo>
                <a:lnTo>
                  <a:pt x="572483" y="1405267"/>
                </a:lnTo>
                <a:lnTo>
                  <a:pt x="609325" y="1443048"/>
                </a:lnTo>
                <a:lnTo>
                  <a:pt x="647053" y="1479841"/>
                </a:lnTo>
                <a:lnTo>
                  <a:pt x="685468" y="1515483"/>
                </a:lnTo>
                <a:lnTo>
                  <a:pt x="724550" y="1549975"/>
                </a:lnTo>
                <a:lnTo>
                  <a:pt x="764276" y="1583318"/>
                </a:lnTo>
                <a:lnTo>
                  <a:pt x="804625" y="1615511"/>
                </a:lnTo>
                <a:lnTo>
                  <a:pt x="845575" y="1646556"/>
                </a:lnTo>
                <a:lnTo>
                  <a:pt x="887105" y="1676453"/>
                </a:lnTo>
                <a:lnTo>
                  <a:pt x="929192" y="1705202"/>
                </a:lnTo>
                <a:lnTo>
                  <a:pt x="971816" y="1732805"/>
                </a:lnTo>
                <a:lnTo>
                  <a:pt x="1014953" y="1759261"/>
                </a:lnTo>
                <a:lnTo>
                  <a:pt x="1058584" y="1784571"/>
                </a:lnTo>
                <a:lnTo>
                  <a:pt x="1102685" y="1808736"/>
                </a:lnTo>
                <a:lnTo>
                  <a:pt x="1147235" y="1831757"/>
                </a:lnTo>
                <a:lnTo>
                  <a:pt x="1192213" y="1853633"/>
                </a:lnTo>
                <a:lnTo>
                  <a:pt x="1237596" y="1874366"/>
                </a:lnTo>
                <a:lnTo>
                  <a:pt x="1283364" y="1893956"/>
                </a:lnTo>
                <a:lnTo>
                  <a:pt x="1329493" y="1912403"/>
                </a:lnTo>
                <a:lnTo>
                  <a:pt x="1375964" y="1929709"/>
                </a:lnTo>
                <a:lnTo>
                  <a:pt x="1422753" y="1945873"/>
                </a:lnTo>
                <a:lnTo>
                  <a:pt x="1469839" y="1960896"/>
                </a:lnTo>
                <a:lnTo>
                  <a:pt x="1517201" y="1974779"/>
                </a:lnTo>
                <a:lnTo>
                  <a:pt x="1564816" y="1987523"/>
                </a:lnTo>
                <a:lnTo>
                  <a:pt x="1612663" y="1999127"/>
                </a:lnTo>
                <a:lnTo>
                  <a:pt x="1660721" y="2009593"/>
                </a:lnTo>
                <a:lnTo>
                  <a:pt x="1708967" y="2018921"/>
                </a:lnTo>
                <a:lnTo>
                  <a:pt x="1757380" y="2027111"/>
                </a:lnTo>
                <a:lnTo>
                  <a:pt x="1805938" y="2034165"/>
                </a:lnTo>
                <a:lnTo>
                  <a:pt x="1850379" y="2039566"/>
                </a:lnTo>
                <a:lnTo>
                  <a:pt x="1850379" y="1374197"/>
                </a:lnTo>
                <a:lnTo>
                  <a:pt x="1810397" y="1367141"/>
                </a:lnTo>
                <a:lnTo>
                  <a:pt x="1763030" y="1357123"/>
                </a:lnTo>
                <a:lnTo>
                  <a:pt x="1715961" y="1345492"/>
                </a:lnTo>
                <a:lnTo>
                  <a:pt x="1669235" y="1332246"/>
                </a:lnTo>
                <a:lnTo>
                  <a:pt x="1622894" y="1317383"/>
                </a:lnTo>
                <a:lnTo>
                  <a:pt x="1576985" y="1300903"/>
                </a:lnTo>
                <a:lnTo>
                  <a:pt x="1531551" y="1282806"/>
                </a:lnTo>
                <a:lnTo>
                  <a:pt x="1486636" y="1263088"/>
                </a:lnTo>
                <a:lnTo>
                  <a:pt x="1442286" y="1241751"/>
                </a:lnTo>
                <a:lnTo>
                  <a:pt x="1398543" y="1218792"/>
                </a:lnTo>
                <a:lnTo>
                  <a:pt x="1355453" y="1194210"/>
                </a:lnTo>
                <a:lnTo>
                  <a:pt x="1313060" y="1168005"/>
                </a:lnTo>
                <a:lnTo>
                  <a:pt x="1271409" y="1140176"/>
                </a:lnTo>
                <a:lnTo>
                  <a:pt x="1230543" y="1110720"/>
                </a:lnTo>
                <a:lnTo>
                  <a:pt x="1190507" y="1079638"/>
                </a:lnTo>
                <a:lnTo>
                  <a:pt x="1151345" y="1046928"/>
                </a:lnTo>
                <a:lnTo>
                  <a:pt x="1113102" y="1012590"/>
                </a:lnTo>
                <a:lnTo>
                  <a:pt x="1075822" y="976621"/>
                </a:lnTo>
                <a:lnTo>
                  <a:pt x="1039754" y="939237"/>
                </a:lnTo>
                <a:lnTo>
                  <a:pt x="1005325" y="900890"/>
                </a:lnTo>
                <a:lnTo>
                  <a:pt x="972534" y="861624"/>
                </a:lnTo>
                <a:lnTo>
                  <a:pt x="941381" y="821484"/>
                </a:lnTo>
                <a:lnTo>
                  <a:pt x="911863" y="780513"/>
                </a:lnTo>
                <a:lnTo>
                  <a:pt x="883980" y="738757"/>
                </a:lnTo>
                <a:lnTo>
                  <a:pt x="857730" y="696259"/>
                </a:lnTo>
                <a:lnTo>
                  <a:pt x="833113" y="653065"/>
                </a:lnTo>
                <a:lnTo>
                  <a:pt x="810127" y="609218"/>
                </a:lnTo>
                <a:lnTo>
                  <a:pt x="788771" y="564762"/>
                </a:lnTo>
                <a:lnTo>
                  <a:pt x="769044" y="519743"/>
                </a:lnTo>
                <a:lnTo>
                  <a:pt x="750945" y="474204"/>
                </a:lnTo>
                <a:lnTo>
                  <a:pt x="734474" y="428190"/>
                </a:lnTo>
                <a:lnTo>
                  <a:pt x="719628" y="381745"/>
                </a:lnTo>
                <a:lnTo>
                  <a:pt x="706406" y="334914"/>
                </a:lnTo>
                <a:lnTo>
                  <a:pt x="694808" y="287740"/>
                </a:lnTo>
                <a:lnTo>
                  <a:pt x="684833" y="240269"/>
                </a:lnTo>
                <a:lnTo>
                  <a:pt x="676478" y="192545"/>
                </a:lnTo>
                <a:lnTo>
                  <a:pt x="669744" y="144611"/>
                </a:lnTo>
                <a:lnTo>
                  <a:pt x="664629" y="96513"/>
                </a:lnTo>
                <a:lnTo>
                  <a:pt x="661132" y="48294"/>
                </a:lnTo>
                <a:lnTo>
                  <a:pt x="659251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5184282" y="2047494"/>
            <a:ext cx="2050414" cy="2053589"/>
          </a:xfrm>
          <a:custGeom>
            <a:avLst/>
            <a:gdLst/>
            <a:ahLst/>
            <a:cxnLst/>
            <a:rect l="l" t="t" r="r" b="b"/>
            <a:pathLst>
              <a:path w="2050415" h="2053589">
                <a:moveTo>
                  <a:pt x="0" y="0"/>
                </a:moveTo>
                <a:lnTo>
                  <a:pt x="0" y="660013"/>
                </a:lnTo>
                <a:lnTo>
                  <a:pt x="48171" y="661993"/>
                </a:lnTo>
                <a:lnTo>
                  <a:pt x="96270" y="665580"/>
                </a:lnTo>
                <a:lnTo>
                  <a:pt x="144252" y="670775"/>
                </a:lnTo>
                <a:lnTo>
                  <a:pt x="192072" y="677580"/>
                </a:lnTo>
                <a:lnTo>
                  <a:pt x="239686" y="685995"/>
                </a:lnTo>
                <a:lnTo>
                  <a:pt x="287049" y="696021"/>
                </a:lnTo>
                <a:lnTo>
                  <a:pt x="334116" y="707660"/>
                </a:lnTo>
                <a:lnTo>
                  <a:pt x="380843" y="720913"/>
                </a:lnTo>
                <a:lnTo>
                  <a:pt x="427185" y="735780"/>
                </a:lnTo>
                <a:lnTo>
                  <a:pt x="473098" y="752263"/>
                </a:lnTo>
                <a:lnTo>
                  <a:pt x="518537" y="770362"/>
                </a:lnTo>
                <a:lnTo>
                  <a:pt x="563457" y="790080"/>
                </a:lnTo>
                <a:lnTo>
                  <a:pt x="607814" y="811416"/>
                </a:lnTo>
                <a:lnTo>
                  <a:pt x="651563" y="834372"/>
                </a:lnTo>
                <a:lnTo>
                  <a:pt x="694660" y="858949"/>
                </a:lnTo>
                <a:lnTo>
                  <a:pt x="737060" y="885148"/>
                </a:lnTo>
                <a:lnTo>
                  <a:pt x="778718" y="912970"/>
                </a:lnTo>
                <a:lnTo>
                  <a:pt x="819590" y="942416"/>
                </a:lnTo>
                <a:lnTo>
                  <a:pt x="859631" y="973487"/>
                </a:lnTo>
                <a:lnTo>
                  <a:pt x="898797" y="1006184"/>
                </a:lnTo>
                <a:lnTo>
                  <a:pt x="937042" y="1040509"/>
                </a:lnTo>
                <a:lnTo>
                  <a:pt x="974323" y="1076462"/>
                </a:lnTo>
                <a:lnTo>
                  <a:pt x="1010375" y="1113828"/>
                </a:lnTo>
                <a:lnTo>
                  <a:pt x="1044789" y="1152165"/>
                </a:lnTo>
                <a:lnTo>
                  <a:pt x="1077566" y="1191425"/>
                </a:lnTo>
                <a:lnTo>
                  <a:pt x="1108707" y="1231566"/>
                </a:lnTo>
                <a:lnTo>
                  <a:pt x="1138214" y="1272541"/>
                </a:lnTo>
                <a:lnTo>
                  <a:pt x="1166088" y="1314305"/>
                </a:lnTo>
                <a:lnTo>
                  <a:pt x="1192329" y="1356814"/>
                </a:lnTo>
                <a:lnTo>
                  <a:pt x="1216940" y="1400023"/>
                </a:lnTo>
                <a:lnTo>
                  <a:pt x="1239921" y="1443886"/>
                </a:lnTo>
                <a:lnTo>
                  <a:pt x="1261273" y="1488359"/>
                </a:lnTo>
                <a:lnTo>
                  <a:pt x="1280998" y="1533397"/>
                </a:lnTo>
                <a:lnTo>
                  <a:pt x="1299096" y="1578954"/>
                </a:lnTo>
                <a:lnTo>
                  <a:pt x="1315570" y="1624986"/>
                </a:lnTo>
                <a:lnTo>
                  <a:pt x="1330419" y="1671447"/>
                </a:lnTo>
                <a:lnTo>
                  <a:pt x="1343646" y="1718294"/>
                </a:lnTo>
                <a:lnTo>
                  <a:pt x="1355251" y="1765479"/>
                </a:lnTo>
                <a:lnTo>
                  <a:pt x="1365236" y="1812960"/>
                </a:lnTo>
                <a:lnTo>
                  <a:pt x="1373601" y="1860690"/>
                </a:lnTo>
                <a:lnTo>
                  <a:pt x="1380348" y="1908625"/>
                </a:lnTo>
                <a:lnTo>
                  <a:pt x="1385479" y="1956720"/>
                </a:lnTo>
                <a:lnTo>
                  <a:pt x="1388993" y="2004929"/>
                </a:lnTo>
                <a:lnTo>
                  <a:pt x="1390893" y="2053208"/>
                </a:lnTo>
                <a:lnTo>
                  <a:pt x="2050145" y="2053208"/>
                </a:lnTo>
                <a:lnTo>
                  <a:pt x="2048839" y="2004154"/>
                </a:lnTo>
                <a:lnTo>
                  <a:pt x="2046394" y="1955135"/>
                </a:lnTo>
                <a:lnTo>
                  <a:pt x="2042811" y="1906173"/>
                </a:lnTo>
                <a:lnTo>
                  <a:pt x="2038087" y="1857289"/>
                </a:lnTo>
                <a:lnTo>
                  <a:pt x="2032224" y="1808507"/>
                </a:lnTo>
                <a:lnTo>
                  <a:pt x="2025220" y="1759847"/>
                </a:lnTo>
                <a:lnTo>
                  <a:pt x="2017074" y="1711331"/>
                </a:lnTo>
                <a:lnTo>
                  <a:pt x="2007787" y="1662982"/>
                </a:lnTo>
                <a:lnTo>
                  <a:pt x="1997357" y="1614821"/>
                </a:lnTo>
                <a:lnTo>
                  <a:pt x="1985784" y="1566871"/>
                </a:lnTo>
                <a:lnTo>
                  <a:pt x="1973067" y="1519152"/>
                </a:lnTo>
                <a:lnTo>
                  <a:pt x="1959207" y="1471687"/>
                </a:lnTo>
                <a:lnTo>
                  <a:pt x="1944201" y="1424497"/>
                </a:lnTo>
                <a:lnTo>
                  <a:pt x="1928049" y="1377606"/>
                </a:lnTo>
                <a:lnTo>
                  <a:pt x="1910752" y="1331033"/>
                </a:lnTo>
                <a:lnTo>
                  <a:pt x="1892308" y="1284802"/>
                </a:lnTo>
                <a:lnTo>
                  <a:pt x="1872717" y="1238934"/>
                </a:lnTo>
                <a:lnTo>
                  <a:pt x="1851978" y="1193451"/>
                </a:lnTo>
                <a:lnTo>
                  <a:pt x="1830091" y="1148375"/>
                </a:lnTo>
                <a:lnTo>
                  <a:pt x="1807055" y="1103727"/>
                </a:lnTo>
                <a:lnTo>
                  <a:pt x="1782869" y="1059530"/>
                </a:lnTo>
                <a:lnTo>
                  <a:pt x="1757533" y="1015806"/>
                </a:lnTo>
                <a:lnTo>
                  <a:pt x="1731047" y="972576"/>
                </a:lnTo>
                <a:lnTo>
                  <a:pt x="1703409" y="929862"/>
                </a:lnTo>
                <a:lnTo>
                  <a:pt x="1674619" y="887686"/>
                </a:lnTo>
                <a:lnTo>
                  <a:pt x="1644677" y="846070"/>
                </a:lnTo>
                <a:lnTo>
                  <a:pt x="1613582" y="805035"/>
                </a:lnTo>
                <a:lnTo>
                  <a:pt x="1581333" y="764605"/>
                </a:lnTo>
                <a:lnTo>
                  <a:pt x="1547930" y="724800"/>
                </a:lnTo>
                <a:lnTo>
                  <a:pt x="1513372" y="685642"/>
                </a:lnTo>
                <a:lnTo>
                  <a:pt x="1477658" y="647153"/>
                </a:lnTo>
                <a:lnTo>
                  <a:pt x="1440789" y="609356"/>
                </a:lnTo>
                <a:lnTo>
                  <a:pt x="1403064" y="572556"/>
                </a:lnTo>
                <a:lnTo>
                  <a:pt x="1364652" y="536907"/>
                </a:lnTo>
                <a:lnTo>
                  <a:pt x="1325572" y="502409"/>
                </a:lnTo>
                <a:lnTo>
                  <a:pt x="1285849" y="469062"/>
                </a:lnTo>
                <a:lnTo>
                  <a:pt x="1245502" y="436864"/>
                </a:lnTo>
                <a:lnTo>
                  <a:pt x="1204553" y="405816"/>
                </a:lnTo>
                <a:lnTo>
                  <a:pt x="1163025" y="375916"/>
                </a:lnTo>
                <a:lnTo>
                  <a:pt x="1120940" y="347164"/>
                </a:lnTo>
                <a:lnTo>
                  <a:pt x="1078318" y="319560"/>
                </a:lnTo>
                <a:lnTo>
                  <a:pt x="1035181" y="293102"/>
                </a:lnTo>
                <a:lnTo>
                  <a:pt x="991552" y="267791"/>
                </a:lnTo>
                <a:lnTo>
                  <a:pt x="947452" y="243625"/>
                </a:lnTo>
                <a:lnTo>
                  <a:pt x="902903" y="220605"/>
                </a:lnTo>
                <a:lnTo>
                  <a:pt x="857926" y="198729"/>
                </a:lnTo>
                <a:lnTo>
                  <a:pt x="812544" y="177997"/>
                </a:lnTo>
                <a:lnTo>
                  <a:pt x="766777" y="158408"/>
                </a:lnTo>
                <a:lnTo>
                  <a:pt x="720648" y="139962"/>
                </a:lnTo>
                <a:lnTo>
                  <a:pt x="674179" y="122658"/>
                </a:lnTo>
                <a:lnTo>
                  <a:pt x="627390" y="106495"/>
                </a:lnTo>
                <a:lnTo>
                  <a:pt x="580304" y="91474"/>
                </a:lnTo>
                <a:lnTo>
                  <a:pt x="532943" y="77593"/>
                </a:lnTo>
                <a:lnTo>
                  <a:pt x="485328" y="64852"/>
                </a:lnTo>
                <a:lnTo>
                  <a:pt x="437481" y="53250"/>
                </a:lnTo>
                <a:lnTo>
                  <a:pt x="389423" y="42786"/>
                </a:lnTo>
                <a:lnTo>
                  <a:pt x="341177" y="33461"/>
                </a:lnTo>
                <a:lnTo>
                  <a:pt x="292765" y="25273"/>
                </a:lnTo>
                <a:lnTo>
                  <a:pt x="244207" y="18222"/>
                </a:lnTo>
                <a:lnTo>
                  <a:pt x="195525" y="12307"/>
                </a:lnTo>
                <a:lnTo>
                  <a:pt x="146742" y="7528"/>
                </a:lnTo>
                <a:lnTo>
                  <a:pt x="97879" y="3884"/>
                </a:lnTo>
                <a:lnTo>
                  <a:pt x="48957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3065007" y="2047494"/>
            <a:ext cx="2050414" cy="2053589"/>
          </a:xfrm>
          <a:custGeom>
            <a:avLst/>
            <a:gdLst/>
            <a:ahLst/>
            <a:cxnLst/>
            <a:rect l="l" t="t" r="r" b="b"/>
            <a:pathLst>
              <a:path w="2050414" h="2053589">
                <a:moveTo>
                  <a:pt x="2050176" y="0"/>
                </a:moveTo>
                <a:lnTo>
                  <a:pt x="2001204" y="1375"/>
                </a:lnTo>
                <a:lnTo>
                  <a:pt x="1952271" y="3884"/>
                </a:lnTo>
                <a:lnTo>
                  <a:pt x="1903397" y="7528"/>
                </a:lnTo>
                <a:lnTo>
                  <a:pt x="1854605" y="12307"/>
                </a:lnTo>
                <a:lnTo>
                  <a:pt x="1805916" y="18222"/>
                </a:lnTo>
                <a:lnTo>
                  <a:pt x="1757351" y="25273"/>
                </a:lnTo>
                <a:lnTo>
                  <a:pt x="1708933" y="33461"/>
                </a:lnTo>
                <a:lnTo>
                  <a:pt x="1660683" y="42786"/>
                </a:lnTo>
                <a:lnTo>
                  <a:pt x="1612622" y="53250"/>
                </a:lnTo>
                <a:lnTo>
                  <a:pt x="1564773" y="64852"/>
                </a:lnTo>
                <a:lnTo>
                  <a:pt x="1517156" y="77593"/>
                </a:lnTo>
                <a:lnTo>
                  <a:pt x="1469794" y="91474"/>
                </a:lnTo>
                <a:lnTo>
                  <a:pt x="1422709" y="106495"/>
                </a:lnTo>
                <a:lnTo>
                  <a:pt x="1375921" y="122658"/>
                </a:lnTo>
                <a:lnTo>
                  <a:pt x="1329453" y="139962"/>
                </a:lnTo>
                <a:lnTo>
                  <a:pt x="1283326" y="158408"/>
                </a:lnTo>
                <a:lnTo>
                  <a:pt x="1237561" y="177997"/>
                </a:lnTo>
                <a:lnTo>
                  <a:pt x="1192181" y="198729"/>
                </a:lnTo>
                <a:lnTo>
                  <a:pt x="1147208" y="220605"/>
                </a:lnTo>
                <a:lnTo>
                  <a:pt x="1102662" y="243625"/>
                </a:lnTo>
                <a:lnTo>
                  <a:pt x="1058565" y="267791"/>
                </a:lnTo>
                <a:lnTo>
                  <a:pt x="1014940" y="293102"/>
                </a:lnTo>
                <a:lnTo>
                  <a:pt x="971807" y="319560"/>
                </a:lnTo>
                <a:lnTo>
                  <a:pt x="929188" y="347164"/>
                </a:lnTo>
                <a:lnTo>
                  <a:pt x="887106" y="375916"/>
                </a:lnTo>
                <a:lnTo>
                  <a:pt x="845581" y="405816"/>
                </a:lnTo>
                <a:lnTo>
                  <a:pt x="804636" y="436864"/>
                </a:lnTo>
                <a:lnTo>
                  <a:pt x="764291" y="469062"/>
                </a:lnTo>
                <a:lnTo>
                  <a:pt x="724569" y="502409"/>
                </a:lnTo>
                <a:lnTo>
                  <a:pt x="685492" y="536907"/>
                </a:lnTo>
                <a:lnTo>
                  <a:pt x="647080" y="572556"/>
                </a:lnTo>
                <a:lnTo>
                  <a:pt x="609356" y="609356"/>
                </a:lnTo>
                <a:lnTo>
                  <a:pt x="572489" y="647153"/>
                </a:lnTo>
                <a:lnTo>
                  <a:pt x="536778" y="685642"/>
                </a:lnTo>
                <a:lnTo>
                  <a:pt x="502223" y="724800"/>
                </a:lnTo>
                <a:lnTo>
                  <a:pt x="468822" y="764605"/>
                </a:lnTo>
                <a:lnTo>
                  <a:pt x="436575" y="805035"/>
                </a:lnTo>
                <a:lnTo>
                  <a:pt x="405482" y="846070"/>
                </a:lnTo>
                <a:lnTo>
                  <a:pt x="375541" y="887686"/>
                </a:lnTo>
                <a:lnTo>
                  <a:pt x="346753" y="929862"/>
                </a:lnTo>
                <a:lnTo>
                  <a:pt x="319116" y="972576"/>
                </a:lnTo>
                <a:lnTo>
                  <a:pt x="292631" y="1015806"/>
                </a:lnTo>
                <a:lnTo>
                  <a:pt x="267296" y="1059530"/>
                </a:lnTo>
                <a:lnTo>
                  <a:pt x="243111" y="1103727"/>
                </a:lnTo>
                <a:lnTo>
                  <a:pt x="220076" y="1148375"/>
                </a:lnTo>
                <a:lnTo>
                  <a:pt x="198189" y="1193451"/>
                </a:lnTo>
                <a:lnTo>
                  <a:pt x="177450" y="1238934"/>
                </a:lnTo>
                <a:lnTo>
                  <a:pt x="157859" y="1284802"/>
                </a:lnTo>
                <a:lnTo>
                  <a:pt x="139415" y="1331033"/>
                </a:lnTo>
                <a:lnTo>
                  <a:pt x="122118" y="1377606"/>
                </a:lnTo>
                <a:lnTo>
                  <a:pt x="105966" y="1424497"/>
                </a:lnTo>
                <a:lnTo>
                  <a:pt x="90960" y="1471687"/>
                </a:lnTo>
                <a:lnTo>
                  <a:pt x="77098" y="1519152"/>
                </a:lnTo>
                <a:lnTo>
                  <a:pt x="64380" y="1566871"/>
                </a:lnTo>
                <a:lnTo>
                  <a:pt x="52806" y="1614821"/>
                </a:lnTo>
                <a:lnTo>
                  <a:pt x="42375" y="1662982"/>
                </a:lnTo>
                <a:lnTo>
                  <a:pt x="33086" y="1711331"/>
                </a:lnTo>
                <a:lnTo>
                  <a:pt x="24939" y="1759847"/>
                </a:lnTo>
                <a:lnTo>
                  <a:pt x="17933" y="1808507"/>
                </a:lnTo>
                <a:lnTo>
                  <a:pt x="12067" y="1857289"/>
                </a:lnTo>
                <a:lnTo>
                  <a:pt x="7342" y="1906173"/>
                </a:lnTo>
                <a:lnTo>
                  <a:pt x="3756" y="1955135"/>
                </a:lnTo>
                <a:lnTo>
                  <a:pt x="1309" y="2004154"/>
                </a:lnTo>
                <a:lnTo>
                  <a:pt x="0" y="2053208"/>
                </a:lnTo>
                <a:lnTo>
                  <a:pt x="659282" y="2053208"/>
                </a:lnTo>
                <a:lnTo>
                  <a:pt x="661178" y="2004929"/>
                </a:lnTo>
                <a:lnTo>
                  <a:pt x="664689" y="1956720"/>
                </a:lnTo>
                <a:lnTo>
                  <a:pt x="669816" y="1908625"/>
                </a:lnTo>
                <a:lnTo>
                  <a:pt x="676560" y="1860690"/>
                </a:lnTo>
                <a:lnTo>
                  <a:pt x="684922" y="1812960"/>
                </a:lnTo>
                <a:lnTo>
                  <a:pt x="694903" y="1765479"/>
                </a:lnTo>
                <a:lnTo>
                  <a:pt x="706505" y="1718294"/>
                </a:lnTo>
                <a:lnTo>
                  <a:pt x="719728" y="1671447"/>
                </a:lnTo>
                <a:lnTo>
                  <a:pt x="734573" y="1624986"/>
                </a:lnTo>
                <a:lnTo>
                  <a:pt x="751042" y="1578954"/>
                </a:lnTo>
                <a:lnTo>
                  <a:pt x="769136" y="1533397"/>
                </a:lnTo>
                <a:lnTo>
                  <a:pt x="788855" y="1488359"/>
                </a:lnTo>
                <a:lnTo>
                  <a:pt x="810201" y="1443886"/>
                </a:lnTo>
                <a:lnTo>
                  <a:pt x="833175" y="1400023"/>
                </a:lnTo>
                <a:lnTo>
                  <a:pt x="857778" y="1356814"/>
                </a:lnTo>
                <a:lnTo>
                  <a:pt x="884011" y="1314305"/>
                </a:lnTo>
                <a:lnTo>
                  <a:pt x="911875" y="1272541"/>
                </a:lnTo>
                <a:lnTo>
                  <a:pt x="941371" y="1231566"/>
                </a:lnTo>
                <a:lnTo>
                  <a:pt x="972501" y="1191425"/>
                </a:lnTo>
                <a:lnTo>
                  <a:pt x="1005264" y="1152165"/>
                </a:lnTo>
                <a:lnTo>
                  <a:pt x="1039664" y="1113828"/>
                </a:lnTo>
                <a:lnTo>
                  <a:pt x="1075700" y="1076462"/>
                </a:lnTo>
                <a:lnTo>
                  <a:pt x="1112981" y="1040509"/>
                </a:lnTo>
                <a:lnTo>
                  <a:pt x="1151226" y="1006184"/>
                </a:lnTo>
                <a:lnTo>
                  <a:pt x="1190392" y="973487"/>
                </a:lnTo>
                <a:lnTo>
                  <a:pt x="1230434" y="942416"/>
                </a:lnTo>
                <a:lnTo>
                  <a:pt x="1271307" y="912970"/>
                </a:lnTo>
                <a:lnTo>
                  <a:pt x="1312966" y="885148"/>
                </a:lnTo>
                <a:lnTo>
                  <a:pt x="1355368" y="858949"/>
                </a:lnTo>
                <a:lnTo>
                  <a:pt x="1398467" y="834372"/>
                </a:lnTo>
                <a:lnTo>
                  <a:pt x="1442219" y="811416"/>
                </a:lnTo>
                <a:lnTo>
                  <a:pt x="1486580" y="790080"/>
                </a:lnTo>
                <a:lnTo>
                  <a:pt x="1531505" y="770362"/>
                </a:lnTo>
                <a:lnTo>
                  <a:pt x="1576950" y="752263"/>
                </a:lnTo>
                <a:lnTo>
                  <a:pt x="1622869" y="735780"/>
                </a:lnTo>
                <a:lnTo>
                  <a:pt x="1669219" y="720913"/>
                </a:lnTo>
                <a:lnTo>
                  <a:pt x="1715955" y="707660"/>
                </a:lnTo>
                <a:lnTo>
                  <a:pt x="1763033" y="696021"/>
                </a:lnTo>
                <a:lnTo>
                  <a:pt x="1810407" y="685995"/>
                </a:lnTo>
                <a:lnTo>
                  <a:pt x="1858034" y="677580"/>
                </a:lnTo>
                <a:lnTo>
                  <a:pt x="1905869" y="670775"/>
                </a:lnTo>
                <a:lnTo>
                  <a:pt x="1953867" y="665580"/>
                </a:lnTo>
                <a:lnTo>
                  <a:pt x="2001984" y="661993"/>
                </a:lnTo>
                <a:lnTo>
                  <a:pt x="2050176" y="660013"/>
                </a:lnTo>
                <a:lnTo>
                  <a:pt x="2050176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/>
          <p:nvPr/>
        </p:nvSpPr>
        <p:spPr>
          <a:xfrm>
            <a:off x="3065007" y="4164461"/>
            <a:ext cx="2050414" cy="2052955"/>
          </a:xfrm>
          <a:custGeom>
            <a:avLst/>
            <a:gdLst/>
            <a:ahLst/>
            <a:cxnLst/>
            <a:rect l="l" t="t" r="r" b="b"/>
            <a:pathLst>
              <a:path w="2050414" h="2052954">
                <a:moveTo>
                  <a:pt x="659282" y="0"/>
                </a:moveTo>
                <a:lnTo>
                  <a:pt x="0" y="0"/>
                </a:lnTo>
                <a:lnTo>
                  <a:pt x="1320" y="49031"/>
                </a:lnTo>
                <a:lnTo>
                  <a:pt x="3779" y="98026"/>
                </a:lnTo>
                <a:lnTo>
                  <a:pt x="7376" y="146963"/>
                </a:lnTo>
                <a:lnTo>
                  <a:pt x="12112" y="195821"/>
                </a:lnTo>
                <a:lnTo>
                  <a:pt x="17988" y="244578"/>
                </a:lnTo>
                <a:lnTo>
                  <a:pt x="25005" y="293211"/>
                </a:lnTo>
                <a:lnTo>
                  <a:pt x="33162" y="341699"/>
                </a:lnTo>
                <a:lnTo>
                  <a:pt x="42461" y="390021"/>
                </a:lnTo>
                <a:lnTo>
                  <a:pt x="52901" y="438154"/>
                </a:lnTo>
                <a:lnTo>
                  <a:pt x="64483" y="486077"/>
                </a:lnTo>
                <a:lnTo>
                  <a:pt x="77209" y="533768"/>
                </a:lnTo>
                <a:lnTo>
                  <a:pt x="91077" y="581204"/>
                </a:lnTo>
                <a:lnTo>
                  <a:pt x="106090" y="628365"/>
                </a:lnTo>
                <a:lnTo>
                  <a:pt x="122247" y="675229"/>
                </a:lnTo>
                <a:lnTo>
                  <a:pt x="139549" y="721773"/>
                </a:lnTo>
                <a:lnTo>
                  <a:pt x="157996" y="767976"/>
                </a:lnTo>
                <a:lnTo>
                  <a:pt x="177590" y="813816"/>
                </a:lnTo>
                <a:lnTo>
                  <a:pt x="198329" y="859272"/>
                </a:lnTo>
                <a:lnTo>
                  <a:pt x="220216" y="904321"/>
                </a:lnTo>
                <a:lnTo>
                  <a:pt x="243250" y="948941"/>
                </a:lnTo>
                <a:lnTo>
                  <a:pt x="267433" y="993112"/>
                </a:lnTo>
                <a:lnTo>
                  <a:pt x="292764" y="1036811"/>
                </a:lnTo>
                <a:lnTo>
                  <a:pt x="319243" y="1080016"/>
                </a:lnTo>
                <a:lnTo>
                  <a:pt x="346873" y="1122705"/>
                </a:lnTo>
                <a:lnTo>
                  <a:pt x="375652" y="1164857"/>
                </a:lnTo>
                <a:lnTo>
                  <a:pt x="405583" y="1206450"/>
                </a:lnTo>
                <a:lnTo>
                  <a:pt x="436664" y="1247463"/>
                </a:lnTo>
                <a:lnTo>
                  <a:pt x="468897" y="1287872"/>
                </a:lnTo>
                <a:lnTo>
                  <a:pt x="502282" y="1327657"/>
                </a:lnTo>
                <a:lnTo>
                  <a:pt x="536820" y="1366796"/>
                </a:lnTo>
                <a:lnTo>
                  <a:pt x="572511" y="1405267"/>
                </a:lnTo>
                <a:lnTo>
                  <a:pt x="609356" y="1443048"/>
                </a:lnTo>
                <a:lnTo>
                  <a:pt x="647080" y="1479841"/>
                </a:lnTo>
                <a:lnTo>
                  <a:pt x="685492" y="1515483"/>
                </a:lnTo>
                <a:lnTo>
                  <a:pt x="724569" y="1549975"/>
                </a:lnTo>
                <a:lnTo>
                  <a:pt x="764291" y="1583318"/>
                </a:lnTo>
                <a:lnTo>
                  <a:pt x="804636" y="1615511"/>
                </a:lnTo>
                <a:lnTo>
                  <a:pt x="845581" y="1646556"/>
                </a:lnTo>
                <a:lnTo>
                  <a:pt x="887106" y="1676453"/>
                </a:lnTo>
                <a:lnTo>
                  <a:pt x="929188" y="1705202"/>
                </a:lnTo>
                <a:lnTo>
                  <a:pt x="971807" y="1732805"/>
                </a:lnTo>
                <a:lnTo>
                  <a:pt x="1014940" y="1759261"/>
                </a:lnTo>
                <a:lnTo>
                  <a:pt x="1058565" y="1784571"/>
                </a:lnTo>
                <a:lnTo>
                  <a:pt x="1102662" y="1808736"/>
                </a:lnTo>
                <a:lnTo>
                  <a:pt x="1147208" y="1831757"/>
                </a:lnTo>
                <a:lnTo>
                  <a:pt x="1192181" y="1853633"/>
                </a:lnTo>
                <a:lnTo>
                  <a:pt x="1237561" y="1874366"/>
                </a:lnTo>
                <a:lnTo>
                  <a:pt x="1283326" y="1893956"/>
                </a:lnTo>
                <a:lnTo>
                  <a:pt x="1329453" y="1912403"/>
                </a:lnTo>
                <a:lnTo>
                  <a:pt x="1375921" y="1929709"/>
                </a:lnTo>
                <a:lnTo>
                  <a:pt x="1422709" y="1945873"/>
                </a:lnTo>
                <a:lnTo>
                  <a:pt x="1469794" y="1960896"/>
                </a:lnTo>
                <a:lnTo>
                  <a:pt x="1517156" y="1974779"/>
                </a:lnTo>
                <a:lnTo>
                  <a:pt x="1564773" y="1987523"/>
                </a:lnTo>
                <a:lnTo>
                  <a:pt x="1612622" y="1999127"/>
                </a:lnTo>
                <a:lnTo>
                  <a:pt x="1660683" y="2009593"/>
                </a:lnTo>
                <a:lnTo>
                  <a:pt x="1708933" y="2018921"/>
                </a:lnTo>
                <a:lnTo>
                  <a:pt x="1757351" y="2027111"/>
                </a:lnTo>
                <a:lnTo>
                  <a:pt x="1805916" y="2034165"/>
                </a:lnTo>
                <a:lnTo>
                  <a:pt x="1854605" y="2040082"/>
                </a:lnTo>
                <a:lnTo>
                  <a:pt x="1903397" y="2044863"/>
                </a:lnTo>
                <a:lnTo>
                  <a:pt x="1952271" y="2048509"/>
                </a:lnTo>
                <a:lnTo>
                  <a:pt x="2001204" y="2051020"/>
                </a:lnTo>
                <a:lnTo>
                  <a:pt x="2050176" y="2052398"/>
                </a:lnTo>
                <a:lnTo>
                  <a:pt x="2050176" y="1393054"/>
                </a:lnTo>
                <a:lnTo>
                  <a:pt x="2001984" y="1391091"/>
                </a:lnTo>
                <a:lnTo>
                  <a:pt x="1953867" y="1387519"/>
                </a:lnTo>
                <a:lnTo>
                  <a:pt x="1905869" y="1382338"/>
                </a:lnTo>
                <a:lnTo>
                  <a:pt x="1858034" y="1375545"/>
                </a:lnTo>
                <a:lnTo>
                  <a:pt x="1810407" y="1367141"/>
                </a:lnTo>
                <a:lnTo>
                  <a:pt x="1763033" y="1357123"/>
                </a:lnTo>
                <a:lnTo>
                  <a:pt x="1715955" y="1345492"/>
                </a:lnTo>
                <a:lnTo>
                  <a:pt x="1669219" y="1332246"/>
                </a:lnTo>
                <a:lnTo>
                  <a:pt x="1622869" y="1317383"/>
                </a:lnTo>
                <a:lnTo>
                  <a:pt x="1576950" y="1300903"/>
                </a:lnTo>
                <a:lnTo>
                  <a:pt x="1531505" y="1282806"/>
                </a:lnTo>
                <a:lnTo>
                  <a:pt x="1486580" y="1263088"/>
                </a:lnTo>
                <a:lnTo>
                  <a:pt x="1442219" y="1241751"/>
                </a:lnTo>
                <a:lnTo>
                  <a:pt x="1398467" y="1218792"/>
                </a:lnTo>
                <a:lnTo>
                  <a:pt x="1355368" y="1194210"/>
                </a:lnTo>
                <a:lnTo>
                  <a:pt x="1312966" y="1168005"/>
                </a:lnTo>
                <a:lnTo>
                  <a:pt x="1271307" y="1140176"/>
                </a:lnTo>
                <a:lnTo>
                  <a:pt x="1230434" y="1110720"/>
                </a:lnTo>
                <a:lnTo>
                  <a:pt x="1190392" y="1079638"/>
                </a:lnTo>
                <a:lnTo>
                  <a:pt x="1151226" y="1046928"/>
                </a:lnTo>
                <a:lnTo>
                  <a:pt x="1112981" y="1012590"/>
                </a:lnTo>
                <a:lnTo>
                  <a:pt x="1075700" y="976621"/>
                </a:lnTo>
                <a:lnTo>
                  <a:pt x="1039648" y="939237"/>
                </a:lnTo>
                <a:lnTo>
                  <a:pt x="1005234" y="900890"/>
                </a:lnTo>
                <a:lnTo>
                  <a:pt x="972457" y="861624"/>
                </a:lnTo>
                <a:lnTo>
                  <a:pt x="941317" y="821484"/>
                </a:lnTo>
                <a:lnTo>
                  <a:pt x="911811" y="780513"/>
                </a:lnTo>
                <a:lnTo>
                  <a:pt x="883938" y="738757"/>
                </a:lnTo>
                <a:lnTo>
                  <a:pt x="857698" y="696259"/>
                </a:lnTo>
                <a:lnTo>
                  <a:pt x="833090" y="653065"/>
                </a:lnTo>
                <a:lnTo>
                  <a:pt x="810113" y="609218"/>
                </a:lnTo>
                <a:lnTo>
                  <a:pt x="788764" y="564762"/>
                </a:lnTo>
                <a:lnTo>
                  <a:pt x="769044" y="519743"/>
                </a:lnTo>
                <a:lnTo>
                  <a:pt x="750951" y="474204"/>
                </a:lnTo>
                <a:lnTo>
                  <a:pt x="734485" y="428190"/>
                </a:lnTo>
                <a:lnTo>
                  <a:pt x="719643" y="381745"/>
                </a:lnTo>
                <a:lnTo>
                  <a:pt x="706425" y="334914"/>
                </a:lnTo>
                <a:lnTo>
                  <a:pt x="694831" y="287740"/>
                </a:lnTo>
                <a:lnTo>
                  <a:pt x="684858" y="240269"/>
                </a:lnTo>
                <a:lnTo>
                  <a:pt x="676505" y="192545"/>
                </a:lnTo>
                <a:lnTo>
                  <a:pt x="669773" y="144611"/>
                </a:lnTo>
                <a:lnTo>
                  <a:pt x="664659" y="96513"/>
                </a:lnTo>
                <a:lnTo>
                  <a:pt x="661162" y="48294"/>
                </a:lnTo>
                <a:lnTo>
                  <a:pt x="659282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/>
          <p:cNvSpPr/>
          <p:nvPr/>
        </p:nvSpPr>
        <p:spPr>
          <a:xfrm>
            <a:off x="5184282" y="4164461"/>
            <a:ext cx="2050414" cy="2052955"/>
          </a:xfrm>
          <a:custGeom>
            <a:avLst/>
            <a:gdLst/>
            <a:ahLst/>
            <a:cxnLst/>
            <a:rect l="l" t="t" r="r" b="b"/>
            <a:pathLst>
              <a:path w="2050415" h="2052954">
                <a:moveTo>
                  <a:pt x="2050145" y="0"/>
                </a:moveTo>
                <a:lnTo>
                  <a:pt x="1390893" y="0"/>
                </a:lnTo>
                <a:lnTo>
                  <a:pt x="1389012" y="48294"/>
                </a:lnTo>
                <a:lnTo>
                  <a:pt x="1385513" y="96513"/>
                </a:lnTo>
                <a:lnTo>
                  <a:pt x="1380395" y="144611"/>
                </a:lnTo>
                <a:lnTo>
                  <a:pt x="1373657" y="192545"/>
                </a:lnTo>
                <a:lnTo>
                  <a:pt x="1365298" y="240269"/>
                </a:lnTo>
                <a:lnTo>
                  <a:pt x="1355317" y="287740"/>
                </a:lnTo>
                <a:lnTo>
                  <a:pt x="1343713" y="334914"/>
                </a:lnTo>
                <a:lnTo>
                  <a:pt x="1330486" y="381745"/>
                </a:lnTo>
                <a:lnTo>
                  <a:pt x="1315635" y="428190"/>
                </a:lnTo>
                <a:lnTo>
                  <a:pt x="1299158" y="474204"/>
                </a:lnTo>
                <a:lnTo>
                  <a:pt x="1281055" y="519743"/>
                </a:lnTo>
                <a:lnTo>
                  <a:pt x="1261324" y="564762"/>
                </a:lnTo>
                <a:lnTo>
                  <a:pt x="1239966" y="609218"/>
                </a:lnTo>
                <a:lnTo>
                  <a:pt x="1216978" y="653065"/>
                </a:lnTo>
                <a:lnTo>
                  <a:pt x="1192361" y="696259"/>
                </a:lnTo>
                <a:lnTo>
                  <a:pt x="1166112" y="738757"/>
                </a:lnTo>
                <a:lnTo>
                  <a:pt x="1138232" y="780513"/>
                </a:lnTo>
                <a:lnTo>
                  <a:pt x="1108719" y="821484"/>
                </a:lnTo>
                <a:lnTo>
                  <a:pt x="1077573" y="861624"/>
                </a:lnTo>
                <a:lnTo>
                  <a:pt x="1044792" y="900890"/>
                </a:lnTo>
                <a:lnTo>
                  <a:pt x="1010376" y="939237"/>
                </a:lnTo>
                <a:lnTo>
                  <a:pt x="974323" y="976621"/>
                </a:lnTo>
                <a:lnTo>
                  <a:pt x="937043" y="1012590"/>
                </a:lnTo>
                <a:lnTo>
                  <a:pt x="898800" y="1046928"/>
                </a:lnTo>
                <a:lnTo>
                  <a:pt x="859638" y="1079638"/>
                </a:lnTo>
                <a:lnTo>
                  <a:pt x="819602" y="1110720"/>
                </a:lnTo>
                <a:lnTo>
                  <a:pt x="778736" y="1140176"/>
                </a:lnTo>
                <a:lnTo>
                  <a:pt x="737084" y="1168005"/>
                </a:lnTo>
                <a:lnTo>
                  <a:pt x="694691" y="1194210"/>
                </a:lnTo>
                <a:lnTo>
                  <a:pt x="651602" y="1218792"/>
                </a:lnTo>
                <a:lnTo>
                  <a:pt x="607859" y="1241751"/>
                </a:lnTo>
                <a:lnTo>
                  <a:pt x="563508" y="1263088"/>
                </a:lnTo>
                <a:lnTo>
                  <a:pt x="518594" y="1282806"/>
                </a:lnTo>
                <a:lnTo>
                  <a:pt x="473160" y="1300903"/>
                </a:lnTo>
                <a:lnTo>
                  <a:pt x="427250" y="1317383"/>
                </a:lnTo>
                <a:lnTo>
                  <a:pt x="380910" y="1332246"/>
                </a:lnTo>
                <a:lnTo>
                  <a:pt x="334183" y="1345492"/>
                </a:lnTo>
                <a:lnTo>
                  <a:pt x="287115" y="1357123"/>
                </a:lnTo>
                <a:lnTo>
                  <a:pt x="239748" y="1367141"/>
                </a:lnTo>
                <a:lnTo>
                  <a:pt x="192128" y="1375545"/>
                </a:lnTo>
                <a:lnTo>
                  <a:pt x="144299" y="1382338"/>
                </a:lnTo>
                <a:lnTo>
                  <a:pt x="96305" y="1387519"/>
                </a:lnTo>
                <a:lnTo>
                  <a:pt x="48190" y="1391091"/>
                </a:lnTo>
                <a:lnTo>
                  <a:pt x="0" y="1393054"/>
                </a:lnTo>
                <a:lnTo>
                  <a:pt x="0" y="2052398"/>
                </a:lnTo>
                <a:lnTo>
                  <a:pt x="48957" y="2051020"/>
                </a:lnTo>
                <a:lnTo>
                  <a:pt x="97879" y="2048509"/>
                </a:lnTo>
                <a:lnTo>
                  <a:pt x="146742" y="2044863"/>
                </a:lnTo>
                <a:lnTo>
                  <a:pt x="195525" y="2040082"/>
                </a:lnTo>
                <a:lnTo>
                  <a:pt x="244207" y="2034165"/>
                </a:lnTo>
                <a:lnTo>
                  <a:pt x="292765" y="2027111"/>
                </a:lnTo>
                <a:lnTo>
                  <a:pt x="341177" y="2018921"/>
                </a:lnTo>
                <a:lnTo>
                  <a:pt x="389423" y="2009593"/>
                </a:lnTo>
                <a:lnTo>
                  <a:pt x="437481" y="1999127"/>
                </a:lnTo>
                <a:lnTo>
                  <a:pt x="485328" y="1987523"/>
                </a:lnTo>
                <a:lnTo>
                  <a:pt x="532943" y="1974779"/>
                </a:lnTo>
                <a:lnTo>
                  <a:pt x="580304" y="1960896"/>
                </a:lnTo>
                <a:lnTo>
                  <a:pt x="627390" y="1945873"/>
                </a:lnTo>
                <a:lnTo>
                  <a:pt x="674179" y="1929709"/>
                </a:lnTo>
                <a:lnTo>
                  <a:pt x="720648" y="1912403"/>
                </a:lnTo>
                <a:lnTo>
                  <a:pt x="766777" y="1893956"/>
                </a:lnTo>
                <a:lnTo>
                  <a:pt x="812544" y="1874366"/>
                </a:lnTo>
                <a:lnTo>
                  <a:pt x="857926" y="1853633"/>
                </a:lnTo>
                <a:lnTo>
                  <a:pt x="902903" y="1831757"/>
                </a:lnTo>
                <a:lnTo>
                  <a:pt x="947452" y="1808736"/>
                </a:lnTo>
                <a:lnTo>
                  <a:pt x="991552" y="1784571"/>
                </a:lnTo>
                <a:lnTo>
                  <a:pt x="1035181" y="1759261"/>
                </a:lnTo>
                <a:lnTo>
                  <a:pt x="1078318" y="1732805"/>
                </a:lnTo>
                <a:lnTo>
                  <a:pt x="1120940" y="1705202"/>
                </a:lnTo>
                <a:lnTo>
                  <a:pt x="1163025" y="1676453"/>
                </a:lnTo>
                <a:lnTo>
                  <a:pt x="1204553" y="1646556"/>
                </a:lnTo>
                <a:lnTo>
                  <a:pt x="1245502" y="1615511"/>
                </a:lnTo>
                <a:lnTo>
                  <a:pt x="1285849" y="1583318"/>
                </a:lnTo>
                <a:lnTo>
                  <a:pt x="1325572" y="1549975"/>
                </a:lnTo>
                <a:lnTo>
                  <a:pt x="1364652" y="1515483"/>
                </a:lnTo>
                <a:lnTo>
                  <a:pt x="1403064" y="1479841"/>
                </a:lnTo>
                <a:lnTo>
                  <a:pt x="1440789" y="1443048"/>
                </a:lnTo>
                <a:lnTo>
                  <a:pt x="1477634" y="1405267"/>
                </a:lnTo>
                <a:lnTo>
                  <a:pt x="1513324" y="1366796"/>
                </a:lnTo>
                <a:lnTo>
                  <a:pt x="1547860" y="1327657"/>
                </a:lnTo>
                <a:lnTo>
                  <a:pt x="1581243" y="1287872"/>
                </a:lnTo>
                <a:lnTo>
                  <a:pt x="1613473" y="1247463"/>
                </a:lnTo>
                <a:lnTo>
                  <a:pt x="1644552" y="1206450"/>
                </a:lnTo>
                <a:lnTo>
                  <a:pt x="1674479" y="1164857"/>
                </a:lnTo>
                <a:lnTo>
                  <a:pt x="1703255" y="1122705"/>
                </a:lnTo>
                <a:lnTo>
                  <a:pt x="1730881" y="1080016"/>
                </a:lnTo>
                <a:lnTo>
                  <a:pt x="1757357" y="1036811"/>
                </a:lnTo>
                <a:lnTo>
                  <a:pt x="1782684" y="993112"/>
                </a:lnTo>
                <a:lnTo>
                  <a:pt x="1806862" y="948941"/>
                </a:lnTo>
                <a:lnTo>
                  <a:pt x="1829893" y="904321"/>
                </a:lnTo>
                <a:lnTo>
                  <a:pt x="1851776" y="859272"/>
                </a:lnTo>
                <a:lnTo>
                  <a:pt x="1872512" y="813816"/>
                </a:lnTo>
                <a:lnTo>
                  <a:pt x="1892103" y="767976"/>
                </a:lnTo>
                <a:lnTo>
                  <a:pt x="1910547" y="721773"/>
                </a:lnTo>
                <a:lnTo>
                  <a:pt x="1927847" y="675229"/>
                </a:lnTo>
                <a:lnTo>
                  <a:pt x="1944002" y="628365"/>
                </a:lnTo>
                <a:lnTo>
                  <a:pt x="1959014" y="581204"/>
                </a:lnTo>
                <a:lnTo>
                  <a:pt x="1972882" y="533768"/>
                </a:lnTo>
                <a:lnTo>
                  <a:pt x="1985607" y="486077"/>
                </a:lnTo>
                <a:lnTo>
                  <a:pt x="1997191" y="438154"/>
                </a:lnTo>
                <a:lnTo>
                  <a:pt x="2007633" y="390021"/>
                </a:lnTo>
                <a:lnTo>
                  <a:pt x="2016934" y="341699"/>
                </a:lnTo>
                <a:lnTo>
                  <a:pt x="2025095" y="293211"/>
                </a:lnTo>
                <a:lnTo>
                  <a:pt x="2032116" y="244578"/>
                </a:lnTo>
                <a:lnTo>
                  <a:pt x="2037997" y="195821"/>
                </a:lnTo>
                <a:lnTo>
                  <a:pt x="2042741" y="146963"/>
                </a:lnTo>
                <a:lnTo>
                  <a:pt x="2046346" y="98026"/>
                </a:lnTo>
                <a:lnTo>
                  <a:pt x="2048814" y="49031"/>
                </a:lnTo>
                <a:lnTo>
                  <a:pt x="2050145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/>
          <p:cNvSpPr/>
          <p:nvPr/>
        </p:nvSpPr>
        <p:spPr>
          <a:xfrm>
            <a:off x="1545966" y="2047494"/>
            <a:ext cx="2050414" cy="2053589"/>
          </a:xfrm>
          <a:custGeom>
            <a:avLst/>
            <a:gdLst/>
            <a:ahLst/>
            <a:cxnLst/>
            <a:rect l="l" t="t" r="r" b="b"/>
            <a:pathLst>
              <a:path w="2050414" h="2053589">
                <a:moveTo>
                  <a:pt x="0" y="0"/>
                </a:moveTo>
                <a:lnTo>
                  <a:pt x="0" y="660013"/>
                </a:lnTo>
                <a:lnTo>
                  <a:pt x="48175" y="661993"/>
                </a:lnTo>
                <a:lnTo>
                  <a:pt x="96278" y="665580"/>
                </a:lnTo>
                <a:lnTo>
                  <a:pt x="144264" y="670775"/>
                </a:lnTo>
                <a:lnTo>
                  <a:pt x="192087" y="677580"/>
                </a:lnTo>
                <a:lnTo>
                  <a:pt x="239703" y="685995"/>
                </a:lnTo>
                <a:lnTo>
                  <a:pt x="287068" y="696021"/>
                </a:lnTo>
                <a:lnTo>
                  <a:pt x="334137" y="707660"/>
                </a:lnTo>
                <a:lnTo>
                  <a:pt x="380865" y="720913"/>
                </a:lnTo>
                <a:lnTo>
                  <a:pt x="427208" y="735780"/>
                </a:lnTo>
                <a:lnTo>
                  <a:pt x="473122" y="752263"/>
                </a:lnTo>
                <a:lnTo>
                  <a:pt x="518561" y="770362"/>
                </a:lnTo>
                <a:lnTo>
                  <a:pt x="563482" y="790080"/>
                </a:lnTo>
                <a:lnTo>
                  <a:pt x="607839" y="811416"/>
                </a:lnTo>
                <a:lnTo>
                  <a:pt x="651589" y="834372"/>
                </a:lnTo>
                <a:lnTo>
                  <a:pt x="694685" y="858949"/>
                </a:lnTo>
                <a:lnTo>
                  <a:pt x="737085" y="885148"/>
                </a:lnTo>
                <a:lnTo>
                  <a:pt x="778743" y="912970"/>
                </a:lnTo>
                <a:lnTo>
                  <a:pt x="819615" y="942416"/>
                </a:lnTo>
                <a:lnTo>
                  <a:pt x="859656" y="973487"/>
                </a:lnTo>
                <a:lnTo>
                  <a:pt x="898821" y="1006184"/>
                </a:lnTo>
                <a:lnTo>
                  <a:pt x="937067" y="1040509"/>
                </a:lnTo>
                <a:lnTo>
                  <a:pt x="974348" y="1076462"/>
                </a:lnTo>
                <a:lnTo>
                  <a:pt x="1010383" y="1113828"/>
                </a:lnTo>
                <a:lnTo>
                  <a:pt x="1044784" y="1152165"/>
                </a:lnTo>
                <a:lnTo>
                  <a:pt x="1077551" y="1191425"/>
                </a:lnTo>
                <a:lnTo>
                  <a:pt x="1108685" y="1231566"/>
                </a:lnTo>
                <a:lnTo>
                  <a:pt x="1138186" y="1272541"/>
                </a:lnTo>
                <a:lnTo>
                  <a:pt x="1166055" y="1314305"/>
                </a:lnTo>
                <a:lnTo>
                  <a:pt x="1192294" y="1356814"/>
                </a:lnTo>
                <a:lnTo>
                  <a:pt x="1216903" y="1400023"/>
                </a:lnTo>
                <a:lnTo>
                  <a:pt x="1239884" y="1443886"/>
                </a:lnTo>
                <a:lnTo>
                  <a:pt x="1261236" y="1488359"/>
                </a:lnTo>
                <a:lnTo>
                  <a:pt x="1280960" y="1533397"/>
                </a:lnTo>
                <a:lnTo>
                  <a:pt x="1299059" y="1578954"/>
                </a:lnTo>
                <a:lnTo>
                  <a:pt x="1315532" y="1624986"/>
                </a:lnTo>
                <a:lnTo>
                  <a:pt x="1330380" y="1671447"/>
                </a:lnTo>
                <a:lnTo>
                  <a:pt x="1343604" y="1718294"/>
                </a:lnTo>
                <a:lnTo>
                  <a:pt x="1355206" y="1765479"/>
                </a:lnTo>
                <a:lnTo>
                  <a:pt x="1365185" y="1812960"/>
                </a:lnTo>
                <a:lnTo>
                  <a:pt x="1373543" y="1860690"/>
                </a:lnTo>
                <a:lnTo>
                  <a:pt x="1380281" y="1908625"/>
                </a:lnTo>
                <a:lnTo>
                  <a:pt x="1385399" y="1956720"/>
                </a:lnTo>
                <a:lnTo>
                  <a:pt x="1388899" y="2004929"/>
                </a:lnTo>
                <a:lnTo>
                  <a:pt x="1390781" y="2053208"/>
                </a:lnTo>
                <a:lnTo>
                  <a:pt x="2050032" y="2053208"/>
                </a:lnTo>
                <a:lnTo>
                  <a:pt x="2048726" y="2004154"/>
                </a:lnTo>
                <a:lnTo>
                  <a:pt x="2046282" y="1955135"/>
                </a:lnTo>
                <a:lnTo>
                  <a:pt x="2042698" y="1906173"/>
                </a:lnTo>
                <a:lnTo>
                  <a:pt x="2037975" y="1857289"/>
                </a:lnTo>
                <a:lnTo>
                  <a:pt x="2032112" y="1808507"/>
                </a:lnTo>
                <a:lnTo>
                  <a:pt x="2025108" y="1759847"/>
                </a:lnTo>
                <a:lnTo>
                  <a:pt x="2016963" y="1711331"/>
                </a:lnTo>
                <a:lnTo>
                  <a:pt x="2007677" y="1662982"/>
                </a:lnTo>
                <a:lnTo>
                  <a:pt x="1997248" y="1614821"/>
                </a:lnTo>
                <a:lnTo>
                  <a:pt x="1985676" y="1566871"/>
                </a:lnTo>
                <a:lnTo>
                  <a:pt x="1972961" y="1519152"/>
                </a:lnTo>
                <a:lnTo>
                  <a:pt x="1959101" y="1471687"/>
                </a:lnTo>
                <a:lnTo>
                  <a:pt x="1944098" y="1424497"/>
                </a:lnTo>
                <a:lnTo>
                  <a:pt x="1927949" y="1377606"/>
                </a:lnTo>
                <a:lnTo>
                  <a:pt x="1910655" y="1331033"/>
                </a:lnTo>
                <a:lnTo>
                  <a:pt x="1892214" y="1284802"/>
                </a:lnTo>
                <a:lnTo>
                  <a:pt x="1872626" y="1238934"/>
                </a:lnTo>
                <a:lnTo>
                  <a:pt x="1851892" y="1193451"/>
                </a:lnTo>
                <a:lnTo>
                  <a:pt x="1830009" y="1148375"/>
                </a:lnTo>
                <a:lnTo>
                  <a:pt x="1806978" y="1103727"/>
                </a:lnTo>
                <a:lnTo>
                  <a:pt x="1782798" y="1059530"/>
                </a:lnTo>
                <a:lnTo>
                  <a:pt x="1757468" y="1015806"/>
                </a:lnTo>
                <a:lnTo>
                  <a:pt x="1730988" y="972576"/>
                </a:lnTo>
                <a:lnTo>
                  <a:pt x="1703358" y="929862"/>
                </a:lnTo>
                <a:lnTo>
                  <a:pt x="1674576" y="887686"/>
                </a:lnTo>
                <a:lnTo>
                  <a:pt x="1644643" y="846070"/>
                </a:lnTo>
                <a:lnTo>
                  <a:pt x="1613557" y="805035"/>
                </a:lnTo>
                <a:lnTo>
                  <a:pt x="1581318" y="764605"/>
                </a:lnTo>
                <a:lnTo>
                  <a:pt x="1547926" y="724800"/>
                </a:lnTo>
                <a:lnTo>
                  <a:pt x="1513380" y="685642"/>
                </a:lnTo>
                <a:lnTo>
                  <a:pt x="1477679" y="647153"/>
                </a:lnTo>
                <a:lnTo>
                  <a:pt x="1440823" y="609356"/>
                </a:lnTo>
                <a:lnTo>
                  <a:pt x="1403097" y="572556"/>
                </a:lnTo>
                <a:lnTo>
                  <a:pt x="1364684" y="536907"/>
                </a:lnTo>
                <a:lnTo>
                  <a:pt x="1325603" y="502409"/>
                </a:lnTo>
                <a:lnTo>
                  <a:pt x="1285879" y="469062"/>
                </a:lnTo>
                <a:lnTo>
                  <a:pt x="1245531" y="436864"/>
                </a:lnTo>
                <a:lnTo>
                  <a:pt x="1204582" y="405816"/>
                </a:lnTo>
                <a:lnTo>
                  <a:pt x="1163053" y="375916"/>
                </a:lnTo>
                <a:lnTo>
                  <a:pt x="1120966" y="347164"/>
                </a:lnTo>
                <a:lnTo>
                  <a:pt x="1078343" y="319560"/>
                </a:lnTo>
                <a:lnTo>
                  <a:pt x="1035206" y="293102"/>
                </a:lnTo>
                <a:lnTo>
                  <a:pt x="991576" y="267791"/>
                </a:lnTo>
                <a:lnTo>
                  <a:pt x="947475" y="243625"/>
                </a:lnTo>
                <a:lnTo>
                  <a:pt x="902925" y="220605"/>
                </a:lnTo>
                <a:lnTo>
                  <a:pt x="857947" y="198729"/>
                </a:lnTo>
                <a:lnTo>
                  <a:pt x="812564" y="177997"/>
                </a:lnTo>
                <a:lnTo>
                  <a:pt x="766796" y="158408"/>
                </a:lnTo>
                <a:lnTo>
                  <a:pt x="720666" y="139962"/>
                </a:lnTo>
                <a:lnTo>
                  <a:pt x="674196" y="122658"/>
                </a:lnTo>
                <a:lnTo>
                  <a:pt x="627406" y="106495"/>
                </a:lnTo>
                <a:lnTo>
                  <a:pt x="580319" y="91474"/>
                </a:lnTo>
                <a:lnTo>
                  <a:pt x="532957" y="77593"/>
                </a:lnTo>
                <a:lnTo>
                  <a:pt x="485341" y="64852"/>
                </a:lnTo>
                <a:lnTo>
                  <a:pt x="437492" y="53250"/>
                </a:lnTo>
                <a:lnTo>
                  <a:pt x="389434" y="42786"/>
                </a:lnTo>
                <a:lnTo>
                  <a:pt x="341187" y="33461"/>
                </a:lnTo>
                <a:lnTo>
                  <a:pt x="292773" y="25273"/>
                </a:lnTo>
                <a:lnTo>
                  <a:pt x="244213" y="18222"/>
                </a:lnTo>
                <a:lnTo>
                  <a:pt x="195531" y="12307"/>
                </a:lnTo>
                <a:lnTo>
                  <a:pt x="146746" y="7528"/>
                </a:lnTo>
                <a:lnTo>
                  <a:pt x="97882" y="3884"/>
                </a:lnTo>
                <a:lnTo>
                  <a:pt x="48959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9"/>
          <p:cNvSpPr/>
          <p:nvPr/>
        </p:nvSpPr>
        <p:spPr>
          <a:xfrm>
            <a:off x="0" y="2047494"/>
            <a:ext cx="1477010" cy="2053589"/>
          </a:xfrm>
          <a:custGeom>
            <a:avLst/>
            <a:gdLst/>
            <a:ahLst/>
            <a:cxnLst/>
            <a:rect l="l" t="t" r="r" b="b"/>
            <a:pathLst>
              <a:path w="1477010" h="2053589">
                <a:moveTo>
                  <a:pt x="1476755" y="0"/>
                </a:moveTo>
                <a:lnTo>
                  <a:pt x="1427795" y="1375"/>
                </a:lnTo>
                <a:lnTo>
                  <a:pt x="1378872" y="3884"/>
                </a:lnTo>
                <a:lnTo>
                  <a:pt x="1330008" y="7528"/>
                </a:lnTo>
                <a:lnTo>
                  <a:pt x="1281224" y="12307"/>
                </a:lnTo>
                <a:lnTo>
                  <a:pt x="1232542" y="18222"/>
                </a:lnTo>
                <a:lnTo>
                  <a:pt x="1183984" y="25273"/>
                </a:lnTo>
                <a:lnTo>
                  <a:pt x="1135572" y="33461"/>
                </a:lnTo>
                <a:lnTo>
                  <a:pt x="1087327" y="42786"/>
                </a:lnTo>
                <a:lnTo>
                  <a:pt x="1039271" y="53250"/>
                </a:lnTo>
                <a:lnTo>
                  <a:pt x="991426" y="64852"/>
                </a:lnTo>
                <a:lnTo>
                  <a:pt x="943813" y="77593"/>
                </a:lnTo>
                <a:lnTo>
                  <a:pt x="896453" y="91474"/>
                </a:lnTo>
                <a:lnTo>
                  <a:pt x="849370" y="106495"/>
                </a:lnTo>
                <a:lnTo>
                  <a:pt x="802584" y="122658"/>
                </a:lnTo>
                <a:lnTo>
                  <a:pt x="756117" y="139962"/>
                </a:lnTo>
                <a:lnTo>
                  <a:pt x="709991" y="158408"/>
                </a:lnTo>
                <a:lnTo>
                  <a:pt x="664227" y="177997"/>
                </a:lnTo>
                <a:lnTo>
                  <a:pt x="618848" y="198729"/>
                </a:lnTo>
                <a:lnTo>
                  <a:pt x="573874" y="220605"/>
                </a:lnTo>
                <a:lnTo>
                  <a:pt x="529328" y="243625"/>
                </a:lnTo>
                <a:lnTo>
                  <a:pt x="485231" y="267791"/>
                </a:lnTo>
                <a:lnTo>
                  <a:pt x="441605" y="293102"/>
                </a:lnTo>
                <a:lnTo>
                  <a:pt x="398471" y="319560"/>
                </a:lnTo>
                <a:lnTo>
                  <a:pt x="355852" y="347164"/>
                </a:lnTo>
                <a:lnTo>
                  <a:pt x="313769" y="375916"/>
                </a:lnTo>
                <a:lnTo>
                  <a:pt x="272243" y="405816"/>
                </a:lnTo>
                <a:lnTo>
                  <a:pt x="231297" y="436864"/>
                </a:lnTo>
                <a:lnTo>
                  <a:pt x="190952" y="469062"/>
                </a:lnTo>
                <a:lnTo>
                  <a:pt x="151230" y="502409"/>
                </a:lnTo>
                <a:lnTo>
                  <a:pt x="112152" y="536907"/>
                </a:lnTo>
                <a:lnTo>
                  <a:pt x="73740" y="572556"/>
                </a:lnTo>
                <a:lnTo>
                  <a:pt x="36016" y="609356"/>
                </a:lnTo>
                <a:lnTo>
                  <a:pt x="0" y="646284"/>
                </a:lnTo>
                <a:lnTo>
                  <a:pt x="0" y="2053208"/>
                </a:lnTo>
                <a:lnTo>
                  <a:pt x="85939" y="2053208"/>
                </a:lnTo>
                <a:lnTo>
                  <a:pt x="87834" y="2004929"/>
                </a:lnTo>
                <a:lnTo>
                  <a:pt x="91344" y="1956720"/>
                </a:lnTo>
                <a:lnTo>
                  <a:pt x="96471" y="1908625"/>
                </a:lnTo>
                <a:lnTo>
                  <a:pt x="103215" y="1860690"/>
                </a:lnTo>
                <a:lnTo>
                  <a:pt x="111577" y="1812960"/>
                </a:lnTo>
                <a:lnTo>
                  <a:pt x="121559" y="1765479"/>
                </a:lnTo>
                <a:lnTo>
                  <a:pt x="133162" y="1718294"/>
                </a:lnTo>
                <a:lnTo>
                  <a:pt x="146386" y="1671447"/>
                </a:lnTo>
                <a:lnTo>
                  <a:pt x="161233" y="1624986"/>
                </a:lnTo>
                <a:lnTo>
                  <a:pt x="177705" y="1578954"/>
                </a:lnTo>
                <a:lnTo>
                  <a:pt x="195801" y="1533397"/>
                </a:lnTo>
                <a:lnTo>
                  <a:pt x="215523" y="1488359"/>
                </a:lnTo>
                <a:lnTo>
                  <a:pt x="236872" y="1443886"/>
                </a:lnTo>
                <a:lnTo>
                  <a:pt x="259850" y="1400023"/>
                </a:lnTo>
                <a:lnTo>
                  <a:pt x="284457" y="1356814"/>
                </a:lnTo>
                <a:lnTo>
                  <a:pt x="310695" y="1314305"/>
                </a:lnTo>
                <a:lnTo>
                  <a:pt x="338564" y="1272541"/>
                </a:lnTo>
                <a:lnTo>
                  <a:pt x="368065" y="1231566"/>
                </a:lnTo>
                <a:lnTo>
                  <a:pt x="399201" y="1191425"/>
                </a:lnTo>
                <a:lnTo>
                  <a:pt x="431971" y="1152165"/>
                </a:lnTo>
                <a:lnTo>
                  <a:pt x="466377" y="1113828"/>
                </a:lnTo>
                <a:lnTo>
                  <a:pt x="502420" y="1076462"/>
                </a:lnTo>
                <a:lnTo>
                  <a:pt x="539699" y="1040509"/>
                </a:lnTo>
                <a:lnTo>
                  <a:pt x="577944" y="1006184"/>
                </a:lnTo>
                <a:lnTo>
                  <a:pt x="617109" y="973487"/>
                </a:lnTo>
                <a:lnTo>
                  <a:pt x="657150" y="942416"/>
                </a:lnTo>
                <a:lnTo>
                  <a:pt x="698022" y="912970"/>
                </a:lnTo>
                <a:lnTo>
                  <a:pt x="739681" y="885148"/>
                </a:lnTo>
                <a:lnTo>
                  <a:pt x="782081" y="858949"/>
                </a:lnTo>
                <a:lnTo>
                  <a:pt x="825179" y="834372"/>
                </a:lnTo>
                <a:lnTo>
                  <a:pt x="868929" y="811416"/>
                </a:lnTo>
                <a:lnTo>
                  <a:pt x="913287" y="790080"/>
                </a:lnTo>
                <a:lnTo>
                  <a:pt x="958209" y="770362"/>
                </a:lnTo>
                <a:lnTo>
                  <a:pt x="1003649" y="752263"/>
                </a:lnTo>
                <a:lnTo>
                  <a:pt x="1049563" y="735780"/>
                </a:lnTo>
                <a:lnTo>
                  <a:pt x="1095907" y="720913"/>
                </a:lnTo>
                <a:lnTo>
                  <a:pt x="1142635" y="707660"/>
                </a:lnTo>
                <a:lnTo>
                  <a:pt x="1189703" y="696021"/>
                </a:lnTo>
                <a:lnTo>
                  <a:pt x="1237067" y="685995"/>
                </a:lnTo>
                <a:lnTo>
                  <a:pt x="1284682" y="677580"/>
                </a:lnTo>
                <a:lnTo>
                  <a:pt x="1332503" y="670775"/>
                </a:lnTo>
                <a:lnTo>
                  <a:pt x="1380485" y="665580"/>
                </a:lnTo>
                <a:lnTo>
                  <a:pt x="1428584" y="661993"/>
                </a:lnTo>
                <a:lnTo>
                  <a:pt x="1476755" y="660013"/>
                </a:lnTo>
                <a:lnTo>
                  <a:pt x="1476755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0"/>
          <p:cNvSpPr/>
          <p:nvPr/>
        </p:nvSpPr>
        <p:spPr>
          <a:xfrm>
            <a:off x="0" y="4164461"/>
            <a:ext cx="1477010" cy="2052955"/>
          </a:xfrm>
          <a:custGeom>
            <a:avLst/>
            <a:gdLst/>
            <a:ahLst/>
            <a:cxnLst/>
            <a:rect l="l" t="t" r="r" b="b"/>
            <a:pathLst>
              <a:path w="1477010" h="2052954">
                <a:moveTo>
                  <a:pt x="85939" y="0"/>
                </a:moveTo>
                <a:lnTo>
                  <a:pt x="0" y="0"/>
                </a:lnTo>
                <a:lnTo>
                  <a:pt x="0" y="1406118"/>
                </a:lnTo>
                <a:lnTo>
                  <a:pt x="36016" y="1443048"/>
                </a:lnTo>
                <a:lnTo>
                  <a:pt x="73740" y="1479841"/>
                </a:lnTo>
                <a:lnTo>
                  <a:pt x="112152" y="1515483"/>
                </a:lnTo>
                <a:lnTo>
                  <a:pt x="151230" y="1549975"/>
                </a:lnTo>
                <a:lnTo>
                  <a:pt x="190952" y="1583318"/>
                </a:lnTo>
                <a:lnTo>
                  <a:pt x="231297" y="1615511"/>
                </a:lnTo>
                <a:lnTo>
                  <a:pt x="272243" y="1646556"/>
                </a:lnTo>
                <a:lnTo>
                  <a:pt x="313769" y="1676453"/>
                </a:lnTo>
                <a:lnTo>
                  <a:pt x="355852" y="1705202"/>
                </a:lnTo>
                <a:lnTo>
                  <a:pt x="398471" y="1732805"/>
                </a:lnTo>
                <a:lnTo>
                  <a:pt x="441605" y="1759261"/>
                </a:lnTo>
                <a:lnTo>
                  <a:pt x="485231" y="1784571"/>
                </a:lnTo>
                <a:lnTo>
                  <a:pt x="529328" y="1808736"/>
                </a:lnTo>
                <a:lnTo>
                  <a:pt x="573874" y="1831757"/>
                </a:lnTo>
                <a:lnTo>
                  <a:pt x="618848" y="1853633"/>
                </a:lnTo>
                <a:lnTo>
                  <a:pt x="664227" y="1874366"/>
                </a:lnTo>
                <a:lnTo>
                  <a:pt x="709991" y="1893956"/>
                </a:lnTo>
                <a:lnTo>
                  <a:pt x="756117" y="1912403"/>
                </a:lnTo>
                <a:lnTo>
                  <a:pt x="802584" y="1929709"/>
                </a:lnTo>
                <a:lnTo>
                  <a:pt x="849370" y="1945873"/>
                </a:lnTo>
                <a:lnTo>
                  <a:pt x="896453" y="1960896"/>
                </a:lnTo>
                <a:lnTo>
                  <a:pt x="943813" y="1974779"/>
                </a:lnTo>
                <a:lnTo>
                  <a:pt x="991426" y="1987523"/>
                </a:lnTo>
                <a:lnTo>
                  <a:pt x="1039271" y="1999127"/>
                </a:lnTo>
                <a:lnTo>
                  <a:pt x="1087327" y="2009593"/>
                </a:lnTo>
                <a:lnTo>
                  <a:pt x="1135572" y="2018921"/>
                </a:lnTo>
                <a:lnTo>
                  <a:pt x="1183984" y="2027111"/>
                </a:lnTo>
                <a:lnTo>
                  <a:pt x="1232542" y="2034165"/>
                </a:lnTo>
                <a:lnTo>
                  <a:pt x="1281224" y="2040082"/>
                </a:lnTo>
                <a:lnTo>
                  <a:pt x="1330008" y="2044863"/>
                </a:lnTo>
                <a:lnTo>
                  <a:pt x="1378872" y="2048509"/>
                </a:lnTo>
                <a:lnTo>
                  <a:pt x="1427795" y="2051020"/>
                </a:lnTo>
                <a:lnTo>
                  <a:pt x="1476755" y="2052398"/>
                </a:lnTo>
                <a:lnTo>
                  <a:pt x="1476755" y="1393054"/>
                </a:lnTo>
                <a:lnTo>
                  <a:pt x="1428571" y="1391091"/>
                </a:lnTo>
                <a:lnTo>
                  <a:pt x="1380461" y="1387519"/>
                </a:lnTo>
                <a:lnTo>
                  <a:pt x="1332470" y="1382338"/>
                </a:lnTo>
                <a:lnTo>
                  <a:pt x="1284643" y="1375545"/>
                </a:lnTo>
                <a:lnTo>
                  <a:pt x="1237024" y="1367141"/>
                </a:lnTo>
                <a:lnTo>
                  <a:pt x="1189657" y="1357123"/>
                </a:lnTo>
                <a:lnTo>
                  <a:pt x="1142588" y="1345492"/>
                </a:lnTo>
                <a:lnTo>
                  <a:pt x="1095860" y="1332246"/>
                </a:lnTo>
                <a:lnTo>
                  <a:pt x="1049517" y="1317383"/>
                </a:lnTo>
                <a:lnTo>
                  <a:pt x="1003606" y="1300903"/>
                </a:lnTo>
                <a:lnTo>
                  <a:pt x="958169" y="1282806"/>
                </a:lnTo>
                <a:lnTo>
                  <a:pt x="913251" y="1263088"/>
                </a:lnTo>
                <a:lnTo>
                  <a:pt x="868897" y="1241751"/>
                </a:lnTo>
                <a:lnTo>
                  <a:pt x="825152" y="1218792"/>
                </a:lnTo>
                <a:lnTo>
                  <a:pt x="782059" y="1194210"/>
                </a:lnTo>
                <a:lnTo>
                  <a:pt x="739663" y="1168005"/>
                </a:lnTo>
                <a:lnTo>
                  <a:pt x="698009" y="1140176"/>
                </a:lnTo>
                <a:lnTo>
                  <a:pt x="657141" y="1110720"/>
                </a:lnTo>
                <a:lnTo>
                  <a:pt x="617104" y="1079638"/>
                </a:lnTo>
                <a:lnTo>
                  <a:pt x="577941" y="1046928"/>
                </a:lnTo>
                <a:lnTo>
                  <a:pt x="539699" y="1012590"/>
                </a:lnTo>
                <a:lnTo>
                  <a:pt x="502420" y="976621"/>
                </a:lnTo>
                <a:lnTo>
                  <a:pt x="466366" y="939237"/>
                </a:lnTo>
                <a:lnTo>
                  <a:pt x="431950" y="900890"/>
                </a:lnTo>
                <a:lnTo>
                  <a:pt x="399171" y="861624"/>
                </a:lnTo>
                <a:lnTo>
                  <a:pt x="368027" y="821484"/>
                </a:lnTo>
                <a:lnTo>
                  <a:pt x="338518" y="780513"/>
                </a:lnTo>
                <a:lnTo>
                  <a:pt x="310643" y="738757"/>
                </a:lnTo>
                <a:lnTo>
                  <a:pt x="284401" y="696259"/>
                </a:lnTo>
                <a:lnTo>
                  <a:pt x="259789" y="653065"/>
                </a:lnTo>
                <a:lnTo>
                  <a:pt x="236809" y="609218"/>
                </a:lnTo>
                <a:lnTo>
                  <a:pt x="215457" y="564762"/>
                </a:lnTo>
                <a:lnTo>
                  <a:pt x="195734" y="519743"/>
                </a:lnTo>
                <a:lnTo>
                  <a:pt x="177638" y="474204"/>
                </a:lnTo>
                <a:lnTo>
                  <a:pt x="161168" y="428190"/>
                </a:lnTo>
                <a:lnTo>
                  <a:pt x="146323" y="381745"/>
                </a:lnTo>
                <a:lnTo>
                  <a:pt x="133102" y="334914"/>
                </a:lnTo>
                <a:lnTo>
                  <a:pt x="121504" y="287740"/>
                </a:lnTo>
                <a:lnTo>
                  <a:pt x="111528" y="240269"/>
                </a:lnTo>
                <a:lnTo>
                  <a:pt x="103173" y="192545"/>
                </a:lnTo>
                <a:lnTo>
                  <a:pt x="96438" y="144611"/>
                </a:lnTo>
                <a:lnTo>
                  <a:pt x="91321" y="96513"/>
                </a:lnTo>
                <a:lnTo>
                  <a:pt x="87822" y="48294"/>
                </a:lnTo>
                <a:lnTo>
                  <a:pt x="85939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/>
          <p:cNvSpPr/>
          <p:nvPr/>
        </p:nvSpPr>
        <p:spPr>
          <a:xfrm>
            <a:off x="1545966" y="4164461"/>
            <a:ext cx="2050414" cy="2052955"/>
          </a:xfrm>
          <a:custGeom>
            <a:avLst/>
            <a:gdLst/>
            <a:ahLst/>
            <a:cxnLst/>
            <a:rect l="l" t="t" r="r" b="b"/>
            <a:pathLst>
              <a:path w="2050414" h="2052954">
                <a:moveTo>
                  <a:pt x="2050032" y="0"/>
                </a:moveTo>
                <a:lnTo>
                  <a:pt x="1390781" y="0"/>
                </a:lnTo>
                <a:lnTo>
                  <a:pt x="1388899" y="48294"/>
                </a:lnTo>
                <a:lnTo>
                  <a:pt x="1385402" y="96513"/>
                </a:lnTo>
                <a:lnTo>
                  <a:pt x="1380287" y="144611"/>
                </a:lnTo>
                <a:lnTo>
                  <a:pt x="1373553" y="192545"/>
                </a:lnTo>
                <a:lnTo>
                  <a:pt x="1365199" y="240269"/>
                </a:lnTo>
                <a:lnTo>
                  <a:pt x="1355225" y="287740"/>
                </a:lnTo>
                <a:lnTo>
                  <a:pt x="1343629" y="334914"/>
                </a:lnTo>
                <a:lnTo>
                  <a:pt x="1330410" y="381745"/>
                </a:lnTo>
                <a:lnTo>
                  <a:pt x="1315567" y="428190"/>
                </a:lnTo>
                <a:lnTo>
                  <a:pt x="1299099" y="474204"/>
                </a:lnTo>
                <a:lnTo>
                  <a:pt x="1281005" y="519743"/>
                </a:lnTo>
                <a:lnTo>
                  <a:pt x="1261284" y="564762"/>
                </a:lnTo>
                <a:lnTo>
                  <a:pt x="1239934" y="609218"/>
                </a:lnTo>
                <a:lnTo>
                  <a:pt x="1216956" y="653065"/>
                </a:lnTo>
                <a:lnTo>
                  <a:pt x="1192347" y="696259"/>
                </a:lnTo>
                <a:lnTo>
                  <a:pt x="1166107" y="738757"/>
                </a:lnTo>
                <a:lnTo>
                  <a:pt x="1138234" y="780513"/>
                </a:lnTo>
                <a:lnTo>
                  <a:pt x="1108728" y="821484"/>
                </a:lnTo>
                <a:lnTo>
                  <a:pt x="1077587" y="861624"/>
                </a:lnTo>
                <a:lnTo>
                  <a:pt x="1044811" y="900890"/>
                </a:lnTo>
                <a:lnTo>
                  <a:pt x="1010398" y="939237"/>
                </a:lnTo>
                <a:lnTo>
                  <a:pt x="974348" y="976621"/>
                </a:lnTo>
                <a:lnTo>
                  <a:pt x="937067" y="1012590"/>
                </a:lnTo>
                <a:lnTo>
                  <a:pt x="898824" y="1046928"/>
                </a:lnTo>
                <a:lnTo>
                  <a:pt x="859661" y="1079638"/>
                </a:lnTo>
                <a:lnTo>
                  <a:pt x="819624" y="1110720"/>
                </a:lnTo>
                <a:lnTo>
                  <a:pt x="778757" y="1140176"/>
                </a:lnTo>
                <a:lnTo>
                  <a:pt x="737104" y="1168005"/>
                </a:lnTo>
                <a:lnTo>
                  <a:pt x="694710" y="1194210"/>
                </a:lnTo>
                <a:lnTo>
                  <a:pt x="651619" y="1218792"/>
                </a:lnTo>
                <a:lnTo>
                  <a:pt x="607875" y="1241751"/>
                </a:lnTo>
                <a:lnTo>
                  <a:pt x="563522" y="1263088"/>
                </a:lnTo>
                <a:lnTo>
                  <a:pt x="518606" y="1282806"/>
                </a:lnTo>
                <a:lnTo>
                  <a:pt x="473170" y="1300903"/>
                </a:lnTo>
                <a:lnTo>
                  <a:pt x="427259" y="1317383"/>
                </a:lnTo>
                <a:lnTo>
                  <a:pt x="380918" y="1332246"/>
                </a:lnTo>
                <a:lnTo>
                  <a:pt x="334189" y="1345492"/>
                </a:lnTo>
                <a:lnTo>
                  <a:pt x="287119" y="1357123"/>
                </a:lnTo>
                <a:lnTo>
                  <a:pt x="239751" y="1367141"/>
                </a:lnTo>
                <a:lnTo>
                  <a:pt x="192130" y="1375545"/>
                </a:lnTo>
                <a:lnTo>
                  <a:pt x="144300" y="1382338"/>
                </a:lnTo>
                <a:lnTo>
                  <a:pt x="96305" y="1387519"/>
                </a:lnTo>
                <a:lnTo>
                  <a:pt x="48190" y="1391091"/>
                </a:lnTo>
                <a:lnTo>
                  <a:pt x="0" y="1393054"/>
                </a:lnTo>
                <a:lnTo>
                  <a:pt x="0" y="2052398"/>
                </a:lnTo>
                <a:lnTo>
                  <a:pt x="48959" y="2051020"/>
                </a:lnTo>
                <a:lnTo>
                  <a:pt x="97882" y="2048509"/>
                </a:lnTo>
                <a:lnTo>
                  <a:pt x="146746" y="2044863"/>
                </a:lnTo>
                <a:lnTo>
                  <a:pt x="195531" y="2040082"/>
                </a:lnTo>
                <a:lnTo>
                  <a:pt x="244213" y="2034165"/>
                </a:lnTo>
                <a:lnTo>
                  <a:pt x="292773" y="2027111"/>
                </a:lnTo>
                <a:lnTo>
                  <a:pt x="341187" y="2018921"/>
                </a:lnTo>
                <a:lnTo>
                  <a:pt x="389434" y="2009593"/>
                </a:lnTo>
                <a:lnTo>
                  <a:pt x="437492" y="1999127"/>
                </a:lnTo>
                <a:lnTo>
                  <a:pt x="485341" y="1987523"/>
                </a:lnTo>
                <a:lnTo>
                  <a:pt x="532957" y="1974779"/>
                </a:lnTo>
                <a:lnTo>
                  <a:pt x="580319" y="1960896"/>
                </a:lnTo>
                <a:lnTo>
                  <a:pt x="627406" y="1945873"/>
                </a:lnTo>
                <a:lnTo>
                  <a:pt x="674196" y="1929709"/>
                </a:lnTo>
                <a:lnTo>
                  <a:pt x="720666" y="1912403"/>
                </a:lnTo>
                <a:lnTo>
                  <a:pt x="766796" y="1893956"/>
                </a:lnTo>
                <a:lnTo>
                  <a:pt x="812564" y="1874366"/>
                </a:lnTo>
                <a:lnTo>
                  <a:pt x="857947" y="1853633"/>
                </a:lnTo>
                <a:lnTo>
                  <a:pt x="902925" y="1831757"/>
                </a:lnTo>
                <a:lnTo>
                  <a:pt x="947475" y="1808736"/>
                </a:lnTo>
                <a:lnTo>
                  <a:pt x="991576" y="1784571"/>
                </a:lnTo>
                <a:lnTo>
                  <a:pt x="1035206" y="1759261"/>
                </a:lnTo>
                <a:lnTo>
                  <a:pt x="1078343" y="1732805"/>
                </a:lnTo>
                <a:lnTo>
                  <a:pt x="1120966" y="1705202"/>
                </a:lnTo>
                <a:lnTo>
                  <a:pt x="1163053" y="1676453"/>
                </a:lnTo>
                <a:lnTo>
                  <a:pt x="1204582" y="1646556"/>
                </a:lnTo>
                <a:lnTo>
                  <a:pt x="1245531" y="1615511"/>
                </a:lnTo>
                <a:lnTo>
                  <a:pt x="1285879" y="1583318"/>
                </a:lnTo>
                <a:lnTo>
                  <a:pt x="1325603" y="1549975"/>
                </a:lnTo>
                <a:lnTo>
                  <a:pt x="1364684" y="1515483"/>
                </a:lnTo>
                <a:lnTo>
                  <a:pt x="1403097" y="1479841"/>
                </a:lnTo>
                <a:lnTo>
                  <a:pt x="1440823" y="1443048"/>
                </a:lnTo>
                <a:lnTo>
                  <a:pt x="1477668" y="1405267"/>
                </a:lnTo>
                <a:lnTo>
                  <a:pt x="1513358" y="1366796"/>
                </a:lnTo>
                <a:lnTo>
                  <a:pt x="1547895" y="1327657"/>
                </a:lnTo>
                <a:lnTo>
                  <a:pt x="1581278" y="1287872"/>
                </a:lnTo>
                <a:lnTo>
                  <a:pt x="1613509" y="1247463"/>
                </a:lnTo>
                <a:lnTo>
                  <a:pt x="1644587" y="1206450"/>
                </a:lnTo>
                <a:lnTo>
                  <a:pt x="1674514" y="1164857"/>
                </a:lnTo>
                <a:lnTo>
                  <a:pt x="1703289" y="1122705"/>
                </a:lnTo>
                <a:lnTo>
                  <a:pt x="1730914" y="1080016"/>
                </a:lnTo>
                <a:lnTo>
                  <a:pt x="1757390" y="1036811"/>
                </a:lnTo>
                <a:lnTo>
                  <a:pt x="1782715" y="993112"/>
                </a:lnTo>
                <a:lnTo>
                  <a:pt x="1806892" y="948941"/>
                </a:lnTo>
                <a:lnTo>
                  <a:pt x="1829921" y="904321"/>
                </a:lnTo>
                <a:lnTo>
                  <a:pt x="1851802" y="859272"/>
                </a:lnTo>
                <a:lnTo>
                  <a:pt x="1872535" y="813816"/>
                </a:lnTo>
                <a:lnTo>
                  <a:pt x="1892122" y="767976"/>
                </a:lnTo>
                <a:lnTo>
                  <a:pt x="1910563" y="721773"/>
                </a:lnTo>
                <a:lnTo>
                  <a:pt x="1927859" y="675229"/>
                </a:lnTo>
                <a:lnTo>
                  <a:pt x="1944010" y="628365"/>
                </a:lnTo>
                <a:lnTo>
                  <a:pt x="1959016" y="581204"/>
                </a:lnTo>
                <a:lnTo>
                  <a:pt x="1972878" y="533768"/>
                </a:lnTo>
                <a:lnTo>
                  <a:pt x="1985597" y="486077"/>
                </a:lnTo>
                <a:lnTo>
                  <a:pt x="1997174" y="438154"/>
                </a:lnTo>
                <a:lnTo>
                  <a:pt x="2007608" y="390021"/>
                </a:lnTo>
                <a:lnTo>
                  <a:pt x="2016901" y="341699"/>
                </a:lnTo>
                <a:lnTo>
                  <a:pt x="2025052" y="293211"/>
                </a:lnTo>
                <a:lnTo>
                  <a:pt x="2032064" y="244578"/>
                </a:lnTo>
                <a:lnTo>
                  <a:pt x="2037935" y="195821"/>
                </a:lnTo>
                <a:lnTo>
                  <a:pt x="2042667" y="146963"/>
                </a:lnTo>
                <a:lnTo>
                  <a:pt x="2046260" y="98026"/>
                </a:lnTo>
                <a:lnTo>
                  <a:pt x="2048715" y="49031"/>
                </a:lnTo>
                <a:lnTo>
                  <a:pt x="2050032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2"/>
          <p:cNvSpPr/>
          <p:nvPr/>
        </p:nvSpPr>
        <p:spPr>
          <a:xfrm>
            <a:off x="7686690" y="2943225"/>
            <a:ext cx="1085850" cy="10763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3"/>
          <p:cNvSpPr/>
          <p:nvPr/>
        </p:nvSpPr>
        <p:spPr>
          <a:xfrm>
            <a:off x="8782050" y="4038600"/>
            <a:ext cx="1076325" cy="10763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/>
          <p:cNvSpPr/>
          <p:nvPr/>
        </p:nvSpPr>
        <p:spPr>
          <a:xfrm>
            <a:off x="8822557" y="2047494"/>
            <a:ext cx="2050414" cy="2053589"/>
          </a:xfrm>
          <a:custGeom>
            <a:avLst/>
            <a:gdLst/>
            <a:ahLst/>
            <a:cxnLst/>
            <a:rect l="l" t="t" r="r" b="b"/>
            <a:pathLst>
              <a:path w="2050415" h="2053589">
                <a:moveTo>
                  <a:pt x="0" y="0"/>
                </a:moveTo>
                <a:lnTo>
                  <a:pt x="0" y="660013"/>
                </a:lnTo>
                <a:lnTo>
                  <a:pt x="48176" y="661993"/>
                </a:lnTo>
                <a:lnTo>
                  <a:pt x="96281" y="665580"/>
                </a:lnTo>
                <a:lnTo>
                  <a:pt x="144269" y="670775"/>
                </a:lnTo>
                <a:lnTo>
                  <a:pt x="192096" y="677580"/>
                </a:lnTo>
                <a:lnTo>
                  <a:pt x="239717" y="685995"/>
                </a:lnTo>
                <a:lnTo>
                  <a:pt x="287087" y="696021"/>
                </a:lnTo>
                <a:lnTo>
                  <a:pt x="334162" y="707660"/>
                </a:lnTo>
                <a:lnTo>
                  <a:pt x="380896" y="720913"/>
                </a:lnTo>
                <a:lnTo>
                  <a:pt x="427245" y="735780"/>
                </a:lnTo>
                <a:lnTo>
                  <a:pt x="473165" y="752263"/>
                </a:lnTo>
                <a:lnTo>
                  <a:pt x="518609" y="770362"/>
                </a:lnTo>
                <a:lnTo>
                  <a:pt x="563534" y="790080"/>
                </a:lnTo>
                <a:lnTo>
                  <a:pt x="607895" y="811416"/>
                </a:lnTo>
                <a:lnTo>
                  <a:pt x="651646" y="834372"/>
                </a:lnTo>
                <a:lnTo>
                  <a:pt x="694743" y="858949"/>
                </a:lnTo>
                <a:lnTo>
                  <a:pt x="737142" y="885148"/>
                </a:lnTo>
                <a:lnTo>
                  <a:pt x="778798" y="912970"/>
                </a:lnTo>
                <a:lnTo>
                  <a:pt x="819665" y="942416"/>
                </a:lnTo>
                <a:lnTo>
                  <a:pt x="859698" y="973487"/>
                </a:lnTo>
                <a:lnTo>
                  <a:pt x="898854" y="1006184"/>
                </a:lnTo>
                <a:lnTo>
                  <a:pt x="937088" y="1040509"/>
                </a:lnTo>
                <a:lnTo>
                  <a:pt x="974354" y="1076462"/>
                </a:lnTo>
                <a:lnTo>
                  <a:pt x="1010405" y="1113828"/>
                </a:lnTo>
                <a:lnTo>
                  <a:pt x="1044819" y="1152165"/>
                </a:lnTo>
                <a:lnTo>
                  <a:pt x="1077596" y="1191425"/>
                </a:lnTo>
                <a:lnTo>
                  <a:pt x="1108738" y="1231566"/>
                </a:lnTo>
                <a:lnTo>
                  <a:pt x="1138244" y="1272541"/>
                </a:lnTo>
                <a:lnTo>
                  <a:pt x="1166118" y="1314305"/>
                </a:lnTo>
                <a:lnTo>
                  <a:pt x="1192360" y="1356814"/>
                </a:lnTo>
                <a:lnTo>
                  <a:pt x="1216970" y="1400023"/>
                </a:lnTo>
                <a:lnTo>
                  <a:pt x="1239951" y="1443886"/>
                </a:lnTo>
                <a:lnTo>
                  <a:pt x="1261303" y="1488359"/>
                </a:lnTo>
                <a:lnTo>
                  <a:pt x="1281028" y="1533397"/>
                </a:lnTo>
                <a:lnTo>
                  <a:pt x="1299127" y="1578954"/>
                </a:lnTo>
                <a:lnTo>
                  <a:pt x="1315600" y="1624986"/>
                </a:lnTo>
                <a:lnTo>
                  <a:pt x="1330450" y="1671447"/>
                </a:lnTo>
                <a:lnTo>
                  <a:pt x="1343676" y="1718294"/>
                </a:lnTo>
                <a:lnTo>
                  <a:pt x="1355281" y="1765479"/>
                </a:lnTo>
                <a:lnTo>
                  <a:pt x="1365266" y="1812960"/>
                </a:lnTo>
                <a:lnTo>
                  <a:pt x="1373631" y="1860690"/>
                </a:lnTo>
                <a:lnTo>
                  <a:pt x="1380379" y="1908625"/>
                </a:lnTo>
                <a:lnTo>
                  <a:pt x="1385509" y="1956720"/>
                </a:lnTo>
                <a:lnTo>
                  <a:pt x="1389024" y="2004929"/>
                </a:lnTo>
                <a:lnTo>
                  <a:pt x="1390924" y="2053208"/>
                </a:lnTo>
                <a:lnTo>
                  <a:pt x="2050176" y="2053208"/>
                </a:lnTo>
                <a:lnTo>
                  <a:pt x="2048867" y="2004154"/>
                </a:lnTo>
                <a:lnTo>
                  <a:pt x="2046419" y="1955135"/>
                </a:lnTo>
                <a:lnTo>
                  <a:pt x="2042833" y="1906173"/>
                </a:lnTo>
                <a:lnTo>
                  <a:pt x="2038108" y="1857289"/>
                </a:lnTo>
                <a:lnTo>
                  <a:pt x="2032242" y="1808507"/>
                </a:lnTo>
                <a:lnTo>
                  <a:pt x="2025236" y="1759847"/>
                </a:lnTo>
                <a:lnTo>
                  <a:pt x="2017089" y="1711331"/>
                </a:lnTo>
                <a:lnTo>
                  <a:pt x="2007800" y="1662982"/>
                </a:lnTo>
                <a:lnTo>
                  <a:pt x="1997369" y="1614821"/>
                </a:lnTo>
                <a:lnTo>
                  <a:pt x="1985795" y="1566871"/>
                </a:lnTo>
                <a:lnTo>
                  <a:pt x="1973077" y="1519152"/>
                </a:lnTo>
                <a:lnTo>
                  <a:pt x="1959216" y="1471687"/>
                </a:lnTo>
                <a:lnTo>
                  <a:pt x="1944209" y="1424497"/>
                </a:lnTo>
                <a:lnTo>
                  <a:pt x="1928057" y="1377606"/>
                </a:lnTo>
                <a:lnTo>
                  <a:pt x="1910760" y="1331033"/>
                </a:lnTo>
                <a:lnTo>
                  <a:pt x="1892316" y="1284802"/>
                </a:lnTo>
                <a:lnTo>
                  <a:pt x="1872725" y="1238934"/>
                </a:lnTo>
                <a:lnTo>
                  <a:pt x="1851986" y="1193451"/>
                </a:lnTo>
                <a:lnTo>
                  <a:pt x="1830100" y="1148375"/>
                </a:lnTo>
                <a:lnTo>
                  <a:pt x="1807064" y="1103727"/>
                </a:lnTo>
                <a:lnTo>
                  <a:pt x="1782879" y="1059530"/>
                </a:lnTo>
                <a:lnTo>
                  <a:pt x="1757544" y="1015806"/>
                </a:lnTo>
                <a:lnTo>
                  <a:pt x="1731059" y="972576"/>
                </a:lnTo>
                <a:lnTo>
                  <a:pt x="1703422" y="929862"/>
                </a:lnTo>
                <a:lnTo>
                  <a:pt x="1674634" y="887686"/>
                </a:lnTo>
                <a:lnTo>
                  <a:pt x="1644694" y="846070"/>
                </a:lnTo>
                <a:lnTo>
                  <a:pt x="1613600" y="805035"/>
                </a:lnTo>
                <a:lnTo>
                  <a:pt x="1581353" y="764605"/>
                </a:lnTo>
                <a:lnTo>
                  <a:pt x="1547952" y="724800"/>
                </a:lnTo>
                <a:lnTo>
                  <a:pt x="1513397" y="685642"/>
                </a:lnTo>
                <a:lnTo>
                  <a:pt x="1477686" y="647153"/>
                </a:lnTo>
                <a:lnTo>
                  <a:pt x="1440820" y="609356"/>
                </a:lnTo>
                <a:lnTo>
                  <a:pt x="1403095" y="572556"/>
                </a:lnTo>
                <a:lnTo>
                  <a:pt x="1364684" y="536907"/>
                </a:lnTo>
                <a:lnTo>
                  <a:pt x="1325606" y="502409"/>
                </a:lnTo>
                <a:lnTo>
                  <a:pt x="1285884" y="469062"/>
                </a:lnTo>
                <a:lnTo>
                  <a:pt x="1245539" y="436864"/>
                </a:lnTo>
                <a:lnTo>
                  <a:pt x="1204594" y="405816"/>
                </a:lnTo>
                <a:lnTo>
                  <a:pt x="1163069" y="375916"/>
                </a:lnTo>
                <a:lnTo>
                  <a:pt x="1120987" y="347164"/>
                </a:lnTo>
                <a:lnTo>
                  <a:pt x="1078368" y="319560"/>
                </a:lnTo>
                <a:lnTo>
                  <a:pt x="1035235" y="293102"/>
                </a:lnTo>
                <a:lnTo>
                  <a:pt x="991610" y="267791"/>
                </a:lnTo>
                <a:lnTo>
                  <a:pt x="947513" y="243625"/>
                </a:lnTo>
                <a:lnTo>
                  <a:pt x="902967" y="220605"/>
                </a:lnTo>
                <a:lnTo>
                  <a:pt x="857994" y="198729"/>
                </a:lnTo>
                <a:lnTo>
                  <a:pt x="812614" y="177997"/>
                </a:lnTo>
                <a:lnTo>
                  <a:pt x="766850" y="158408"/>
                </a:lnTo>
                <a:lnTo>
                  <a:pt x="720723" y="139962"/>
                </a:lnTo>
                <a:lnTo>
                  <a:pt x="674254" y="122658"/>
                </a:lnTo>
                <a:lnTo>
                  <a:pt x="627466" y="106495"/>
                </a:lnTo>
                <a:lnTo>
                  <a:pt x="580381" y="91474"/>
                </a:lnTo>
                <a:lnTo>
                  <a:pt x="533019" y="77593"/>
                </a:lnTo>
                <a:lnTo>
                  <a:pt x="485402" y="64852"/>
                </a:lnTo>
                <a:lnTo>
                  <a:pt x="437553" y="53250"/>
                </a:lnTo>
                <a:lnTo>
                  <a:pt x="389492" y="42786"/>
                </a:lnTo>
                <a:lnTo>
                  <a:pt x="341242" y="33461"/>
                </a:lnTo>
                <a:lnTo>
                  <a:pt x="292824" y="25273"/>
                </a:lnTo>
                <a:lnTo>
                  <a:pt x="244259" y="18222"/>
                </a:lnTo>
                <a:lnTo>
                  <a:pt x="195570" y="12307"/>
                </a:lnTo>
                <a:lnTo>
                  <a:pt x="146778" y="7528"/>
                </a:lnTo>
                <a:lnTo>
                  <a:pt x="97904" y="3884"/>
                </a:lnTo>
                <a:lnTo>
                  <a:pt x="48971" y="1375"/>
                </a:lnTo>
                <a:lnTo>
                  <a:pt x="0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/>
          <p:cNvSpPr/>
          <p:nvPr/>
        </p:nvSpPr>
        <p:spPr>
          <a:xfrm>
            <a:off x="6703314" y="2047494"/>
            <a:ext cx="2050414" cy="2053589"/>
          </a:xfrm>
          <a:custGeom>
            <a:avLst/>
            <a:gdLst/>
            <a:ahLst/>
            <a:cxnLst/>
            <a:rect l="l" t="t" r="r" b="b"/>
            <a:pathLst>
              <a:path w="2050415" h="2053589">
                <a:moveTo>
                  <a:pt x="2050176" y="0"/>
                </a:moveTo>
                <a:lnTo>
                  <a:pt x="2001204" y="1375"/>
                </a:lnTo>
                <a:lnTo>
                  <a:pt x="1952271" y="3884"/>
                </a:lnTo>
                <a:lnTo>
                  <a:pt x="1903397" y="7528"/>
                </a:lnTo>
                <a:lnTo>
                  <a:pt x="1854605" y="12307"/>
                </a:lnTo>
                <a:lnTo>
                  <a:pt x="1805916" y="18222"/>
                </a:lnTo>
                <a:lnTo>
                  <a:pt x="1757351" y="25273"/>
                </a:lnTo>
                <a:lnTo>
                  <a:pt x="1708933" y="33461"/>
                </a:lnTo>
                <a:lnTo>
                  <a:pt x="1660683" y="42786"/>
                </a:lnTo>
                <a:lnTo>
                  <a:pt x="1612622" y="53250"/>
                </a:lnTo>
                <a:lnTo>
                  <a:pt x="1564773" y="64852"/>
                </a:lnTo>
                <a:lnTo>
                  <a:pt x="1517156" y="77593"/>
                </a:lnTo>
                <a:lnTo>
                  <a:pt x="1469794" y="91474"/>
                </a:lnTo>
                <a:lnTo>
                  <a:pt x="1422709" y="106495"/>
                </a:lnTo>
                <a:lnTo>
                  <a:pt x="1375921" y="122658"/>
                </a:lnTo>
                <a:lnTo>
                  <a:pt x="1329453" y="139962"/>
                </a:lnTo>
                <a:lnTo>
                  <a:pt x="1283326" y="158408"/>
                </a:lnTo>
                <a:lnTo>
                  <a:pt x="1237561" y="177997"/>
                </a:lnTo>
                <a:lnTo>
                  <a:pt x="1192181" y="198729"/>
                </a:lnTo>
                <a:lnTo>
                  <a:pt x="1147208" y="220605"/>
                </a:lnTo>
                <a:lnTo>
                  <a:pt x="1102662" y="243625"/>
                </a:lnTo>
                <a:lnTo>
                  <a:pt x="1058565" y="267791"/>
                </a:lnTo>
                <a:lnTo>
                  <a:pt x="1014940" y="293102"/>
                </a:lnTo>
                <a:lnTo>
                  <a:pt x="971807" y="319560"/>
                </a:lnTo>
                <a:lnTo>
                  <a:pt x="929188" y="347164"/>
                </a:lnTo>
                <a:lnTo>
                  <a:pt x="887106" y="375916"/>
                </a:lnTo>
                <a:lnTo>
                  <a:pt x="845581" y="405816"/>
                </a:lnTo>
                <a:lnTo>
                  <a:pt x="804636" y="436864"/>
                </a:lnTo>
                <a:lnTo>
                  <a:pt x="764291" y="469062"/>
                </a:lnTo>
                <a:lnTo>
                  <a:pt x="724569" y="502409"/>
                </a:lnTo>
                <a:lnTo>
                  <a:pt x="685492" y="536907"/>
                </a:lnTo>
                <a:lnTo>
                  <a:pt x="647080" y="572556"/>
                </a:lnTo>
                <a:lnTo>
                  <a:pt x="609356" y="609356"/>
                </a:lnTo>
                <a:lnTo>
                  <a:pt x="572489" y="647153"/>
                </a:lnTo>
                <a:lnTo>
                  <a:pt x="536778" y="685642"/>
                </a:lnTo>
                <a:lnTo>
                  <a:pt x="502222" y="724800"/>
                </a:lnTo>
                <a:lnTo>
                  <a:pt x="468821" y="764605"/>
                </a:lnTo>
                <a:lnTo>
                  <a:pt x="436573" y="805035"/>
                </a:lnTo>
                <a:lnTo>
                  <a:pt x="405479" y="846070"/>
                </a:lnTo>
                <a:lnTo>
                  <a:pt x="375538" y="887686"/>
                </a:lnTo>
                <a:lnTo>
                  <a:pt x="346749" y="929862"/>
                </a:lnTo>
                <a:lnTo>
                  <a:pt x="319111" y="972576"/>
                </a:lnTo>
                <a:lnTo>
                  <a:pt x="292625" y="1015806"/>
                </a:lnTo>
                <a:lnTo>
                  <a:pt x="267289" y="1059530"/>
                </a:lnTo>
                <a:lnTo>
                  <a:pt x="243103" y="1103727"/>
                </a:lnTo>
                <a:lnTo>
                  <a:pt x="220067" y="1148375"/>
                </a:lnTo>
                <a:lnTo>
                  <a:pt x="198179" y="1193451"/>
                </a:lnTo>
                <a:lnTo>
                  <a:pt x="177440" y="1238934"/>
                </a:lnTo>
                <a:lnTo>
                  <a:pt x="157848" y="1284802"/>
                </a:lnTo>
                <a:lnTo>
                  <a:pt x="139403" y="1331033"/>
                </a:lnTo>
                <a:lnTo>
                  <a:pt x="122105" y="1377606"/>
                </a:lnTo>
                <a:lnTo>
                  <a:pt x="105953" y="1424497"/>
                </a:lnTo>
                <a:lnTo>
                  <a:pt x="90946" y="1471687"/>
                </a:lnTo>
                <a:lnTo>
                  <a:pt x="77084" y="1519152"/>
                </a:lnTo>
                <a:lnTo>
                  <a:pt x="64367" y="1566871"/>
                </a:lnTo>
                <a:lnTo>
                  <a:pt x="52793" y="1614821"/>
                </a:lnTo>
                <a:lnTo>
                  <a:pt x="42362" y="1662982"/>
                </a:lnTo>
                <a:lnTo>
                  <a:pt x="33074" y="1711331"/>
                </a:lnTo>
                <a:lnTo>
                  <a:pt x="24927" y="1759847"/>
                </a:lnTo>
                <a:lnTo>
                  <a:pt x="17923" y="1808507"/>
                </a:lnTo>
                <a:lnTo>
                  <a:pt x="12059" y="1857289"/>
                </a:lnTo>
                <a:lnTo>
                  <a:pt x="7335" y="1906173"/>
                </a:lnTo>
                <a:lnTo>
                  <a:pt x="3751" y="1955135"/>
                </a:lnTo>
                <a:lnTo>
                  <a:pt x="1306" y="2004154"/>
                </a:lnTo>
                <a:lnTo>
                  <a:pt x="0" y="2053208"/>
                </a:lnTo>
                <a:lnTo>
                  <a:pt x="659251" y="2053208"/>
                </a:lnTo>
                <a:lnTo>
                  <a:pt x="661151" y="2004929"/>
                </a:lnTo>
                <a:lnTo>
                  <a:pt x="664666" y="1956720"/>
                </a:lnTo>
                <a:lnTo>
                  <a:pt x="669796" y="1908625"/>
                </a:lnTo>
                <a:lnTo>
                  <a:pt x="676543" y="1860690"/>
                </a:lnTo>
                <a:lnTo>
                  <a:pt x="684908" y="1812960"/>
                </a:lnTo>
                <a:lnTo>
                  <a:pt x="694891" y="1765479"/>
                </a:lnTo>
                <a:lnTo>
                  <a:pt x="706495" y="1718294"/>
                </a:lnTo>
                <a:lnTo>
                  <a:pt x="719720" y="1671447"/>
                </a:lnTo>
                <a:lnTo>
                  <a:pt x="734567" y="1624986"/>
                </a:lnTo>
                <a:lnTo>
                  <a:pt x="751037" y="1578954"/>
                </a:lnTo>
                <a:lnTo>
                  <a:pt x="769132" y="1533397"/>
                </a:lnTo>
                <a:lnTo>
                  <a:pt x="788852" y="1488359"/>
                </a:lnTo>
                <a:lnTo>
                  <a:pt x="810199" y="1443886"/>
                </a:lnTo>
                <a:lnTo>
                  <a:pt x="833173" y="1400023"/>
                </a:lnTo>
                <a:lnTo>
                  <a:pt x="857777" y="1356814"/>
                </a:lnTo>
                <a:lnTo>
                  <a:pt x="884010" y="1314305"/>
                </a:lnTo>
                <a:lnTo>
                  <a:pt x="911874" y="1272541"/>
                </a:lnTo>
                <a:lnTo>
                  <a:pt x="941371" y="1231566"/>
                </a:lnTo>
                <a:lnTo>
                  <a:pt x="972500" y="1191425"/>
                </a:lnTo>
                <a:lnTo>
                  <a:pt x="1005264" y="1152165"/>
                </a:lnTo>
                <a:lnTo>
                  <a:pt x="1039664" y="1113828"/>
                </a:lnTo>
                <a:lnTo>
                  <a:pt x="1075700" y="1076462"/>
                </a:lnTo>
                <a:lnTo>
                  <a:pt x="1112981" y="1040509"/>
                </a:lnTo>
                <a:lnTo>
                  <a:pt x="1151229" y="1006184"/>
                </a:lnTo>
                <a:lnTo>
                  <a:pt x="1190398" y="973487"/>
                </a:lnTo>
                <a:lnTo>
                  <a:pt x="1230444" y="942416"/>
                </a:lnTo>
                <a:lnTo>
                  <a:pt x="1271321" y="912970"/>
                </a:lnTo>
                <a:lnTo>
                  <a:pt x="1312986" y="885148"/>
                </a:lnTo>
                <a:lnTo>
                  <a:pt x="1355393" y="858949"/>
                </a:lnTo>
                <a:lnTo>
                  <a:pt x="1398498" y="834372"/>
                </a:lnTo>
                <a:lnTo>
                  <a:pt x="1442256" y="811416"/>
                </a:lnTo>
                <a:lnTo>
                  <a:pt x="1486621" y="790080"/>
                </a:lnTo>
                <a:lnTo>
                  <a:pt x="1531551" y="770362"/>
                </a:lnTo>
                <a:lnTo>
                  <a:pt x="1576999" y="752263"/>
                </a:lnTo>
                <a:lnTo>
                  <a:pt x="1622921" y="735780"/>
                </a:lnTo>
                <a:lnTo>
                  <a:pt x="1669273" y="720913"/>
                </a:lnTo>
                <a:lnTo>
                  <a:pt x="1716009" y="707660"/>
                </a:lnTo>
                <a:lnTo>
                  <a:pt x="1763085" y="696021"/>
                </a:lnTo>
                <a:lnTo>
                  <a:pt x="1810457" y="685995"/>
                </a:lnTo>
                <a:lnTo>
                  <a:pt x="1858079" y="677580"/>
                </a:lnTo>
                <a:lnTo>
                  <a:pt x="1905906" y="670775"/>
                </a:lnTo>
                <a:lnTo>
                  <a:pt x="1953895" y="665580"/>
                </a:lnTo>
                <a:lnTo>
                  <a:pt x="2001999" y="661993"/>
                </a:lnTo>
                <a:lnTo>
                  <a:pt x="2050176" y="660013"/>
                </a:lnTo>
                <a:lnTo>
                  <a:pt x="2050176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6"/>
          <p:cNvSpPr/>
          <p:nvPr/>
        </p:nvSpPr>
        <p:spPr>
          <a:xfrm>
            <a:off x="6703314" y="4164461"/>
            <a:ext cx="2050414" cy="2052955"/>
          </a:xfrm>
          <a:custGeom>
            <a:avLst/>
            <a:gdLst/>
            <a:ahLst/>
            <a:cxnLst/>
            <a:rect l="l" t="t" r="r" b="b"/>
            <a:pathLst>
              <a:path w="2050415" h="2052954">
                <a:moveTo>
                  <a:pt x="659251" y="0"/>
                </a:moveTo>
                <a:lnTo>
                  <a:pt x="0" y="0"/>
                </a:lnTo>
                <a:lnTo>
                  <a:pt x="1331" y="49031"/>
                </a:lnTo>
                <a:lnTo>
                  <a:pt x="3799" y="98026"/>
                </a:lnTo>
                <a:lnTo>
                  <a:pt x="7404" y="146963"/>
                </a:lnTo>
                <a:lnTo>
                  <a:pt x="12147" y="195821"/>
                </a:lnTo>
                <a:lnTo>
                  <a:pt x="18029" y="244578"/>
                </a:lnTo>
                <a:lnTo>
                  <a:pt x="25050" y="293211"/>
                </a:lnTo>
                <a:lnTo>
                  <a:pt x="33211" y="341699"/>
                </a:lnTo>
                <a:lnTo>
                  <a:pt x="42512" y="390021"/>
                </a:lnTo>
                <a:lnTo>
                  <a:pt x="52954" y="438154"/>
                </a:lnTo>
                <a:lnTo>
                  <a:pt x="64537" y="486077"/>
                </a:lnTo>
                <a:lnTo>
                  <a:pt x="77263" y="533768"/>
                </a:lnTo>
                <a:lnTo>
                  <a:pt x="91131" y="581204"/>
                </a:lnTo>
                <a:lnTo>
                  <a:pt x="106142" y="628365"/>
                </a:lnTo>
                <a:lnTo>
                  <a:pt x="122298" y="675229"/>
                </a:lnTo>
                <a:lnTo>
                  <a:pt x="139597" y="721773"/>
                </a:lnTo>
                <a:lnTo>
                  <a:pt x="158042" y="767976"/>
                </a:lnTo>
                <a:lnTo>
                  <a:pt x="177632" y="813816"/>
                </a:lnTo>
                <a:lnTo>
                  <a:pt x="198369" y="859272"/>
                </a:lnTo>
                <a:lnTo>
                  <a:pt x="220252" y="904321"/>
                </a:lnTo>
                <a:lnTo>
                  <a:pt x="243283" y="948941"/>
                </a:lnTo>
                <a:lnTo>
                  <a:pt x="267461" y="993112"/>
                </a:lnTo>
                <a:lnTo>
                  <a:pt x="292788" y="1036811"/>
                </a:lnTo>
                <a:lnTo>
                  <a:pt x="319264" y="1080016"/>
                </a:lnTo>
                <a:lnTo>
                  <a:pt x="346890" y="1122705"/>
                </a:lnTo>
                <a:lnTo>
                  <a:pt x="375666" y="1164857"/>
                </a:lnTo>
                <a:lnTo>
                  <a:pt x="405593" y="1206450"/>
                </a:lnTo>
                <a:lnTo>
                  <a:pt x="436671" y="1247463"/>
                </a:lnTo>
                <a:lnTo>
                  <a:pt x="468902" y="1287872"/>
                </a:lnTo>
                <a:lnTo>
                  <a:pt x="502285" y="1327657"/>
                </a:lnTo>
                <a:lnTo>
                  <a:pt x="536821" y="1366796"/>
                </a:lnTo>
                <a:lnTo>
                  <a:pt x="572511" y="1405267"/>
                </a:lnTo>
                <a:lnTo>
                  <a:pt x="609356" y="1443048"/>
                </a:lnTo>
                <a:lnTo>
                  <a:pt x="647080" y="1479841"/>
                </a:lnTo>
                <a:lnTo>
                  <a:pt x="685492" y="1515483"/>
                </a:lnTo>
                <a:lnTo>
                  <a:pt x="724569" y="1549975"/>
                </a:lnTo>
                <a:lnTo>
                  <a:pt x="764291" y="1583318"/>
                </a:lnTo>
                <a:lnTo>
                  <a:pt x="804636" y="1615511"/>
                </a:lnTo>
                <a:lnTo>
                  <a:pt x="845581" y="1646556"/>
                </a:lnTo>
                <a:lnTo>
                  <a:pt x="887106" y="1676453"/>
                </a:lnTo>
                <a:lnTo>
                  <a:pt x="929188" y="1705202"/>
                </a:lnTo>
                <a:lnTo>
                  <a:pt x="971807" y="1732805"/>
                </a:lnTo>
                <a:lnTo>
                  <a:pt x="1014940" y="1759261"/>
                </a:lnTo>
                <a:lnTo>
                  <a:pt x="1058565" y="1784571"/>
                </a:lnTo>
                <a:lnTo>
                  <a:pt x="1102662" y="1808736"/>
                </a:lnTo>
                <a:lnTo>
                  <a:pt x="1147208" y="1831757"/>
                </a:lnTo>
                <a:lnTo>
                  <a:pt x="1192181" y="1853633"/>
                </a:lnTo>
                <a:lnTo>
                  <a:pt x="1237561" y="1874366"/>
                </a:lnTo>
                <a:lnTo>
                  <a:pt x="1283326" y="1893956"/>
                </a:lnTo>
                <a:lnTo>
                  <a:pt x="1329453" y="1912403"/>
                </a:lnTo>
                <a:lnTo>
                  <a:pt x="1375921" y="1929709"/>
                </a:lnTo>
                <a:lnTo>
                  <a:pt x="1422709" y="1945873"/>
                </a:lnTo>
                <a:lnTo>
                  <a:pt x="1469794" y="1960896"/>
                </a:lnTo>
                <a:lnTo>
                  <a:pt x="1517156" y="1974779"/>
                </a:lnTo>
                <a:lnTo>
                  <a:pt x="1564773" y="1987523"/>
                </a:lnTo>
                <a:lnTo>
                  <a:pt x="1612622" y="1999127"/>
                </a:lnTo>
                <a:lnTo>
                  <a:pt x="1660683" y="2009593"/>
                </a:lnTo>
                <a:lnTo>
                  <a:pt x="1708933" y="2018921"/>
                </a:lnTo>
                <a:lnTo>
                  <a:pt x="1757351" y="2027111"/>
                </a:lnTo>
                <a:lnTo>
                  <a:pt x="1805916" y="2034165"/>
                </a:lnTo>
                <a:lnTo>
                  <a:pt x="1854605" y="2040082"/>
                </a:lnTo>
                <a:lnTo>
                  <a:pt x="1903397" y="2044863"/>
                </a:lnTo>
                <a:lnTo>
                  <a:pt x="1952271" y="2048509"/>
                </a:lnTo>
                <a:lnTo>
                  <a:pt x="2001204" y="2051020"/>
                </a:lnTo>
                <a:lnTo>
                  <a:pt x="2050176" y="2052398"/>
                </a:lnTo>
                <a:lnTo>
                  <a:pt x="2050176" y="1393054"/>
                </a:lnTo>
                <a:lnTo>
                  <a:pt x="2001984" y="1391091"/>
                </a:lnTo>
                <a:lnTo>
                  <a:pt x="1953867" y="1387519"/>
                </a:lnTo>
                <a:lnTo>
                  <a:pt x="1905869" y="1382338"/>
                </a:lnTo>
                <a:lnTo>
                  <a:pt x="1858034" y="1375545"/>
                </a:lnTo>
                <a:lnTo>
                  <a:pt x="1810407" y="1367141"/>
                </a:lnTo>
                <a:lnTo>
                  <a:pt x="1763033" y="1357123"/>
                </a:lnTo>
                <a:lnTo>
                  <a:pt x="1715955" y="1345492"/>
                </a:lnTo>
                <a:lnTo>
                  <a:pt x="1669219" y="1332246"/>
                </a:lnTo>
                <a:lnTo>
                  <a:pt x="1622869" y="1317383"/>
                </a:lnTo>
                <a:lnTo>
                  <a:pt x="1576950" y="1300903"/>
                </a:lnTo>
                <a:lnTo>
                  <a:pt x="1531505" y="1282806"/>
                </a:lnTo>
                <a:lnTo>
                  <a:pt x="1486580" y="1263088"/>
                </a:lnTo>
                <a:lnTo>
                  <a:pt x="1442219" y="1241751"/>
                </a:lnTo>
                <a:lnTo>
                  <a:pt x="1398467" y="1218792"/>
                </a:lnTo>
                <a:lnTo>
                  <a:pt x="1355368" y="1194210"/>
                </a:lnTo>
                <a:lnTo>
                  <a:pt x="1312966" y="1168005"/>
                </a:lnTo>
                <a:lnTo>
                  <a:pt x="1271307" y="1140176"/>
                </a:lnTo>
                <a:lnTo>
                  <a:pt x="1230434" y="1110720"/>
                </a:lnTo>
                <a:lnTo>
                  <a:pt x="1190392" y="1079638"/>
                </a:lnTo>
                <a:lnTo>
                  <a:pt x="1151226" y="1046928"/>
                </a:lnTo>
                <a:lnTo>
                  <a:pt x="1112981" y="1012590"/>
                </a:lnTo>
                <a:lnTo>
                  <a:pt x="1075700" y="976621"/>
                </a:lnTo>
                <a:lnTo>
                  <a:pt x="1039648" y="939237"/>
                </a:lnTo>
                <a:lnTo>
                  <a:pt x="1005234" y="900890"/>
                </a:lnTo>
                <a:lnTo>
                  <a:pt x="972457" y="861624"/>
                </a:lnTo>
                <a:lnTo>
                  <a:pt x="941316" y="821484"/>
                </a:lnTo>
                <a:lnTo>
                  <a:pt x="911810" y="780513"/>
                </a:lnTo>
                <a:lnTo>
                  <a:pt x="883938" y="738757"/>
                </a:lnTo>
                <a:lnTo>
                  <a:pt x="857697" y="696259"/>
                </a:lnTo>
                <a:lnTo>
                  <a:pt x="833089" y="653065"/>
                </a:lnTo>
                <a:lnTo>
                  <a:pt x="810110" y="609218"/>
                </a:lnTo>
                <a:lnTo>
                  <a:pt x="788761" y="564762"/>
                </a:lnTo>
                <a:lnTo>
                  <a:pt x="769040" y="519743"/>
                </a:lnTo>
                <a:lnTo>
                  <a:pt x="750946" y="474204"/>
                </a:lnTo>
                <a:lnTo>
                  <a:pt x="734478" y="428190"/>
                </a:lnTo>
                <a:lnTo>
                  <a:pt x="719635" y="381745"/>
                </a:lnTo>
                <a:lnTo>
                  <a:pt x="706416" y="334914"/>
                </a:lnTo>
                <a:lnTo>
                  <a:pt x="694819" y="287740"/>
                </a:lnTo>
                <a:lnTo>
                  <a:pt x="684843" y="240269"/>
                </a:lnTo>
                <a:lnTo>
                  <a:pt x="676489" y="192545"/>
                </a:lnTo>
                <a:lnTo>
                  <a:pt x="669753" y="144611"/>
                </a:lnTo>
                <a:lnTo>
                  <a:pt x="664636" y="96513"/>
                </a:lnTo>
                <a:lnTo>
                  <a:pt x="661136" y="48294"/>
                </a:lnTo>
                <a:lnTo>
                  <a:pt x="659251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7"/>
          <p:cNvSpPr/>
          <p:nvPr/>
        </p:nvSpPr>
        <p:spPr>
          <a:xfrm>
            <a:off x="8822557" y="4164461"/>
            <a:ext cx="2050414" cy="2052955"/>
          </a:xfrm>
          <a:custGeom>
            <a:avLst/>
            <a:gdLst/>
            <a:ahLst/>
            <a:cxnLst/>
            <a:rect l="l" t="t" r="r" b="b"/>
            <a:pathLst>
              <a:path w="2050415" h="2052954">
                <a:moveTo>
                  <a:pt x="2050176" y="0"/>
                </a:moveTo>
                <a:lnTo>
                  <a:pt x="1390924" y="0"/>
                </a:lnTo>
                <a:lnTo>
                  <a:pt x="1389040" y="48294"/>
                </a:lnTo>
                <a:lnTo>
                  <a:pt x="1385539" y="96513"/>
                </a:lnTo>
                <a:lnTo>
                  <a:pt x="1380422" y="144611"/>
                </a:lnTo>
                <a:lnTo>
                  <a:pt x="1373686" y="192545"/>
                </a:lnTo>
                <a:lnTo>
                  <a:pt x="1365330" y="240269"/>
                </a:lnTo>
                <a:lnTo>
                  <a:pt x="1355354" y="287740"/>
                </a:lnTo>
                <a:lnTo>
                  <a:pt x="1343756" y="334914"/>
                </a:lnTo>
                <a:lnTo>
                  <a:pt x="1330534" y="381745"/>
                </a:lnTo>
                <a:lnTo>
                  <a:pt x="1315688" y="428190"/>
                </a:lnTo>
                <a:lnTo>
                  <a:pt x="1299217" y="474204"/>
                </a:lnTo>
                <a:lnTo>
                  <a:pt x="1281120" y="519743"/>
                </a:lnTo>
                <a:lnTo>
                  <a:pt x="1261394" y="564762"/>
                </a:lnTo>
                <a:lnTo>
                  <a:pt x="1240040" y="609218"/>
                </a:lnTo>
                <a:lnTo>
                  <a:pt x="1217055" y="653065"/>
                </a:lnTo>
                <a:lnTo>
                  <a:pt x="1192439" y="696259"/>
                </a:lnTo>
                <a:lnTo>
                  <a:pt x="1166191" y="738757"/>
                </a:lnTo>
                <a:lnTo>
                  <a:pt x="1138309" y="780513"/>
                </a:lnTo>
                <a:lnTo>
                  <a:pt x="1108792" y="821484"/>
                </a:lnTo>
                <a:lnTo>
                  <a:pt x="1077639" y="861624"/>
                </a:lnTo>
                <a:lnTo>
                  <a:pt x="1044849" y="900890"/>
                </a:lnTo>
                <a:lnTo>
                  <a:pt x="1010421" y="939237"/>
                </a:lnTo>
                <a:lnTo>
                  <a:pt x="974354" y="976621"/>
                </a:lnTo>
                <a:lnTo>
                  <a:pt x="937089" y="1012590"/>
                </a:lnTo>
                <a:lnTo>
                  <a:pt x="898857" y="1046928"/>
                </a:lnTo>
                <a:lnTo>
                  <a:pt x="859704" y="1079638"/>
                </a:lnTo>
                <a:lnTo>
                  <a:pt x="819674" y="1110720"/>
                </a:lnTo>
                <a:lnTo>
                  <a:pt x="778812" y="1140176"/>
                </a:lnTo>
                <a:lnTo>
                  <a:pt x="737162" y="1168005"/>
                </a:lnTo>
                <a:lnTo>
                  <a:pt x="694769" y="1194210"/>
                </a:lnTo>
                <a:lnTo>
                  <a:pt x="651677" y="1218792"/>
                </a:lnTo>
                <a:lnTo>
                  <a:pt x="607931" y="1241751"/>
                </a:lnTo>
                <a:lnTo>
                  <a:pt x="563575" y="1263088"/>
                </a:lnTo>
                <a:lnTo>
                  <a:pt x="518655" y="1282806"/>
                </a:lnTo>
                <a:lnTo>
                  <a:pt x="473214" y="1300903"/>
                </a:lnTo>
                <a:lnTo>
                  <a:pt x="427298" y="1317383"/>
                </a:lnTo>
                <a:lnTo>
                  <a:pt x="380950" y="1332246"/>
                </a:lnTo>
                <a:lnTo>
                  <a:pt x="334216" y="1345492"/>
                </a:lnTo>
                <a:lnTo>
                  <a:pt x="287140" y="1357123"/>
                </a:lnTo>
                <a:lnTo>
                  <a:pt x="239767" y="1367141"/>
                </a:lnTo>
                <a:lnTo>
                  <a:pt x="192140" y="1375545"/>
                </a:lnTo>
                <a:lnTo>
                  <a:pt x="144306" y="1382338"/>
                </a:lnTo>
                <a:lnTo>
                  <a:pt x="96308" y="1387519"/>
                </a:lnTo>
                <a:lnTo>
                  <a:pt x="48191" y="1391091"/>
                </a:lnTo>
                <a:lnTo>
                  <a:pt x="0" y="1393054"/>
                </a:lnTo>
                <a:lnTo>
                  <a:pt x="0" y="2052398"/>
                </a:lnTo>
                <a:lnTo>
                  <a:pt x="48971" y="2051020"/>
                </a:lnTo>
                <a:lnTo>
                  <a:pt x="97904" y="2048509"/>
                </a:lnTo>
                <a:lnTo>
                  <a:pt x="146778" y="2044863"/>
                </a:lnTo>
                <a:lnTo>
                  <a:pt x="195570" y="2040082"/>
                </a:lnTo>
                <a:lnTo>
                  <a:pt x="244259" y="2034165"/>
                </a:lnTo>
                <a:lnTo>
                  <a:pt x="292824" y="2027111"/>
                </a:lnTo>
                <a:lnTo>
                  <a:pt x="341242" y="2018921"/>
                </a:lnTo>
                <a:lnTo>
                  <a:pt x="389492" y="2009593"/>
                </a:lnTo>
                <a:lnTo>
                  <a:pt x="437553" y="1999127"/>
                </a:lnTo>
                <a:lnTo>
                  <a:pt x="485402" y="1987523"/>
                </a:lnTo>
                <a:lnTo>
                  <a:pt x="533019" y="1974779"/>
                </a:lnTo>
                <a:lnTo>
                  <a:pt x="580381" y="1960896"/>
                </a:lnTo>
                <a:lnTo>
                  <a:pt x="627466" y="1945873"/>
                </a:lnTo>
                <a:lnTo>
                  <a:pt x="674254" y="1929709"/>
                </a:lnTo>
                <a:lnTo>
                  <a:pt x="720723" y="1912403"/>
                </a:lnTo>
                <a:lnTo>
                  <a:pt x="766850" y="1893956"/>
                </a:lnTo>
                <a:lnTo>
                  <a:pt x="812614" y="1874366"/>
                </a:lnTo>
                <a:lnTo>
                  <a:pt x="857994" y="1853633"/>
                </a:lnTo>
                <a:lnTo>
                  <a:pt x="902967" y="1831757"/>
                </a:lnTo>
                <a:lnTo>
                  <a:pt x="947513" y="1808736"/>
                </a:lnTo>
                <a:lnTo>
                  <a:pt x="991610" y="1784571"/>
                </a:lnTo>
                <a:lnTo>
                  <a:pt x="1035235" y="1759261"/>
                </a:lnTo>
                <a:lnTo>
                  <a:pt x="1078368" y="1732805"/>
                </a:lnTo>
                <a:lnTo>
                  <a:pt x="1120987" y="1705202"/>
                </a:lnTo>
                <a:lnTo>
                  <a:pt x="1163069" y="1676453"/>
                </a:lnTo>
                <a:lnTo>
                  <a:pt x="1204594" y="1646556"/>
                </a:lnTo>
                <a:lnTo>
                  <a:pt x="1245539" y="1615511"/>
                </a:lnTo>
                <a:lnTo>
                  <a:pt x="1285884" y="1583318"/>
                </a:lnTo>
                <a:lnTo>
                  <a:pt x="1325606" y="1549975"/>
                </a:lnTo>
                <a:lnTo>
                  <a:pt x="1364684" y="1515483"/>
                </a:lnTo>
                <a:lnTo>
                  <a:pt x="1403095" y="1479841"/>
                </a:lnTo>
                <a:lnTo>
                  <a:pt x="1440820" y="1443048"/>
                </a:lnTo>
                <a:lnTo>
                  <a:pt x="1477664" y="1405267"/>
                </a:lnTo>
                <a:lnTo>
                  <a:pt x="1513354" y="1366796"/>
                </a:lnTo>
                <a:lnTo>
                  <a:pt x="1547890" y="1327657"/>
                </a:lnTo>
                <a:lnTo>
                  <a:pt x="1581273" y="1287872"/>
                </a:lnTo>
                <a:lnTo>
                  <a:pt x="1613504" y="1247463"/>
                </a:lnTo>
                <a:lnTo>
                  <a:pt x="1644582" y="1206450"/>
                </a:lnTo>
                <a:lnTo>
                  <a:pt x="1674509" y="1164857"/>
                </a:lnTo>
                <a:lnTo>
                  <a:pt x="1703285" y="1122705"/>
                </a:lnTo>
                <a:lnTo>
                  <a:pt x="1730911" y="1080016"/>
                </a:lnTo>
                <a:lnTo>
                  <a:pt x="1757387" y="1036811"/>
                </a:lnTo>
                <a:lnTo>
                  <a:pt x="1782714" y="993112"/>
                </a:lnTo>
                <a:lnTo>
                  <a:pt x="1806893" y="948941"/>
                </a:lnTo>
                <a:lnTo>
                  <a:pt x="1829923" y="904321"/>
                </a:lnTo>
                <a:lnTo>
                  <a:pt x="1851806" y="859272"/>
                </a:lnTo>
                <a:lnTo>
                  <a:pt x="1872543" y="813816"/>
                </a:lnTo>
                <a:lnTo>
                  <a:pt x="1892133" y="767976"/>
                </a:lnTo>
                <a:lnTo>
                  <a:pt x="1910578" y="721773"/>
                </a:lnTo>
                <a:lnTo>
                  <a:pt x="1927877" y="675229"/>
                </a:lnTo>
                <a:lnTo>
                  <a:pt x="1944033" y="628365"/>
                </a:lnTo>
                <a:lnTo>
                  <a:pt x="1959044" y="581204"/>
                </a:lnTo>
                <a:lnTo>
                  <a:pt x="1972912" y="533768"/>
                </a:lnTo>
                <a:lnTo>
                  <a:pt x="1985638" y="486077"/>
                </a:lnTo>
                <a:lnTo>
                  <a:pt x="1997221" y="438154"/>
                </a:lnTo>
                <a:lnTo>
                  <a:pt x="2007663" y="390021"/>
                </a:lnTo>
                <a:lnTo>
                  <a:pt x="2016964" y="341699"/>
                </a:lnTo>
                <a:lnTo>
                  <a:pt x="2025125" y="293211"/>
                </a:lnTo>
                <a:lnTo>
                  <a:pt x="2032146" y="244578"/>
                </a:lnTo>
                <a:lnTo>
                  <a:pt x="2038028" y="195821"/>
                </a:lnTo>
                <a:lnTo>
                  <a:pt x="2042771" y="146963"/>
                </a:lnTo>
                <a:lnTo>
                  <a:pt x="2046377" y="98026"/>
                </a:lnTo>
                <a:lnTo>
                  <a:pt x="2048845" y="49031"/>
                </a:lnTo>
                <a:lnTo>
                  <a:pt x="2050176" y="0"/>
                </a:lnTo>
                <a:close/>
              </a:path>
            </a:pathLst>
          </a:custGeom>
          <a:solidFill>
            <a:srgbClr val="D3D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8"/>
          <p:cNvSpPr/>
          <p:nvPr/>
        </p:nvSpPr>
        <p:spPr>
          <a:xfrm>
            <a:off x="8382517" y="2863077"/>
            <a:ext cx="371475" cy="77470"/>
          </a:xfrm>
          <a:custGeom>
            <a:avLst/>
            <a:gdLst/>
            <a:ahLst/>
            <a:cxnLst/>
            <a:rect l="l" t="t" r="r" b="b"/>
            <a:pathLst>
              <a:path w="371475" h="77469">
                <a:moveTo>
                  <a:pt x="0" y="77236"/>
                </a:moveTo>
                <a:lnTo>
                  <a:pt x="47318" y="57495"/>
                </a:lnTo>
                <a:lnTo>
                  <a:pt x="95657" y="40584"/>
                </a:lnTo>
                <a:lnTo>
                  <a:pt x="144905" y="26529"/>
                </a:lnTo>
                <a:lnTo>
                  <a:pt x="194950" y="15361"/>
                </a:lnTo>
                <a:lnTo>
                  <a:pt x="238744" y="8182"/>
                </a:lnTo>
                <a:lnTo>
                  <a:pt x="282827" y="3211"/>
                </a:lnTo>
                <a:lnTo>
                  <a:pt x="327099" y="475"/>
                </a:lnTo>
                <a:lnTo>
                  <a:pt x="371459" y="0"/>
                </a:lnTo>
              </a:path>
            </a:pathLst>
          </a:custGeom>
          <a:ln w="25399">
            <a:solidFill>
              <a:srgbClr val="7FC2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9"/>
          <p:cNvSpPr/>
          <p:nvPr/>
        </p:nvSpPr>
        <p:spPr>
          <a:xfrm>
            <a:off x="9496440" y="2943225"/>
            <a:ext cx="1076325" cy="10858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0"/>
          <p:cNvSpPr/>
          <p:nvPr/>
        </p:nvSpPr>
        <p:spPr>
          <a:xfrm>
            <a:off x="8758305" y="2042800"/>
            <a:ext cx="0" cy="831850"/>
          </a:xfrm>
          <a:custGeom>
            <a:avLst/>
            <a:gdLst/>
            <a:ahLst/>
            <a:cxnLst/>
            <a:rect l="l" t="t" r="r" b="b"/>
            <a:pathLst>
              <a:path h="831850">
                <a:moveTo>
                  <a:pt x="0" y="831341"/>
                </a:moveTo>
                <a:lnTo>
                  <a:pt x="0" y="0"/>
                </a:lnTo>
              </a:path>
            </a:pathLst>
          </a:custGeom>
          <a:ln w="25399">
            <a:solidFill>
              <a:srgbClr val="7FC2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1"/>
          <p:cNvSpPr/>
          <p:nvPr/>
        </p:nvSpPr>
        <p:spPr>
          <a:xfrm>
            <a:off x="8782050" y="2943225"/>
            <a:ext cx="1076325" cy="10763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2"/>
          <p:cNvSpPr/>
          <p:nvPr/>
        </p:nvSpPr>
        <p:spPr>
          <a:xfrm>
            <a:off x="8799453" y="2863077"/>
            <a:ext cx="372110" cy="77470"/>
          </a:xfrm>
          <a:custGeom>
            <a:avLst/>
            <a:gdLst/>
            <a:ahLst/>
            <a:cxnLst/>
            <a:rect l="l" t="t" r="r" b="b"/>
            <a:pathLst>
              <a:path w="372109" h="77469">
                <a:moveTo>
                  <a:pt x="371612" y="77236"/>
                </a:moveTo>
                <a:lnTo>
                  <a:pt x="324289" y="57495"/>
                </a:lnTo>
                <a:lnTo>
                  <a:pt x="275943" y="40584"/>
                </a:lnTo>
                <a:lnTo>
                  <a:pt x="226694" y="26529"/>
                </a:lnTo>
                <a:lnTo>
                  <a:pt x="176662" y="15361"/>
                </a:lnTo>
                <a:lnTo>
                  <a:pt x="132852" y="8182"/>
                </a:lnTo>
                <a:lnTo>
                  <a:pt x="88753" y="3211"/>
                </a:lnTo>
                <a:lnTo>
                  <a:pt x="44444" y="475"/>
                </a:lnTo>
                <a:lnTo>
                  <a:pt x="0" y="0"/>
                </a:lnTo>
              </a:path>
            </a:pathLst>
          </a:custGeom>
          <a:ln w="25399">
            <a:solidFill>
              <a:srgbClr val="7FC2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3"/>
          <p:cNvSpPr/>
          <p:nvPr/>
        </p:nvSpPr>
        <p:spPr>
          <a:xfrm>
            <a:off x="8795247" y="2400543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473598"/>
                </a:moveTo>
                <a:lnTo>
                  <a:pt x="0" y="0"/>
                </a:lnTo>
              </a:path>
            </a:pathLst>
          </a:custGeom>
          <a:ln w="25399">
            <a:solidFill>
              <a:srgbClr val="7FC2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4"/>
          <p:cNvSpPr/>
          <p:nvPr/>
        </p:nvSpPr>
        <p:spPr>
          <a:xfrm>
            <a:off x="6978395" y="2952993"/>
            <a:ext cx="1059180" cy="1061085"/>
          </a:xfrm>
          <a:custGeom>
            <a:avLst/>
            <a:gdLst/>
            <a:ahLst/>
            <a:cxnLst/>
            <a:rect l="l" t="t" r="r" b="b"/>
            <a:pathLst>
              <a:path w="1059179" h="1061085">
                <a:moveTo>
                  <a:pt x="0" y="0"/>
                </a:moveTo>
                <a:lnTo>
                  <a:pt x="0" y="341010"/>
                </a:lnTo>
                <a:lnTo>
                  <a:pt x="49717" y="343883"/>
                </a:lnTo>
                <a:lnTo>
                  <a:pt x="99192" y="350078"/>
                </a:lnTo>
                <a:lnTo>
                  <a:pt x="148241" y="359599"/>
                </a:lnTo>
                <a:lnTo>
                  <a:pt x="196680" y="372450"/>
                </a:lnTo>
                <a:lnTo>
                  <a:pt x="244323" y="388636"/>
                </a:lnTo>
                <a:lnTo>
                  <a:pt x="290987" y="408161"/>
                </a:lnTo>
                <a:lnTo>
                  <a:pt x="336488" y="431028"/>
                </a:lnTo>
                <a:lnTo>
                  <a:pt x="380640" y="457244"/>
                </a:lnTo>
                <a:lnTo>
                  <a:pt x="423259" y="486810"/>
                </a:lnTo>
                <a:lnTo>
                  <a:pt x="464162" y="519733"/>
                </a:lnTo>
                <a:lnTo>
                  <a:pt x="503163" y="556016"/>
                </a:lnTo>
                <a:lnTo>
                  <a:pt x="539575" y="595128"/>
                </a:lnTo>
                <a:lnTo>
                  <a:pt x="572601" y="636146"/>
                </a:lnTo>
                <a:lnTo>
                  <a:pt x="602247" y="678885"/>
                </a:lnTo>
                <a:lnTo>
                  <a:pt x="628518" y="723159"/>
                </a:lnTo>
                <a:lnTo>
                  <a:pt x="651418" y="768782"/>
                </a:lnTo>
                <a:lnTo>
                  <a:pt x="670953" y="815569"/>
                </a:lnTo>
                <a:lnTo>
                  <a:pt x="687128" y="863333"/>
                </a:lnTo>
                <a:lnTo>
                  <a:pt x="699947" y="911890"/>
                </a:lnTo>
                <a:lnTo>
                  <a:pt x="709416" y="961054"/>
                </a:lnTo>
                <a:lnTo>
                  <a:pt x="715539" y="1010639"/>
                </a:lnTo>
                <a:lnTo>
                  <a:pt x="718322" y="1060460"/>
                </a:lnTo>
                <a:lnTo>
                  <a:pt x="1058814" y="1060460"/>
                </a:lnTo>
                <a:lnTo>
                  <a:pt x="1057051" y="1012790"/>
                </a:lnTo>
                <a:lnTo>
                  <a:pt x="1053205" y="965220"/>
                </a:lnTo>
                <a:lnTo>
                  <a:pt x="1047272" y="917824"/>
                </a:lnTo>
                <a:lnTo>
                  <a:pt x="1039250" y="870678"/>
                </a:lnTo>
                <a:lnTo>
                  <a:pt x="1029139" y="823857"/>
                </a:lnTo>
                <a:lnTo>
                  <a:pt x="1016936" y="777435"/>
                </a:lnTo>
                <a:lnTo>
                  <a:pt x="1002639" y="731489"/>
                </a:lnTo>
                <a:lnTo>
                  <a:pt x="986247" y="686093"/>
                </a:lnTo>
                <a:lnTo>
                  <a:pt x="967757" y="641323"/>
                </a:lnTo>
                <a:lnTo>
                  <a:pt x="947168" y="597254"/>
                </a:lnTo>
                <a:lnTo>
                  <a:pt x="924478" y="553960"/>
                </a:lnTo>
                <a:lnTo>
                  <a:pt x="899685" y="511518"/>
                </a:lnTo>
                <a:lnTo>
                  <a:pt x="872787" y="470002"/>
                </a:lnTo>
                <a:lnTo>
                  <a:pt x="843782" y="429488"/>
                </a:lnTo>
                <a:lnTo>
                  <a:pt x="812668" y="390050"/>
                </a:lnTo>
                <a:lnTo>
                  <a:pt x="779444" y="351764"/>
                </a:lnTo>
                <a:lnTo>
                  <a:pt x="744108" y="314705"/>
                </a:lnTo>
                <a:lnTo>
                  <a:pt x="707137" y="279450"/>
                </a:lnTo>
                <a:lnTo>
                  <a:pt x="668941" y="246297"/>
                </a:lnTo>
                <a:lnTo>
                  <a:pt x="629597" y="215244"/>
                </a:lnTo>
                <a:lnTo>
                  <a:pt x="589177" y="186290"/>
                </a:lnTo>
                <a:lnTo>
                  <a:pt x="547758" y="159432"/>
                </a:lnTo>
                <a:lnTo>
                  <a:pt x="505414" y="134669"/>
                </a:lnTo>
                <a:lnTo>
                  <a:pt x="462220" y="111999"/>
                </a:lnTo>
                <a:lnTo>
                  <a:pt x="418251" y="91420"/>
                </a:lnTo>
                <a:lnTo>
                  <a:pt x="373582" y="72931"/>
                </a:lnTo>
                <a:lnTo>
                  <a:pt x="328287" y="56528"/>
                </a:lnTo>
                <a:lnTo>
                  <a:pt x="282442" y="42211"/>
                </a:lnTo>
                <a:lnTo>
                  <a:pt x="236121" y="29978"/>
                </a:lnTo>
                <a:lnTo>
                  <a:pt x="189399" y="19826"/>
                </a:lnTo>
                <a:lnTo>
                  <a:pt x="142351" y="11754"/>
                </a:lnTo>
                <a:lnTo>
                  <a:pt x="95052" y="5760"/>
                </a:lnTo>
                <a:lnTo>
                  <a:pt x="47576" y="1843"/>
                </a:lnTo>
                <a:lnTo>
                  <a:pt x="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5"/>
          <p:cNvSpPr/>
          <p:nvPr/>
        </p:nvSpPr>
        <p:spPr>
          <a:xfrm>
            <a:off x="5876909" y="2943225"/>
            <a:ext cx="1076325" cy="10763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6"/>
          <p:cNvSpPr/>
          <p:nvPr/>
        </p:nvSpPr>
        <p:spPr>
          <a:xfrm>
            <a:off x="6972300" y="2943225"/>
            <a:ext cx="1076325" cy="21717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7"/>
          <p:cNvSpPr/>
          <p:nvPr/>
        </p:nvSpPr>
        <p:spPr>
          <a:xfrm>
            <a:off x="6477000" y="3533775"/>
            <a:ext cx="1495425" cy="15049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/>
          <p:nvPr/>
        </p:nvSpPr>
        <p:spPr>
          <a:xfrm>
            <a:off x="6325483" y="3394831"/>
            <a:ext cx="1270635" cy="1270000"/>
          </a:xfrm>
          <a:custGeom>
            <a:avLst/>
            <a:gdLst/>
            <a:ahLst/>
            <a:cxnLst/>
            <a:rect l="l" t="t" r="r" b="b"/>
            <a:pathLst>
              <a:path w="1270634" h="1270000">
                <a:moveTo>
                  <a:pt x="635020" y="0"/>
                </a:moveTo>
                <a:lnTo>
                  <a:pt x="587632" y="1741"/>
                </a:lnTo>
                <a:lnTo>
                  <a:pt x="541190" y="6883"/>
                </a:lnTo>
                <a:lnTo>
                  <a:pt x="495816" y="15303"/>
                </a:lnTo>
                <a:lnTo>
                  <a:pt x="451632" y="26879"/>
                </a:lnTo>
                <a:lnTo>
                  <a:pt x="408762" y="41487"/>
                </a:lnTo>
                <a:lnTo>
                  <a:pt x="367328" y="59006"/>
                </a:lnTo>
                <a:lnTo>
                  <a:pt x="327454" y="79313"/>
                </a:lnTo>
                <a:lnTo>
                  <a:pt x="289262" y="102284"/>
                </a:lnTo>
                <a:lnTo>
                  <a:pt x="252875" y="127797"/>
                </a:lnTo>
                <a:lnTo>
                  <a:pt x="218416" y="155730"/>
                </a:lnTo>
                <a:lnTo>
                  <a:pt x="186008" y="185960"/>
                </a:lnTo>
                <a:lnTo>
                  <a:pt x="155773" y="218364"/>
                </a:lnTo>
                <a:lnTo>
                  <a:pt x="127834" y="252820"/>
                </a:lnTo>
                <a:lnTo>
                  <a:pt x="102315" y="289204"/>
                </a:lnTo>
                <a:lnTo>
                  <a:pt x="79338" y="327395"/>
                </a:lnTo>
                <a:lnTo>
                  <a:pt x="59026" y="367270"/>
                </a:lnTo>
                <a:lnTo>
                  <a:pt x="41502" y="408705"/>
                </a:lnTo>
                <a:lnTo>
                  <a:pt x="26889" y="451579"/>
                </a:lnTo>
                <a:lnTo>
                  <a:pt x="15309" y="495769"/>
                </a:lnTo>
                <a:lnTo>
                  <a:pt x="6886" y="541151"/>
                </a:lnTo>
                <a:lnTo>
                  <a:pt x="1742" y="587604"/>
                </a:lnTo>
                <a:lnTo>
                  <a:pt x="0" y="635005"/>
                </a:lnTo>
                <a:lnTo>
                  <a:pt x="1742" y="682389"/>
                </a:lnTo>
                <a:lnTo>
                  <a:pt x="6886" y="728829"/>
                </a:lnTo>
                <a:lnTo>
                  <a:pt x="15309" y="774201"/>
                </a:lnTo>
                <a:lnTo>
                  <a:pt x="26889" y="818382"/>
                </a:lnTo>
                <a:lnTo>
                  <a:pt x="41502" y="861250"/>
                </a:lnTo>
                <a:lnTo>
                  <a:pt x="59026" y="902682"/>
                </a:lnTo>
                <a:lnTo>
                  <a:pt x="79338" y="942555"/>
                </a:lnTo>
                <a:lnTo>
                  <a:pt x="102315" y="980746"/>
                </a:lnTo>
                <a:lnTo>
                  <a:pt x="127834" y="1017131"/>
                </a:lnTo>
                <a:lnTo>
                  <a:pt x="155773" y="1051589"/>
                </a:lnTo>
                <a:lnTo>
                  <a:pt x="186008" y="1083997"/>
                </a:lnTo>
                <a:lnTo>
                  <a:pt x="218416" y="1114231"/>
                </a:lnTo>
                <a:lnTo>
                  <a:pt x="252875" y="1142168"/>
                </a:lnTo>
                <a:lnTo>
                  <a:pt x="289262" y="1167687"/>
                </a:lnTo>
                <a:lnTo>
                  <a:pt x="327454" y="1190663"/>
                </a:lnTo>
                <a:lnTo>
                  <a:pt x="367328" y="1210975"/>
                </a:lnTo>
                <a:lnTo>
                  <a:pt x="408762" y="1228498"/>
                </a:lnTo>
                <a:lnTo>
                  <a:pt x="451632" y="1243112"/>
                </a:lnTo>
                <a:lnTo>
                  <a:pt x="495816" y="1254691"/>
                </a:lnTo>
                <a:lnTo>
                  <a:pt x="541190" y="1263114"/>
                </a:lnTo>
                <a:lnTo>
                  <a:pt x="587632" y="1268258"/>
                </a:lnTo>
                <a:lnTo>
                  <a:pt x="635020" y="1270000"/>
                </a:lnTo>
                <a:lnTo>
                  <a:pt x="682418" y="1268258"/>
                </a:lnTo>
                <a:lnTo>
                  <a:pt x="728869" y="1263114"/>
                </a:lnTo>
                <a:lnTo>
                  <a:pt x="774250" y="1254691"/>
                </a:lnTo>
                <a:lnTo>
                  <a:pt x="818438" y="1243112"/>
                </a:lnTo>
                <a:lnTo>
                  <a:pt x="861311" y="1228498"/>
                </a:lnTo>
                <a:lnTo>
                  <a:pt x="902745" y="1210975"/>
                </a:lnTo>
                <a:lnTo>
                  <a:pt x="942619" y="1190663"/>
                </a:lnTo>
                <a:lnTo>
                  <a:pt x="980809" y="1167687"/>
                </a:lnTo>
                <a:lnTo>
                  <a:pt x="1017193" y="1142168"/>
                </a:lnTo>
                <a:lnTo>
                  <a:pt x="1051648" y="1114231"/>
                </a:lnTo>
                <a:lnTo>
                  <a:pt x="1084051" y="1083997"/>
                </a:lnTo>
                <a:lnTo>
                  <a:pt x="1114281" y="1051589"/>
                </a:lnTo>
                <a:lnTo>
                  <a:pt x="1142213" y="1017131"/>
                </a:lnTo>
                <a:lnTo>
                  <a:pt x="1167726" y="980746"/>
                </a:lnTo>
                <a:lnTo>
                  <a:pt x="1190697" y="942555"/>
                </a:lnTo>
                <a:lnTo>
                  <a:pt x="1211003" y="902682"/>
                </a:lnTo>
                <a:lnTo>
                  <a:pt x="1228522" y="861250"/>
                </a:lnTo>
                <a:lnTo>
                  <a:pt x="1243130" y="818382"/>
                </a:lnTo>
                <a:lnTo>
                  <a:pt x="1254706" y="774201"/>
                </a:lnTo>
                <a:lnTo>
                  <a:pt x="1263126" y="728829"/>
                </a:lnTo>
                <a:lnTo>
                  <a:pt x="1268268" y="682389"/>
                </a:lnTo>
                <a:lnTo>
                  <a:pt x="1270010" y="635005"/>
                </a:lnTo>
                <a:lnTo>
                  <a:pt x="1268268" y="587604"/>
                </a:lnTo>
                <a:lnTo>
                  <a:pt x="1263126" y="541151"/>
                </a:lnTo>
                <a:lnTo>
                  <a:pt x="1254706" y="495769"/>
                </a:lnTo>
                <a:lnTo>
                  <a:pt x="1243130" y="451579"/>
                </a:lnTo>
                <a:lnTo>
                  <a:pt x="1228522" y="408705"/>
                </a:lnTo>
                <a:lnTo>
                  <a:pt x="1211003" y="367270"/>
                </a:lnTo>
                <a:lnTo>
                  <a:pt x="1190697" y="327395"/>
                </a:lnTo>
                <a:lnTo>
                  <a:pt x="1167726" y="289204"/>
                </a:lnTo>
                <a:lnTo>
                  <a:pt x="1142213" y="252820"/>
                </a:lnTo>
                <a:lnTo>
                  <a:pt x="1114281" y="218364"/>
                </a:lnTo>
                <a:lnTo>
                  <a:pt x="1084051" y="185960"/>
                </a:lnTo>
                <a:lnTo>
                  <a:pt x="1051648" y="155730"/>
                </a:lnTo>
                <a:lnTo>
                  <a:pt x="1017193" y="127797"/>
                </a:lnTo>
                <a:lnTo>
                  <a:pt x="980809" y="102284"/>
                </a:lnTo>
                <a:lnTo>
                  <a:pt x="942619" y="79313"/>
                </a:lnTo>
                <a:lnTo>
                  <a:pt x="902745" y="59006"/>
                </a:lnTo>
                <a:lnTo>
                  <a:pt x="861311" y="41487"/>
                </a:lnTo>
                <a:lnTo>
                  <a:pt x="818438" y="26879"/>
                </a:lnTo>
                <a:lnTo>
                  <a:pt x="774250" y="15303"/>
                </a:lnTo>
                <a:lnTo>
                  <a:pt x="728869" y="6883"/>
                </a:lnTo>
                <a:lnTo>
                  <a:pt x="682418" y="1741"/>
                </a:lnTo>
                <a:lnTo>
                  <a:pt x="6350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9"/>
          <p:cNvSpPr/>
          <p:nvPr/>
        </p:nvSpPr>
        <p:spPr>
          <a:xfrm>
            <a:off x="4057650" y="2943225"/>
            <a:ext cx="2171684" cy="10763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0"/>
          <p:cNvSpPr/>
          <p:nvPr/>
        </p:nvSpPr>
        <p:spPr>
          <a:xfrm>
            <a:off x="5153009" y="4038600"/>
            <a:ext cx="1076325" cy="10763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1"/>
          <p:cNvSpPr/>
          <p:nvPr/>
        </p:nvSpPr>
        <p:spPr>
          <a:xfrm>
            <a:off x="4750063" y="2863077"/>
            <a:ext cx="371475" cy="77470"/>
          </a:xfrm>
          <a:custGeom>
            <a:avLst/>
            <a:gdLst/>
            <a:ahLst/>
            <a:cxnLst/>
            <a:rect l="l" t="t" r="r" b="b"/>
            <a:pathLst>
              <a:path w="371475" h="77469">
                <a:moveTo>
                  <a:pt x="0" y="77236"/>
                </a:moveTo>
                <a:lnTo>
                  <a:pt x="47254" y="57495"/>
                </a:lnTo>
                <a:lnTo>
                  <a:pt x="95600" y="40584"/>
                </a:lnTo>
                <a:lnTo>
                  <a:pt x="144883" y="26529"/>
                </a:lnTo>
                <a:lnTo>
                  <a:pt x="194950" y="15361"/>
                </a:lnTo>
                <a:lnTo>
                  <a:pt x="238744" y="8182"/>
                </a:lnTo>
                <a:lnTo>
                  <a:pt x="282827" y="3211"/>
                </a:lnTo>
                <a:lnTo>
                  <a:pt x="327099" y="475"/>
                </a:lnTo>
                <a:lnTo>
                  <a:pt x="371459" y="0"/>
                </a:lnTo>
              </a:path>
            </a:pathLst>
          </a:custGeom>
          <a:ln w="25399">
            <a:solidFill>
              <a:srgbClr val="1B57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2"/>
          <p:cNvSpPr/>
          <p:nvPr/>
        </p:nvSpPr>
        <p:spPr>
          <a:xfrm>
            <a:off x="5125730" y="2042800"/>
            <a:ext cx="0" cy="831850"/>
          </a:xfrm>
          <a:custGeom>
            <a:avLst/>
            <a:gdLst/>
            <a:ahLst/>
            <a:cxnLst/>
            <a:rect l="l" t="t" r="r" b="b"/>
            <a:pathLst>
              <a:path h="831850">
                <a:moveTo>
                  <a:pt x="0" y="831341"/>
                </a:moveTo>
                <a:lnTo>
                  <a:pt x="0" y="0"/>
                </a:lnTo>
              </a:path>
            </a:pathLst>
          </a:custGeom>
          <a:ln w="25399">
            <a:solidFill>
              <a:srgbClr val="1B57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3"/>
          <p:cNvSpPr/>
          <p:nvPr/>
        </p:nvSpPr>
        <p:spPr>
          <a:xfrm>
            <a:off x="5167000" y="2863077"/>
            <a:ext cx="371475" cy="77470"/>
          </a:xfrm>
          <a:custGeom>
            <a:avLst/>
            <a:gdLst/>
            <a:ahLst/>
            <a:cxnLst/>
            <a:rect l="l" t="t" r="r" b="b"/>
            <a:pathLst>
              <a:path w="371475" h="77469">
                <a:moveTo>
                  <a:pt x="371459" y="77236"/>
                </a:moveTo>
                <a:lnTo>
                  <a:pt x="324154" y="57495"/>
                </a:lnTo>
                <a:lnTo>
                  <a:pt x="275817" y="40584"/>
                </a:lnTo>
                <a:lnTo>
                  <a:pt x="226571" y="26529"/>
                </a:lnTo>
                <a:lnTo>
                  <a:pt x="176540" y="15361"/>
                </a:lnTo>
                <a:lnTo>
                  <a:pt x="132732" y="8182"/>
                </a:lnTo>
                <a:lnTo>
                  <a:pt x="88647" y="3211"/>
                </a:lnTo>
                <a:lnTo>
                  <a:pt x="44373" y="475"/>
                </a:lnTo>
                <a:lnTo>
                  <a:pt x="0" y="0"/>
                </a:lnTo>
              </a:path>
            </a:pathLst>
          </a:custGeom>
          <a:ln w="25399">
            <a:solidFill>
              <a:srgbClr val="1B57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4"/>
          <p:cNvSpPr/>
          <p:nvPr/>
        </p:nvSpPr>
        <p:spPr>
          <a:xfrm>
            <a:off x="5162793" y="2400543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473598"/>
                </a:moveTo>
                <a:lnTo>
                  <a:pt x="0" y="0"/>
                </a:lnTo>
              </a:path>
            </a:pathLst>
          </a:custGeom>
          <a:ln w="25399">
            <a:solidFill>
              <a:srgbClr val="1B57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5"/>
          <p:cNvSpPr/>
          <p:nvPr/>
        </p:nvSpPr>
        <p:spPr>
          <a:xfrm>
            <a:off x="4657740" y="3533775"/>
            <a:ext cx="1504950" cy="15049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6"/>
          <p:cNvSpPr/>
          <p:nvPr/>
        </p:nvSpPr>
        <p:spPr>
          <a:xfrm>
            <a:off x="4509272" y="3394831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4989" y="0"/>
                </a:moveTo>
                <a:lnTo>
                  <a:pt x="587591" y="1741"/>
                </a:lnTo>
                <a:lnTo>
                  <a:pt x="541140" y="6883"/>
                </a:lnTo>
                <a:lnTo>
                  <a:pt x="495759" y="15303"/>
                </a:lnTo>
                <a:lnTo>
                  <a:pt x="451571" y="26879"/>
                </a:lnTo>
                <a:lnTo>
                  <a:pt x="408698" y="41487"/>
                </a:lnTo>
                <a:lnTo>
                  <a:pt x="367264" y="59006"/>
                </a:lnTo>
                <a:lnTo>
                  <a:pt x="327390" y="79313"/>
                </a:lnTo>
                <a:lnTo>
                  <a:pt x="289200" y="102284"/>
                </a:lnTo>
                <a:lnTo>
                  <a:pt x="252817" y="127797"/>
                </a:lnTo>
                <a:lnTo>
                  <a:pt x="218362" y="155730"/>
                </a:lnTo>
                <a:lnTo>
                  <a:pt x="185958" y="185960"/>
                </a:lnTo>
                <a:lnTo>
                  <a:pt x="155729" y="218364"/>
                </a:lnTo>
                <a:lnTo>
                  <a:pt x="127796" y="252820"/>
                </a:lnTo>
                <a:lnTo>
                  <a:pt x="102283" y="289204"/>
                </a:lnTo>
                <a:lnTo>
                  <a:pt x="79312" y="327395"/>
                </a:lnTo>
                <a:lnTo>
                  <a:pt x="59006" y="367270"/>
                </a:lnTo>
                <a:lnTo>
                  <a:pt x="41487" y="408705"/>
                </a:lnTo>
                <a:lnTo>
                  <a:pt x="26879" y="451579"/>
                </a:lnTo>
                <a:lnTo>
                  <a:pt x="15303" y="495769"/>
                </a:lnTo>
                <a:lnTo>
                  <a:pt x="6883" y="541151"/>
                </a:lnTo>
                <a:lnTo>
                  <a:pt x="1741" y="587604"/>
                </a:lnTo>
                <a:lnTo>
                  <a:pt x="0" y="635005"/>
                </a:lnTo>
                <a:lnTo>
                  <a:pt x="1741" y="682389"/>
                </a:lnTo>
                <a:lnTo>
                  <a:pt x="6883" y="728829"/>
                </a:lnTo>
                <a:lnTo>
                  <a:pt x="15303" y="774201"/>
                </a:lnTo>
                <a:lnTo>
                  <a:pt x="26879" y="818382"/>
                </a:lnTo>
                <a:lnTo>
                  <a:pt x="41487" y="861250"/>
                </a:lnTo>
                <a:lnTo>
                  <a:pt x="59006" y="902682"/>
                </a:lnTo>
                <a:lnTo>
                  <a:pt x="79312" y="942555"/>
                </a:lnTo>
                <a:lnTo>
                  <a:pt x="102283" y="980746"/>
                </a:lnTo>
                <a:lnTo>
                  <a:pt x="127796" y="1017131"/>
                </a:lnTo>
                <a:lnTo>
                  <a:pt x="155729" y="1051589"/>
                </a:lnTo>
                <a:lnTo>
                  <a:pt x="185958" y="1083997"/>
                </a:lnTo>
                <a:lnTo>
                  <a:pt x="218362" y="1114231"/>
                </a:lnTo>
                <a:lnTo>
                  <a:pt x="252817" y="1142168"/>
                </a:lnTo>
                <a:lnTo>
                  <a:pt x="289200" y="1167687"/>
                </a:lnTo>
                <a:lnTo>
                  <a:pt x="327390" y="1190663"/>
                </a:lnTo>
                <a:lnTo>
                  <a:pt x="367264" y="1210975"/>
                </a:lnTo>
                <a:lnTo>
                  <a:pt x="408698" y="1228498"/>
                </a:lnTo>
                <a:lnTo>
                  <a:pt x="451571" y="1243112"/>
                </a:lnTo>
                <a:lnTo>
                  <a:pt x="495759" y="1254691"/>
                </a:lnTo>
                <a:lnTo>
                  <a:pt x="541140" y="1263114"/>
                </a:lnTo>
                <a:lnTo>
                  <a:pt x="587591" y="1268258"/>
                </a:lnTo>
                <a:lnTo>
                  <a:pt x="634989" y="1270000"/>
                </a:lnTo>
                <a:lnTo>
                  <a:pt x="682373" y="1268258"/>
                </a:lnTo>
                <a:lnTo>
                  <a:pt x="728811" y="1263114"/>
                </a:lnTo>
                <a:lnTo>
                  <a:pt x="774183" y="1254691"/>
                </a:lnTo>
                <a:lnTo>
                  <a:pt x="818363" y="1243112"/>
                </a:lnTo>
                <a:lnTo>
                  <a:pt x="861231" y="1228498"/>
                </a:lnTo>
                <a:lnTo>
                  <a:pt x="902662" y="1210975"/>
                </a:lnTo>
                <a:lnTo>
                  <a:pt x="942534" y="1190663"/>
                </a:lnTo>
                <a:lnTo>
                  <a:pt x="980724" y="1167687"/>
                </a:lnTo>
                <a:lnTo>
                  <a:pt x="1017110" y="1142168"/>
                </a:lnTo>
                <a:lnTo>
                  <a:pt x="1051568" y="1114231"/>
                </a:lnTo>
                <a:lnTo>
                  <a:pt x="1083975" y="1083997"/>
                </a:lnTo>
                <a:lnTo>
                  <a:pt x="1114209" y="1051589"/>
                </a:lnTo>
                <a:lnTo>
                  <a:pt x="1142146" y="1017131"/>
                </a:lnTo>
                <a:lnTo>
                  <a:pt x="1167665" y="980746"/>
                </a:lnTo>
                <a:lnTo>
                  <a:pt x="1190641" y="942555"/>
                </a:lnTo>
                <a:lnTo>
                  <a:pt x="1210953" y="902682"/>
                </a:lnTo>
                <a:lnTo>
                  <a:pt x="1228477" y="861250"/>
                </a:lnTo>
                <a:lnTo>
                  <a:pt x="1243090" y="818382"/>
                </a:lnTo>
                <a:lnTo>
                  <a:pt x="1254670" y="774201"/>
                </a:lnTo>
                <a:lnTo>
                  <a:pt x="1263093" y="728829"/>
                </a:lnTo>
                <a:lnTo>
                  <a:pt x="1268237" y="682389"/>
                </a:lnTo>
                <a:lnTo>
                  <a:pt x="1269979" y="635005"/>
                </a:lnTo>
                <a:lnTo>
                  <a:pt x="1268237" y="587604"/>
                </a:lnTo>
                <a:lnTo>
                  <a:pt x="1263093" y="541151"/>
                </a:lnTo>
                <a:lnTo>
                  <a:pt x="1254670" y="495769"/>
                </a:lnTo>
                <a:lnTo>
                  <a:pt x="1243090" y="451579"/>
                </a:lnTo>
                <a:lnTo>
                  <a:pt x="1228477" y="408705"/>
                </a:lnTo>
                <a:lnTo>
                  <a:pt x="1210953" y="367270"/>
                </a:lnTo>
                <a:lnTo>
                  <a:pt x="1190641" y="327395"/>
                </a:lnTo>
                <a:lnTo>
                  <a:pt x="1167665" y="289204"/>
                </a:lnTo>
                <a:lnTo>
                  <a:pt x="1142146" y="252820"/>
                </a:lnTo>
                <a:lnTo>
                  <a:pt x="1114209" y="218364"/>
                </a:lnTo>
                <a:lnTo>
                  <a:pt x="1083975" y="185960"/>
                </a:lnTo>
                <a:lnTo>
                  <a:pt x="1051568" y="155730"/>
                </a:lnTo>
                <a:lnTo>
                  <a:pt x="1017110" y="127797"/>
                </a:lnTo>
                <a:lnTo>
                  <a:pt x="980724" y="102284"/>
                </a:lnTo>
                <a:lnTo>
                  <a:pt x="942534" y="79313"/>
                </a:lnTo>
                <a:lnTo>
                  <a:pt x="902662" y="59006"/>
                </a:lnTo>
                <a:lnTo>
                  <a:pt x="861231" y="41487"/>
                </a:lnTo>
                <a:lnTo>
                  <a:pt x="818363" y="26879"/>
                </a:lnTo>
                <a:lnTo>
                  <a:pt x="774183" y="15303"/>
                </a:lnTo>
                <a:lnTo>
                  <a:pt x="728811" y="6883"/>
                </a:lnTo>
                <a:lnTo>
                  <a:pt x="682373" y="1741"/>
                </a:lnTo>
                <a:lnTo>
                  <a:pt x="6349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7"/>
          <p:cNvSpPr/>
          <p:nvPr/>
        </p:nvSpPr>
        <p:spPr>
          <a:xfrm>
            <a:off x="2238375" y="2943225"/>
            <a:ext cx="2171700" cy="10763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8"/>
          <p:cNvSpPr/>
          <p:nvPr/>
        </p:nvSpPr>
        <p:spPr>
          <a:xfrm>
            <a:off x="3333750" y="4038600"/>
            <a:ext cx="1076325" cy="107632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39"/>
          <p:cNvSpPr/>
          <p:nvPr/>
        </p:nvSpPr>
        <p:spPr>
          <a:xfrm>
            <a:off x="2933450" y="5138928"/>
            <a:ext cx="371475" cy="77470"/>
          </a:xfrm>
          <a:custGeom>
            <a:avLst/>
            <a:gdLst/>
            <a:ahLst/>
            <a:cxnLst/>
            <a:rect l="l" t="t" r="r" b="b"/>
            <a:pathLst>
              <a:path w="371475" h="77470">
                <a:moveTo>
                  <a:pt x="0" y="0"/>
                </a:moveTo>
                <a:lnTo>
                  <a:pt x="47260" y="19753"/>
                </a:lnTo>
                <a:lnTo>
                  <a:pt x="95608" y="36686"/>
                </a:lnTo>
                <a:lnTo>
                  <a:pt x="144890" y="50738"/>
                </a:lnTo>
                <a:lnTo>
                  <a:pt x="194956" y="61853"/>
                </a:lnTo>
                <a:lnTo>
                  <a:pt x="238750" y="69110"/>
                </a:lnTo>
                <a:lnTo>
                  <a:pt x="282833" y="74120"/>
                </a:lnTo>
                <a:lnTo>
                  <a:pt x="327105" y="76869"/>
                </a:lnTo>
                <a:lnTo>
                  <a:pt x="371465" y="77342"/>
                </a:lnTo>
              </a:path>
            </a:pathLst>
          </a:custGeom>
          <a:ln w="25399">
            <a:solidFill>
              <a:srgbClr val="E459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0"/>
          <p:cNvSpPr/>
          <p:nvPr/>
        </p:nvSpPr>
        <p:spPr>
          <a:xfrm>
            <a:off x="3309122" y="5205090"/>
            <a:ext cx="0" cy="831850"/>
          </a:xfrm>
          <a:custGeom>
            <a:avLst/>
            <a:gdLst/>
            <a:ahLst/>
            <a:cxnLst/>
            <a:rect l="l" t="t" r="r" b="b"/>
            <a:pathLst>
              <a:path h="831850">
                <a:moveTo>
                  <a:pt x="0" y="0"/>
                </a:moveTo>
                <a:lnTo>
                  <a:pt x="0" y="831448"/>
                </a:lnTo>
              </a:path>
            </a:pathLst>
          </a:custGeom>
          <a:ln w="25399">
            <a:solidFill>
              <a:srgbClr val="E459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1"/>
          <p:cNvSpPr/>
          <p:nvPr/>
        </p:nvSpPr>
        <p:spPr>
          <a:xfrm>
            <a:off x="3350392" y="5138928"/>
            <a:ext cx="371475" cy="77470"/>
          </a:xfrm>
          <a:custGeom>
            <a:avLst/>
            <a:gdLst/>
            <a:ahLst/>
            <a:cxnLst/>
            <a:rect l="l" t="t" r="r" b="b"/>
            <a:pathLst>
              <a:path w="371475" h="77470">
                <a:moveTo>
                  <a:pt x="371459" y="0"/>
                </a:moveTo>
                <a:lnTo>
                  <a:pt x="324154" y="19753"/>
                </a:lnTo>
                <a:lnTo>
                  <a:pt x="275817" y="36686"/>
                </a:lnTo>
                <a:lnTo>
                  <a:pt x="226571" y="50738"/>
                </a:lnTo>
                <a:lnTo>
                  <a:pt x="176540" y="61853"/>
                </a:lnTo>
                <a:lnTo>
                  <a:pt x="132732" y="69110"/>
                </a:lnTo>
                <a:lnTo>
                  <a:pt x="88647" y="74120"/>
                </a:lnTo>
                <a:lnTo>
                  <a:pt x="44373" y="76869"/>
                </a:lnTo>
                <a:lnTo>
                  <a:pt x="0" y="77342"/>
                </a:lnTo>
              </a:path>
            </a:pathLst>
          </a:custGeom>
          <a:ln w="25399">
            <a:solidFill>
              <a:srgbClr val="E459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2"/>
          <p:cNvSpPr/>
          <p:nvPr/>
        </p:nvSpPr>
        <p:spPr>
          <a:xfrm>
            <a:off x="3346185" y="5205090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689"/>
                </a:lnTo>
              </a:path>
            </a:pathLst>
          </a:custGeom>
          <a:ln w="25399">
            <a:solidFill>
              <a:srgbClr val="E459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3"/>
          <p:cNvSpPr/>
          <p:nvPr/>
        </p:nvSpPr>
        <p:spPr>
          <a:xfrm>
            <a:off x="2847975" y="3533775"/>
            <a:ext cx="1495425" cy="15049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4"/>
          <p:cNvSpPr/>
          <p:nvPr/>
        </p:nvSpPr>
        <p:spPr>
          <a:xfrm>
            <a:off x="2692657" y="3394831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4995" y="0"/>
                </a:moveTo>
                <a:lnTo>
                  <a:pt x="587596" y="1741"/>
                </a:lnTo>
                <a:lnTo>
                  <a:pt x="541144" y="6883"/>
                </a:lnTo>
                <a:lnTo>
                  <a:pt x="495763" y="15303"/>
                </a:lnTo>
                <a:lnTo>
                  <a:pt x="451574" y="26879"/>
                </a:lnTo>
                <a:lnTo>
                  <a:pt x="408701" y="41487"/>
                </a:lnTo>
                <a:lnTo>
                  <a:pt x="367266" y="59006"/>
                </a:lnTo>
                <a:lnTo>
                  <a:pt x="327392" y="79313"/>
                </a:lnTo>
                <a:lnTo>
                  <a:pt x="289202" y="102284"/>
                </a:lnTo>
                <a:lnTo>
                  <a:pt x="252818" y="127797"/>
                </a:lnTo>
                <a:lnTo>
                  <a:pt x="218363" y="155730"/>
                </a:lnTo>
                <a:lnTo>
                  <a:pt x="185959" y="185960"/>
                </a:lnTo>
                <a:lnTo>
                  <a:pt x="155729" y="218364"/>
                </a:lnTo>
                <a:lnTo>
                  <a:pt x="127796" y="252820"/>
                </a:lnTo>
                <a:lnTo>
                  <a:pt x="102283" y="289204"/>
                </a:lnTo>
                <a:lnTo>
                  <a:pt x="79312" y="327395"/>
                </a:lnTo>
                <a:lnTo>
                  <a:pt x="59006" y="367270"/>
                </a:lnTo>
                <a:lnTo>
                  <a:pt x="41487" y="408705"/>
                </a:lnTo>
                <a:lnTo>
                  <a:pt x="26879" y="451579"/>
                </a:lnTo>
                <a:lnTo>
                  <a:pt x="15303" y="495769"/>
                </a:lnTo>
                <a:lnTo>
                  <a:pt x="6883" y="541151"/>
                </a:lnTo>
                <a:lnTo>
                  <a:pt x="1741" y="587604"/>
                </a:lnTo>
                <a:lnTo>
                  <a:pt x="0" y="635005"/>
                </a:lnTo>
                <a:lnTo>
                  <a:pt x="1741" y="682389"/>
                </a:lnTo>
                <a:lnTo>
                  <a:pt x="6883" y="728829"/>
                </a:lnTo>
                <a:lnTo>
                  <a:pt x="15303" y="774201"/>
                </a:lnTo>
                <a:lnTo>
                  <a:pt x="26879" y="818382"/>
                </a:lnTo>
                <a:lnTo>
                  <a:pt x="41487" y="861250"/>
                </a:lnTo>
                <a:lnTo>
                  <a:pt x="59006" y="902682"/>
                </a:lnTo>
                <a:lnTo>
                  <a:pt x="79312" y="942555"/>
                </a:lnTo>
                <a:lnTo>
                  <a:pt x="102283" y="980746"/>
                </a:lnTo>
                <a:lnTo>
                  <a:pt x="127796" y="1017131"/>
                </a:lnTo>
                <a:lnTo>
                  <a:pt x="155729" y="1051589"/>
                </a:lnTo>
                <a:lnTo>
                  <a:pt x="185959" y="1083997"/>
                </a:lnTo>
                <a:lnTo>
                  <a:pt x="218363" y="1114231"/>
                </a:lnTo>
                <a:lnTo>
                  <a:pt x="252818" y="1142168"/>
                </a:lnTo>
                <a:lnTo>
                  <a:pt x="289202" y="1167687"/>
                </a:lnTo>
                <a:lnTo>
                  <a:pt x="327392" y="1190663"/>
                </a:lnTo>
                <a:lnTo>
                  <a:pt x="367266" y="1210975"/>
                </a:lnTo>
                <a:lnTo>
                  <a:pt x="408701" y="1228498"/>
                </a:lnTo>
                <a:lnTo>
                  <a:pt x="451574" y="1243112"/>
                </a:lnTo>
                <a:lnTo>
                  <a:pt x="495763" y="1254691"/>
                </a:lnTo>
                <a:lnTo>
                  <a:pt x="541144" y="1263114"/>
                </a:lnTo>
                <a:lnTo>
                  <a:pt x="587596" y="1268258"/>
                </a:lnTo>
                <a:lnTo>
                  <a:pt x="634995" y="1270000"/>
                </a:lnTo>
                <a:lnTo>
                  <a:pt x="682379" y="1268258"/>
                </a:lnTo>
                <a:lnTo>
                  <a:pt x="728818" y="1263114"/>
                </a:lnTo>
                <a:lnTo>
                  <a:pt x="774189" y="1254691"/>
                </a:lnTo>
                <a:lnTo>
                  <a:pt x="818369" y="1243112"/>
                </a:lnTo>
                <a:lnTo>
                  <a:pt x="861237" y="1228498"/>
                </a:lnTo>
                <a:lnTo>
                  <a:pt x="902668" y="1210975"/>
                </a:lnTo>
                <a:lnTo>
                  <a:pt x="942540" y="1190663"/>
                </a:lnTo>
                <a:lnTo>
                  <a:pt x="980730" y="1167687"/>
                </a:lnTo>
                <a:lnTo>
                  <a:pt x="1017116" y="1142168"/>
                </a:lnTo>
                <a:lnTo>
                  <a:pt x="1051574" y="1114231"/>
                </a:lnTo>
                <a:lnTo>
                  <a:pt x="1083981" y="1083997"/>
                </a:lnTo>
                <a:lnTo>
                  <a:pt x="1114215" y="1051589"/>
                </a:lnTo>
                <a:lnTo>
                  <a:pt x="1142153" y="1017131"/>
                </a:lnTo>
                <a:lnTo>
                  <a:pt x="1167671" y="980746"/>
                </a:lnTo>
                <a:lnTo>
                  <a:pt x="1190647" y="942555"/>
                </a:lnTo>
                <a:lnTo>
                  <a:pt x="1210959" y="902682"/>
                </a:lnTo>
                <a:lnTo>
                  <a:pt x="1228483" y="861250"/>
                </a:lnTo>
                <a:lnTo>
                  <a:pt x="1243096" y="818382"/>
                </a:lnTo>
                <a:lnTo>
                  <a:pt x="1254676" y="774201"/>
                </a:lnTo>
                <a:lnTo>
                  <a:pt x="1263099" y="728829"/>
                </a:lnTo>
                <a:lnTo>
                  <a:pt x="1268243" y="682389"/>
                </a:lnTo>
                <a:lnTo>
                  <a:pt x="1269985" y="635005"/>
                </a:lnTo>
                <a:lnTo>
                  <a:pt x="1268243" y="587604"/>
                </a:lnTo>
                <a:lnTo>
                  <a:pt x="1263099" y="541151"/>
                </a:lnTo>
                <a:lnTo>
                  <a:pt x="1254676" y="495769"/>
                </a:lnTo>
                <a:lnTo>
                  <a:pt x="1243096" y="451579"/>
                </a:lnTo>
                <a:lnTo>
                  <a:pt x="1228483" y="408705"/>
                </a:lnTo>
                <a:lnTo>
                  <a:pt x="1210959" y="367270"/>
                </a:lnTo>
                <a:lnTo>
                  <a:pt x="1190647" y="327395"/>
                </a:lnTo>
                <a:lnTo>
                  <a:pt x="1167671" y="289204"/>
                </a:lnTo>
                <a:lnTo>
                  <a:pt x="1142153" y="252820"/>
                </a:lnTo>
                <a:lnTo>
                  <a:pt x="1114215" y="218364"/>
                </a:lnTo>
                <a:lnTo>
                  <a:pt x="1083981" y="185960"/>
                </a:lnTo>
                <a:lnTo>
                  <a:pt x="1051574" y="155730"/>
                </a:lnTo>
                <a:lnTo>
                  <a:pt x="1017116" y="127797"/>
                </a:lnTo>
                <a:lnTo>
                  <a:pt x="980730" y="102284"/>
                </a:lnTo>
                <a:lnTo>
                  <a:pt x="942540" y="79313"/>
                </a:lnTo>
                <a:lnTo>
                  <a:pt x="902668" y="59006"/>
                </a:lnTo>
                <a:lnTo>
                  <a:pt x="861237" y="41487"/>
                </a:lnTo>
                <a:lnTo>
                  <a:pt x="818369" y="26879"/>
                </a:lnTo>
                <a:lnTo>
                  <a:pt x="774189" y="15303"/>
                </a:lnTo>
                <a:lnTo>
                  <a:pt x="728818" y="6883"/>
                </a:lnTo>
                <a:lnTo>
                  <a:pt x="682379" y="1741"/>
                </a:lnTo>
                <a:lnTo>
                  <a:pt x="634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5"/>
          <p:cNvSpPr/>
          <p:nvPr/>
        </p:nvSpPr>
        <p:spPr>
          <a:xfrm>
            <a:off x="428625" y="2943225"/>
            <a:ext cx="2171700" cy="107632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6"/>
          <p:cNvSpPr/>
          <p:nvPr/>
        </p:nvSpPr>
        <p:spPr>
          <a:xfrm>
            <a:off x="428625" y="4038600"/>
            <a:ext cx="2171700" cy="107632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47"/>
          <p:cNvSpPr/>
          <p:nvPr/>
        </p:nvSpPr>
        <p:spPr>
          <a:xfrm>
            <a:off x="1117140" y="2863077"/>
            <a:ext cx="372110" cy="77470"/>
          </a:xfrm>
          <a:custGeom>
            <a:avLst/>
            <a:gdLst/>
            <a:ahLst/>
            <a:cxnLst/>
            <a:rect l="l" t="t" r="r" b="b"/>
            <a:pathLst>
              <a:path w="372109" h="77469">
                <a:moveTo>
                  <a:pt x="371557" y="0"/>
                </a:moveTo>
                <a:lnTo>
                  <a:pt x="327109" y="475"/>
                </a:lnTo>
                <a:lnTo>
                  <a:pt x="282796" y="3211"/>
                </a:lnTo>
                <a:lnTo>
                  <a:pt x="238696" y="8182"/>
                </a:lnTo>
                <a:lnTo>
                  <a:pt x="194892" y="15361"/>
                </a:lnTo>
                <a:lnTo>
                  <a:pt x="144881" y="26529"/>
                </a:lnTo>
                <a:lnTo>
                  <a:pt x="95642" y="40584"/>
                </a:lnTo>
                <a:lnTo>
                  <a:pt x="47305" y="57495"/>
                </a:lnTo>
                <a:lnTo>
                  <a:pt x="0" y="77236"/>
                </a:lnTo>
                <a:lnTo>
                  <a:pt x="37155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48"/>
          <p:cNvSpPr/>
          <p:nvPr/>
        </p:nvSpPr>
        <p:spPr>
          <a:xfrm>
            <a:off x="1117140" y="2863077"/>
            <a:ext cx="372110" cy="77470"/>
          </a:xfrm>
          <a:custGeom>
            <a:avLst/>
            <a:gdLst/>
            <a:ahLst/>
            <a:cxnLst/>
            <a:rect l="l" t="t" r="r" b="b"/>
            <a:pathLst>
              <a:path w="372109" h="77469">
                <a:moveTo>
                  <a:pt x="0" y="77236"/>
                </a:moveTo>
                <a:lnTo>
                  <a:pt x="47305" y="57495"/>
                </a:lnTo>
                <a:lnTo>
                  <a:pt x="95642" y="40584"/>
                </a:lnTo>
                <a:lnTo>
                  <a:pt x="144881" y="26529"/>
                </a:lnTo>
                <a:lnTo>
                  <a:pt x="194892" y="15361"/>
                </a:lnTo>
                <a:lnTo>
                  <a:pt x="238696" y="8182"/>
                </a:lnTo>
                <a:lnTo>
                  <a:pt x="282796" y="3211"/>
                </a:lnTo>
                <a:lnTo>
                  <a:pt x="327109" y="475"/>
                </a:lnTo>
                <a:lnTo>
                  <a:pt x="371557" y="0"/>
                </a:lnTo>
              </a:path>
            </a:pathLst>
          </a:custGeom>
          <a:ln w="25399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49"/>
          <p:cNvSpPr/>
          <p:nvPr/>
        </p:nvSpPr>
        <p:spPr>
          <a:xfrm>
            <a:off x="1492889" y="2042800"/>
            <a:ext cx="0" cy="831850"/>
          </a:xfrm>
          <a:custGeom>
            <a:avLst/>
            <a:gdLst/>
            <a:ahLst/>
            <a:cxnLst/>
            <a:rect l="l" t="t" r="r" b="b"/>
            <a:pathLst>
              <a:path h="831850">
                <a:moveTo>
                  <a:pt x="0" y="831341"/>
                </a:moveTo>
                <a:lnTo>
                  <a:pt x="0" y="0"/>
                </a:lnTo>
              </a:path>
            </a:pathLst>
          </a:custGeom>
          <a:ln w="25399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0"/>
          <p:cNvSpPr/>
          <p:nvPr/>
        </p:nvSpPr>
        <p:spPr>
          <a:xfrm>
            <a:off x="1534155" y="2863077"/>
            <a:ext cx="371475" cy="77470"/>
          </a:xfrm>
          <a:custGeom>
            <a:avLst/>
            <a:gdLst/>
            <a:ahLst/>
            <a:cxnLst/>
            <a:rect l="l" t="t" r="r" b="b"/>
            <a:pathLst>
              <a:path w="371475" h="77469">
                <a:moveTo>
                  <a:pt x="0" y="0"/>
                </a:moveTo>
                <a:lnTo>
                  <a:pt x="371474" y="77236"/>
                </a:lnTo>
                <a:lnTo>
                  <a:pt x="324158" y="57495"/>
                </a:lnTo>
                <a:lnTo>
                  <a:pt x="275817" y="40584"/>
                </a:lnTo>
                <a:lnTo>
                  <a:pt x="226569" y="26529"/>
                </a:lnTo>
                <a:lnTo>
                  <a:pt x="176534" y="15361"/>
                </a:lnTo>
                <a:lnTo>
                  <a:pt x="132736" y="8182"/>
                </a:lnTo>
                <a:lnTo>
                  <a:pt x="88651" y="3211"/>
                </a:lnTo>
                <a:lnTo>
                  <a:pt x="44373" y="475"/>
                </a:lnTo>
                <a:lnTo>
                  <a:pt x="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1"/>
          <p:cNvSpPr/>
          <p:nvPr/>
        </p:nvSpPr>
        <p:spPr>
          <a:xfrm>
            <a:off x="1534155" y="2863077"/>
            <a:ext cx="371475" cy="77470"/>
          </a:xfrm>
          <a:custGeom>
            <a:avLst/>
            <a:gdLst/>
            <a:ahLst/>
            <a:cxnLst/>
            <a:rect l="l" t="t" r="r" b="b"/>
            <a:pathLst>
              <a:path w="371475" h="77469">
                <a:moveTo>
                  <a:pt x="371474" y="77236"/>
                </a:moveTo>
                <a:lnTo>
                  <a:pt x="324158" y="57495"/>
                </a:lnTo>
                <a:lnTo>
                  <a:pt x="275817" y="40584"/>
                </a:lnTo>
                <a:lnTo>
                  <a:pt x="226569" y="26529"/>
                </a:lnTo>
                <a:lnTo>
                  <a:pt x="176534" y="15361"/>
                </a:lnTo>
                <a:lnTo>
                  <a:pt x="132736" y="8182"/>
                </a:lnTo>
                <a:lnTo>
                  <a:pt x="88651" y="3211"/>
                </a:lnTo>
                <a:lnTo>
                  <a:pt x="44373" y="475"/>
                </a:lnTo>
                <a:lnTo>
                  <a:pt x="0" y="0"/>
                </a:lnTo>
              </a:path>
            </a:pathLst>
          </a:custGeom>
          <a:ln w="25399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2"/>
          <p:cNvSpPr/>
          <p:nvPr/>
        </p:nvSpPr>
        <p:spPr>
          <a:xfrm>
            <a:off x="1529846" y="2400543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473598"/>
                </a:moveTo>
                <a:lnTo>
                  <a:pt x="0" y="0"/>
                </a:lnTo>
              </a:path>
            </a:pathLst>
          </a:custGeom>
          <a:ln w="25399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3"/>
          <p:cNvSpPr/>
          <p:nvPr/>
        </p:nvSpPr>
        <p:spPr>
          <a:xfrm>
            <a:off x="1028700" y="3533775"/>
            <a:ext cx="1495425" cy="150495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4"/>
          <p:cNvSpPr/>
          <p:nvPr/>
        </p:nvSpPr>
        <p:spPr>
          <a:xfrm>
            <a:off x="876370" y="3394831"/>
            <a:ext cx="1270635" cy="1270000"/>
          </a:xfrm>
          <a:custGeom>
            <a:avLst/>
            <a:gdLst/>
            <a:ahLst/>
            <a:cxnLst/>
            <a:rect l="l" t="t" r="r" b="b"/>
            <a:pathLst>
              <a:path w="1270635" h="1270000">
                <a:moveTo>
                  <a:pt x="635056" y="0"/>
                </a:moveTo>
                <a:lnTo>
                  <a:pt x="587658" y="1741"/>
                </a:lnTo>
                <a:lnTo>
                  <a:pt x="541207" y="6883"/>
                </a:lnTo>
                <a:lnTo>
                  <a:pt x="495824" y="15303"/>
                </a:lnTo>
                <a:lnTo>
                  <a:pt x="451634" y="26879"/>
                </a:lnTo>
                <a:lnTo>
                  <a:pt x="408759" y="41487"/>
                </a:lnTo>
                <a:lnTo>
                  <a:pt x="367321" y="59006"/>
                </a:lnTo>
                <a:lnTo>
                  <a:pt x="327444" y="79313"/>
                </a:lnTo>
                <a:lnTo>
                  <a:pt x="289250" y="102284"/>
                </a:lnTo>
                <a:lnTo>
                  <a:pt x="252862" y="127797"/>
                </a:lnTo>
                <a:lnTo>
                  <a:pt x="218402" y="155730"/>
                </a:lnTo>
                <a:lnTo>
                  <a:pt x="185994" y="185960"/>
                </a:lnTo>
                <a:lnTo>
                  <a:pt x="155760" y="218364"/>
                </a:lnTo>
                <a:lnTo>
                  <a:pt x="127822" y="252820"/>
                </a:lnTo>
                <a:lnTo>
                  <a:pt x="102305" y="289204"/>
                </a:lnTo>
                <a:lnTo>
                  <a:pt x="79329" y="327395"/>
                </a:lnTo>
                <a:lnTo>
                  <a:pt x="59019" y="367270"/>
                </a:lnTo>
                <a:lnTo>
                  <a:pt x="41497" y="408705"/>
                </a:lnTo>
                <a:lnTo>
                  <a:pt x="26885" y="451579"/>
                </a:lnTo>
                <a:lnTo>
                  <a:pt x="15307" y="495769"/>
                </a:lnTo>
                <a:lnTo>
                  <a:pt x="6885" y="541151"/>
                </a:lnTo>
                <a:lnTo>
                  <a:pt x="1741" y="587604"/>
                </a:lnTo>
                <a:lnTo>
                  <a:pt x="0" y="635005"/>
                </a:lnTo>
                <a:lnTo>
                  <a:pt x="1741" y="682389"/>
                </a:lnTo>
                <a:lnTo>
                  <a:pt x="6885" y="728829"/>
                </a:lnTo>
                <a:lnTo>
                  <a:pt x="15307" y="774201"/>
                </a:lnTo>
                <a:lnTo>
                  <a:pt x="26885" y="818382"/>
                </a:lnTo>
                <a:lnTo>
                  <a:pt x="41497" y="861250"/>
                </a:lnTo>
                <a:lnTo>
                  <a:pt x="59019" y="902682"/>
                </a:lnTo>
                <a:lnTo>
                  <a:pt x="79329" y="942555"/>
                </a:lnTo>
                <a:lnTo>
                  <a:pt x="102305" y="980746"/>
                </a:lnTo>
                <a:lnTo>
                  <a:pt x="127822" y="1017131"/>
                </a:lnTo>
                <a:lnTo>
                  <a:pt x="155760" y="1051589"/>
                </a:lnTo>
                <a:lnTo>
                  <a:pt x="185994" y="1083997"/>
                </a:lnTo>
                <a:lnTo>
                  <a:pt x="218402" y="1114231"/>
                </a:lnTo>
                <a:lnTo>
                  <a:pt x="252862" y="1142168"/>
                </a:lnTo>
                <a:lnTo>
                  <a:pt x="289250" y="1167687"/>
                </a:lnTo>
                <a:lnTo>
                  <a:pt x="327444" y="1190663"/>
                </a:lnTo>
                <a:lnTo>
                  <a:pt x="367321" y="1210975"/>
                </a:lnTo>
                <a:lnTo>
                  <a:pt x="408759" y="1228498"/>
                </a:lnTo>
                <a:lnTo>
                  <a:pt x="451634" y="1243112"/>
                </a:lnTo>
                <a:lnTo>
                  <a:pt x="495824" y="1254691"/>
                </a:lnTo>
                <a:lnTo>
                  <a:pt x="541207" y="1263114"/>
                </a:lnTo>
                <a:lnTo>
                  <a:pt x="587658" y="1268258"/>
                </a:lnTo>
                <a:lnTo>
                  <a:pt x="635056" y="1270000"/>
                </a:lnTo>
                <a:lnTo>
                  <a:pt x="682441" y="1268258"/>
                </a:lnTo>
                <a:lnTo>
                  <a:pt x="728881" y="1263114"/>
                </a:lnTo>
                <a:lnTo>
                  <a:pt x="774253" y="1254691"/>
                </a:lnTo>
                <a:lnTo>
                  <a:pt x="818434" y="1243112"/>
                </a:lnTo>
                <a:lnTo>
                  <a:pt x="861302" y="1228498"/>
                </a:lnTo>
                <a:lnTo>
                  <a:pt x="902734" y="1210975"/>
                </a:lnTo>
                <a:lnTo>
                  <a:pt x="942607" y="1190663"/>
                </a:lnTo>
                <a:lnTo>
                  <a:pt x="980797" y="1167687"/>
                </a:lnTo>
                <a:lnTo>
                  <a:pt x="1017183" y="1142168"/>
                </a:lnTo>
                <a:lnTo>
                  <a:pt x="1051641" y="1114231"/>
                </a:lnTo>
                <a:lnTo>
                  <a:pt x="1084048" y="1083997"/>
                </a:lnTo>
                <a:lnTo>
                  <a:pt x="1114282" y="1051589"/>
                </a:lnTo>
                <a:lnTo>
                  <a:pt x="1142220" y="1017131"/>
                </a:lnTo>
                <a:lnTo>
                  <a:pt x="1167739" y="980746"/>
                </a:lnTo>
                <a:lnTo>
                  <a:pt x="1190715" y="942555"/>
                </a:lnTo>
                <a:lnTo>
                  <a:pt x="1211026" y="902682"/>
                </a:lnTo>
                <a:lnTo>
                  <a:pt x="1228550" y="861250"/>
                </a:lnTo>
                <a:lnTo>
                  <a:pt x="1243163" y="818382"/>
                </a:lnTo>
                <a:lnTo>
                  <a:pt x="1254743" y="774201"/>
                </a:lnTo>
                <a:lnTo>
                  <a:pt x="1263166" y="728829"/>
                </a:lnTo>
                <a:lnTo>
                  <a:pt x="1268310" y="682389"/>
                </a:lnTo>
                <a:lnTo>
                  <a:pt x="1270052" y="635005"/>
                </a:lnTo>
                <a:lnTo>
                  <a:pt x="1268310" y="587604"/>
                </a:lnTo>
                <a:lnTo>
                  <a:pt x="1263166" y="541151"/>
                </a:lnTo>
                <a:lnTo>
                  <a:pt x="1254743" y="495769"/>
                </a:lnTo>
                <a:lnTo>
                  <a:pt x="1243163" y="451579"/>
                </a:lnTo>
                <a:lnTo>
                  <a:pt x="1228550" y="408705"/>
                </a:lnTo>
                <a:lnTo>
                  <a:pt x="1211026" y="367270"/>
                </a:lnTo>
                <a:lnTo>
                  <a:pt x="1190715" y="327395"/>
                </a:lnTo>
                <a:lnTo>
                  <a:pt x="1167739" y="289204"/>
                </a:lnTo>
                <a:lnTo>
                  <a:pt x="1142220" y="252820"/>
                </a:lnTo>
                <a:lnTo>
                  <a:pt x="1114282" y="218364"/>
                </a:lnTo>
                <a:lnTo>
                  <a:pt x="1084048" y="185960"/>
                </a:lnTo>
                <a:lnTo>
                  <a:pt x="1051641" y="155730"/>
                </a:lnTo>
                <a:lnTo>
                  <a:pt x="1017183" y="127797"/>
                </a:lnTo>
                <a:lnTo>
                  <a:pt x="980797" y="102284"/>
                </a:lnTo>
                <a:lnTo>
                  <a:pt x="942607" y="79313"/>
                </a:lnTo>
                <a:lnTo>
                  <a:pt x="902734" y="59006"/>
                </a:lnTo>
                <a:lnTo>
                  <a:pt x="861302" y="41487"/>
                </a:lnTo>
                <a:lnTo>
                  <a:pt x="818434" y="26879"/>
                </a:lnTo>
                <a:lnTo>
                  <a:pt x="774253" y="15303"/>
                </a:lnTo>
                <a:lnTo>
                  <a:pt x="728881" y="6883"/>
                </a:lnTo>
                <a:lnTo>
                  <a:pt x="682441" y="1741"/>
                </a:lnTo>
                <a:lnTo>
                  <a:pt x="6350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55"/>
          <p:cNvSpPr/>
          <p:nvPr/>
        </p:nvSpPr>
        <p:spPr>
          <a:xfrm>
            <a:off x="6599559" y="5138928"/>
            <a:ext cx="371475" cy="77470"/>
          </a:xfrm>
          <a:custGeom>
            <a:avLst/>
            <a:gdLst/>
            <a:ahLst/>
            <a:cxnLst/>
            <a:rect l="l" t="t" r="r" b="b"/>
            <a:pathLst>
              <a:path w="371475" h="77470">
                <a:moveTo>
                  <a:pt x="0" y="0"/>
                </a:moveTo>
                <a:lnTo>
                  <a:pt x="47271" y="19753"/>
                </a:lnTo>
                <a:lnTo>
                  <a:pt x="95623" y="36686"/>
                </a:lnTo>
                <a:lnTo>
                  <a:pt x="144900" y="50738"/>
                </a:lnTo>
                <a:lnTo>
                  <a:pt x="194950" y="61853"/>
                </a:lnTo>
                <a:lnTo>
                  <a:pt x="238744" y="69110"/>
                </a:lnTo>
                <a:lnTo>
                  <a:pt x="282827" y="74120"/>
                </a:lnTo>
                <a:lnTo>
                  <a:pt x="327099" y="76869"/>
                </a:lnTo>
                <a:lnTo>
                  <a:pt x="371459" y="77342"/>
                </a:lnTo>
              </a:path>
            </a:pathLst>
          </a:custGeom>
          <a:ln w="25399">
            <a:solidFill>
              <a:srgbClr val="7F52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6"/>
          <p:cNvSpPr/>
          <p:nvPr/>
        </p:nvSpPr>
        <p:spPr>
          <a:xfrm>
            <a:off x="6975226" y="5205090"/>
            <a:ext cx="0" cy="831850"/>
          </a:xfrm>
          <a:custGeom>
            <a:avLst/>
            <a:gdLst/>
            <a:ahLst/>
            <a:cxnLst/>
            <a:rect l="l" t="t" r="r" b="b"/>
            <a:pathLst>
              <a:path h="831850">
                <a:moveTo>
                  <a:pt x="0" y="0"/>
                </a:moveTo>
                <a:lnTo>
                  <a:pt x="0" y="831448"/>
                </a:lnTo>
              </a:path>
            </a:pathLst>
          </a:custGeom>
          <a:ln w="25399">
            <a:solidFill>
              <a:srgbClr val="7F52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7"/>
          <p:cNvSpPr/>
          <p:nvPr/>
        </p:nvSpPr>
        <p:spPr>
          <a:xfrm>
            <a:off x="7016495" y="5138928"/>
            <a:ext cx="372110" cy="77470"/>
          </a:xfrm>
          <a:custGeom>
            <a:avLst/>
            <a:gdLst/>
            <a:ahLst/>
            <a:cxnLst/>
            <a:rect l="l" t="t" r="r" b="b"/>
            <a:pathLst>
              <a:path w="372109" h="77470">
                <a:moveTo>
                  <a:pt x="371490" y="0"/>
                </a:moveTo>
                <a:lnTo>
                  <a:pt x="324167" y="19753"/>
                </a:lnTo>
                <a:lnTo>
                  <a:pt x="275821" y="36686"/>
                </a:lnTo>
                <a:lnTo>
                  <a:pt x="226572" y="50738"/>
                </a:lnTo>
                <a:lnTo>
                  <a:pt x="176540" y="61853"/>
                </a:lnTo>
                <a:lnTo>
                  <a:pt x="132732" y="69110"/>
                </a:lnTo>
                <a:lnTo>
                  <a:pt x="88647" y="74120"/>
                </a:lnTo>
                <a:lnTo>
                  <a:pt x="44373" y="76869"/>
                </a:lnTo>
                <a:lnTo>
                  <a:pt x="0" y="77342"/>
                </a:lnTo>
              </a:path>
            </a:pathLst>
          </a:custGeom>
          <a:ln w="25399">
            <a:solidFill>
              <a:srgbClr val="7F52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58"/>
          <p:cNvSpPr/>
          <p:nvPr/>
        </p:nvSpPr>
        <p:spPr>
          <a:xfrm>
            <a:off x="7012320" y="5205090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689"/>
                </a:lnTo>
              </a:path>
            </a:pathLst>
          </a:custGeom>
          <a:ln w="25399">
            <a:solidFill>
              <a:srgbClr val="7F52F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59"/>
          <p:cNvSpPr/>
          <p:nvPr/>
        </p:nvSpPr>
        <p:spPr>
          <a:xfrm>
            <a:off x="7686690" y="4038600"/>
            <a:ext cx="1085850" cy="107632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0"/>
          <p:cNvSpPr/>
          <p:nvPr/>
        </p:nvSpPr>
        <p:spPr>
          <a:xfrm>
            <a:off x="5876909" y="4038600"/>
            <a:ext cx="1076325" cy="107632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1"/>
          <p:cNvSpPr/>
          <p:nvPr/>
        </p:nvSpPr>
        <p:spPr>
          <a:xfrm>
            <a:off x="4057650" y="4038600"/>
            <a:ext cx="1076325" cy="107632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2"/>
          <p:cNvSpPr/>
          <p:nvPr/>
        </p:nvSpPr>
        <p:spPr>
          <a:xfrm>
            <a:off x="2238375" y="4038600"/>
            <a:ext cx="1076325" cy="107632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3"/>
          <p:cNvSpPr txBox="1"/>
          <p:nvPr/>
        </p:nvSpPr>
        <p:spPr>
          <a:xfrm>
            <a:off x="1341121" y="1462400"/>
            <a:ext cx="35179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0" dirty="0">
                <a:solidFill>
                  <a:srgbClr val="F07F09"/>
                </a:solidFill>
                <a:latin typeface="Impact"/>
                <a:cs typeface="Impact"/>
              </a:rPr>
              <a:t>01</a:t>
            </a:r>
            <a:endParaRPr sz="2750">
              <a:latin typeface="Impact"/>
              <a:cs typeface="Impact"/>
            </a:endParaRPr>
          </a:p>
        </p:txBody>
      </p:sp>
      <p:sp>
        <p:nvSpPr>
          <p:cNvPr id="70" name="object 64"/>
          <p:cNvSpPr txBox="1"/>
          <p:nvPr/>
        </p:nvSpPr>
        <p:spPr>
          <a:xfrm>
            <a:off x="480060" y="5282881"/>
            <a:ext cx="2092960" cy="598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8975" marR="5080" indent="-676910">
              <a:lnSpc>
                <a:spcPct val="101499"/>
              </a:lnSpc>
              <a:spcBef>
                <a:spcPts val="95"/>
              </a:spcBef>
            </a:pPr>
            <a:r>
              <a:rPr sz="1850" b="1" spc="0" dirty="0">
                <a:solidFill>
                  <a:srgbClr val="F07F09"/>
                </a:solidFill>
                <a:latin typeface="Arial"/>
                <a:cs typeface="Arial"/>
              </a:rPr>
              <a:t>Linear</a:t>
            </a:r>
            <a:r>
              <a:rPr sz="1850" b="1" spc="-125" dirty="0">
                <a:solidFill>
                  <a:srgbClr val="F07F09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F07F09"/>
                </a:solidFill>
                <a:latin typeface="Arial"/>
                <a:cs typeface="Arial"/>
              </a:rPr>
              <a:t>Regression  Recap</a:t>
            </a:r>
            <a:endParaRPr sz="1850">
              <a:latin typeface="Arial"/>
              <a:cs typeface="Arial"/>
            </a:endParaRPr>
          </a:p>
        </p:txBody>
      </p:sp>
      <p:sp>
        <p:nvSpPr>
          <p:cNvPr id="71" name="object 65"/>
          <p:cNvSpPr txBox="1"/>
          <p:nvPr/>
        </p:nvSpPr>
        <p:spPr>
          <a:xfrm>
            <a:off x="2775968" y="5732465"/>
            <a:ext cx="3949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20" dirty="0">
                <a:solidFill>
                  <a:srgbClr val="E35A69"/>
                </a:solidFill>
                <a:latin typeface="Impact"/>
                <a:cs typeface="Impact"/>
              </a:rPr>
              <a:t>02</a:t>
            </a:r>
            <a:endParaRPr sz="2750">
              <a:latin typeface="Impact"/>
              <a:cs typeface="Impact"/>
            </a:endParaRPr>
          </a:p>
        </p:txBody>
      </p:sp>
      <p:sp>
        <p:nvSpPr>
          <p:cNvPr id="72" name="object 66"/>
          <p:cNvSpPr txBox="1"/>
          <p:nvPr/>
        </p:nvSpPr>
        <p:spPr>
          <a:xfrm>
            <a:off x="2490852" y="2336478"/>
            <a:ext cx="1694814" cy="884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499"/>
              </a:lnSpc>
              <a:spcBef>
                <a:spcPts val="95"/>
              </a:spcBef>
            </a:pPr>
            <a:r>
              <a:rPr sz="1850" b="1" dirty="0">
                <a:solidFill>
                  <a:srgbClr val="E45969"/>
                </a:solidFill>
                <a:latin typeface="Arial"/>
                <a:cs typeface="Arial"/>
              </a:rPr>
              <a:t>Introduction</a:t>
            </a:r>
            <a:r>
              <a:rPr sz="1850" b="1" spc="-30" dirty="0">
                <a:solidFill>
                  <a:srgbClr val="E4596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E45969"/>
                </a:solidFill>
                <a:latin typeface="Arial"/>
                <a:cs typeface="Arial"/>
              </a:rPr>
              <a:t>to  Logistic  </a:t>
            </a:r>
            <a:r>
              <a:rPr sz="1850" b="1" spc="5" dirty="0">
                <a:solidFill>
                  <a:srgbClr val="E45969"/>
                </a:solidFill>
                <a:latin typeface="Arial"/>
                <a:cs typeface="Arial"/>
              </a:rPr>
              <a:t>Regression</a:t>
            </a:r>
            <a:endParaRPr sz="1850">
              <a:latin typeface="Arial"/>
              <a:cs typeface="Arial"/>
            </a:endParaRPr>
          </a:p>
        </p:txBody>
      </p:sp>
      <p:sp>
        <p:nvSpPr>
          <p:cNvPr id="73" name="object 67"/>
          <p:cNvSpPr txBox="1"/>
          <p:nvPr/>
        </p:nvSpPr>
        <p:spPr>
          <a:xfrm>
            <a:off x="4957829" y="1460114"/>
            <a:ext cx="40449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solidFill>
                  <a:srgbClr val="006FC0"/>
                </a:solidFill>
                <a:latin typeface="Impact"/>
                <a:cs typeface="Impact"/>
              </a:rPr>
              <a:t>03</a:t>
            </a:r>
            <a:endParaRPr sz="2750">
              <a:latin typeface="Impact"/>
              <a:cs typeface="Impact"/>
            </a:endParaRPr>
          </a:p>
        </p:txBody>
      </p:sp>
      <p:sp>
        <p:nvSpPr>
          <p:cNvPr id="74" name="object 68"/>
          <p:cNvSpPr/>
          <p:nvPr/>
        </p:nvSpPr>
        <p:spPr>
          <a:xfrm>
            <a:off x="10591800" y="2943225"/>
            <a:ext cx="1076325" cy="21717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69"/>
          <p:cNvSpPr txBox="1"/>
          <p:nvPr/>
        </p:nvSpPr>
        <p:spPr>
          <a:xfrm>
            <a:off x="4204719" y="5106985"/>
            <a:ext cx="1833880" cy="598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 marR="5080" indent="-191135">
              <a:lnSpc>
                <a:spcPct val="101499"/>
              </a:lnSpc>
              <a:spcBef>
                <a:spcPts val="95"/>
              </a:spcBef>
            </a:pPr>
            <a:r>
              <a:rPr sz="1850" b="1" spc="-5" dirty="0">
                <a:solidFill>
                  <a:srgbClr val="1B577B"/>
                </a:solidFill>
                <a:latin typeface="Arial"/>
                <a:cs typeface="Arial"/>
              </a:rPr>
              <a:t>What </a:t>
            </a:r>
            <a:r>
              <a:rPr sz="1850" b="1" spc="5" dirty="0">
                <a:solidFill>
                  <a:srgbClr val="1B577B"/>
                </a:solidFill>
                <a:latin typeface="Arial"/>
                <a:cs typeface="Arial"/>
              </a:rPr>
              <a:t>is</a:t>
            </a:r>
            <a:r>
              <a:rPr sz="1850" b="1" spc="-65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1B577B"/>
                </a:solidFill>
                <a:latin typeface="Arial"/>
                <a:cs typeface="Arial"/>
              </a:rPr>
              <a:t>Logistic  </a:t>
            </a:r>
            <a:r>
              <a:rPr sz="1850" b="1" spc="0" dirty="0">
                <a:solidFill>
                  <a:srgbClr val="1B577B"/>
                </a:solidFill>
                <a:latin typeface="Arial"/>
                <a:cs typeface="Arial"/>
              </a:rPr>
              <a:t>Regression?</a:t>
            </a:r>
            <a:endParaRPr sz="1850">
              <a:latin typeface="Arial"/>
              <a:cs typeface="Arial"/>
            </a:endParaRPr>
          </a:p>
        </p:txBody>
      </p:sp>
      <p:sp>
        <p:nvSpPr>
          <p:cNvPr id="76" name="object 70"/>
          <p:cNvSpPr txBox="1"/>
          <p:nvPr/>
        </p:nvSpPr>
        <p:spPr>
          <a:xfrm>
            <a:off x="6441826" y="5701350"/>
            <a:ext cx="39370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5" dirty="0">
                <a:solidFill>
                  <a:srgbClr val="6F2F9F"/>
                </a:solidFill>
                <a:latin typeface="Impact"/>
                <a:cs typeface="Impact"/>
              </a:rPr>
              <a:t>04</a:t>
            </a:r>
            <a:endParaRPr sz="2750">
              <a:latin typeface="Impact"/>
              <a:cs typeface="Impact"/>
            </a:endParaRPr>
          </a:p>
        </p:txBody>
      </p:sp>
      <p:sp>
        <p:nvSpPr>
          <p:cNvPr id="77" name="object 71"/>
          <p:cNvSpPr txBox="1"/>
          <p:nvPr/>
        </p:nvSpPr>
        <p:spPr>
          <a:xfrm>
            <a:off x="6196592" y="2452052"/>
            <a:ext cx="1494790" cy="59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" marR="5080" indent="-19050">
              <a:lnSpc>
                <a:spcPct val="101400"/>
              </a:lnSpc>
              <a:spcBef>
                <a:spcPts val="95"/>
              </a:spcBef>
            </a:pPr>
            <a:r>
              <a:rPr sz="1850" b="1" spc="-5" dirty="0">
                <a:solidFill>
                  <a:srgbClr val="6F2F9F"/>
                </a:solidFill>
                <a:latin typeface="Arial"/>
                <a:cs typeface="Arial"/>
              </a:rPr>
              <a:t>Why</a:t>
            </a:r>
            <a:r>
              <a:rPr sz="1850" b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6F2F9F"/>
                </a:solidFill>
                <a:latin typeface="Arial"/>
                <a:cs typeface="Arial"/>
              </a:rPr>
              <a:t>Logistic  </a:t>
            </a:r>
            <a:r>
              <a:rPr sz="1850" b="1" spc="5" dirty="0">
                <a:solidFill>
                  <a:srgbClr val="6F2F9F"/>
                </a:solidFill>
                <a:latin typeface="Arial"/>
                <a:cs typeface="Arial"/>
              </a:rPr>
              <a:t>Re</a:t>
            </a:r>
            <a:r>
              <a:rPr sz="1850" b="1" spc="-5" dirty="0">
                <a:solidFill>
                  <a:srgbClr val="6F2F9F"/>
                </a:solidFill>
                <a:latin typeface="Arial"/>
                <a:cs typeface="Arial"/>
              </a:rPr>
              <a:t>g</a:t>
            </a:r>
            <a:r>
              <a:rPr sz="1850" b="1" spc="25" dirty="0">
                <a:solidFill>
                  <a:srgbClr val="6F2F9F"/>
                </a:solidFill>
                <a:latin typeface="Arial"/>
                <a:cs typeface="Arial"/>
              </a:rPr>
              <a:t>r</a:t>
            </a:r>
            <a:r>
              <a:rPr sz="1850" b="1" spc="15" dirty="0">
                <a:solidFill>
                  <a:srgbClr val="6F2F9F"/>
                </a:solidFill>
                <a:latin typeface="Arial"/>
                <a:cs typeface="Arial"/>
              </a:rPr>
              <a:t>ess</a:t>
            </a:r>
            <a:r>
              <a:rPr sz="1850" b="1" spc="0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850" b="1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1850" b="1" spc="-5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6F2F9F"/>
                </a:solidFill>
                <a:latin typeface="Arial"/>
                <a:cs typeface="Arial"/>
              </a:rPr>
              <a:t>?</a:t>
            </a:r>
            <a:endParaRPr sz="1850">
              <a:latin typeface="Arial"/>
              <a:cs typeface="Arial"/>
            </a:endParaRPr>
          </a:p>
        </p:txBody>
      </p:sp>
      <p:sp>
        <p:nvSpPr>
          <p:cNvPr id="78" name="object 72"/>
          <p:cNvSpPr txBox="1"/>
          <p:nvPr/>
        </p:nvSpPr>
        <p:spPr>
          <a:xfrm>
            <a:off x="8616956" y="1457701"/>
            <a:ext cx="4076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20" dirty="0">
                <a:solidFill>
                  <a:srgbClr val="6B9E24"/>
                </a:solidFill>
                <a:latin typeface="Impact"/>
                <a:cs typeface="Impact"/>
              </a:rPr>
              <a:t>05</a:t>
            </a:r>
            <a:endParaRPr sz="2750">
              <a:latin typeface="Impact"/>
              <a:cs typeface="Impact"/>
            </a:endParaRPr>
          </a:p>
        </p:txBody>
      </p:sp>
      <p:sp>
        <p:nvSpPr>
          <p:cNvPr id="79" name="object 73"/>
          <p:cNvSpPr txBox="1"/>
          <p:nvPr/>
        </p:nvSpPr>
        <p:spPr>
          <a:xfrm>
            <a:off x="8089906" y="5232335"/>
            <a:ext cx="1366520" cy="598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0" marR="5080" indent="-133350">
              <a:lnSpc>
                <a:spcPct val="101499"/>
              </a:lnSpc>
              <a:spcBef>
                <a:spcPts val="95"/>
              </a:spcBef>
            </a:pPr>
            <a:r>
              <a:rPr sz="1850" b="1" spc="10" dirty="0">
                <a:solidFill>
                  <a:srgbClr val="1B577B"/>
                </a:solidFill>
                <a:latin typeface="Arial"/>
                <a:cs typeface="Arial"/>
              </a:rPr>
              <a:t>Spam</a:t>
            </a:r>
            <a:r>
              <a:rPr sz="1850" b="1" spc="-80" dirty="0">
                <a:solidFill>
                  <a:srgbClr val="1B577B"/>
                </a:solidFill>
                <a:latin typeface="Arial"/>
                <a:cs typeface="Arial"/>
              </a:rPr>
              <a:t> </a:t>
            </a:r>
            <a:r>
              <a:rPr sz="1850" b="1" spc="-5" dirty="0">
                <a:solidFill>
                  <a:srgbClr val="1B577B"/>
                </a:solidFill>
                <a:latin typeface="Arial"/>
                <a:cs typeface="Arial"/>
              </a:rPr>
              <a:t>Email  </a:t>
            </a:r>
            <a:r>
              <a:rPr sz="1850" b="1" spc="0" dirty="0">
                <a:solidFill>
                  <a:srgbClr val="1B577B"/>
                </a:solidFill>
                <a:latin typeface="Arial"/>
                <a:cs typeface="Arial"/>
              </a:rPr>
              <a:t>Classifier</a:t>
            </a:r>
            <a:endParaRPr sz="1850">
              <a:latin typeface="Arial"/>
              <a:cs typeface="Arial"/>
            </a:endParaRPr>
          </a:p>
        </p:txBody>
      </p:sp>
      <p:sp>
        <p:nvSpPr>
          <p:cNvPr id="80" name="object 74"/>
          <p:cNvSpPr/>
          <p:nvPr/>
        </p:nvSpPr>
        <p:spPr>
          <a:xfrm>
            <a:off x="0" y="0"/>
            <a:ext cx="3314700" cy="150495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6"/>
          <p:cNvSpPr/>
          <p:nvPr/>
        </p:nvSpPr>
        <p:spPr>
          <a:xfrm>
            <a:off x="137669" y="152438"/>
            <a:ext cx="4612394" cy="1187450"/>
          </a:xfrm>
          <a:custGeom>
            <a:avLst/>
            <a:gdLst/>
            <a:ahLst/>
            <a:cxnLst/>
            <a:rect l="l" t="t" r="r" b="b"/>
            <a:pathLst>
              <a:path w="3350895" h="1187450">
                <a:moveTo>
                  <a:pt x="0" y="1187040"/>
                </a:moveTo>
                <a:lnTo>
                  <a:pt x="3350392" y="1187040"/>
                </a:lnTo>
                <a:lnTo>
                  <a:pt x="3350392" y="0"/>
                </a:lnTo>
                <a:lnTo>
                  <a:pt x="0" y="0"/>
                </a:lnTo>
                <a:lnTo>
                  <a:pt x="0" y="118704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7"/>
          <p:cNvSpPr txBox="1">
            <a:spLocks noGrp="1"/>
          </p:cNvSpPr>
          <p:nvPr>
            <p:ph type="title"/>
          </p:nvPr>
        </p:nvSpPr>
        <p:spPr>
          <a:xfrm>
            <a:off x="317914" y="152405"/>
            <a:ext cx="5643880" cy="1103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4240"/>
              </a:lnSpc>
              <a:spcBef>
                <a:spcPts val="105"/>
              </a:spcBef>
            </a:pPr>
            <a:r>
              <a:rPr sz="3750" spc="-15" dirty="0">
                <a:solidFill>
                  <a:schemeClr val="bg1"/>
                </a:solidFill>
                <a:latin typeface="Calibri"/>
                <a:cs typeface="Calibri"/>
              </a:rPr>
              <a:t>Agenda</a:t>
            </a:r>
            <a:r>
              <a:rPr sz="3750" spc="-1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750" spc="-20" dirty="0">
                <a:solidFill>
                  <a:schemeClr val="bg1"/>
                </a:solidFill>
                <a:latin typeface="Calibri"/>
                <a:cs typeface="Calibri"/>
              </a:rPr>
              <a:t>for</a:t>
            </a:r>
            <a:endParaRPr sz="375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ts val="4240"/>
              </a:lnSpc>
            </a:pPr>
            <a:r>
              <a:rPr sz="3750" spc="-55" dirty="0">
                <a:solidFill>
                  <a:schemeClr val="bg1"/>
                </a:solidFill>
                <a:latin typeface="Calibri"/>
                <a:cs typeface="Calibri"/>
              </a:rPr>
              <a:t>Today’s</a:t>
            </a:r>
            <a:r>
              <a:rPr sz="3750" spc="-2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750" spc="-5" dirty="0">
                <a:solidFill>
                  <a:schemeClr val="bg1"/>
                </a:solidFill>
                <a:latin typeface="Calibri"/>
                <a:cs typeface="Calibri"/>
              </a:rPr>
              <a:t>Session</a:t>
            </a:r>
            <a:endParaRPr sz="375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83" name="object 79"/>
          <p:cNvSpPr/>
          <p:nvPr/>
        </p:nvSpPr>
        <p:spPr>
          <a:xfrm>
            <a:off x="10195041" y="5093720"/>
            <a:ext cx="372110" cy="77470"/>
          </a:xfrm>
          <a:custGeom>
            <a:avLst/>
            <a:gdLst/>
            <a:ahLst/>
            <a:cxnLst/>
            <a:rect l="l" t="t" r="r" b="b"/>
            <a:pathLst>
              <a:path w="372109" h="77470">
                <a:moveTo>
                  <a:pt x="0" y="0"/>
                </a:moveTo>
                <a:lnTo>
                  <a:pt x="47323" y="19753"/>
                </a:lnTo>
                <a:lnTo>
                  <a:pt x="95669" y="36684"/>
                </a:lnTo>
                <a:lnTo>
                  <a:pt x="144918" y="50733"/>
                </a:lnTo>
                <a:lnTo>
                  <a:pt x="194950" y="61840"/>
                </a:lnTo>
                <a:lnTo>
                  <a:pt x="238757" y="69103"/>
                </a:lnTo>
                <a:lnTo>
                  <a:pt x="282842" y="74114"/>
                </a:lnTo>
                <a:lnTo>
                  <a:pt x="327116" y="76864"/>
                </a:lnTo>
                <a:lnTo>
                  <a:pt x="371490" y="77342"/>
                </a:lnTo>
              </a:path>
            </a:pathLst>
          </a:custGeom>
          <a:ln w="253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0"/>
          <p:cNvSpPr/>
          <p:nvPr/>
        </p:nvSpPr>
        <p:spPr>
          <a:xfrm>
            <a:off x="10570707" y="5159883"/>
            <a:ext cx="0" cy="831850"/>
          </a:xfrm>
          <a:custGeom>
            <a:avLst/>
            <a:gdLst/>
            <a:ahLst/>
            <a:cxnLst/>
            <a:rect l="l" t="t" r="r" b="b"/>
            <a:pathLst>
              <a:path h="831850">
                <a:moveTo>
                  <a:pt x="0" y="0"/>
                </a:moveTo>
                <a:lnTo>
                  <a:pt x="0" y="831448"/>
                </a:lnTo>
              </a:path>
            </a:pathLst>
          </a:custGeom>
          <a:ln w="253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1"/>
          <p:cNvSpPr/>
          <p:nvPr/>
        </p:nvSpPr>
        <p:spPr>
          <a:xfrm>
            <a:off x="9496440" y="4038600"/>
            <a:ext cx="1076325" cy="107632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2"/>
          <p:cNvSpPr/>
          <p:nvPr/>
        </p:nvSpPr>
        <p:spPr>
          <a:xfrm>
            <a:off x="10612008" y="5093720"/>
            <a:ext cx="371475" cy="77470"/>
          </a:xfrm>
          <a:custGeom>
            <a:avLst/>
            <a:gdLst/>
            <a:ahLst/>
            <a:cxnLst/>
            <a:rect l="l" t="t" r="r" b="b"/>
            <a:pathLst>
              <a:path w="371475" h="77470">
                <a:moveTo>
                  <a:pt x="371459" y="0"/>
                </a:moveTo>
                <a:lnTo>
                  <a:pt x="324188" y="19753"/>
                </a:lnTo>
                <a:lnTo>
                  <a:pt x="275836" y="36684"/>
                </a:lnTo>
                <a:lnTo>
                  <a:pt x="226558" y="50733"/>
                </a:lnTo>
                <a:lnTo>
                  <a:pt x="176509" y="61840"/>
                </a:lnTo>
                <a:lnTo>
                  <a:pt x="132715" y="69103"/>
                </a:lnTo>
                <a:lnTo>
                  <a:pt x="88632" y="74114"/>
                </a:lnTo>
                <a:lnTo>
                  <a:pt x="44360" y="76864"/>
                </a:lnTo>
                <a:lnTo>
                  <a:pt x="0" y="77342"/>
                </a:lnTo>
              </a:path>
            </a:pathLst>
          </a:custGeom>
          <a:ln w="253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3"/>
          <p:cNvSpPr/>
          <p:nvPr/>
        </p:nvSpPr>
        <p:spPr>
          <a:xfrm>
            <a:off x="10607802" y="5159883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689"/>
                </a:lnTo>
              </a:path>
            </a:pathLst>
          </a:custGeom>
          <a:ln w="253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4"/>
          <p:cNvSpPr txBox="1"/>
          <p:nvPr/>
        </p:nvSpPr>
        <p:spPr>
          <a:xfrm>
            <a:off x="10030468" y="5655940"/>
            <a:ext cx="40767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5" dirty="0">
                <a:solidFill>
                  <a:srgbClr val="00AFF0"/>
                </a:solidFill>
                <a:latin typeface="Impact"/>
                <a:cs typeface="Impact"/>
              </a:rPr>
              <a:t>0</a:t>
            </a:r>
            <a:r>
              <a:rPr sz="2750" spc="5" dirty="0">
                <a:solidFill>
                  <a:srgbClr val="00AFF0"/>
                </a:solidFill>
                <a:latin typeface="Impact"/>
                <a:cs typeface="Impact"/>
              </a:rPr>
              <a:t>6</a:t>
            </a:r>
            <a:endParaRPr sz="2750">
              <a:latin typeface="Impact"/>
              <a:cs typeface="Impact"/>
            </a:endParaRPr>
          </a:p>
        </p:txBody>
      </p:sp>
      <p:sp>
        <p:nvSpPr>
          <p:cNvPr id="89" name="object 85"/>
          <p:cNvSpPr txBox="1"/>
          <p:nvPr/>
        </p:nvSpPr>
        <p:spPr>
          <a:xfrm>
            <a:off x="10043168" y="2403797"/>
            <a:ext cx="109283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10" dirty="0">
                <a:solidFill>
                  <a:srgbClr val="00AFF0"/>
                </a:solidFill>
                <a:latin typeface="Arial"/>
                <a:cs typeface="Arial"/>
              </a:rPr>
              <a:t>Summary</a:t>
            </a:r>
            <a:endParaRPr sz="1850">
              <a:latin typeface="Arial"/>
              <a:cs typeface="Arial"/>
            </a:endParaRPr>
          </a:p>
        </p:txBody>
      </p:sp>
      <p:sp>
        <p:nvSpPr>
          <p:cNvPr id="90" name="object 86"/>
          <p:cNvSpPr/>
          <p:nvPr/>
        </p:nvSpPr>
        <p:spPr>
          <a:xfrm>
            <a:off x="8296290" y="3533775"/>
            <a:ext cx="1495425" cy="149542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87"/>
          <p:cNvSpPr/>
          <p:nvPr/>
        </p:nvSpPr>
        <p:spPr>
          <a:xfrm>
            <a:off x="8144651" y="3391265"/>
            <a:ext cx="1270000" cy="1270635"/>
          </a:xfrm>
          <a:custGeom>
            <a:avLst/>
            <a:gdLst/>
            <a:ahLst/>
            <a:cxnLst/>
            <a:rect l="l" t="t" r="r" b="b"/>
            <a:pathLst>
              <a:path w="1270000" h="1270635">
                <a:moveTo>
                  <a:pt x="634989" y="0"/>
                </a:moveTo>
                <a:lnTo>
                  <a:pt x="587591" y="1741"/>
                </a:lnTo>
                <a:lnTo>
                  <a:pt x="541140" y="6883"/>
                </a:lnTo>
                <a:lnTo>
                  <a:pt x="495759" y="15303"/>
                </a:lnTo>
                <a:lnTo>
                  <a:pt x="451571" y="26879"/>
                </a:lnTo>
                <a:lnTo>
                  <a:pt x="408698" y="41488"/>
                </a:lnTo>
                <a:lnTo>
                  <a:pt x="367264" y="59006"/>
                </a:lnTo>
                <a:lnTo>
                  <a:pt x="327390" y="79313"/>
                </a:lnTo>
                <a:lnTo>
                  <a:pt x="289200" y="102284"/>
                </a:lnTo>
                <a:lnTo>
                  <a:pt x="252817" y="127797"/>
                </a:lnTo>
                <a:lnTo>
                  <a:pt x="218362" y="155731"/>
                </a:lnTo>
                <a:lnTo>
                  <a:pt x="185958" y="185961"/>
                </a:lnTo>
                <a:lnTo>
                  <a:pt x="155729" y="218365"/>
                </a:lnTo>
                <a:lnTo>
                  <a:pt x="127796" y="252821"/>
                </a:lnTo>
                <a:lnTo>
                  <a:pt x="102283" y="289206"/>
                </a:lnTo>
                <a:lnTo>
                  <a:pt x="79312" y="327397"/>
                </a:lnTo>
                <a:lnTo>
                  <a:pt x="59006" y="367272"/>
                </a:lnTo>
                <a:lnTo>
                  <a:pt x="41487" y="408708"/>
                </a:lnTo>
                <a:lnTo>
                  <a:pt x="26879" y="451582"/>
                </a:lnTo>
                <a:lnTo>
                  <a:pt x="15303" y="495773"/>
                </a:lnTo>
                <a:lnTo>
                  <a:pt x="6883" y="541156"/>
                </a:lnTo>
                <a:lnTo>
                  <a:pt x="1741" y="587609"/>
                </a:lnTo>
                <a:lnTo>
                  <a:pt x="0" y="635011"/>
                </a:lnTo>
                <a:lnTo>
                  <a:pt x="1741" y="682395"/>
                </a:lnTo>
                <a:lnTo>
                  <a:pt x="6883" y="728835"/>
                </a:lnTo>
                <a:lnTo>
                  <a:pt x="15303" y="774208"/>
                </a:lnTo>
                <a:lnTo>
                  <a:pt x="26879" y="818390"/>
                </a:lnTo>
                <a:lnTo>
                  <a:pt x="41487" y="861258"/>
                </a:lnTo>
                <a:lnTo>
                  <a:pt x="59006" y="902691"/>
                </a:lnTo>
                <a:lnTo>
                  <a:pt x="79312" y="942564"/>
                </a:lnTo>
                <a:lnTo>
                  <a:pt x="102283" y="980755"/>
                </a:lnTo>
                <a:lnTo>
                  <a:pt x="127796" y="1017142"/>
                </a:lnTo>
                <a:lnTo>
                  <a:pt x="155729" y="1051601"/>
                </a:lnTo>
                <a:lnTo>
                  <a:pt x="185958" y="1084009"/>
                </a:lnTo>
                <a:lnTo>
                  <a:pt x="218362" y="1114244"/>
                </a:lnTo>
                <a:lnTo>
                  <a:pt x="252817" y="1142182"/>
                </a:lnTo>
                <a:lnTo>
                  <a:pt x="289200" y="1167701"/>
                </a:lnTo>
                <a:lnTo>
                  <a:pt x="327390" y="1190679"/>
                </a:lnTo>
                <a:lnTo>
                  <a:pt x="367264" y="1210991"/>
                </a:lnTo>
                <a:lnTo>
                  <a:pt x="408698" y="1228515"/>
                </a:lnTo>
                <a:lnTo>
                  <a:pt x="451571" y="1243129"/>
                </a:lnTo>
                <a:lnTo>
                  <a:pt x="495759" y="1254709"/>
                </a:lnTo>
                <a:lnTo>
                  <a:pt x="541140" y="1263132"/>
                </a:lnTo>
                <a:lnTo>
                  <a:pt x="587591" y="1268277"/>
                </a:lnTo>
                <a:lnTo>
                  <a:pt x="634989" y="1270019"/>
                </a:lnTo>
                <a:lnTo>
                  <a:pt x="682373" y="1268277"/>
                </a:lnTo>
                <a:lnTo>
                  <a:pt x="728811" y="1263132"/>
                </a:lnTo>
                <a:lnTo>
                  <a:pt x="774183" y="1254709"/>
                </a:lnTo>
                <a:lnTo>
                  <a:pt x="818363" y="1243129"/>
                </a:lnTo>
                <a:lnTo>
                  <a:pt x="861231" y="1228515"/>
                </a:lnTo>
                <a:lnTo>
                  <a:pt x="902662" y="1210991"/>
                </a:lnTo>
                <a:lnTo>
                  <a:pt x="942534" y="1190679"/>
                </a:lnTo>
                <a:lnTo>
                  <a:pt x="980724" y="1167701"/>
                </a:lnTo>
                <a:lnTo>
                  <a:pt x="1017110" y="1142182"/>
                </a:lnTo>
                <a:lnTo>
                  <a:pt x="1051568" y="1114244"/>
                </a:lnTo>
                <a:lnTo>
                  <a:pt x="1083975" y="1084009"/>
                </a:lnTo>
                <a:lnTo>
                  <a:pt x="1114209" y="1051601"/>
                </a:lnTo>
                <a:lnTo>
                  <a:pt x="1142146" y="1017142"/>
                </a:lnTo>
                <a:lnTo>
                  <a:pt x="1167665" y="980755"/>
                </a:lnTo>
                <a:lnTo>
                  <a:pt x="1190641" y="942564"/>
                </a:lnTo>
                <a:lnTo>
                  <a:pt x="1210953" y="902691"/>
                </a:lnTo>
                <a:lnTo>
                  <a:pt x="1228477" y="861258"/>
                </a:lnTo>
                <a:lnTo>
                  <a:pt x="1243090" y="818390"/>
                </a:lnTo>
                <a:lnTo>
                  <a:pt x="1254670" y="774208"/>
                </a:lnTo>
                <a:lnTo>
                  <a:pt x="1263093" y="728835"/>
                </a:lnTo>
                <a:lnTo>
                  <a:pt x="1268237" y="682395"/>
                </a:lnTo>
                <a:lnTo>
                  <a:pt x="1269979" y="635011"/>
                </a:lnTo>
                <a:lnTo>
                  <a:pt x="1268237" y="587609"/>
                </a:lnTo>
                <a:lnTo>
                  <a:pt x="1263093" y="541156"/>
                </a:lnTo>
                <a:lnTo>
                  <a:pt x="1254670" y="495773"/>
                </a:lnTo>
                <a:lnTo>
                  <a:pt x="1243090" y="451582"/>
                </a:lnTo>
                <a:lnTo>
                  <a:pt x="1228477" y="408708"/>
                </a:lnTo>
                <a:lnTo>
                  <a:pt x="1210953" y="367272"/>
                </a:lnTo>
                <a:lnTo>
                  <a:pt x="1190641" y="327397"/>
                </a:lnTo>
                <a:lnTo>
                  <a:pt x="1167665" y="289206"/>
                </a:lnTo>
                <a:lnTo>
                  <a:pt x="1142146" y="252821"/>
                </a:lnTo>
                <a:lnTo>
                  <a:pt x="1114209" y="218365"/>
                </a:lnTo>
                <a:lnTo>
                  <a:pt x="1083975" y="185961"/>
                </a:lnTo>
                <a:lnTo>
                  <a:pt x="1051568" y="155731"/>
                </a:lnTo>
                <a:lnTo>
                  <a:pt x="1017110" y="127797"/>
                </a:lnTo>
                <a:lnTo>
                  <a:pt x="980724" y="102284"/>
                </a:lnTo>
                <a:lnTo>
                  <a:pt x="942534" y="79313"/>
                </a:lnTo>
                <a:lnTo>
                  <a:pt x="902662" y="59006"/>
                </a:lnTo>
                <a:lnTo>
                  <a:pt x="861231" y="41488"/>
                </a:lnTo>
                <a:lnTo>
                  <a:pt x="818363" y="26879"/>
                </a:lnTo>
                <a:lnTo>
                  <a:pt x="774183" y="15303"/>
                </a:lnTo>
                <a:lnTo>
                  <a:pt x="728811" y="6883"/>
                </a:lnTo>
                <a:lnTo>
                  <a:pt x="682373" y="1741"/>
                </a:lnTo>
                <a:lnTo>
                  <a:pt x="6349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88"/>
          <p:cNvSpPr/>
          <p:nvPr/>
        </p:nvSpPr>
        <p:spPr>
          <a:xfrm>
            <a:off x="10125059" y="3533775"/>
            <a:ext cx="1495425" cy="150495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89"/>
          <p:cNvSpPr/>
          <p:nvPr/>
        </p:nvSpPr>
        <p:spPr>
          <a:xfrm>
            <a:off x="9970251" y="3396752"/>
            <a:ext cx="1270635" cy="1270000"/>
          </a:xfrm>
          <a:custGeom>
            <a:avLst/>
            <a:gdLst/>
            <a:ahLst/>
            <a:cxnLst/>
            <a:rect l="l" t="t" r="r" b="b"/>
            <a:pathLst>
              <a:path w="1270634" h="1270000">
                <a:moveTo>
                  <a:pt x="635020" y="0"/>
                </a:moveTo>
                <a:lnTo>
                  <a:pt x="587636" y="1742"/>
                </a:lnTo>
                <a:lnTo>
                  <a:pt x="541197" y="6886"/>
                </a:lnTo>
                <a:lnTo>
                  <a:pt x="495825" y="15309"/>
                </a:lnTo>
                <a:lnTo>
                  <a:pt x="451643" y="26889"/>
                </a:lnTo>
                <a:lnTo>
                  <a:pt x="408774" y="41502"/>
                </a:lnTo>
                <a:lnTo>
                  <a:pt x="367342" y="59026"/>
                </a:lnTo>
                <a:lnTo>
                  <a:pt x="327468" y="79337"/>
                </a:lnTo>
                <a:lnTo>
                  <a:pt x="289276" y="102314"/>
                </a:lnTo>
                <a:lnTo>
                  <a:pt x="252888" y="127832"/>
                </a:lnTo>
                <a:lnTo>
                  <a:pt x="218428" y="155770"/>
                </a:lnTo>
                <a:lnTo>
                  <a:pt x="186019" y="186004"/>
                </a:lnTo>
                <a:lnTo>
                  <a:pt x="155783" y="218411"/>
                </a:lnTo>
                <a:lnTo>
                  <a:pt x="127843" y="252869"/>
                </a:lnTo>
                <a:lnTo>
                  <a:pt x="102323" y="289254"/>
                </a:lnTo>
                <a:lnTo>
                  <a:pt x="79345" y="327445"/>
                </a:lnTo>
                <a:lnTo>
                  <a:pt x="59031" y="367317"/>
                </a:lnTo>
                <a:lnTo>
                  <a:pt x="41506" y="408748"/>
                </a:lnTo>
                <a:lnTo>
                  <a:pt x="26891" y="451615"/>
                </a:lnTo>
                <a:lnTo>
                  <a:pt x="15311" y="495796"/>
                </a:lnTo>
                <a:lnTo>
                  <a:pt x="6886" y="541167"/>
                </a:lnTo>
                <a:lnTo>
                  <a:pt x="1742" y="587606"/>
                </a:lnTo>
                <a:lnTo>
                  <a:pt x="0" y="634989"/>
                </a:lnTo>
                <a:lnTo>
                  <a:pt x="1742" y="682374"/>
                </a:lnTo>
                <a:lnTo>
                  <a:pt x="6886" y="728814"/>
                </a:lnTo>
                <a:lnTo>
                  <a:pt x="15311" y="774186"/>
                </a:lnTo>
                <a:lnTo>
                  <a:pt x="26891" y="818367"/>
                </a:lnTo>
                <a:lnTo>
                  <a:pt x="41506" y="861235"/>
                </a:lnTo>
                <a:lnTo>
                  <a:pt x="59031" y="902667"/>
                </a:lnTo>
                <a:lnTo>
                  <a:pt x="79345" y="942540"/>
                </a:lnTo>
                <a:lnTo>
                  <a:pt x="102323" y="980730"/>
                </a:lnTo>
                <a:lnTo>
                  <a:pt x="127843" y="1017116"/>
                </a:lnTo>
                <a:lnTo>
                  <a:pt x="155783" y="1051574"/>
                </a:lnTo>
                <a:lnTo>
                  <a:pt x="186019" y="1083981"/>
                </a:lnTo>
                <a:lnTo>
                  <a:pt x="218428" y="1114215"/>
                </a:lnTo>
                <a:lnTo>
                  <a:pt x="252888" y="1142153"/>
                </a:lnTo>
                <a:lnTo>
                  <a:pt x="289276" y="1167671"/>
                </a:lnTo>
                <a:lnTo>
                  <a:pt x="327468" y="1190648"/>
                </a:lnTo>
                <a:lnTo>
                  <a:pt x="367342" y="1210959"/>
                </a:lnTo>
                <a:lnTo>
                  <a:pt x="408774" y="1228483"/>
                </a:lnTo>
                <a:lnTo>
                  <a:pt x="451643" y="1243096"/>
                </a:lnTo>
                <a:lnTo>
                  <a:pt x="495825" y="1254676"/>
                </a:lnTo>
                <a:lnTo>
                  <a:pt x="541197" y="1263099"/>
                </a:lnTo>
                <a:lnTo>
                  <a:pt x="587636" y="1268243"/>
                </a:lnTo>
                <a:lnTo>
                  <a:pt x="635020" y="1269985"/>
                </a:lnTo>
                <a:lnTo>
                  <a:pt x="682418" y="1268243"/>
                </a:lnTo>
                <a:lnTo>
                  <a:pt x="728869" y="1263099"/>
                </a:lnTo>
                <a:lnTo>
                  <a:pt x="774250" y="1254676"/>
                </a:lnTo>
                <a:lnTo>
                  <a:pt x="818438" y="1243096"/>
                </a:lnTo>
                <a:lnTo>
                  <a:pt x="861311" y="1228483"/>
                </a:lnTo>
                <a:lnTo>
                  <a:pt x="902745" y="1210959"/>
                </a:lnTo>
                <a:lnTo>
                  <a:pt x="942619" y="1190648"/>
                </a:lnTo>
                <a:lnTo>
                  <a:pt x="980809" y="1167671"/>
                </a:lnTo>
                <a:lnTo>
                  <a:pt x="1017193" y="1142153"/>
                </a:lnTo>
                <a:lnTo>
                  <a:pt x="1051648" y="1114215"/>
                </a:lnTo>
                <a:lnTo>
                  <a:pt x="1084051" y="1083981"/>
                </a:lnTo>
                <a:lnTo>
                  <a:pt x="1114281" y="1051574"/>
                </a:lnTo>
                <a:lnTo>
                  <a:pt x="1142213" y="1017116"/>
                </a:lnTo>
                <a:lnTo>
                  <a:pt x="1167726" y="980730"/>
                </a:lnTo>
                <a:lnTo>
                  <a:pt x="1190697" y="942540"/>
                </a:lnTo>
                <a:lnTo>
                  <a:pt x="1211003" y="902667"/>
                </a:lnTo>
                <a:lnTo>
                  <a:pt x="1228522" y="861235"/>
                </a:lnTo>
                <a:lnTo>
                  <a:pt x="1243130" y="818367"/>
                </a:lnTo>
                <a:lnTo>
                  <a:pt x="1254706" y="774186"/>
                </a:lnTo>
                <a:lnTo>
                  <a:pt x="1263126" y="728814"/>
                </a:lnTo>
                <a:lnTo>
                  <a:pt x="1268268" y="682374"/>
                </a:lnTo>
                <a:lnTo>
                  <a:pt x="1270010" y="634989"/>
                </a:lnTo>
                <a:lnTo>
                  <a:pt x="1268268" y="587606"/>
                </a:lnTo>
                <a:lnTo>
                  <a:pt x="1263126" y="541167"/>
                </a:lnTo>
                <a:lnTo>
                  <a:pt x="1254706" y="495796"/>
                </a:lnTo>
                <a:lnTo>
                  <a:pt x="1243130" y="451615"/>
                </a:lnTo>
                <a:lnTo>
                  <a:pt x="1228522" y="408748"/>
                </a:lnTo>
                <a:lnTo>
                  <a:pt x="1211003" y="367317"/>
                </a:lnTo>
                <a:lnTo>
                  <a:pt x="1190697" y="327445"/>
                </a:lnTo>
                <a:lnTo>
                  <a:pt x="1167726" y="289254"/>
                </a:lnTo>
                <a:lnTo>
                  <a:pt x="1142213" y="252869"/>
                </a:lnTo>
                <a:lnTo>
                  <a:pt x="1114281" y="218411"/>
                </a:lnTo>
                <a:lnTo>
                  <a:pt x="1084051" y="186004"/>
                </a:lnTo>
                <a:lnTo>
                  <a:pt x="1051648" y="155770"/>
                </a:lnTo>
                <a:lnTo>
                  <a:pt x="1017193" y="127832"/>
                </a:lnTo>
                <a:lnTo>
                  <a:pt x="980809" y="102314"/>
                </a:lnTo>
                <a:lnTo>
                  <a:pt x="942619" y="79337"/>
                </a:lnTo>
                <a:lnTo>
                  <a:pt x="902745" y="59026"/>
                </a:lnTo>
                <a:lnTo>
                  <a:pt x="861311" y="41502"/>
                </a:lnTo>
                <a:lnTo>
                  <a:pt x="818438" y="26889"/>
                </a:lnTo>
                <a:lnTo>
                  <a:pt x="774250" y="15309"/>
                </a:lnTo>
                <a:lnTo>
                  <a:pt x="728869" y="6886"/>
                </a:lnTo>
                <a:lnTo>
                  <a:pt x="682418" y="1742"/>
                </a:lnTo>
                <a:lnTo>
                  <a:pt x="6350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860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/>
          <p:cNvSpPr txBox="1">
            <a:spLocks noGrp="1"/>
          </p:cNvSpPr>
          <p:nvPr>
            <p:ph type="title"/>
          </p:nvPr>
        </p:nvSpPr>
        <p:spPr>
          <a:xfrm>
            <a:off x="3315972" y="2207568"/>
            <a:ext cx="617791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5" dirty="0">
                <a:solidFill>
                  <a:schemeClr val="bg1"/>
                </a:solidFill>
              </a:rPr>
              <a:t>Look </a:t>
            </a:r>
            <a:r>
              <a:rPr sz="3200" spc="0" dirty="0">
                <a:solidFill>
                  <a:schemeClr val="bg1"/>
                </a:solidFill>
              </a:rPr>
              <a:t>back at Linear</a:t>
            </a:r>
            <a:r>
              <a:rPr sz="3200" spc="-195" dirty="0">
                <a:solidFill>
                  <a:schemeClr val="bg1"/>
                </a:solidFill>
              </a:rPr>
              <a:t> </a:t>
            </a:r>
            <a:r>
              <a:rPr sz="3200" spc="0" dirty="0">
                <a:solidFill>
                  <a:schemeClr val="bg1"/>
                </a:solidFill>
              </a:rPr>
              <a:t>Regression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1" name="object 2"/>
          <p:cNvSpPr/>
          <p:nvPr/>
        </p:nvSpPr>
        <p:spPr>
          <a:xfrm>
            <a:off x="2743200" y="2739386"/>
            <a:ext cx="7086600" cy="1190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2211454" y="2748521"/>
            <a:ext cx="8486140" cy="680720"/>
          </a:xfrm>
          <a:custGeom>
            <a:avLst/>
            <a:gdLst/>
            <a:ahLst/>
            <a:cxnLst/>
            <a:rect l="l" t="t" r="r" b="b"/>
            <a:pathLst>
              <a:path w="8486140" h="680720">
                <a:moveTo>
                  <a:pt x="0" y="680478"/>
                </a:moveTo>
                <a:lnTo>
                  <a:pt x="8485631" y="680478"/>
                </a:lnTo>
                <a:lnTo>
                  <a:pt x="8485631" y="0"/>
                </a:lnTo>
                <a:lnTo>
                  <a:pt x="0" y="0"/>
                </a:lnTo>
                <a:lnTo>
                  <a:pt x="0" y="680478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 txBox="1">
            <a:spLocks/>
          </p:cNvSpPr>
          <p:nvPr/>
        </p:nvSpPr>
        <p:spPr>
          <a:xfrm>
            <a:off x="3315972" y="2764671"/>
            <a:ext cx="6922537" cy="570028"/>
          </a:xfrm>
          <a:prstGeom prst="rect">
            <a:avLst/>
          </a:prstGeom>
        </p:spPr>
        <p:txBody>
          <a:bodyPr vert="horz" wrap="square" lIns="0" tIns="15875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3600" spc="-5" dirty="0" smtClean="0">
                <a:solidFill>
                  <a:schemeClr val="bg1"/>
                </a:solidFill>
              </a:rPr>
              <a:t>Look </a:t>
            </a:r>
            <a:r>
              <a:rPr lang="en-US" sz="3600" dirty="0" smtClean="0">
                <a:solidFill>
                  <a:schemeClr val="bg1"/>
                </a:solidFill>
              </a:rPr>
              <a:t>back at Linear</a:t>
            </a:r>
            <a:r>
              <a:rPr lang="en-US" sz="3600" spc="-195" dirty="0" smtClean="0">
                <a:solidFill>
                  <a:schemeClr val="bg1"/>
                </a:solidFill>
              </a:rPr>
              <a:t> </a:t>
            </a:r>
            <a:r>
              <a:rPr lang="en-US" sz="3600" dirty="0" smtClean="0">
                <a:solidFill>
                  <a:schemeClr val="bg1"/>
                </a:solidFill>
              </a:rPr>
              <a:t>Regression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04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0" y="1848439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 txBox="1"/>
          <p:nvPr/>
        </p:nvSpPr>
        <p:spPr>
          <a:xfrm>
            <a:off x="-12700" y="1820744"/>
            <a:ext cx="3361054" cy="1416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470"/>
              </a:lnSpc>
              <a:spcBef>
                <a:spcPts val="105"/>
              </a:spcBef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5470"/>
              </a:lnSpc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4800">
              <a:latin typeface="Arial"/>
              <a:cs typeface="Arial"/>
            </a:endParaRPr>
          </a:p>
        </p:txBody>
      </p:sp>
      <p:sp>
        <p:nvSpPr>
          <p:cNvPr id="26" name="object 7"/>
          <p:cNvSpPr txBox="1"/>
          <p:nvPr/>
        </p:nvSpPr>
        <p:spPr>
          <a:xfrm>
            <a:off x="-12700" y="3356239"/>
            <a:ext cx="22682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(Recap)</a:t>
            </a:r>
            <a:endParaRPr sz="4800">
              <a:latin typeface="Arial"/>
              <a:cs typeface="Arial"/>
            </a:endParaRPr>
          </a:p>
        </p:txBody>
      </p:sp>
      <p:sp>
        <p:nvSpPr>
          <p:cNvPr id="27" name="object 9"/>
          <p:cNvSpPr/>
          <p:nvPr/>
        </p:nvSpPr>
        <p:spPr>
          <a:xfrm>
            <a:off x="3305190" y="2797760"/>
            <a:ext cx="1733550" cy="1733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0"/>
          <p:cNvSpPr/>
          <p:nvPr/>
        </p:nvSpPr>
        <p:spPr>
          <a:xfrm>
            <a:off x="3555857" y="2996413"/>
            <a:ext cx="1230477" cy="12304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1"/>
          <p:cNvSpPr/>
          <p:nvPr/>
        </p:nvSpPr>
        <p:spPr>
          <a:xfrm>
            <a:off x="3981450" y="1435669"/>
            <a:ext cx="2476500" cy="21050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925951" y="1346210"/>
                </a:moveTo>
                <a:lnTo>
                  <a:pt x="370331" y="1346210"/>
                </a:lnTo>
                <a:lnTo>
                  <a:pt x="470397" y="1831969"/>
                </a:lnTo>
                <a:lnTo>
                  <a:pt x="925951" y="1346210"/>
                </a:lnTo>
                <a:close/>
              </a:path>
              <a:path w="2223135" h="1831975">
                <a:moveTo>
                  <a:pt x="1998085" y="0"/>
                </a:moveTo>
                <a:lnTo>
                  <a:pt x="224271" y="0"/>
                </a:lnTo>
                <a:lnTo>
                  <a:pt x="179088" y="4558"/>
                </a:lnTo>
                <a:lnTo>
                  <a:pt x="136997" y="17633"/>
                </a:lnTo>
                <a:lnTo>
                  <a:pt x="98902" y="38322"/>
                </a:lnTo>
                <a:lnTo>
                  <a:pt x="65707" y="65722"/>
                </a:lnTo>
                <a:lnTo>
                  <a:pt x="38315" y="98932"/>
                </a:lnTo>
                <a:lnTo>
                  <a:pt x="17631" y="137048"/>
                </a:lnTo>
                <a:lnTo>
                  <a:pt x="4558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8" y="1167019"/>
                </a:lnTo>
                <a:lnTo>
                  <a:pt x="17631" y="1209148"/>
                </a:lnTo>
                <a:lnTo>
                  <a:pt x="38315" y="1247270"/>
                </a:lnTo>
                <a:lnTo>
                  <a:pt x="65707" y="1280483"/>
                </a:lnTo>
                <a:lnTo>
                  <a:pt x="98902" y="1307886"/>
                </a:lnTo>
                <a:lnTo>
                  <a:pt x="136997" y="1328576"/>
                </a:lnTo>
                <a:lnTo>
                  <a:pt x="179088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319" y="1341651"/>
                </a:lnTo>
                <a:lnTo>
                  <a:pt x="2085448" y="1328576"/>
                </a:lnTo>
                <a:lnTo>
                  <a:pt x="2123570" y="1307886"/>
                </a:lnTo>
                <a:lnTo>
                  <a:pt x="2156783" y="1280483"/>
                </a:lnTo>
                <a:lnTo>
                  <a:pt x="2184186" y="1247270"/>
                </a:lnTo>
                <a:lnTo>
                  <a:pt x="2204876" y="1209148"/>
                </a:lnTo>
                <a:lnTo>
                  <a:pt x="2217951" y="1167019"/>
                </a:lnTo>
                <a:lnTo>
                  <a:pt x="2222510" y="1121785"/>
                </a:lnTo>
                <a:lnTo>
                  <a:pt x="2222510" y="224393"/>
                </a:lnTo>
                <a:lnTo>
                  <a:pt x="2217951" y="179169"/>
                </a:lnTo>
                <a:lnTo>
                  <a:pt x="2204876" y="137048"/>
                </a:lnTo>
                <a:lnTo>
                  <a:pt x="2184186" y="98932"/>
                </a:lnTo>
                <a:lnTo>
                  <a:pt x="2156783" y="65722"/>
                </a:lnTo>
                <a:lnTo>
                  <a:pt x="2123570" y="38322"/>
                </a:lnTo>
                <a:lnTo>
                  <a:pt x="2085448" y="17633"/>
                </a:lnTo>
                <a:lnTo>
                  <a:pt x="204331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3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0" y="224393"/>
                </a:moveTo>
                <a:lnTo>
                  <a:pt x="4558" y="179169"/>
                </a:lnTo>
                <a:lnTo>
                  <a:pt x="17631" y="137048"/>
                </a:lnTo>
                <a:lnTo>
                  <a:pt x="38315" y="98932"/>
                </a:lnTo>
                <a:lnTo>
                  <a:pt x="65707" y="65722"/>
                </a:lnTo>
                <a:lnTo>
                  <a:pt x="98902" y="38322"/>
                </a:lnTo>
                <a:lnTo>
                  <a:pt x="136997" y="17633"/>
                </a:lnTo>
                <a:lnTo>
                  <a:pt x="179088" y="4558"/>
                </a:lnTo>
                <a:lnTo>
                  <a:pt x="224271" y="0"/>
                </a:lnTo>
                <a:lnTo>
                  <a:pt x="370331" y="0"/>
                </a:lnTo>
                <a:lnTo>
                  <a:pt x="925951" y="0"/>
                </a:lnTo>
                <a:lnTo>
                  <a:pt x="1998085" y="0"/>
                </a:lnTo>
                <a:lnTo>
                  <a:pt x="2043319" y="4558"/>
                </a:lnTo>
                <a:lnTo>
                  <a:pt x="2085448" y="17633"/>
                </a:lnTo>
                <a:lnTo>
                  <a:pt x="2123570" y="38322"/>
                </a:lnTo>
                <a:lnTo>
                  <a:pt x="2156783" y="65722"/>
                </a:lnTo>
                <a:lnTo>
                  <a:pt x="2184186" y="98932"/>
                </a:lnTo>
                <a:lnTo>
                  <a:pt x="2204876" y="137048"/>
                </a:lnTo>
                <a:lnTo>
                  <a:pt x="2217951" y="179169"/>
                </a:lnTo>
                <a:lnTo>
                  <a:pt x="2222510" y="224393"/>
                </a:lnTo>
                <a:lnTo>
                  <a:pt x="2222510" y="785225"/>
                </a:lnTo>
                <a:lnTo>
                  <a:pt x="2222510" y="1121785"/>
                </a:lnTo>
                <a:lnTo>
                  <a:pt x="2217951" y="1167019"/>
                </a:lnTo>
                <a:lnTo>
                  <a:pt x="2204876" y="1209148"/>
                </a:lnTo>
                <a:lnTo>
                  <a:pt x="2184186" y="1247270"/>
                </a:lnTo>
                <a:lnTo>
                  <a:pt x="2156783" y="1280483"/>
                </a:lnTo>
                <a:lnTo>
                  <a:pt x="2123570" y="1307886"/>
                </a:lnTo>
                <a:lnTo>
                  <a:pt x="2085448" y="1328576"/>
                </a:lnTo>
                <a:lnTo>
                  <a:pt x="2043319" y="1341651"/>
                </a:lnTo>
                <a:lnTo>
                  <a:pt x="1998085" y="1346210"/>
                </a:lnTo>
                <a:lnTo>
                  <a:pt x="925951" y="1346210"/>
                </a:lnTo>
                <a:lnTo>
                  <a:pt x="470397" y="1831969"/>
                </a:lnTo>
                <a:lnTo>
                  <a:pt x="370331" y="1346210"/>
                </a:lnTo>
                <a:lnTo>
                  <a:pt x="224271" y="1346210"/>
                </a:lnTo>
                <a:lnTo>
                  <a:pt x="179088" y="1341651"/>
                </a:lnTo>
                <a:lnTo>
                  <a:pt x="136997" y="1328576"/>
                </a:lnTo>
                <a:lnTo>
                  <a:pt x="98902" y="1307886"/>
                </a:lnTo>
                <a:lnTo>
                  <a:pt x="65707" y="1280483"/>
                </a:lnTo>
                <a:lnTo>
                  <a:pt x="38315" y="1247270"/>
                </a:lnTo>
                <a:lnTo>
                  <a:pt x="17631" y="1209148"/>
                </a:lnTo>
                <a:lnTo>
                  <a:pt x="4558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 txBox="1"/>
          <p:nvPr/>
        </p:nvSpPr>
        <p:spPr>
          <a:xfrm>
            <a:off x="4276093" y="1663709"/>
            <a:ext cx="1877695" cy="11303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2540" algn="ctr">
              <a:lnSpc>
                <a:spcPct val="100800"/>
              </a:lnSpc>
              <a:spcBef>
                <a:spcPts val="85"/>
              </a:spcBef>
            </a:pPr>
            <a:r>
              <a:rPr sz="1800" spc="-5" dirty="0">
                <a:latin typeface="Calibri"/>
                <a:cs typeface="Calibri"/>
              </a:rPr>
              <a:t>Hey </a:t>
            </a:r>
            <a:r>
              <a:rPr sz="1800" spc="0" dirty="0">
                <a:latin typeface="Calibri"/>
                <a:cs typeface="Calibri"/>
              </a:rPr>
              <a:t>Josh! Help </a:t>
            </a:r>
            <a:r>
              <a:rPr sz="1800" spc="-10" dirty="0">
                <a:latin typeface="Calibri"/>
                <a:cs typeface="Calibri"/>
              </a:rPr>
              <a:t>me  </a:t>
            </a:r>
            <a:r>
              <a:rPr sz="1800" spc="0" dirty="0">
                <a:latin typeface="Calibri"/>
                <a:cs typeface="Calibri"/>
              </a:rPr>
              <a:t>find </a:t>
            </a:r>
            <a:r>
              <a:rPr sz="1800" dirty="0">
                <a:latin typeface="Calibri"/>
                <a:cs typeface="Calibri"/>
              </a:rPr>
              <a:t>a property</a:t>
            </a:r>
            <a:r>
              <a:rPr sz="1800" spc="-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  bigger garden </a:t>
            </a:r>
            <a:r>
              <a:rPr sz="1800" spc="-5" dirty="0">
                <a:latin typeface="Calibri"/>
                <a:cs typeface="Calibri"/>
              </a:rPr>
              <a:t>area  </a:t>
            </a:r>
            <a:r>
              <a:rPr sz="1800" spc="-30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“</a:t>
            </a:r>
            <a:r>
              <a:rPr sz="1800" b="1" spc="-1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”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bucks.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15"/>
          <p:cNvSpPr/>
          <p:nvPr/>
        </p:nvSpPr>
        <p:spPr>
          <a:xfrm>
            <a:off x="10296509" y="2797760"/>
            <a:ext cx="1724025" cy="17240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6"/>
          <p:cNvSpPr/>
          <p:nvPr/>
        </p:nvSpPr>
        <p:spPr>
          <a:xfrm>
            <a:off x="10543275" y="2993365"/>
            <a:ext cx="1230477" cy="1230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7"/>
          <p:cNvSpPr/>
          <p:nvPr/>
        </p:nvSpPr>
        <p:spPr>
          <a:xfrm>
            <a:off x="8543940" y="1435685"/>
            <a:ext cx="2486025" cy="2152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8"/>
          <p:cNvSpPr/>
          <p:nvPr/>
        </p:nvSpPr>
        <p:spPr>
          <a:xfrm>
            <a:off x="8675765" y="1569035"/>
            <a:ext cx="2222500" cy="1883410"/>
          </a:xfrm>
          <a:custGeom>
            <a:avLst/>
            <a:gdLst/>
            <a:ahLst/>
            <a:cxnLst/>
            <a:rect l="l" t="t" r="r" b="b"/>
            <a:pathLst>
              <a:path w="2222500" h="1883410">
                <a:moveTo>
                  <a:pt x="1852025" y="1346210"/>
                </a:moveTo>
                <a:lnTo>
                  <a:pt x="1296405" y="1346210"/>
                </a:lnTo>
                <a:lnTo>
                  <a:pt x="1994397" y="1882780"/>
                </a:lnTo>
                <a:lnTo>
                  <a:pt x="1852025" y="1346210"/>
                </a:lnTo>
                <a:close/>
              </a:path>
              <a:path w="2222500" h="1883410">
                <a:moveTo>
                  <a:pt x="1998085" y="0"/>
                </a:moveTo>
                <a:lnTo>
                  <a:pt x="224271" y="0"/>
                </a:lnTo>
                <a:lnTo>
                  <a:pt x="179044" y="4558"/>
                </a:lnTo>
                <a:lnTo>
                  <a:pt x="136932" y="17633"/>
                </a:lnTo>
                <a:lnTo>
                  <a:pt x="98835" y="38322"/>
                </a:lnTo>
                <a:lnTo>
                  <a:pt x="65650" y="65722"/>
                </a:lnTo>
                <a:lnTo>
                  <a:pt x="38275" y="98932"/>
                </a:lnTo>
                <a:lnTo>
                  <a:pt x="17610" y="137048"/>
                </a:lnTo>
                <a:lnTo>
                  <a:pt x="4552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2" y="1167019"/>
                </a:lnTo>
                <a:lnTo>
                  <a:pt x="17610" y="1209148"/>
                </a:lnTo>
                <a:lnTo>
                  <a:pt x="38275" y="1247270"/>
                </a:lnTo>
                <a:lnTo>
                  <a:pt x="65650" y="1280483"/>
                </a:lnTo>
                <a:lnTo>
                  <a:pt x="98835" y="1307886"/>
                </a:lnTo>
                <a:lnTo>
                  <a:pt x="136932" y="1328576"/>
                </a:lnTo>
                <a:lnTo>
                  <a:pt x="179044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269" y="1341651"/>
                </a:lnTo>
                <a:lnTo>
                  <a:pt x="2085360" y="1328576"/>
                </a:lnTo>
                <a:lnTo>
                  <a:pt x="2123455" y="1307886"/>
                </a:lnTo>
                <a:lnTo>
                  <a:pt x="2156650" y="1280483"/>
                </a:lnTo>
                <a:lnTo>
                  <a:pt x="2184041" y="1247270"/>
                </a:lnTo>
                <a:lnTo>
                  <a:pt x="2204725" y="1209148"/>
                </a:lnTo>
                <a:lnTo>
                  <a:pt x="2217799" y="1167019"/>
                </a:lnTo>
                <a:lnTo>
                  <a:pt x="2222357" y="1121785"/>
                </a:lnTo>
                <a:lnTo>
                  <a:pt x="2222357" y="224393"/>
                </a:lnTo>
                <a:lnTo>
                  <a:pt x="2217799" y="179169"/>
                </a:lnTo>
                <a:lnTo>
                  <a:pt x="2204725" y="137048"/>
                </a:lnTo>
                <a:lnTo>
                  <a:pt x="2184041" y="98932"/>
                </a:lnTo>
                <a:lnTo>
                  <a:pt x="2156650" y="65722"/>
                </a:lnTo>
                <a:lnTo>
                  <a:pt x="2123455" y="38322"/>
                </a:lnTo>
                <a:lnTo>
                  <a:pt x="2085360" y="17633"/>
                </a:lnTo>
                <a:lnTo>
                  <a:pt x="204326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/>
          <p:cNvSpPr/>
          <p:nvPr/>
        </p:nvSpPr>
        <p:spPr>
          <a:xfrm>
            <a:off x="8675765" y="1569035"/>
            <a:ext cx="2222500" cy="1883410"/>
          </a:xfrm>
          <a:custGeom>
            <a:avLst/>
            <a:gdLst/>
            <a:ahLst/>
            <a:cxnLst/>
            <a:rect l="l" t="t" r="r" b="b"/>
            <a:pathLst>
              <a:path w="2222500" h="1883410">
                <a:moveTo>
                  <a:pt x="0" y="224393"/>
                </a:moveTo>
                <a:lnTo>
                  <a:pt x="4552" y="179169"/>
                </a:lnTo>
                <a:lnTo>
                  <a:pt x="17610" y="137048"/>
                </a:lnTo>
                <a:lnTo>
                  <a:pt x="38275" y="98932"/>
                </a:lnTo>
                <a:lnTo>
                  <a:pt x="65650" y="65722"/>
                </a:lnTo>
                <a:lnTo>
                  <a:pt x="98835" y="38322"/>
                </a:lnTo>
                <a:lnTo>
                  <a:pt x="136932" y="17633"/>
                </a:lnTo>
                <a:lnTo>
                  <a:pt x="179044" y="4558"/>
                </a:lnTo>
                <a:lnTo>
                  <a:pt x="224271" y="0"/>
                </a:lnTo>
                <a:lnTo>
                  <a:pt x="1296405" y="0"/>
                </a:lnTo>
                <a:lnTo>
                  <a:pt x="1852025" y="0"/>
                </a:lnTo>
                <a:lnTo>
                  <a:pt x="1998085" y="0"/>
                </a:lnTo>
                <a:lnTo>
                  <a:pt x="2043269" y="4558"/>
                </a:lnTo>
                <a:lnTo>
                  <a:pt x="2085360" y="17633"/>
                </a:lnTo>
                <a:lnTo>
                  <a:pt x="2123455" y="38322"/>
                </a:lnTo>
                <a:lnTo>
                  <a:pt x="2156650" y="65722"/>
                </a:lnTo>
                <a:lnTo>
                  <a:pt x="2184041" y="98932"/>
                </a:lnTo>
                <a:lnTo>
                  <a:pt x="2204725" y="137048"/>
                </a:lnTo>
                <a:lnTo>
                  <a:pt x="2217799" y="179169"/>
                </a:lnTo>
                <a:lnTo>
                  <a:pt x="2222357" y="224393"/>
                </a:lnTo>
                <a:lnTo>
                  <a:pt x="2222357" y="785225"/>
                </a:lnTo>
                <a:lnTo>
                  <a:pt x="2222357" y="1121785"/>
                </a:lnTo>
                <a:lnTo>
                  <a:pt x="2217799" y="1167019"/>
                </a:lnTo>
                <a:lnTo>
                  <a:pt x="2204725" y="1209148"/>
                </a:lnTo>
                <a:lnTo>
                  <a:pt x="2184041" y="1247270"/>
                </a:lnTo>
                <a:lnTo>
                  <a:pt x="2156650" y="1280483"/>
                </a:lnTo>
                <a:lnTo>
                  <a:pt x="2123455" y="1307886"/>
                </a:lnTo>
                <a:lnTo>
                  <a:pt x="2085360" y="1328576"/>
                </a:lnTo>
                <a:lnTo>
                  <a:pt x="2043269" y="1341651"/>
                </a:lnTo>
                <a:lnTo>
                  <a:pt x="1998085" y="1346210"/>
                </a:lnTo>
                <a:lnTo>
                  <a:pt x="1852025" y="1346210"/>
                </a:lnTo>
                <a:lnTo>
                  <a:pt x="1994397" y="1882780"/>
                </a:lnTo>
                <a:lnTo>
                  <a:pt x="1296405" y="1346210"/>
                </a:lnTo>
                <a:lnTo>
                  <a:pt x="224271" y="1346210"/>
                </a:lnTo>
                <a:lnTo>
                  <a:pt x="179044" y="1341651"/>
                </a:lnTo>
                <a:lnTo>
                  <a:pt x="136932" y="1328576"/>
                </a:lnTo>
                <a:lnTo>
                  <a:pt x="98835" y="1307886"/>
                </a:lnTo>
                <a:lnTo>
                  <a:pt x="65650" y="1280483"/>
                </a:lnTo>
                <a:lnTo>
                  <a:pt x="38275" y="1247270"/>
                </a:lnTo>
                <a:lnTo>
                  <a:pt x="17610" y="1209148"/>
                </a:lnTo>
                <a:lnTo>
                  <a:pt x="4552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0"/>
          <p:cNvSpPr txBox="1"/>
          <p:nvPr/>
        </p:nvSpPr>
        <p:spPr>
          <a:xfrm>
            <a:off x="8950966" y="1938283"/>
            <a:ext cx="1681480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65100" marR="5080" indent="-152400">
              <a:lnSpc>
                <a:spcPct val="100899"/>
              </a:lnSpc>
              <a:spcBef>
                <a:spcPts val="80"/>
              </a:spcBef>
            </a:pPr>
            <a:r>
              <a:rPr sz="1800" spc="-5" dirty="0">
                <a:latin typeface="Calibri"/>
                <a:cs typeface="Calibri"/>
              </a:rPr>
              <a:t>Hey </a:t>
            </a:r>
            <a:r>
              <a:rPr sz="1800" spc="0" dirty="0">
                <a:latin typeface="Calibri"/>
                <a:cs typeface="Calibri"/>
              </a:rPr>
              <a:t>Lauren!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Sure,  </a:t>
            </a:r>
            <a:r>
              <a:rPr sz="1800" dirty="0">
                <a:latin typeface="Calibri"/>
                <a:cs typeface="Calibri"/>
              </a:rPr>
              <a:t>I </a:t>
            </a:r>
            <a:r>
              <a:rPr sz="1800" spc="5" dirty="0">
                <a:latin typeface="Calibri"/>
                <a:cs typeface="Calibri"/>
              </a:rPr>
              <a:t>will help</a:t>
            </a:r>
            <a:r>
              <a:rPr sz="1800" spc="-17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you.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554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0" y="1848439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 txBox="1"/>
          <p:nvPr/>
        </p:nvSpPr>
        <p:spPr>
          <a:xfrm>
            <a:off x="-12700" y="1820744"/>
            <a:ext cx="3361054" cy="1416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470"/>
              </a:lnSpc>
              <a:spcBef>
                <a:spcPts val="105"/>
              </a:spcBef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5470"/>
              </a:lnSpc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4800">
              <a:latin typeface="Arial"/>
              <a:cs typeface="Arial"/>
            </a:endParaRPr>
          </a:p>
        </p:txBody>
      </p:sp>
      <p:sp>
        <p:nvSpPr>
          <p:cNvPr id="26" name="object 7"/>
          <p:cNvSpPr txBox="1"/>
          <p:nvPr/>
        </p:nvSpPr>
        <p:spPr>
          <a:xfrm>
            <a:off x="-12700" y="3356239"/>
            <a:ext cx="22682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(Recap)</a:t>
            </a:r>
            <a:endParaRPr sz="4800">
              <a:latin typeface="Arial"/>
              <a:cs typeface="Arial"/>
            </a:endParaRPr>
          </a:p>
        </p:txBody>
      </p:sp>
      <p:sp>
        <p:nvSpPr>
          <p:cNvPr id="29" name="object 11"/>
          <p:cNvSpPr/>
          <p:nvPr/>
        </p:nvSpPr>
        <p:spPr>
          <a:xfrm>
            <a:off x="3981450" y="1435669"/>
            <a:ext cx="2476500" cy="2105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925951" y="1346210"/>
                </a:moveTo>
                <a:lnTo>
                  <a:pt x="370331" y="1346210"/>
                </a:lnTo>
                <a:lnTo>
                  <a:pt x="470397" y="1831969"/>
                </a:lnTo>
                <a:lnTo>
                  <a:pt x="925951" y="1346210"/>
                </a:lnTo>
                <a:close/>
              </a:path>
              <a:path w="2223135" h="1831975">
                <a:moveTo>
                  <a:pt x="1998085" y="0"/>
                </a:moveTo>
                <a:lnTo>
                  <a:pt x="224271" y="0"/>
                </a:lnTo>
                <a:lnTo>
                  <a:pt x="179088" y="4558"/>
                </a:lnTo>
                <a:lnTo>
                  <a:pt x="136997" y="17633"/>
                </a:lnTo>
                <a:lnTo>
                  <a:pt x="98902" y="38322"/>
                </a:lnTo>
                <a:lnTo>
                  <a:pt x="65707" y="65722"/>
                </a:lnTo>
                <a:lnTo>
                  <a:pt x="38315" y="98932"/>
                </a:lnTo>
                <a:lnTo>
                  <a:pt x="17631" y="137048"/>
                </a:lnTo>
                <a:lnTo>
                  <a:pt x="4558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8" y="1167019"/>
                </a:lnTo>
                <a:lnTo>
                  <a:pt x="17631" y="1209148"/>
                </a:lnTo>
                <a:lnTo>
                  <a:pt x="38315" y="1247270"/>
                </a:lnTo>
                <a:lnTo>
                  <a:pt x="65707" y="1280483"/>
                </a:lnTo>
                <a:lnTo>
                  <a:pt x="98902" y="1307886"/>
                </a:lnTo>
                <a:lnTo>
                  <a:pt x="136997" y="1328576"/>
                </a:lnTo>
                <a:lnTo>
                  <a:pt x="179088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319" y="1341651"/>
                </a:lnTo>
                <a:lnTo>
                  <a:pt x="2085448" y="1328576"/>
                </a:lnTo>
                <a:lnTo>
                  <a:pt x="2123570" y="1307886"/>
                </a:lnTo>
                <a:lnTo>
                  <a:pt x="2156783" y="1280483"/>
                </a:lnTo>
                <a:lnTo>
                  <a:pt x="2184186" y="1247270"/>
                </a:lnTo>
                <a:lnTo>
                  <a:pt x="2204876" y="1209148"/>
                </a:lnTo>
                <a:lnTo>
                  <a:pt x="2217951" y="1167019"/>
                </a:lnTo>
                <a:lnTo>
                  <a:pt x="2222510" y="1121785"/>
                </a:lnTo>
                <a:lnTo>
                  <a:pt x="2222510" y="224393"/>
                </a:lnTo>
                <a:lnTo>
                  <a:pt x="2217951" y="179169"/>
                </a:lnTo>
                <a:lnTo>
                  <a:pt x="2204876" y="137048"/>
                </a:lnTo>
                <a:lnTo>
                  <a:pt x="2184186" y="98932"/>
                </a:lnTo>
                <a:lnTo>
                  <a:pt x="2156783" y="65722"/>
                </a:lnTo>
                <a:lnTo>
                  <a:pt x="2123570" y="38322"/>
                </a:lnTo>
                <a:lnTo>
                  <a:pt x="2085448" y="17633"/>
                </a:lnTo>
                <a:lnTo>
                  <a:pt x="204331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3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0" y="224393"/>
                </a:moveTo>
                <a:lnTo>
                  <a:pt x="4558" y="179169"/>
                </a:lnTo>
                <a:lnTo>
                  <a:pt x="17631" y="137048"/>
                </a:lnTo>
                <a:lnTo>
                  <a:pt x="38315" y="98932"/>
                </a:lnTo>
                <a:lnTo>
                  <a:pt x="65707" y="65722"/>
                </a:lnTo>
                <a:lnTo>
                  <a:pt x="98902" y="38322"/>
                </a:lnTo>
                <a:lnTo>
                  <a:pt x="136997" y="17633"/>
                </a:lnTo>
                <a:lnTo>
                  <a:pt x="179088" y="4558"/>
                </a:lnTo>
                <a:lnTo>
                  <a:pt x="224271" y="0"/>
                </a:lnTo>
                <a:lnTo>
                  <a:pt x="370331" y="0"/>
                </a:lnTo>
                <a:lnTo>
                  <a:pt x="925951" y="0"/>
                </a:lnTo>
                <a:lnTo>
                  <a:pt x="1998085" y="0"/>
                </a:lnTo>
                <a:lnTo>
                  <a:pt x="2043319" y="4558"/>
                </a:lnTo>
                <a:lnTo>
                  <a:pt x="2085448" y="17633"/>
                </a:lnTo>
                <a:lnTo>
                  <a:pt x="2123570" y="38322"/>
                </a:lnTo>
                <a:lnTo>
                  <a:pt x="2156783" y="65722"/>
                </a:lnTo>
                <a:lnTo>
                  <a:pt x="2184186" y="98932"/>
                </a:lnTo>
                <a:lnTo>
                  <a:pt x="2204876" y="137048"/>
                </a:lnTo>
                <a:lnTo>
                  <a:pt x="2217951" y="179169"/>
                </a:lnTo>
                <a:lnTo>
                  <a:pt x="2222510" y="224393"/>
                </a:lnTo>
                <a:lnTo>
                  <a:pt x="2222510" y="785225"/>
                </a:lnTo>
                <a:lnTo>
                  <a:pt x="2222510" y="1121785"/>
                </a:lnTo>
                <a:lnTo>
                  <a:pt x="2217951" y="1167019"/>
                </a:lnTo>
                <a:lnTo>
                  <a:pt x="2204876" y="1209148"/>
                </a:lnTo>
                <a:lnTo>
                  <a:pt x="2184186" y="1247270"/>
                </a:lnTo>
                <a:lnTo>
                  <a:pt x="2156783" y="1280483"/>
                </a:lnTo>
                <a:lnTo>
                  <a:pt x="2123570" y="1307886"/>
                </a:lnTo>
                <a:lnTo>
                  <a:pt x="2085448" y="1328576"/>
                </a:lnTo>
                <a:lnTo>
                  <a:pt x="2043319" y="1341651"/>
                </a:lnTo>
                <a:lnTo>
                  <a:pt x="1998085" y="1346210"/>
                </a:lnTo>
                <a:lnTo>
                  <a:pt x="925951" y="1346210"/>
                </a:lnTo>
                <a:lnTo>
                  <a:pt x="470397" y="1831969"/>
                </a:lnTo>
                <a:lnTo>
                  <a:pt x="370331" y="1346210"/>
                </a:lnTo>
                <a:lnTo>
                  <a:pt x="224271" y="1346210"/>
                </a:lnTo>
                <a:lnTo>
                  <a:pt x="179088" y="1341651"/>
                </a:lnTo>
                <a:lnTo>
                  <a:pt x="136997" y="1328576"/>
                </a:lnTo>
                <a:lnTo>
                  <a:pt x="98902" y="1307886"/>
                </a:lnTo>
                <a:lnTo>
                  <a:pt x="65707" y="1280483"/>
                </a:lnTo>
                <a:lnTo>
                  <a:pt x="38315" y="1247270"/>
                </a:lnTo>
                <a:lnTo>
                  <a:pt x="17631" y="1209148"/>
                </a:lnTo>
                <a:lnTo>
                  <a:pt x="4558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 txBox="1"/>
          <p:nvPr/>
        </p:nvSpPr>
        <p:spPr>
          <a:xfrm>
            <a:off x="4280852" y="1923586"/>
            <a:ext cx="1877695" cy="56143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90500">
              <a:lnSpc>
                <a:spcPct val="100899"/>
              </a:lnSpc>
              <a:spcBef>
                <a:spcPts val="80"/>
              </a:spcBef>
            </a:pPr>
            <a:r>
              <a:rPr lang="en-US" spc="-40" dirty="0">
                <a:cs typeface="Calibri"/>
              </a:rPr>
              <a:t>Hey. </a:t>
            </a:r>
            <a:r>
              <a:rPr lang="en-US" spc="5" dirty="0">
                <a:cs typeface="Calibri"/>
              </a:rPr>
              <a:t>Can </a:t>
            </a:r>
            <a:r>
              <a:rPr lang="en-US" dirty="0">
                <a:cs typeface="Calibri"/>
              </a:rPr>
              <a:t>you </a:t>
            </a:r>
            <a:r>
              <a:rPr lang="en-US" spc="5" dirty="0">
                <a:cs typeface="Calibri"/>
              </a:rPr>
              <a:t>do  </a:t>
            </a:r>
            <a:r>
              <a:rPr lang="en-US" dirty="0">
                <a:cs typeface="Calibri"/>
              </a:rPr>
              <a:t>something </a:t>
            </a:r>
            <a:r>
              <a:rPr lang="en-US" spc="10" dirty="0">
                <a:cs typeface="Calibri"/>
              </a:rPr>
              <a:t>about</a:t>
            </a:r>
            <a:r>
              <a:rPr lang="en-US" spc="-215" dirty="0">
                <a:cs typeface="Calibri"/>
              </a:rPr>
              <a:t> </a:t>
            </a:r>
            <a:r>
              <a:rPr lang="en-US" spc="5" dirty="0">
                <a:cs typeface="Calibri"/>
              </a:rPr>
              <a:t>it?</a:t>
            </a:r>
            <a:endParaRPr lang="en-US" dirty="0">
              <a:cs typeface="Calibri"/>
            </a:endParaRPr>
          </a:p>
        </p:txBody>
      </p:sp>
      <p:sp>
        <p:nvSpPr>
          <p:cNvPr id="35" name="object 17"/>
          <p:cNvSpPr/>
          <p:nvPr/>
        </p:nvSpPr>
        <p:spPr>
          <a:xfrm>
            <a:off x="8543940" y="1435685"/>
            <a:ext cx="2486025" cy="2152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8"/>
          <p:cNvSpPr/>
          <p:nvPr/>
        </p:nvSpPr>
        <p:spPr>
          <a:xfrm>
            <a:off x="8675765" y="1569035"/>
            <a:ext cx="2222500" cy="1883410"/>
          </a:xfrm>
          <a:custGeom>
            <a:avLst/>
            <a:gdLst/>
            <a:ahLst/>
            <a:cxnLst/>
            <a:rect l="l" t="t" r="r" b="b"/>
            <a:pathLst>
              <a:path w="2222500" h="1883410">
                <a:moveTo>
                  <a:pt x="1852025" y="1346210"/>
                </a:moveTo>
                <a:lnTo>
                  <a:pt x="1296405" y="1346210"/>
                </a:lnTo>
                <a:lnTo>
                  <a:pt x="1994397" y="1882780"/>
                </a:lnTo>
                <a:lnTo>
                  <a:pt x="1852025" y="1346210"/>
                </a:lnTo>
                <a:close/>
              </a:path>
              <a:path w="2222500" h="1883410">
                <a:moveTo>
                  <a:pt x="1998085" y="0"/>
                </a:moveTo>
                <a:lnTo>
                  <a:pt x="224271" y="0"/>
                </a:lnTo>
                <a:lnTo>
                  <a:pt x="179044" y="4558"/>
                </a:lnTo>
                <a:lnTo>
                  <a:pt x="136932" y="17633"/>
                </a:lnTo>
                <a:lnTo>
                  <a:pt x="98835" y="38322"/>
                </a:lnTo>
                <a:lnTo>
                  <a:pt x="65650" y="65722"/>
                </a:lnTo>
                <a:lnTo>
                  <a:pt x="38275" y="98932"/>
                </a:lnTo>
                <a:lnTo>
                  <a:pt x="17610" y="137048"/>
                </a:lnTo>
                <a:lnTo>
                  <a:pt x="4552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2" y="1167019"/>
                </a:lnTo>
                <a:lnTo>
                  <a:pt x="17610" y="1209148"/>
                </a:lnTo>
                <a:lnTo>
                  <a:pt x="38275" y="1247270"/>
                </a:lnTo>
                <a:lnTo>
                  <a:pt x="65650" y="1280483"/>
                </a:lnTo>
                <a:lnTo>
                  <a:pt x="98835" y="1307886"/>
                </a:lnTo>
                <a:lnTo>
                  <a:pt x="136932" y="1328576"/>
                </a:lnTo>
                <a:lnTo>
                  <a:pt x="179044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269" y="1341651"/>
                </a:lnTo>
                <a:lnTo>
                  <a:pt x="2085360" y="1328576"/>
                </a:lnTo>
                <a:lnTo>
                  <a:pt x="2123455" y="1307886"/>
                </a:lnTo>
                <a:lnTo>
                  <a:pt x="2156650" y="1280483"/>
                </a:lnTo>
                <a:lnTo>
                  <a:pt x="2184041" y="1247270"/>
                </a:lnTo>
                <a:lnTo>
                  <a:pt x="2204725" y="1209148"/>
                </a:lnTo>
                <a:lnTo>
                  <a:pt x="2217799" y="1167019"/>
                </a:lnTo>
                <a:lnTo>
                  <a:pt x="2222357" y="1121785"/>
                </a:lnTo>
                <a:lnTo>
                  <a:pt x="2222357" y="224393"/>
                </a:lnTo>
                <a:lnTo>
                  <a:pt x="2217799" y="179169"/>
                </a:lnTo>
                <a:lnTo>
                  <a:pt x="2204725" y="137048"/>
                </a:lnTo>
                <a:lnTo>
                  <a:pt x="2184041" y="98932"/>
                </a:lnTo>
                <a:lnTo>
                  <a:pt x="2156650" y="65722"/>
                </a:lnTo>
                <a:lnTo>
                  <a:pt x="2123455" y="38322"/>
                </a:lnTo>
                <a:lnTo>
                  <a:pt x="2085360" y="17633"/>
                </a:lnTo>
                <a:lnTo>
                  <a:pt x="204326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/>
          <p:cNvSpPr/>
          <p:nvPr/>
        </p:nvSpPr>
        <p:spPr>
          <a:xfrm>
            <a:off x="8675765" y="1569035"/>
            <a:ext cx="2222500" cy="1883410"/>
          </a:xfrm>
          <a:custGeom>
            <a:avLst/>
            <a:gdLst/>
            <a:ahLst/>
            <a:cxnLst/>
            <a:rect l="l" t="t" r="r" b="b"/>
            <a:pathLst>
              <a:path w="2222500" h="1883410">
                <a:moveTo>
                  <a:pt x="0" y="224393"/>
                </a:moveTo>
                <a:lnTo>
                  <a:pt x="4552" y="179169"/>
                </a:lnTo>
                <a:lnTo>
                  <a:pt x="17610" y="137048"/>
                </a:lnTo>
                <a:lnTo>
                  <a:pt x="38275" y="98932"/>
                </a:lnTo>
                <a:lnTo>
                  <a:pt x="65650" y="65722"/>
                </a:lnTo>
                <a:lnTo>
                  <a:pt x="98835" y="38322"/>
                </a:lnTo>
                <a:lnTo>
                  <a:pt x="136932" y="17633"/>
                </a:lnTo>
                <a:lnTo>
                  <a:pt x="179044" y="4558"/>
                </a:lnTo>
                <a:lnTo>
                  <a:pt x="224271" y="0"/>
                </a:lnTo>
                <a:lnTo>
                  <a:pt x="1296405" y="0"/>
                </a:lnTo>
                <a:lnTo>
                  <a:pt x="1852025" y="0"/>
                </a:lnTo>
                <a:lnTo>
                  <a:pt x="1998085" y="0"/>
                </a:lnTo>
                <a:lnTo>
                  <a:pt x="2043269" y="4558"/>
                </a:lnTo>
                <a:lnTo>
                  <a:pt x="2085360" y="17633"/>
                </a:lnTo>
                <a:lnTo>
                  <a:pt x="2123455" y="38322"/>
                </a:lnTo>
                <a:lnTo>
                  <a:pt x="2156650" y="65722"/>
                </a:lnTo>
                <a:lnTo>
                  <a:pt x="2184041" y="98932"/>
                </a:lnTo>
                <a:lnTo>
                  <a:pt x="2204725" y="137048"/>
                </a:lnTo>
                <a:lnTo>
                  <a:pt x="2217799" y="179169"/>
                </a:lnTo>
                <a:lnTo>
                  <a:pt x="2222357" y="224393"/>
                </a:lnTo>
                <a:lnTo>
                  <a:pt x="2222357" y="785225"/>
                </a:lnTo>
                <a:lnTo>
                  <a:pt x="2222357" y="1121785"/>
                </a:lnTo>
                <a:lnTo>
                  <a:pt x="2217799" y="1167019"/>
                </a:lnTo>
                <a:lnTo>
                  <a:pt x="2204725" y="1209148"/>
                </a:lnTo>
                <a:lnTo>
                  <a:pt x="2184041" y="1247270"/>
                </a:lnTo>
                <a:lnTo>
                  <a:pt x="2156650" y="1280483"/>
                </a:lnTo>
                <a:lnTo>
                  <a:pt x="2123455" y="1307886"/>
                </a:lnTo>
                <a:lnTo>
                  <a:pt x="2085360" y="1328576"/>
                </a:lnTo>
                <a:lnTo>
                  <a:pt x="2043269" y="1341651"/>
                </a:lnTo>
                <a:lnTo>
                  <a:pt x="1998085" y="1346210"/>
                </a:lnTo>
                <a:lnTo>
                  <a:pt x="1852025" y="1346210"/>
                </a:lnTo>
                <a:lnTo>
                  <a:pt x="1994397" y="1882780"/>
                </a:lnTo>
                <a:lnTo>
                  <a:pt x="1296405" y="1346210"/>
                </a:lnTo>
                <a:lnTo>
                  <a:pt x="224271" y="1346210"/>
                </a:lnTo>
                <a:lnTo>
                  <a:pt x="179044" y="1341651"/>
                </a:lnTo>
                <a:lnTo>
                  <a:pt x="136932" y="1328576"/>
                </a:lnTo>
                <a:lnTo>
                  <a:pt x="98835" y="1307886"/>
                </a:lnTo>
                <a:lnTo>
                  <a:pt x="65650" y="1280483"/>
                </a:lnTo>
                <a:lnTo>
                  <a:pt x="38275" y="1247270"/>
                </a:lnTo>
                <a:lnTo>
                  <a:pt x="17610" y="1209148"/>
                </a:lnTo>
                <a:lnTo>
                  <a:pt x="4552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0"/>
          <p:cNvSpPr txBox="1"/>
          <p:nvPr/>
        </p:nvSpPr>
        <p:spPr>
          <a:xfrm>
            <a:off x="8950966" y="1938283"/>
            <a:ext cx="1681480" cy="28725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cs typeface="Calibri"/>
              </a:rPr>
              <a:t>S</a:t>
            </a:r>
            <a:r>
              <a:rPr lang="en-US" spc="25" dirty="0">
                <a:cs typeface="Calibri"/>
              </a:rPr>
              <a:t>u</a:t>
            </a:r>
            <a:r>
              <a:rPr lang="en-US" spc="-30" dirty="0">
                <a:cs typeface="Calibri"/>
              </a:rPr>
              <a:t>r</a:t>
            </a:r>
            <a:r>
              <a:rPr lang="en-US" dirty="0">
                <a:cs typeface="Calibri"/>
              </a:rPr>
              <a:t>e…</a:t>
            </a:r>
          </a:p>
        </p:txBody>
      </p:sp>
      <p:sp>
        <p:nvSpPr>
          <p:cNvPr id="20" name="object 10"/>
          <p:cNvSpPr/>
          <p:nvPr/>
        </p:nvSpPr>
        <p:spPr>
          <a:xfrm>
            <a:off x="3445352" y="3023506"/>
            <a:ext cx="1230477" cy="12304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2"/>
          <p:cNvSpPr/>
          <p:nvPr/>
        </p:nvSpPr>
        <p:spPr>
          <a:xfrm>
            <a:off x="10763185" y="2860361"/>
            <a:ext cx="1230477" cy="12304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107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0" y="1848439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 txBox="1"/>
          <p:nvPr/>
        </p:nvSpPr>
        <p:spPr>
          <a:xfrm>
            <a:off x="-12700" y="1820744"/>
            <a:ext cx="3361054" cy="1416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470"/>
              </a:lnSpc>
              <a:spcBef>
                <a:spcPts val="105"/>
              </a:spcBef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5470"/>
              </a:lnSpc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4800">
              <a:latin typeface="Arial"/>
              <a:cs typeface="Arial"/>
            </a:endParaRPr>
          </a:p>
        </p:txBody>
      </p:sp>
      <p:sp>
        <p:nvSpPr>
          <p:cNvPr id="26" name="object 7"/>
          <p:cNvSpPr txBox="1"/>
          <p:nvPr/>
        </p:nvSpPr>
        <p:spPr>
          <a:xfrm>
            <a:off x="-12700" y="3356239"/>
            <a:ext cx="22682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(Recap)</a:t>
            </a:r>
            <a:endParaRPr sz="4800">
              <a:latin typeface="Arial"/>
              <a:cs typeface="Arial"/>
            </a:endParaRPr>
          </a:p>
        </p:txBody>
      </p:sp>
      <p:sp>
        <p:nvSpPr>
          <p:cNvPr id="29" name="object 11"/>
          <p:cNvSpPr/>
          <p:nvPr/>
        </p:nvSpPr>
        <p:spPr>
          <a:xfrm>
            <a:off x="3981450" y="1435669"/>
            <a:ext cx="2476500" cy="2105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925951" y="1346210"/>
                </a:moveTo>
                <a:lnTo>
                  <a:pt x="370331" y="1346210"/>
                </a:lnTo>
                <a:lnTo>
                  <a:pt x="470397" y="1831969"/>
                </a:lnTo>
                <a:lnTo>
                  <a:pt x="925951" y="1346210"/>
                </a:lnTo>
                <a:close/>
              </a:path>
              <a:path w="2223135" h="1831975">
                <a:moveTo>
                  <a:pt x="1998085" y="0"/>
                </a:moveTo>
                <a:lnTo>
                  <a:pt x="224271" y="0"/>
                </a:lnTo>
                <a:lnTo>
                  <a:pt x="179088" y="4558"/>
                </a:lnTo>
                <a:lnTo>
                  <a:pt x="136997" y="17633"/>
                </a:lnTo>
                <a:lnTo>
                  <a:pt x="98902" y="38322"/>
                </a:lnTo>
                <a:lnTo>
                  <a:pt x="65707" y="65722"/>
                </a:lnTo>
                <a:lnTo>
                  <a:pt x="38315" y="98932"/>
                </a:lnTo>
                <a:lnTo>
                  <a:pt x="17631" y="137048"/>
                </a:lnTo>
                <a:lnTo>
                  <a:pt x="4558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8" y="1167019"/>
                </a:lnTo>
                <a:lnTo>
                  <a:pt x="17631" y="1209148"/>
                </a:lnTo>
                <a:lnTo>
                  <a:pt x="38315" y="1247270"/>
                </a:lnTo>
                <a:lnTo>
                  <a:pt x="65707" y="1280483"/>
                </a:lnTo>
                <a:lnTo>
                  <a:pt x="98902" y="1307886"/>
                </a:lnTo>
                <a:lnTo>
                  <a:pt x="136997" y="1328576"/>
                </a:lnTo>
                <a:lnTo>
                  <a:pt x="179088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319" y="1341651"/>
                </a:lnTo>
                <a:lnTo>
                  <a:pt x="2085448" y="1328576"/>
                </a:lnTo>
                <a:lnTo>
                  <a:pt x="2123570" y="1307886"/>
                </a:lnTo>
                <a:lnTo>
                  <a:pt x="2156783" y="1280483"/>
                </a:lnTo>
                <a:lnTo>
                  <a:pt x="2184186" y="1247270"/>
                </a:lnTo>
                <a:lnTo>
                  <a:pt x="2204876" y="1209148"/>
                </a:lnTo>
                <a:lnTo>
                  <a:pt x="2217951" y="1167019"/>
                </a:lnTo>
                <a:lnTo>
                  <a:pt x="2222510" y="1121785"/>
                </a:lnTo>
                <a:lnTo>
                  <a:pt x="2222510" y="224393"/>
                </a:lnTo>
                <a:lnTo>
                  <a:pt x="2217951" y="179169"/>
                </a:lnTo>
                <a:lnTo>
                  <a:pt x="2204876" y="137048"/>
                </a:lnTo>
                <a:lnTo>
                  <a:pt x="2184186" y="98932"/>
                </a:lnTo>
                <a:lnTo>
                  <a:pt x="2156783" y="65722"/>
                </a:lnTo>
                <a:lnTo>
                  <a:pt x="2123570" y="38322"/>
                </a:lnTo>
                <a:lnTo>
                  <a:pt x="2085448" y="17633"/>
                </a:lnTo>
                <a:lnTo>
                  <a:pt x="204331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3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0" y="224393"/>
                </a:moveTo>
                <a:lnTo>
                  <a:pt x="4558" y="179169"/>
                </a:lnTo>
                <a:lnTo>
                  <a:pt x="17631" y="137048"/>
                </a:lnTo>
                <a:lnTo>
                  <a:pt x="38315" y="98932"/>
                </a:lnTo>
                <a:lnTo>
                  <a:pt x="65707" y="65722"/>
                </a:lnTo>
                <a:lnTo>
                  <a:pt x="98902" y="38322"/>
                </a:lnTo>
                <a:lnTo>
                  <a:pt x="136997" y="17633"/>
                </a:lnTo>
                <a:lnTo>
                  <a:pt x="179088" y="4558"/>
                </a:lnTo>
                <a:lnTo>
                  <a:pt x="224271" y="0"/>
                </a:lnTo>
                <a:lnTo>
                  <a:pt x="370331" y="0"/>
                </a:lnTo>
                <a:lnTo>
                  <a:pt x="925951" y="0"/>
                </a:lnTo>
                <a:lnTo>
                  <a:pt x="1998085" y="0"/>
                </a:lnTo>
                <a:lnTo>
                  <a:pt x="2043319" y="4558"/>
                </a:lnTo>
                <a:lnTo>
                  <a:pt x="2085448" y="17633"/>
                </a:lnTo>
                <a:lnTo>
                  <a:pt x="2123570" y="38322"/>
                </a:lnTo>
                <a:lnTo>
                  <a:pt x="2156783" y="65722"/>
                </a:lnTo>
                <a:lnTo>
                  <a:pt x="2184186" y="98932"/>
                </a:lnTo>
                <a:lnTo>
                  <a:pt x="2204876" y="137048"/>
                </a:lnTo>
                <a:lnTo>
                  <a:pt x="2217951" y="179169"/>
                </a:lnTo>
                <a:lnTo>
                  <a:pt x="2222510" y="224393"/>
                </a:lnTo>
                <a:lnTo>
                  <a:pt x="2222510" y="785225"/>
                </a:lnTo>
                <a:lnTo>
                  <a:pt x="2222510" y="1121785"/>
                </a:lnTo>
                <a:lnTo>
                  <a:pt x="2217951" y="1167019"/>
                </a:lnTo>
                <a:lnTo>
                  <a:pt x="2204876" y="1209148"/>
                </a:lnTo>
                <a:lnTo>
                  <a:pt x="2184186" y="1247270"/>
                </a:lnTo>
                <a:lnTo>
                  <a:pt x="2156783" y="1280483"/>
                </a:lnTo>
                <a:lnTo>
                  <a:pt x="2123570" y="1307886"/>
                </a:lnTo>
                <a:lnTo>
                  <a:pt x="2085448" y="1328576"/>
                </a:lnTo>
                <a:lnTo>
                  <a:pt x="2043319" y="1341651"/>
                </a:lnTo>
                <a:lnTo>
                  <a:pt x="1998085" y="1346210"/>
                </a:lnTo>
                <a:lnTo>
                  <a:pt x="925951" y="1346210"/>
                </a:lnTo>
                <a:lnTo>
                  <a:pt x="470397" y="1831969"/>
                </a:lnTo>
                <a:lnTo>
                  <a:pt x="370331" y="1346210"/>
                </a:lnTo>
                <a:lnTo>
                  <a:pt x="224271" y="1346210"/>
                </a:lnTo>
                <a:lnTo>
                  <a:pt x="179088" y="1341651"/>
                </a:lnTo>
                <a:lnTo>
                  <a:pt x="136997" y="1328576"/>
                </a:lnTo>
                <a:lnTo>
                  <a:pt x="98902" y="1307886"/>
                </a:lnTo>
                <a:lnTo>
                  <a:pt x="65707" y="1280483"/>
                </a:lnTo>
                <a:lnTo>
                  <a:pt x="38315" y="1247270"/>
                </a:lnTo>
                <a:lnTo>
                  <a:pt x="17631" y="1209148"/>
                </a:lnTo>
                <a:lnTo>
                  <a:pt x="4558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 txBox="1"/>
          <p:nvPr/>
        </p:nvSpPr>
        <p:spPr>
          <a:xfrm>
            <a:off x="4280852" y="1923586"/>
            <a:ext cx="1877695" cy="56143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90500">
              <a:lnSpc>
                <a:spcPct val="100899"/>
              </a:lnSpc>
              <a:spcBef>
                <a:spcPts val="80"/>
              </a:spcBef>
            </a:pPr>
            <a:r>
              <a:rPr lang="en-US" spc="-40" dirty="0">
                <a:cs typeface="Calibri"/>
              </a:rPr>
              <a:t>Hey. </a:t>
            </a:r>
            <a:r>
              <a:rPr lang="en-US" spc="5" dirty="0">
                <a:cs typeface="Calibri"/>
              </a:rPr>
              <a:t>Can </a:t>
            </a:r>
            <a:r>
              <a:rPr lang="en-US" dirty="0">
                <a:cs typeface="Calibri"/>
              </a:rPr>
              <a:t>you </a:t>
            </a:r>
            <a:r>
              <a:rPr lang="en-US" spc="5" dirty="0">
                <a:cs typeface="Calibri"/>
              </a:rPr>
              <a:t>do  </a:t>
            </a:r>
            <a:r>
              <a:rPr lang="en-US" dirty="0">
                <a:cs typeface="Calibri"/>
              </a:rPr>
              <a:t>something </a:t>
            </a:r>
            <a:r>
              <a:rPr lang="en-US" spc="10" dirty="0">
                <a:cs typeface="Calibri"/>
              </a:rPr>
              <a:t>about</a:t>
            </a:r>
            <a:r>
              <a:rPr lang="en-US" spc="-215" dirty="0">
                <a:cs typeface="Calibri"/>
              </a:rPr>
              <a:t> </a:t>
            </a:r>
            <a:r>
              <a:rPr lang="en-US" spc="5" dirty="0">
                <a:cs typeface="Calibri"/>
              </a:rPr>
              <a:t>it?</a:t>
            </a:r>
            <a:endParaRPr lang="en-US" dirty="0">
              <a:cs typeface="Calibri"/>
            </a:endParaRPr>
          </a:p>
        </p:txBody>
      </p:sp>
      <p:sp>
        <p:nvSpPr>
          <p:cNvPr id="35" name="object 17"/>
          <p:cNvSpPr/>
          <p:nvPr/>
        </p:nvSpPr>
        <p:spPr>
          <a:xfrm>
            <a:off x="8543940" y="1435685"/>
            <a:ext cx="2486025" cy="2152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8"/>
          <p:cNvSpPr/>
          <p:nvPr/>
        </p:nvSpPr>
        <p:spPr>
          <a:xfrm>
            <a:off x="8675765" y="1569035"/>
            <a:ext cx="2222500" cy="1883410"/>
          </a:xfrm>
          <a:custGeom>
            <a:avLst/>
            <a:gdLst/>
            <a:ahLst/>
            <a:cxnLst/>
            <a:rect l="l" t="t" r="r" b="b"/>
            <a:pathLst>
              <a:path w="2222500" h="1883410">
                <a:moveTo>
                  <a:pt x="1852025" y="1346210"/>
                </a:moveTo>
                <a:lnTo>
                  <a:pt x="1296405" y="1346210"/>
                </a:lnTo>
                <a:lnTo>
                  <a:pt x="1994397" y="1882780"/>
                </a:lnTo>
                <a:lnTo>
                  <a:pt x="1852025" y="1346210"/>
                </a:lnTo>
                <a:close/>
              </a:path>
              <a:path w="2222500" h="1883410">
                <a:moveTo>
                  <a:pt x="1998085" y="0"/>
                </a:moveTo>
                <a:lnTo>
                  <a:pt x="224271" y="0"/>
                </a:lnTo>
                <a:lnTo>
                  <a:pt x="179044" y="4558"/>
                </a:lnTo>
                <a:lnTo>
                  <a:pt x="136932" y="17633"/>
                </a:lnTo>
                <a:lnTo>
                  <a:pt x="98835" y="38322"/>
                </a:lnTo>
                <a:lnTo>
                  <a:pt x="65650" y="65722"/>
                </a:lnTo>
                <a:lnTo>
                  <a:pt x="38275" y="98932"/>
                </a:lnTo>
                <a:lnTo>
                  <a:pt x="17610" y="137048"/>
                </a:lnTo>
                <a:lnTo>
                  <a:pt x="4552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2" y="1167019"/>
                </a:lnTo>
                <a:lnTo>
                  <a:pt x="17610" y="1209148"/>
                </a:lnTo>
                <a:lnTo>
                  <a:pt x="38275" y="1247270"/>
                </a:lnTo>
                <a:lnTo>
                  <a:pt x="65650" y="1280483"/>
                </a:lnTo>
                <a:lnTo>
                  <a:pt x="98835" y="1307886"/>
                </a:lnTo>
                <a:lnTo>
                  <a:pt x="136932" y="1328576"/>
                </a:lnTo>
                <a:lnTo>
                  <a:pt x="179044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269" y="1341651"/>
                </a:lnTo>
                <a:lnTo>
                  <a:pt x="2085360" y="1328576"/>
                </a:lnTo>
                <a:lnTo>
                  <a:pt x="2123455" y="1307886"/>
                </a:lnTo>
                <a:lnTo>
                  <a:pt x="2156650" y="1280483"/>
                </a:lnTo>
                <a:lnTo>
                  <a:pt x="2184041" y="1247270"/>
                </a:lnTo>
                <a:lnTo>
                  <a:pt x="2204725" y="1209148"/>
                </a:lnTo>
                <a:lnTo>
                  <a:pt x="2217799" y="1167019"/>
                </a:lnTo>
                <a:lnTo>
                  <a:pt x="2222357" y="1121785"/>
                </a:lnTo>
                <a:lnTo>
                  <a:pt x="2222357" y="224393"/>
                </a:lnTo>
                <a:lnTo>
                  <a:pt x="2217799" y="179169"/>
                </a:lnTo>
                <a:lnTo>
                  <a:pt x="2204725" y="137048"/>
                </a:lnTo>
                <a:lnTo>
                  <a:pt x="2184041" y="98932"/>
                </a:lnTo>
                <a:lnTo>
                  <a:pt x="2156650" y="65722"/>
                </a:lnTo>
                <a:lnTo>
                  <a:pt x="2123455" y="38322"/>
                </a:lnTo>
                <a:lnTo>
                  <a:pt x="2085360" y="17633"/>
                </a:lnTo>
                <a:lnTo>
                  <a:pt x="204326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/>
          <p:cNvSpPr/>
          <p:nvPr/>
        </p:nvSpPr>
        <p:spPr>
          <a:xfrm>
            <a:off x="8675765" y="1569035"/>
            <a:ext cx="2222500" cy="1883410"/>
          </a:xfrm>
          <a:custGeom>
            <a:avLst/>
            <a:gdLst/>
            <a:ahLst/>
            <a:cxnLst/>
            <a:rect l="l" t="t" r="r" b="b"/>
            <a:pathLst>
              <a:path w="2222500" h="1883410">
                <a:moveTo>
                  <a:pt x="0" y="224393"/>
                </a:moveTo>
                <a:lnTo>
                  <a:pt x="4552" y="179169"/>
                </a:lnTo>
                <a:lnTo>
                  <a:pt x="17610" y="137048"/>
                </a:lnTo>
                <a:lnTo>
                  <a:pt x="38275" y="98932"/>
                </a:lnTo>
                <a:lnTo>
                  <a:pt x="65650" y="65722"/>
                </a:lnTo>
                <a:lnTo>
                  <a:pt x="98835" y="38322"/>
                </a:lnTo>
                <a:lnTo>
                  <a:pt x="136932" y="17633"/>
                </a:lnTo>
                <a:lnTo>
                  <a:pt x="179044" y="4558"/>
                </a:lnTo>
                <a:lnTo>
                  <a:pt x="224271" y="0"/>
                </a:lnTo>
                <a:lnTo>
                  <a:pt x="1296405" y="0"/>
                </a:lnTo>
                <a:lnTo>
                  <a:pt x="1852025" y="0"/>
                </a:lnTo>
                <a:lnTo>
                  <a:pt x="1998085" y="0"/>
                </a:lnTo>
                <a:lnTo>
                  <a:pt x="2043269" y="4558"/>
                </a:lnTo>
                <a:lnTo>
                  <a:pt x="2085360" y="17633"/>
                </a:lnTo>
                <a:lnTo>
                  <a:pt x="2123455" y="38322"/>
                </a:lnTo>
                <a:lnTo>
                  <a:pt x="2156650" y="65722"/>
                </a:lnTo>
                <a:lnTo>
                  <a:pt x="2184041" y="98932"/>
                </a:lnTo>
                <a:lnTo>
                  <a:pt x="2204725" y="137048"/>
                </a:lnTo>
                <a:lnTo>
                  <a:pt x="2217799" y="179169"/>
                </a:lnTo>
                <a:lnTo>
                  <a:pt x="2222357" y="224393"/>
                </a:lnTo>
                <a:lnTo>
                  <a:pt x="2222357" y="785225"/>
                </a:lnTo>
                <a:lnTo>
                  <a:pt x="2222357" y="1121785"/>
                </a:lnTo>
                <a:lnTo>
                  <a:pt x="2217799" y="1167019"/>
                </a:lnTo>
                <a:lnTo>
                  <a:pt x="2204725" y="1209148"/>
                </a:lnTo>
                <a:lnTo>
                  <a:pt x="2184041" y="1247270"/>
                </a:lnTo>
                <a:lnTo>
                  <a:pt x="2156650" y="1280483"/>
                </a:lnTo>
                <a:lnTo>
                  <a:pt x="2123455" y="1307886"/>
                </a:lnTo>
                <a:lnTo>
                  <a:pt x="2085360" y="1328576"/>
                </a:lnTo>
                <a:lnTo>
                  <a:pt x="2043269" y="1341651"/>
                </a:lnTo>
                <a:lnTo>
                  <a:pt x="1998085" y="1346210"/>
                </a:lnTo>
                <a:lnTo>
                  <a:pt x="1852025" y="1346210"/>
                </a:lnTo>
                <a:lnTo>
                  <a:pt x="1994397" y="1882780"/>
                </a:lnTo>
                <a:lnTo>
                  <a:pt x="1296405" y="1346210"/>
                </a:lnTo>
                <a:lnTo>
                  <a:pt x="224271" y="1346210"/>
                </a:lnTo>
                <a:lnTo>
                  <a:pt x="179044" y="1341651"/>
                </a:lnTo>
                <a:lnTo>
                  <a:pt x="136932" y="1328576"/>
                </a:lnTo>
                <a:lnTo>
                  <a:pt x="98835" y="1307886"/>
                </a:lnTo>
                <a:lnTo>
                  <a:pt x="65650" y="1280483"/>
                </a:lnTo>
                <a:lnTo>
                  <a:pt x="38275" y="1247270"/>
                </a:lnTo>
                <a:lnTo>
                  <a:pt x="17610" y="1209148"/>
                </a:lnTo>
                <a:lnTo>
                  <a:pt x="4552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0"/>
          <p:cNvSpPr/>
          <p:nvPr/>
        </p:nvSpPr>
        <p:spPr>
          <a:xfrm>
            <a:off x="3445352" y="3023506"/>
            <a:ext cx="1230477" cy="12304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2"/>
          <p:cNvSpPr/>
          <p:nvPr/>
        </p:nvSpPr>
        <p:spPr>
          <a:xfrm>
            <a:off x="10763185" y="2860361"/>
            <a:ext cx="1230477" cy="12304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6805050" y="16041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cs typeface="Calibri"/>
              </a:rPr>
              <a:t>So,</a:t>
            </a:r>
          </a:p>
          <a:p>
            <a:pPr marL="3175" algn="ctr">
              <a:lnSpc>
                <a:spcPct val="100000"/>
              </a:lnSpc>
              <a:spcBef>
                <a:spcPts val="15"/>
              </a:spcBef>
            </a:pPr>
            <a:r>
              <a:rPr lang="en-US" spc="10" dirty="0">
                <a:cs typeface="Calibri"/>
              </a:rPr>
              <a:t>Spending </a:t>
            </a:r>
            <a:r>
              <a:rPr lang="en-US" spc="-15" dirty="0">
                <a:cs typeface="Calibri"/>
              </a:rPr>
              <a:t>“X”</a:t>
            </a:r>
            <a:r>
              <a:rPr lang="en-US" spc="-185" dirty="0">
                <a:cs typeface="Calibri"/>
              </a:rPr>
              <a:t> </a:t>
            </a:r>
            <a:r>
              <a:rPr lang="en-US" dirty="0">
                <a:cs typeface="Calibri"/>
              </a:rPr>
              <a:t>bucks</a:t>
            </a: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lang="en-US" spc="5" dirty="0">
                <a:cs typeface="Calibri"/>
              </a:rPr>
              <a:t>will </a:t>
            </a:r>
            <a:r>
              <a:rPr lang="en-US" spc="-10" dirty="0">
                <a:cs typeface="Calibri"/>
              </a:rPr>
              <a:t>get </a:t>
            </a:r>
            <a:r>
              <a:rPr lang="en-US" dirty="0">
                <a:cs typeface="Calibri"/>
              </a:rPr>
              <a:t>her</a:t>
            </a:r>
            <a:r>
              <a:rPr lang="en-US" spc="-160" dirty="0">
                <a:cs typeface="Calibri"/>
              </a:rPr>
              <a:t> </a:t>
            </a:r>
            <a:r>
              <a:rPr lang="en-US" dirty="0">
                <a:cs typeface="Calibri"/>
              </a:rPr>
              <a:t>a</a:t>
            </a: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lang="en-US" dirty="0">
                <a:cs typeface="Calibri"/>
              </a:rPr>
              <a:t>property of </a:t>
            </a:r>
            <a:r>
              <a:rPr lang="en-US" spc="-5" dirty="0">
                <a:cs typeface="Calibri"/>
              </a:rPr>
              <a:t>area</a:t>
            </a:r>
            <a:r>
              <a:rPr lang="en-US" spc="-114" dirty="0">
                <a:cs typeface="Calibri"/>
              </a:rPr>
              <a:t> </a:t>
            </a:r>
            <a:r>
              <a:rPr lang="en-US" spc="15" dirty="0">
                <a:cs typeface="Calibri"/>
              </a:rPr>
              <a:t>“Y”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74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0" y="1848439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 txBox="1"/>
          <p:nvPr/>
        </p:nvSpPr>
        <p:spPr>
          <a:xfrm>
            <a:off x="-12700" y="1820744"/>
            <a:ext cx="3361054" cy="1416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470"/>
              </a:lnSpc>
              <a:spcBef>
                <a:spcPts val="105"/>
              </a:spcBef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5470"/>
              </a:lnSpc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4800">
              <a:latin typeface="Arial"/>
              <a:cs typeface="Arial"/>
            </a:endParaRPr>
          </a:p>
        </p:txBody>
      </p:sp>
      <p:sp>
        <p:nvSpPr>
          <p:cNvPr id="26" name="object 7"/>
          <p:cNvSpPr txBox="1"/>
          <p:nvPr/>
        </p:nvSpPr>
        <p:spPr>
          <a:xfrm>
            <a:off x="-12700" y="3356239"/>
            <a:ext cx="22682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(Recap)</a:t>
            </a:r>
            <a:endParaRPr sz="4800">
              <a:latin typeface="Arial"/>
              <a:cs typeface="Arial"/>
            </a:endParaRPr>
          </a:p>
        </p:txBody>
      </p:sp>
      <p:sp>
        <p:nvSpPr>
          <p:cNvPr id="29" name="object 11"/>
          <p:cNvSpPr/>
          <p:nvPr/>
        </p:nvSpPr>
        <p:spPr>
          <a:xfrm>
            <a:off x="3981450" y="1435669"/>
            <a:ext cx="2476500" cy="2105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925951" y="1346210"/>
                </a:moveTo>
                <a:lnTo>
                  <a:pt x="370331" y="1346210"/>
                </a:lnTo>
                <a:lnTo>
                  <a:pt x="470397" y="1831969"/>
                </a:lnTo>
                <a:lnTo>
                  <a:pt x="925951" y="1346210"/>
                </a:lnTo>
                <a:close/>
              </a:path>
              <a:path w="2223135" h="1831975">
                <a:moveTo>
                  <a:pt x="1998085" y="0"/>
                </a:moveTo>
                <a:lnTo>
                  <a:pt x="224271" y="0"/>
                </a:lnTo>
                <a:lnTo>
                  <a:pt x="179088" y="4558"/>
                </a:lnTo>
                <a:lnTo>
                  <a:pt x="136997" y="17633"/>
                </a:lnTo>
                <a:lnTo>
                  <a:pt x="98902" y="38322"/>
                </a:lnTo>
                <a:lnTo>
                  <a:pt x="65707" y="65722"/>
                </a:lnTo>
                <a:lnTo>
                  <a:pt x="38315" y="98932"/>
                </a:lnTo>
                <a:lnTo>
                  <a:pt x="17631" y="137048"/>
                </a:lnTo>
                <a:lnTo>
                  <a:pt x="4558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8" y="1167019"/>
                </a:lnTo>
                <a:lnTo>
                  <a:pt x="17631" y="1209148"/>
                </a:lnTo>
                <a:lnTo>
                  <a:pt x="38315" y="1247270"/>
                </a:lnTo>
                <a:lnTo>
                  <a:pt x="65707" y="1280483"/>
                </a:lnTo>
                <a:lnTo>
                  <a:pt x="98902" y="1307886"/>
                </a:lnTo>
                <a:lnTo>
                  <a:pt x="136997" y="1328576"/>
                </a:lnTo>
                <a:lnTo>
                  <a:pt x="179088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319" y="1341651"/>
                </a:lnTo>
                <a:lnTo>
                  <a:pt x="2085448" y="1328576"/>
                </a:lnTo>
                <a:lnTo>
                  <a:pt x="2123570" y="1307886"/>
                </a:lnTo>
                <a:lnTo>
                  <a:pt x="2156783" y="1280483"/>
                </a:lnTo>
                <a:lnTo>
                  <a:pt x="2184186" y="1247270"/>
                </a:lnTo>
                <a:lnTo>
                  <a:pt x="2204876" y="1209148"/>
                </a:lnTo>
                <a:lnTo>
                  <a:pt x="2217951" y="1167019"/>
                </a:lnTo>
                <a:lnTo>
                  <a:pt x="2222510" y="1121785"/>
                </a:lnTo>
                <a:lnTo>
                  <a:pt x="2222510" y="224393"/>
                </a:lnTo>
                <a:lnTo>
                  <a:pt x="2217951" y="179169"/>
                </a:lnTo>
                <a:lnTo>
                  <a:pt x="2204876" y="137048"/>
                </a:lnTo>
                <a:lnTo>
                  <a:pt x="2184186" y="98932"/>
                </a:lnTo>
                <a:lnTo>
                  <a:pt x="2156783" y="65722"/>
                </a:lnTo>
                <a:lnTo>
                  <a:pt x="2123570" y="38322"/>
                </a:lnTo>
                <a:lnTo>
                  <a:pt x="2085448" y="17633"/>
                </a:lnTo>
                <a:lnTo>
                  <a:pt x="204331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3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0" y="224393"/>
                </a:moveTo>
                <a:lnTo>
                  <a:pt x="4558" y="179169"/>
                </a:lnTo>
                <a:lnTo>
                  <a:pt x="17631" y="137048"/>
                </a:lnTo>
                <a:lnTo>
                  <a:pt x="38315" y="98932"/>
                </a:lnTo>
                <a:lnTo>
                  <a:pt x="65707" y="65722"/>
                </a:lnTo>
                <a:lnTo>
                  <a:pt x="98902" y="38322"/>
                </a:lnTo>
                <a:lnTo>
                  <a:pt x="136997" y="17633"/>
                </a:lnTo>
                <a:lnTo>
                  <a:pt x="179088" y="4558"/>
                </a:lnTo>
                <a:lnTo>
                  <a:pt x="224271" y="0"/>
                </a:lnTo>
                <a:lnTo>
                  <a:pt x="370331" y="0"/>
                </a:lnTo>
                <a:lnTo>
                  <a:pt x="925951" y="0"/>
                </a:lnTo>
                <a:lnTo>
                  <a:pt x="1998085" y="0"/>
                </a:lnTo>
                <a:lnTo>
                  <a:pt x="2043319" y="4558"/>
                </a:lnTo>
                <a:lnTo>
                  <a:pt x="2085448" y="17633"/>
                </a:lnTo>
                <a:lnTo>
                  <a:pt x="2123570" y="38322"/>
                </a:lnTo>
                <a:lnTo>
                  <a:pt x="2156783" y="65722"/>
                </a:lnTo>
                <a:lnTo>
                  <a:pt x="2184186" y="98932"/>
                </a:lnTo>
                <a:lnTo>
                  <a:pt x="2204876" y="137048"/>
                </a:lnTo>
                <a:lnTo>
                  <a:pt x="2217951" y="179169"/>
                </a:lnTo>
                <a:lnTo>
                  <a:pt x="2222510" y="224393"/>
                </a:lnTo>
                <a:lnTo>
                  <a:pt x="2222510" y="785225"/>
                </a:lnTo>
                <a:lnTo>
                  <a:pt x="2222510" y="1121785"/>
                </a:lnTo>
                <a:lnTo>
                  <a:pt x="2217951" y="1167019"/>
                </a:lnTo>
                <a:lnTo>
                  <a:pt x="2204876" y="1209148"/>
                </a:lnTo>
                <a:lnTo>
                  <a:pt x="2184186" y="1247270"/>
                </a:lnTo>
                <a:lnTo>
                  <a:pt x="2156783" y="1280483"/>
                </a:lnTo>
                <a:lnTo>
                  <a:pt x="2123570" y="1307886"/>
                </a:lnTo>
                <a:lnTo>
                  <a:pt x="2085448" y="1328576"/>
                </a:lnTo>
                <a:lnTo>
                  <a:pt x="2043319" y="1341651"/>
                </a:lnTo>
                <a:lnTo>
                  <a:pt x="1998085" y="1346210"/>
                </a:lnTo>
                <a:lnTo>
                  <a:pt x="925951" y="1346210"/>
                </a:lnTo>
                <a:lnTo>
                  <a:pt x="470397" y="1831969"/>
                </a:lnTo>
                <a:lnTo>
                  <a:pt x="370331" y="1346210"/>
                </a:lnTo>
                <a:lnTo>
                  <a:pt x="224271" y="1346210"/>
                </a:lnTo>
                <a:lnTo>
                  <a:pt x="179088" y="1341651"/>
                </a:lnTo>
                <a:lnTo>
                  <a:pt x="136997" y="1328576"/>
                </a:lnTo>
                <a:lnTo>
                  <a:pt x="98902" y="1307886"/>
                </a:lnTo>
                <a:lnTo>
                  <a:pt x="65707" y="1280483"/>
                </a:lnTo>
                <a:lnTo>
                  <a:pt x="38315" y="1247270"/>
                </a:lnTo>
                <a:lnTo>
                  <a:pt x="17631" y="1209148"/>
                </a:lnTo>
                <a:lnTo>
                  <a:pt x="4558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 txBox="1"/>
          <p:nvPr/>
        </p:nvSpPr>
        <p:spPr>
          <a:xfrm>
            <a:off x="4280852" y="1923586"/>
            <a:ext cx="1877695" cy="56143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594360" marR="5080" indent="-582295">
              <a:lnSpc>
                <a:spcPct val="100899"/>
              </a:lnSpc>
              <a:spcBef>
                <a:spcPts val="80"/>
              </a:spcBef>
            </a:pPr>
            <a:r>
              <a:rPr lang="en-US" dirty="0">
                <a:cs typeface="Calibri"/>
              </a:rPr>
              <a:t>How </a:t>
            </a:r>
            <a:r>
              <a:rPr lang="en-US" spc="10" dirty="0">
                <a:cs typeface="Calibri"/>
              </a:rPr>
              <a:t>did </a:t>
            </a:r>
            <a:r>
              <a:rPr lang="en-US" dirty="0">
                <a:cs typeface="Calibri"/>
              </a:rPr>
              <a:t>you</a:t>
            </a:r>
            <a:r>
              <a:rPr lang="en-US" spc="-200" dirty="0">
                <a:cs typeface="Calibri"/>
              </a:rPr>
              <a:t> </a:t>
            </a:r>
            <a:r>
              <a:rPr lang="en-US" dirty="0">
                <a:cs typeface="Calibri"/>
              </a:rPr>
              <a:t>find  </a:t>
            </a:r>
            <a:r>
              <a:rPr lang="en-US" spc="5" dirty="0">
                <a:cs typeface="Calibri"/>
              </a:rPr>
              <a:t>out?</a:t>
            </a:r>
            <a:endParaRPr lang="en-US" dirty="0">
              <a:cs typeface="Calibri"/>
            </a:endParaRPr>
          </a:p>
        </p:txBody>
      </p:sp>
      <p:sp>
        <p:nvSpPr>
          <p:cNvPr id="35" name="object 17"/>
          <p:cNvSpPr/>
          <p:nvPr/>
        </p:nvSpPr>
        <p:spPr>
          <a:xfrm>
            <a:off x="8544002" y="1408697"/>
            <a:ext cx="2486025" cy="2152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8"/>
          <p:cNvSpPr/>
          <p:nvPr/>
        </p:nvSpPr>
        <p:spPr>
          <a:xfrm>
            <a:off x="8675765" y="1569035"/>
            <a:ext cx="2222500" cy="1883410"/>
          </a:xfrm>
          <a:custGeom>
            <a:avLst/>
            <a:gdLst/>
            <a:ahLst/>
            <a:cxnLst/>
            <a:rect l="l" t="t" r="r" b="b"/>
            <a:pathLst>
              <a:path w="2222500" h="1883410">
                <a:moveTo>
                  <a:pt x="1852025" y="1346210"/>
                </a:moveTo>
                <a:lnTo>
                  <a:pt x="1296405" y="1346210"/>
                </a:lnTo>
                <a:lnTo>
                  <a:pt x="1994397" y="1882780"/>
                </a:lnTo>
                <a:lnTo>
                  <a:pt x="1852025" y="1346210"/>
                </a:lnTo>
                <a:close/>
              </a:path>
              <a:path w="2222500" h="1883410">
                <a:moveTo>
                  <a:pt x="1998085" y="0"/>
                </a:moveTo>
                <a:lnTo>
                  <a:pt x="224271" y="0"/>
                </a:lnTo>
                <a:lnTo>
                  <a:pt x="179044" y="4558"/>
                </a:lnTo>
                <a:lnTo>
                  <a:pt x="136932" y="17633"/>
                </a:lnTo>
                <a:lnTo>
                  <a:pt x="98835" y="38322"/>
                </a:lnTo>
                <a:lnTo>
                  <a:pt x="65650" y="65722"/>
                </a:lnTo>
                <a:lnTo>
                  <a:pt x="38275" y="98932"/>
                </a:lnTo>
                <a:lnTo>
                  <a:pt x="17610" y="137048"/>
                </a:lnTo>
                <a:lnTo>
                  <a:pt x="4552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2" y="1167019"/>
                </a:lnTo>
                <a:lnTo>
                  <a:pt x="17610" y="1209148"/>
                </a:lnTo>
                <a:lnTo>
                  <a:pt x="38275" y="1247270"/>
                </a:lnTo>
                <a:lnTo>
                  <a:pt x="65650" y="1280483"/>
                </a:lnTo>
                <a:lnTo>
                  <a:pt x="98835" y="1307886"/>
                </a:lnTo>
                <a:lnTo>
                  <a:pt x="136932" y="1328576"/>
                </a:lnTo>
                <a:lnTo>
                  <a:pt x="179044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269" y="1341651"/>
                </a:lnTo>
                <a:lnTo>
                  <a:pt x="2085360" y="1328576"/>
                </a:lnTo>
                <a:lnTo>
                  <a:pt x="2123455" y="1307886"/>
                </a:lnTo>
                <a:lnTo>
                  <a:pt x="2156650" y="1280483"/>
                </a:lnTo>
                <a:lnTo>
                  <a:pt x="2184041" y="1247270"/>
                </a:lnTo>
                <a:lnTo>
                  <a:pt x="2204725" y="1209148"/>
                </a:lnTo>
                <a:lnTo>
                  <a:pt x="2217799" y="1167019"/>
                </a:lnTo>
                <a:lnTo>
                  <a:pt x="2222357" y="1121785"/>
                </a:lnTo>
                <a:lnTo>
                  <a:pt x="2222357" y="224393"/>
                </a:lnTo>
                <a:lnTo>
                  <a:pt x="2217799" y="179169"/>
                </a:lnTo>
                <a:lnTo>
                  <a:pt x="2204725" y="137048"/>
                </a:lnTo>
                <a:lnTo>
                  <a:pt x="2184041" y="98932"/>
                </a:lnTo>
                <a:lnTo>
                  <a:pt x="2156650" y="65722"/>
                </a:lnTo>
                <a:lnTo>
                  <a:pt x="2123455" y="38322"/>
                </a:lnTo>
                <a:lnTo>
                  <a:pt x="2085360" y="17633"/>
                </a:lnTo>
                <a:lnTo>
                  <a:pt x="204326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/>
          <p:cNvSpPr/>
          <p:nvPr/>
        </p:nvSpPr>
        <p:spPr>
          <a:xfrm>
            <a:off x="8675765" y="1569035"/>
            <a:ext cx="2222500" cy="1883410"/>
          </a:xfrm>
          <a:custGeom>
            <a:avLst/>
            <a:gdLst/>
            <a:ahLst/>
            <a:cxnLst/>
            <a:rect l="l" t="t" r="r" b="b"/>
            <a:pathLst>
              <a:path w="2222500" h="1883410">
                <a:moveTo>
                  <a:pt x="0" y="224393"/>
                </a:moveTo>
                <a:lnTo>
                  <a:pt x="4552" y="179169"/>
                </a:lnTo>
                <a:lnTo>
                  <a:pt x="17610" y="137048"/>
                </a:lnTo>
                <a:lnTo>
                  <a:pt x="38275" y="98932"/>
                </a:lnTo>
                <a:lnTo>
                  <a:pt x="65650" y="65722"/>
                </a:lnTo>
                <a:lnTo>
                  <a:pt x="98835" y="38322"/>
                </a:lnTo>
                <a:lnTo>
                  <a:pt x="136932" y="17633"/>
                </a:lnTo>
                <a:lnTo>
                  <a:pt x="179044" y="4558"/>
                </a:lnTo>
                <a:lnTo>
                  <a:pt x="224271" y="0"/>
                </a:lnTo>
                <a:lnTo>
                  <a:pt x="1296405" y="0"/>
                </a:lnTo>
                <a:lnTo>
                  <a:pt x="1852025" y="0"/>
                </a:lnTo>
                <a:lnTo>
                  <a:pt x="1998085" y="0"/>
                </a:lnTo>
                <a:lnTo>
                  <a:pt x="2043269" y="4558"/>
                </a:lnTo>
                <a:lnTo>
                  <a:pt x="2085360" y="17633"/>
                </a:lnTo>
                <a:lnTo>
                  <a:pt x="2123455" y="38322"/>
                </a:lnTo>
                <a:lnTo>
                  <a:pt x="2156650" y="65722"/>
                </a:lnTo>
                <a:lnTo>
                  <a:pt x="2184041" y="98932"/>
                </a:lnTo>
                <a:lnTo>
                  <a:pt x="2204725" y="137048"/>
                </a:lnTo>
                <a:lnTo>
                  <a:pt x="2217799" y="179169"/>
                </a:lnTo>
                <a:lnTo>
                  <a:pt x="2222357" y="224393"/>
                </a:lnTo>
                <a:lnTo>
                  <a:pt x="2222357" y="785225"/>
                </a:lnTo>
                <a:lnTo>
                  <a:pt x="2222357" y="1121785"/>
                </a:lnTo>
                <a:lnTo>
                  <a:pt x="2217799" y="1167019"/>
                </a:lnTo>
                <a:lnTo>
                  <a:pt x="2204725" y="1209148"/>
                </a:lnTo>
                <a:lnTo>
                  <a:pt x="2184041" y="1247270"/>
                </a:lnTo>
                <a:lnTo>
                  <a:pt x="2156650" y="1280483"/>
                </a:lnTo>
                <a:lnTo>
                  <a:pt x="2123455" y="1307886"/>
                </a:lnTo>
                <a:lnTo>
                  <a:pt x="2085360" y="1328576"/>
                </a:lnTo>
                <a:lnTo>
                  <a:pt x="2043269" y="1341651"/>
                </a:lnTo>
                <a:lnTo>
                  <a:pt x="1998085" y="1346210"/>
                </a:lnTo>
                <a:lnTo>
                  <a:pt x="1852025" y="1346210"/>
                </a:lnTo>
                <a:lnTo>
                  <a:pt x="1994397" y="1882780"/>
                </a:lnTo>
                <a:lnTo>
                  <a:pt x="1296405" y="1346210"/>
                </a:lnTo>
                <a:lnTo>
                  <a:pt x="224271" y="1346210"/>
                </a:lnTo>
                <a:lnTo>
                  <a:pt x="179044" y="1341651"/>
                </a:lnTo>
                <a:lnTo>
                  <a:pt x="136932" y="1328576"/>
                </a:lnTo>
                <a:lnTo>
                  <a:pt x="98835" y="1307886"/>
                </a:lnTo>
                <a:lnTo>
                  <a:pt x="65650" y="1280483"/>
                </a:lnTo>
                <a:lnTo>
                  <a:pt x="38275" y="1247270"/>
                </a:lnTo>
                <a:lnTo>
                  <a:pt x="17610" y="1209148"/>
                </a:lnTo>
                <a:lnTo>
                  <a:pt x="4552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0"/>
          <p:cNvSpPr/>
          <p:nvPr/>
        </p:nvSpPr>
        <p:spPr>
          <a:xfrm>
            <a:off x="3445352" y="3023506"/>
            <a:ext cx="1230477" cy="12304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2"/>
          <p:cNvSpPr/>
          <p:nvPr/>
        </p:nvSpPr>
        <p:spPr>
          <a:xfrm>
            <a:off x="10763185" y="2860361"/>
            <a:ext cx="1230477" cy="12304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8964118" y="1878381"/>
            <a:ext cx="1799067" cy="651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950" marR="5080" indent="-95885">
              <a:lnSpc>
                <a:spcPct val="100899"/>
              </a:lnSpc>
              <a:spcBef>
                <a:spcPts val="80"/>
              </a:spcBef>
            </a:pPr>
            <a:r>
              <a:rPr lang="en-US" spc="5" dirty="0">
                <a:cs typeface="Calibri"/>
              </a:rPr>
              <a:t>Simple</a:t>
            </a:r>
            <a:r>
              <a:rPr lang="en-US" spc="-170" dirty="0">
                <a:cs typeface="Calibri"/>
              </a:rPr>
              <a:t> </a:t>
            </a:r>
            <a:r>
              <a:rPr lang="en-US" spc="15" dirty="0">
                <a:cs typeface="Calibri"/>
              </a:rPr>
              <a:t>linear  </a:t>
            </a:r>
            <a:r>
              <a:rPr lang="en-US" spc="-10" dirty="0">
                <a:cs typeface="Calibri"/>
              </a:rPr>
              <a:t>regression.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4627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0" y="1848439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 txBox="1"/>
          <p:nvPr/>
        </p:nvSpPr>
        <p:spPr>
          <a:xfrm>
            <a:off x="-12700" y="1820744"/>
            <a:ext cx="3361054" cy="1416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470"/>
              </a:lnSpc>
              <a:spcBef>
                <a:spcPts val="105"/>
              </a:spcBef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5470"/>
              </a:lnSpc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4800">
              <a:latin typeface="Arial"/>
              <a:cs typeface="Arial"/>
            </a:endParaRPr>
          </a:p>
        </p:txBody>
      </p:sp>
      <p:sp>
        <p:nvSpPr>
          <p:cNvPr id="26" name="object 7"/>
          <p:cNvSpPr txBox="1"/>
          <p:nvPr/>
        </p:nvSpPr>
        <p:spPr>
          <a:xfrm>
            <a:off x="-12700" y="3356239"/>
            <a:ext cx="22682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(Recap)</a:t>
            </a:r>
            <a:endParaRPr sz="4800">
              <a:latin typeface="Arial"/>
              <a:cs typeface="Arial"/>
            </a:endParaRPr>
          </a:p>
        </p:txBody>
      </p:sp>
      <p:sp>
        <p:nvSpPr>
          <p:cNvPr id="29" name="object 11"/>
          <p:cNvSpPr/>
          <p:nvPr/>
        </p:nvSpPr>
        <p:spPr>
          <a:xfrm>
            <a:off x="3981450" y="1435669"/>
            <a:ext cx="2476500" cy="2105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925951" y="1346210"/>
                </a:moveTo>
                <a:lnTo>
                  <a:pt x="370331" y="1346210"/>
                </a:lnTo>
                <a:lnTo>
                  <a:pt x="470397" y="1831969"/>
                </a:lnTo>
                <a:lnTo>
                  <a:pt x="925951" y="1346210"/>
                </a:lnTo>
                <a:close/>
              </a:path>
              <a:path w="2223135" h="1831975">
                <a:moveTo>
                  <a:pt x="1998085" y="0"/>
                </a:moveTo>
                <a:lnTo>
                  <a:pt x="224271" y="0"/>
                </a:lnTo>
                <a:lnTo>
                  <a:pt x="179088" y="4558"/>
                </a:lnTo>
                <a:lnTo>
                  <a:pt x="136997" y="17633"/>
                </a:lnTo>
                <a:lnTo>
                  <a:pt x="98902" y="38322"/>
                </a:lnTo>
                <a:lnTo>
                  <a:pt x="65707" y="65722"/>
                </a:lnTo>
                <a:lnTo>
                  <a:pt x="38315" y="98932"/>
                </a:lnTo>
                <a:lnTo>
                  <a:pt x="17631" y="137048"/>
                </a:lnTo>
                <a:lnTo>
                  <a:pt x="4558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8" y="1167019"/>
                </a:lnTo>
                <a:lnTo>
                  <a:pt x="17631" y="1209148"/>
                </a:lnTo>
                <a:lnTo>
                  <a:pt x="38315" y="1247270"/>
                </a:lnTo>
                <a:lnTo>
                  <a:pt x="65707" y="1280483"/>
                </a:lnTo>
                <a:lnTo>
                  <a:pt x="98902" y="1307886"/>
                </a:lnTo>
                <a:lnTo>
                  <a:pt x="136997" y="1328576"/>
                </a:lnTo>
                <a:lnTo>
                  <a:pt x="179088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319" y="1341651"/>
                </a:lnTo>
                <a:lnTo>
                  <a:pt x="2085448" y="1328576"/>
                </a:lnTo>
                <a:lnTo>
                  <a:pt x="2123570" y="1307886"/>
                </a:lnTo>
                <a:lnTo>
                  <a:pt x="2156783" y="1280483"/>
                </a:lnTo>
                <a:lnTo>
                  <a:pt x="2184186" y="1247270"/>
                </a:lnTo>
                <a:lnTo>
                  <a:pt x="2204876" y="1209148"/>
                </a:lnTo>
                <a:lnTo>
                  <a:pt x="2217951" y="1167019"/>
                </a:lnTo>
                <a:lnTo>
                  <a:pt x="2222510" y="1121785"/>
                </a:lnTo>
                <a:lnTo>
                  <a:pt x="2222510" y="224393"/>
                </a:lnTo>
                <a:lnTo>
                  <a:pt x="2217951" y="179169"/>
                </a:lnTo>
                <a:lnTo>
                  <a:pt x="2204876" y="137048"/>
                </a:lnTo>
                <a:lnTo>
                  <a:pt x="2184186" y="98932"/>
                </a:lnTo>
                <a:lnTo>
                  <a:pt x="2156783" y="65722"/>
                </a:lnTo>
                <a:lnTo>
                  <a:pt x="2123570" y="38322"/>
                </a:lnTo>
                <a:lnTo>
                  <a:pt x="2085448" y="17633"/>
                </a:lnTo>
                <a:lnTo>
                  <a:pt x="204331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3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0" y="224393"/>
                </a:moveTo>
                <a:lnTo>
                  <a:pt x="4558" y="179169"/>
                </a:lnTo>
                <a:lnTo>
                  <a:pt x="17631" y="137048"/>
                </a:lnTo>
                <a:lnTo>
                  <a:pt x="38315" y="98932"/>
                </a:lnTo>
                <a:lnTo>
                  <a:pt x="65707" y="65722"/>
                </a:lnTo>
                <a:lnTo>
                  <a:pt x="98902" y="38322"/>
                </a:lnTo>
                <a:lnTo>
                  <a:pt x="136997" y="17633"/>
                </a:lnTo>
                <a:lnTo>
                  <a:pt x="179088" y="4558"/>
                </a:lnTo>
                <a:lnTo>
                  <a:pt x="224271" y="0"/>
                </a:lnTo>
                <a:lnTo>
                  <a:pt x="370331" y="0"/>
                </a:lnTo>
                <a:lnTo>
                  <a:pt x="925951" y="0"/>
                </a:lnTo>
                <a:lnTo>
                  <a:pt x="1998085" y="0"/>
                </a:lnTo>
                <a:lnTo>
                  <a:pt x="2043319" y="4558"/>
                </a:lnTo>
                <a:lnTo>
                  <a:pt x="2085448" y="17633"/>
                </a:lnTo>
                <a:lnTo>
                  <a:pt x="2123570" y="38322"/>
                </a:lnTo>
                <a:lnTo>
                  <a:pt x="2156783" y="65722"/>
                </a:lnTo>
                <a:lnTo>
                  <a:pt x="2184186" y="98932"/>
                </a:lnTo>
                <a:lnTo>
                  <a:pt x="2204876" y="137048"/>
                </a:lnTo>
                <a:lnTo>
                  <a:pt x="2217951" y="179169"/>
                </a:lnTo>
                <a:lnTo>
                  <a:pt x="2222510" y="224393"/>
                </a:lnTo>
                <a:lnTo>
                  <a:pt x="2222510" y="785225"/>
                </a:lnTo>
                <a:lnTo>
                  <a:pt x="2222510" y="1121785"/>
                </a:lnTo>
                <a:lnTo>
                  <a:pt x="2217951" y="1167019"/>
                </a:lnTo>
                <a:lnTo>
                  <a:pt x="2204876" y="1209148"/>
                </a:lnTo>
                <a:lnTo>
                  <a:pt x="2184186" y="1247270"/>
                </a:lnTo>
                <a:lnTo>
                  <a:pt x="2156783" y="1280483"/>
                </a:lnTo>
                <a:lnTo>
                  <a:pt x="2123570" y="1307886"/>
                </a:lnTo>
                <a:lnTo>
                  <a:pt x="2085448" y="1328576"/>
                </a:lnTo>
                <a:lnTo>
                  <a:pt x="2043319" y="1341651"/>
                </a:lnTo>
                <a:lnTo>
                  <a:pt x="1998085" y="1346210"/>
                </a:lnTo>
                <a:lnTo>
                  <a:pt x="925951" y="1346210"/>
                </a:lnTo>
                <a:lnTo>
                  <a:pt x="470397" y="1831969"/>
                </a:lnTo>
                <a:lnTo>
                  <a:pt x="370331" y="1346210"/>
                </a:lnTo>
                <a:lnTo>
                  <a:pt x="224271" y="1346210"/>
                </a:lnTo>
                <a:lnTo>
                  <a:pt x="179088" y="1341651"/>
                </a:lnTo>
                <a:lnTo>
                  <a:pt x="136997" y="1328576"/>
                </a:lnTo>
                <a:lnTo>
                  <a:pt x="98902" y="1307886"/>
                </a:lnTo>
                <a:lnTo>
                  <a:pt x="65707" y="1280483"/>
                </a:lnTo>
                <a:lnTo>
                  <a:pt x="38315" y="1247270"/>
                </a:lnTo>
                <a:lnTo>
                  <a:pt x="17631" y="1209148"/>
                </a:lnTo>
                <a:lnTo>
                  <a:pt x="4558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 txBox="1"/>
          <p:nvPr/>
        </p:nvSpPr>
        <p:spPr>
          <a:xfrm>
            <a:off x="4309528" y="1773486"/>
            <a:ext cx="1877695" cy="8411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5715" algn="ctr">
              <a:lnSpc>
                <a:spcPct val="100800"/>
              </a:lnSpc>
              <a:spcBef>
                <a:spcPts val="85"/>
              </a:spcBef>
            </a:pPr>
            <a:r>
              <a:rPr lang="en-US" spc="10" dirty="0">
                <a:cs typeface="Calibri"/>
              </a:rPr>
              <a:t>Spending </a:t>
            </a:r>
            <a:r>
              <a:rPr lang="en-US" spc="-10" dirty="0">
                <a:cs typeface="Calibri"/>
              </a:rPr>
              <a:t>more  </a:t>
            </a:r>
            <a:r>
              <a:rPr lang="en-US" dirty="0">
                <a:cs typeface="Calibri"/>
              </a:rPr>
              <a:t>money </a:t>
            </a:r>
            <a:r>
              <a:rPr lang="en-US" spc="5" dirty="0">
                <a:cs typeface="Calibri"/>
              </a:rPr>
              <a:t>will </a:t>
            </a:r>
            <a:r>
              <a:rPr lang="en-US" spc="-10" dirty="0">
                <a:cs typeface="Calibri"/>
              </a:rPr>
              <a:t>get</a:t>
            </a:r>
            <a:r>
              <a:rPr lang="en-US" spc="-204" dirty="0">
                <a:cs typeface="Calibri"/>
              </a:rPr>
              <a:t> </a:t>
            </a:r>
            <a:r>
              <a:rPr lang="en-US" dirty="0">
                <a:cs typeface="Calibri"/>
              </a:rPr>
              <a:t>her  bigger</a:t>
            </a:r>
            <a:r>
              <a:rPr lang="en-US" spc="-25" dirty="0">
                <a:cs typeface="Calibri"/>
              </a:rPr>
              <a:t> </a:t>
            </a:r>
            <a:r>
              <a:rPr lang="en-US" spc="-20" dirty="0">
                <a:cs typeface="Calibri"/>
              </a:rPr>
              <a:t>property.</a:t>
            </a:r>
            <a:endParaRPr lang="en-US" dirty="0">
              <a:cs typeface="Calibri"/>
            </a:endParaRPr>
          </a:p>
        </p:txBody>
      </p:sp>
      <p:sp>
        <p:nvSpPr>
          <p:cNvPr id="18" name="object 12"/>
          <p:cNvSpPr/>
          <p:nvPr/>
        </p:nvSpPr>
        <p:spPr>
          <a:xfrm>
            <a:off x="3476248" y="3197627"/>
            <a:ext cx="1230477" cy="12304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/>
          <p:cNvSpPr txBox="1"/>
          <p:nvPr/>
        </p:nvSpPr>
        <p:spPr>
          <a:xfrm>
            <a:off x="5185259" y="132011"/>
            <a:ext cx="1539875" cy="8540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-9525" algn="ctr">
              <a:lnSpc>
                <a:spcPct val="100899"/>
              </a:lnSpc>
              <a:spcBef>
                <a:spcPts val="80"/>
              </a:spcBef>
            </a:pP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Dependent 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Variable 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(Property</a:t>
            </a:r>
            <a:r>
              <a:rPr sz="1800" spc="-1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Size)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7" name="object 2"/>
          <p:cNvSpPr/>
          <p:nvPr/>
        </p:nvSpPr>
        <p:spPr>
          <a:xfrm>
            <a:off x="6790187" y="495427"/>
            <a:ext cx="114300" cy="4578350"/>
          </a:xfrm>
          <a:custGeom>
            <a:avLst/>
            <a:gdLst/>
            <a:ahLst/>
            <a:cxnLst/>
            <a:rect l="l" t="t" r="r" b="b"/>
            <a:pathLst>
              <a:path w="114300" h="4578350">
                <a:moveTo>
                  <a:pt x="76199" y="95274"/>
                </a:moveTo>
                <a:lnTo>
                  <a:pt x="38099" y="95274"/>
                </a:lnTo>
                <a:lnTo>
                  <a:pt x="38099" y="4578242"/>
                </a:lnTo>
                <a:lnTo>
                  <a:pt x="76199" y="4578242"/>
                </a:lnTo>
                <a:lnTo>
                  <a:pt x="76199" y="95274"/>
                </a:lnTo>
                <a:close/>
              </a:path>
              <a:path w="114300" h="457835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74"/>
                </a:lnTo>
                <a:lnTo>
                  <a:pt x="104787" y="95274"/>
                </a:lnTo>
                <a:lnTo>
                  <a:pt x="57149" y="0"/>
                </a:lnTo>
                <a:close/>
              </a:path>
              <a:path w="114300" h="4578350">
                <a:moveTo>
                  <a:pt x="104787" y="95274"/>
                </a:moveTo>
                <a:lnTo>
                  <a:pt x="76199" y="95274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87" y="9527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"/>
          <p:cNvSpPr/>
          <p:nvPr/>
        </p:nvSpPr>
        <p:spPr>
          <a:xfrm>
            <a:off x="6847337" y="4995683"/>
            <a:ext cx="5233670" cy="114300"/>
          </a:xfrm>
          <a:custGeom>
            <a:avLst/>
            <a:gdLst/>
            <a:ahLst/>
            <a:cxnLst/>
            <a:rect l="l" t="t" r="r" b="b"/>
            <a:pathLst>
              <a:path w="5233670" h="114300">
                <a:moveTo>
                  <a:pt x="5119115" y="0"/>
                </a:moveTo>
                <a:lnTo>
                  <a:pt x="5119115" y="114299"/>
                </a:lnTo>
                <a:lnTo>
                  <a:pt x="5195315" y="76199"/>
                </a:lnTo>
                <a:lnTo>
                  <a:pt x="5138165" y="76199"/>
                </a:lnTo>
                <a:lnTo>
                  <a:pt x="5138165" y="38099"/>
                </a:lnTo>
                <a:lnTo>
                  <a:pt x="5195315" y="38099"/>
                </a:lnTo>
                <a:lnTo>
                  <a:pt x="5119115" y="0"/>
                </a:lnTo>
                <a:close/>
              </a:path>
              <a:path w="5233670" h="114300">
                <a:moveTo>
                  <a:pt x="511911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119115" y="76199"/>
                </a:lnTo>
                <a:lnTo>
                  <a:pt x="5119115" y="38099"/>
                </a:lnTo>
                <a:close/>
              </a:path>
              <a:path w="5233670" h="114300">
                <a:moveTo>
                  <a:pt x="5195315" y="38099"/>
                </a:moveTo>
                <a:lnTo>
                  <a:pt x="5138165" y="38099"/>
                </a:lnTo>
                <a:lnTo>
                  <a:pt x="5138165" y="76199"/>
                </a:lnTo>
                <a:lnTo>
                  <a:pt x="5195315" y="76199"/>
                </a:lnTo>
                <a:lnTo>
                  <a:pt x="5233415" y="57149"/>
                </a:lnTo>
                <a:lnTo>
                  <a:pt x="5195315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/>
          <p:cNvSpPr txBox="1"/>
          <p:nvPr/>
        </p:nvSpPr>
        <p:spPr>
          <a:xfrm>
            <a:off x="10683498" y="5306646"/>
            <a:ext cx="1388745" cy="8540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ctr">
              <a:lnSpc>
                <a:spcPct val="100899"/>
              </a:lnSpc>
              <a:spcBef>
                <a:spcPts val="80"/>
              </a:spcBef>
            </a:pPr>
            <a:r>
              <a:rPr sz="1800" b="1" spc="15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nd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nd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800" b="1" spc="-50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Variable 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(Money)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12"/>
          <p:cNvSpPr/>
          <p:nvPr/>
        </p:nvSpPr>
        <p:spPr>
          <a:xfrm>
            <a:off x="8154655" y="4836428"/>
            <a:ext cx="565023" cy="5650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3"/>
          <p:cNvSpPr/>
          <p:nvPr/>
        </p:nvSpPr>
        <p:spPr>
          <a:xfrm>
            <a:off x="6540617" y="3520531"/>
            <a:ext cx="613333" cy="6133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4"/>
          <p:cNvSpPr/>
          <p:nvPr/>
        </p:nvSpPr>
        <p:spPr>
          <a:xfrm>
            <a:off x="7643110" y="1285012"/>
            <a:ext cx="3987800" cy="2874645"/>
          </a:xfrm>
          <a:custGeom>
            <a:avLst/>
            <a:gdLst/>
            <a:ahLst/>
            <a:cxnLst/>
            <a:rect l="l" t="t" r="r" b="b"/>
            <a:pathLst>
              <a:path w="3987800" h="2874645">
                <a:moveTo>
                  <a:pt x="0" y="2874257"/>
                </a:moveTo>
                <a:lnTo>
                  <a:pt x="3987789" y="0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5"/>
          <p:cNvSpPr txBox="1"/>
          <p:nvPr/>
        </p:nvSpPr>
        <p:spPr>
          <a:xfrm>
            <a:off x="11080628" y="982927"/>
            <a:ext cx="3644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1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400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F2F9F"/>
                </a:solidFill>
                <a:latin typeface="Arial"/>
                <a:cs typeface="Arial"/>
              </a:rPr>
              <a:t>ve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5941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0" y="1848439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 txBox="1"/>
          <p:nvPr/>
        </p:nvSpPr>
        <p:spPr>
          <a:xfrm>
            <a:off x="-12700" y="1820744"/>
            <a:ext cx="3361054" cy="1416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470"/>
              </a:lnSpc>
              <a:spcBef>
                <a:spcPts val="105"/>
              </a:spcBef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5470"/>
              </a:lnSpc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4800">
              <a:latin typeface="Arial"/>
              <a:cs typeface="Arial"/>
            </a:endParaRPr>
          </a:p>
        </p:txBody>
      </p:sp>
      <p:sp>
        <p:nvSpPr>
          <p:cNvPr id="26" name="object 7"/>
          <p:cNvSpPr txBox="1"/>
          <p:nvPr/>
        </p:nvSpPr>
        <p:spPr>
          <a:xfrm>
            <a:off x="-12700" y="3356239"/>
            <a:ext cx="22682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(Recap)</a:t>
            </a:r>
            <a:endParaRPr sz="4800">
              <a:latin typeface="Arial"/>
              <a:cs typeface="Arial"/>
            </a:endParaRPr>
          </a:p>
        </p:txBody>
      </p:sp>
      <p:sp>
        <p:nvSpPr>
          <p:cNvPr id="29" name="object 11"/>
          <p:cNvSpPr/>
          <p:nvPr/>
        </p:nvSpPr>
        <p:spPr>
          <a:xfrm>
            <a:off x="3981450" y="1435669"/>
            <a:ext cx="2476500" cy="2105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925951" y="1346210"/>
                </a:moveTo>
                <a:lnTo>
                  <a:pt x="370331" y="1346210"/>
                </a:lnTo>
                <a:lnTo>
                  <a:pt x="470397" y="1831969"/>
                </a:lnTo>
                <a:lnTo>
                  <a:pt x="925951" y="1346210"/>
                </a:lnTo>
                <a:close/>
              </a:path>
              <a:path w="2223135" h="1831975">
                <a:moveTo>
                  <a:pt x="1998085" y="0"/>
                </a:moveTo>
                <a:lnTo>
                  <a:pt x="224271" y="0"/>
                </a:lnTo>
                <a:lnTo>
                  <a:pt x="179088" y="4558"/>
                </a:lnTo>
                <a:lnTo>
                  <a:pt x="136997" y="17633"/>
                </a:lnTo>
                <a:lnTo>
                  <a:pt x="98902" y="38322"/>
                </a:lnTo>
                <a:lnTo>
                  <a:pt x="65707" y="65722"/>
                </a:lnTo>
                <a:lnTo>
                  <a:pt x="38315" y="98932"/>
                </a:lnTo>
                <a:lnTo>
                  <a:pt x="17631" y="137048"/>
                </a:lnTo>
                <a:lnTo>
                  <a:pt x="4558" y="179169"/>
                </a:lnTo>
                <a:lnTo>
                  <a:pt x="0" y="224393"/>
                </a:lnTo>
                <a:lnTo>
                  <a:pt x="0" y="1121785"/>
                </a:lnTo>
                <a:lnTo>
                  <a:pt x="4558" y="1167019"/>
                </a:lnTo>
                <a:lnTo>
                  <a:pt x="17631" y="1209148"/>
                </a:lnTo>
                <a:lnTo>
                  <a:pt x="38315" y="1247270"/>
                </a:lnTo>
                <a:lnTo>
                  <a:pt x="65707" y="1280483"/>
                </a:lnTo>
                <a:lnTo>
                  <a:pt x="98902" y="1307886"/>
                </a:lnTo>
                <a:lnTo>
                  <a:pt x="136997" y="1328576"/>
                </a:lnTo>
                <a:lnTo>
                  <a:pt x="179088" y="1341651"/>
                </a:lnTo>
                <a:lnTo>
                  <a:pt x="224271" y="1346210"/>
                </a:lnTo>
                <a:lnTo>
                  <a:pt x="1998085" y="1346210"/>
                </a:lnTo>
                <a:lnTo>
                  <a:pt x="2043319" y="1341651"/>
                </a:lnTo>
                <a:lnTo>
                  <a:pt x="2085448" y="1328576"/>
                </a:lnTo>
                <a:lnTo>
                  <a:pt x="2123570" y="1307886"/>
                </a:lnTo>
                <a:lnTo>
                  <a:pt x="2156783" y="1280483"/>
                </a:lnTo>
                <a:lnTo>
                  <a:pt x="2184186" y="1247270"/>
                </a:lnTo>
                <a:lnTo>
                  <a:pt x="2204876" y="1209148"/>
                </a:lnTo>
                <a:lnTo>
                  <a:pt x="2217951" y="1167019"/>
                </a:lnTo>
                <a:lnTo>
                  <a:pt x="2222510" y="1121785"/>
                </a:lnTo>
                <a:lnTo>
                  <a:pt x="2222510" y="224393"/>
                </a:lnTo>
                <a:lnTo>
                  <a:pt x="2217951" y="179169"/>
                </a:lnTo>
                <a:lnTo>
                  <a:pt x="2204876" y="137048"/>
                </a:lnTo>
                <a:lnTo>
                  <a:pt x="2184186" y="98932"/>
                </a:lnTo>
                <a:lnTo>
                  <a:pt x="2156783" y="65722"/>
                </a:lnTo>
                <a:lnTo>
                  <a:pt x="2123570" y="38322"/>
                </a:lnTo>
                <a:lnTo>
                  <a:pt x="2085448" y="17633"/>
                </a:lnTo>
                <a:lnTo>
                  <a:pt x="2043319" y="4558"/>
                </a:lnTo>
                <a:lnTo>
                  <a:pt x="19980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3"/>
          <p:cNvSpPr/>
          <p:nvPr/>
        </p:nvSpPr>
        <p:spPr>
          <a:xfrm>
            <a:off x="4109344" y="1569035"/>
            <a:ext cx="2223135" cy="1831975"/>
          </a:xfrm>
          <a:custGeom>
            <a:avLst/>
            <a:gdLst/>
            <a:ahLst/>
            <a:cxnLst/>
            <a:rect l="l" t="t" r="r" b="b"/>
            <a:pathLst>
              <a:path w="2223135" h="1831975">
                <a:moveTo>
                  <a:pt x="0" y="224393"/>
                </a:moveTo>
                <a:lnTo>
                  <a:pt x="4558" y="179169"/>
                </a:lnTo>
                <a:lnTo>
                  <a:pt x="17631" y="137048"/>
                </a:lnTo>
                <a:lnTo>
                  <a:pt x="38315" y="98932"/>
                </a:lnTo>
                <a:lnTo>
                  <a:pt x="65707" y="65722"/>
                </a:lnTo>
                <a:lnTo>
                  <a:pt x="98902" y="38322"/>
                </a:lnTo>
                <a:lnTo>
                  <a:pt x="136997" y="17633"/>
                </a:lnTo>
                <a:lnTo>
                  <a:pt x="179088" y="4558"/>
                </a:lnTo>
                <a:lnTo>
                  <a:pt x="224271" y="0"/>
                </a:lnTo>
                <a:lnTo>
                  <a:pt x="370331" y="0"/>
                </a:lnTo>
                <a:lnTo>
                  <a:pt x="925951" y="0"/>
                </a:lnTo>
                <a:lnTo>
                  <a:pt x="1998085" y="0"/>
                </a:lnTo>
                <a:lnTo>
                  <a:pt x="2043319" y="4558"/>
                </a:lnTo>
                <a:lnTo>
                  <a:pt x="2085448" y="17633"/>
                </a:lnTo>
                <a:lnTo>
                  <a:pt x="2123570" y="38322"/>
                </a:lnTo>
                <a:lnTo>
                  <a:pt x="2156783" y="65722"/>
                </a:lnTo>
                <a:lnTo>
                  <a:pt x="2184186" y="98932"/>
                </a:lnTo>
                <a:lnTo>
                  <a:pt x="2204876" y="137048"/>
                </a:lnTo>
                <a:lnTo>
                  <a:pt x="2217951" y="179169"/>
                </a:lnTo>
                <a:lnTo>
                  <a:pt x="2222510" y="224393"/>
                </a:lnTo>
                <a:lnTo>
                  <a:pt x="2222510" y="785225"/>
                </a:lnTo>
                <a:lnTo>
                  <a:pt x="2222510" y="1121785"/>
                </a:lnTo>
                <a:lnTo>
                  <a:pt x="2217951" y="1167019"/>
                </a:lnTo>
                <a:lnTo>
                  <a:pt x="2204876" y="1209148"/>
                </a:lnTo>
                <a:lnTo>
                  <a:pt x="2184186" y="1247270"/>
                </a:lnTo>
                <a:lnTo>
                  <a:pt x="2156783" y="1280483"/>
                </a:lnTo>
                <a:lnTo>
                  <a:pt x="2123570" y="1307886"/>
                </a:lnTo>
                <a:lnTo>
                  <a:pt x="2085448" y="1328576"/>
                </a:lnTo>
                <a:lnTo>
                  <a:pt x="2043319" y="1341651"/>
                </a:lnTo>
                <a:lnTo>
                  <a:pt x="1998085" y="1346210"/>
                </a:lnTo>
                <a:lnTo>
                  <a:pt x="925951" y="1346210"/>
                </a:lnTo>
                <a:lnTo>
                  <a:pt x="470397" y="1831969"/>
                </a:lnTo>
                <a:lnTo>
                  <a:pt x="370331" y="1346210"/>
                </a:lnTo>
                <a:lnTo>
                  <a:pt x="224271" y="1346210"/>
                </a:lnTo>
                <a:lnTo>
                  <a:pt x="179088" y="1341651"/>
                </a:lnTo>
                <a:lnTo>
                  <a:pt x="136997" y="1328576"/>
                </a:lnTo>
                <a:lnTo>
                  <a:pt x="98902" y="1307886"/>
                </a:lnTo>
                <a:lnTo>
                  <a:pt x="65707" y="1280483"/>
                </a:lnTo>
                <a:lnTo>
                  <a:pt x="38315" y="1247270"/>
                </a:lnTo>
                <a:lnTo>
                  <a:pt x="17631" y="1209148"/>
                </a:lnTo>
                <a:lnTo>
                  <a:pt x="4558" y="1167019"/>
                </a:lnTo>
                <a:lnTo>
                  <a:pt x="0" y="1121785"/>
                </a:lnTo>
                <a:lnTo>
                  <a:pt x="0" y="785225"/>
                </a:lnTo>
                <a:lnTo>
                  <a:pt x="0" y="22439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 txBox="1"/>
          <p:nvPr/>
        </p:nvSpPr>
        <p:spPr>
          <a:xfrm>
            <a:off x="4309528" y="1773486"/>
            <a:ext cx="1877695" cy="113377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0800"/>
              </a:lnSpc>
              <a:spcBef>
                <a:spcPts val="85"/>
              </a:spcBef>
            </a:pPr>
            <a:r>
              <a:rPr lang="en-US" spc="-5" dirty="0">
                <a:cs typeface="Calibri"/>
              </a:rPr>
              <a:t>Bigger </a:t>
            </a:r>
            <a:r>
              <a:rPr lang="en-US" dirty="0">
                <a:cs typeface="Calibri"/>
              </a:rPr>
              <a:t>garden</a:t>
            </a:r>
            <a:r>
              <a:rPr lang="en-US" spc="-120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area  </a:t>
            </a:r>
            <a:r>
              <a:rPr lang="en-US" dirty="0">
                <a:cs typeface="Calibri"/>
              </a:rPr>
              <a:t>means smaller  house</a:t>
            </a:r>
            <a:r>
              <a:rPr lang="en-US" dirty="0" smtClean="0">
                <a:cs typeface="Calibri"/>
              </a:rPr>
              <a:t>.</a:t>
            </a:r>
          </a:p>
          <a:p>
            <a:pPr marL="12700" marR="5080" algn="ctr">
              <a:lnSpc>
                <a:spcPct val="100800"/>
              </a:lnSpc>
              <a:spcBef>
                <a:spcPts val="85"/>
              </a:spcBef>
            </a:pPr>
            <a:endParaRPr lang="en-US" dirty="0">
              <a:cs typeface="Calibri"/>
            </a:endParaRPr>
          </a:p>
        </p:txBody>
      </p:sp>
      <p:sp>
        <p:nvSpPr>
          <p:cNvPr id="18" name="object 12"/>
          <p:cNvSpPr/>
          <p:nvPr/>
        </p:nvSpPr>
        <p:spPr>
          <a:xfrm>
            <a:off x="3476248" y="3197627"/>
            <a:ext cx="1230477" cy="12304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"/>
          <p:cNvSpPr/>
          <p:nvPr/>
        </p:nvSpPr>
        <p:spPr>
          <a:xfrm>
            <a:off x="6805177" y="435467"/>
            <a:ext cx="114300" cy="4578350"/>
          </a:xfrm>
          <a:custGeom>
            <a:avLst/>
            <a:gdLst/>
            <a:ahLst/>
            <a:cxnLst/>
            <a:rect l="l" t="t" r="r" b="b"/>
            <a:pathLst>
              <a:path w="114300" h="4578350">
                <a:moveTo>
                  <a:pt x="76199" y="95274"/>
                </a:moveTo>
                <a:lnTo>
                  <a:pt x="38099" y="95274"/>
                </a:lnTo>
                <a:lnTo>
                  <a:pt x="38099" y="4578242"/>
                </a:lnTo>
                <a:lnTo>
                  <a:pt x="76199" y="4578242"/>
                </a:lnTo>
                <a:lnTo>
                  <a:pt x="76199" y="95274"/>
                </a:lnTo>
                <a:close/>
              </a:path>
              <a:path w="114300" h="457835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74"/>
                </a:lnTo>
                <a:lnTo>
                  <a:pt x="104787" y="95274"/>
                </a:lnTo>
                <a:lnTo>
                  <a:pt x="57149" y="0"/>
                </a:lnTo>
                <a:close/>
              </a:path>
              <a:path w="114300" h="4578350">
                <a:moveTo>
                  <a:pt x="104787" y="95274"/>
                </a:moveTo>
                <a:lnTo>
                  <a:pt x="76199" y="95274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87" y="9527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"/>
          <p:cNvSpPr/>
          <p:nvPr/>
        </p:nvSpPr>
        <p:spPr>
          <a:xfrm>
            <a:off x="6862327" y="4935723"/>
            <a:ext cx="5233670" cy="114300"/>
          </a:xfrm>
          <a:custGeom>
            <a:avLst/>
            <a:gdLst/>
            <a:ahLst/>
            <a:cxnLst/>
            <a:rect l="l" t="t" r="r" b="b"/>
            <a:pathLst>
              <a:path w="5233670" h="114300">
                <a:moveTo>
                  <a:pt x="5119115" y="0"/>
                </a:moveTo>
                <a:lnTo>
                  <a:pt x="5119115" y="114299"/>
                </a:lnTo>
                <a:lnTo>
                  <a:pt x="5195315" y="76199"/>
                </a:lnTo>
                <a:lnTo>
                  <a:pt x="5138165" y="76199"/>
                </a:lnTo>
                <a:lnTo>
                  <a:pt x="5138165" y="38099"/>
                </a:lnTo>
                <a:lnTo>
                  <a:pt x="5195315" y="38099"/>
                </a:lnTo>
                <a:lnTo>
                  <a:pt x="5119115" y="0"/>
                </a:lnTo>
                <a:close/>
              </a:path>
              <a:path w="5233670" h="114300">
                <a:moveTo>
                  <a:pt x="511911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119115" y="76199"/>
                </a:lnTo>
                <a:lnTo>
                  <a:pt x="5119115" y="38099"/>
                </a:lnTo>
                <a:close/>
              </a:path>
              <a:path w="5233670" h="114300">
                <a:moveTo>
                  <a:pt x="5195315" y="38099"/>
                </a:moveTo>
                <a:lnTo>
                  <a:pt x="5138165" y="38099"/>
                </a:lnTo>
                <a:lnTo>
                  <a:pt x="5138165" y="76199"/>
                </a:lnTo>
                <a:lnTo>
                  <a:pt x="5195315" y="76199"/>
                </a:lnTo>
                <a:lnTo>
                  <a:pt x="5233415" y="57149"/>
                </a:lnTo>
                <a:lnTo>
                  <a:pt x="5195315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"/>
          <p:cNvSpPr txBox="1"/>
          <p:nvPr/>
        </p:nvSpPr>
        <p:spPr>
          <a:xfrm>
            <a:off x="10698488" y="5246686"/>
            <a:ext cx="1388745" cy="8191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1400"/>
              </a:lnSpc>
              <a:spcBef>
                <a:spcPts val="70"/>
              </a:spcBef>
            </a:pPr>
            <a:r>
              <a:rPr sz="1800" b="1" spc="15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nd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nd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800" b="1" spc="-50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Variable  </a:t>
            </a:r>
            <a:r>
              <a:rPr sz="1550" dirty="0">
                <a:solidFill>
                  <a:srgbClr val="6F2F9F"/>
                </a:solidFill>
                <a:latin typeface="Arial"/>
                <a:cs typeface="Arial"/>
              </a:rPr>
              <a:t>(Garden</a:t>
            </a:r>
            <a:r>
              <a:rPr sz="1550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6F2F9F"/>
                </a:solidFill>
                <a:latin typeface="Arial"/>
                <a:cs typeface="Arial"/>
              </a:rPr>
              <a:t>Area)</a:t>
            </a:r>
            <a:endParaRPr sz="1550">
              <a:latin typeface="Arial"/>
              <a:cs typeface="Arial"/>
            </a:endParaRPr>
          </a:p>
        </p:txBody>
      </p:sp>
      <p:sp>
        <p:nvSpPr>
          <p:cNvPr id="39" name="object 5"/>
          <p:cNvSpPr txBox="1"/>
          <p:nvPr/>
        </p:nvSpPr>
        <p:spPr>
          <a:xfrm>
            <a:off x="5642999" y="132007"/>
            <a:ext cx="1209040" cy="8191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1400"/>
              </a:lnSpc>
              <a:spcBef>
                <a:spcPts val="70"/>
              </a:spcBef>
            </a:pPr>
            <a:r>
              <a:rPr sz="1800" b="1" spc="-25" dirty="0">
                <a:solidFill>
                  <a:srgbClr val="6F2F9F"/>
                </a:solidFill>
                <a:latin typeface="Arial"/>
                <a:cs typeface="Arial"/>
              </a:rPr>
              <a:t>D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nd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Variable  </a:t>
            </a:r>
            <a:r>
              <a:rPr sz="1550" spc="-5" dirty="0">
                <a:solidFill>
                  <a:srgbClr val="6F2F9F"/>
                </a:solidFill>
                <a:latin typeface="Arial"/>
                <a:cs typeface="Arial"/>
              </a:rPr>
              <a:t>(House</a:t>
            </a:r>
            <a:r>
              <a:rPr sz="1550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6F2F9F"/>
                </a:solidFill>
                <a:latin typeface="Arial"/>
                <a:cs typeface="Arial"/>
              </a:rPr>
              <a:t>Area)</a:t>
            </a:r>
            <a:endParaRPr sz="1550">
              <a:latin typeface="Arial"/>
              <a:cs typeface="Arial"/>
            </a:endParaRPr>
          </a:p>
        </p:txBody>
      </p:sp>
      <p:sp>
        <p:nvSpPr>
          <p:cNvPr id="42" name="object 10"/>
          <p:cNvSpPr/>
          <p:nvPr/>
        </p:nvSpPr>
        <p:spPr>
          <a:xfrm>
            <a:off x="6555607" y="930722"/>
            <a:ext cx="613333" cy="6133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1"/>
          <p:cNvSpPr/>
          <p:nvPr/>
        </p:nvSpPr>
        <p:spPr>
          <a:xfrm>
            <a:off x="7186300" y="2789163"/>
            <a:ext cx="4085590" cy="1609725"/>
          </a:xfrm>
          <a:custGeom>
            <a:avLst/>
            <a:gdLst/>
            <a:ahLst/>
            <a:cxnLst/>
            <a:rect l="l" t="t" r="r" b="b"/>
            <a:pathLst>
              <a:path w="4085590" h="1609725">
                <a:moveTo>
                  <a:pt x="4084959" y="1609481"/>
                </a:moveTo>
                <a:lnTo>
                  <a:pt x="0" y="0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2"/>
          <p:cNvSpPr txBox="1"/>
          <p:nvPr/>
        </p:nvSpPr>
        <p:spPr>
          <a:xfrm>
            <a:off x="11114668" y="4038534"/>
            <a:ext cx="3124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400" spc="-1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6F2F9F"/>
                </a:solidFill>
                <a:latin typeface="Arial"/>
                <a:cs typeface="Arial"/>
              </a:rPr>
              <a:t>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13"/>
          <p:cNvSpPr/>
          <p:nvPr/>
        </p:nvSpPr>
        <p:spPr>
          <a:xfrm>
            <a:off x="7411090" y="4510290"/>
            <a:ext cx="698994" cy="6989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9939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0" y="1848439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 txBox="1"/>
          <p:nvPr/>
        </p:nvSpPr>
        <p:spPr>
          <a:xfrm>
            <a:off x="-12700" y="1820744"/>
            <a:ext cx="3361054" cy="1416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470"/>
              </a:lnSpc>
              <a:spcBef>
                <a:spcPts val="105"/>
              </a:spcBef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5470"/>
              </a:lnSpc>
            </a:pPr>
            <a:r>
              <a:rPr sz="4800" b="1" spc="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4800">
              <a:latin typeface="Arial"/>
              <a:cs typeface="Arial"/>
            </a:endParaRPr>
          </a:p>
        </p:txBody>
      </p:sp>
      <p:sp>
        <p:nvSpPr>
          <p:cNvPr id="26" name="object 7"/>
          <p:cNvSpPr txBox="1"/>
          <p:nvPr/>
        </p:nvSpPr>
        <p:spPr>
          <a:xfrm>
            <a:off x="-12700" y="3356239"/>
            <a:ext cx="22682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(Recap)</a:t>
            </a:r>
            <a:endParaRPr sz="4800">
              <a:latin typeface="Arial"/>
              <a:cs typeface="Arial"/>
            </a:endParaRPr>
          </a:p>
        </p:txBody>
      </p:sp>
      <p:sp>
        <p:nvSpPr>
          <p:cNvPr id="27" name="object 4"/>
          <p:cNvSpPr txBox="1"/>
          <p:nvPr/>
        </p:nvSpPr>
        <p:spPr>
          <a:xfrm>
            <a:off x="6325986" y="5190175"/>
            <a:ext cx="4067175" cy="18571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355012"/>
                </a:solidFill>
                <a:latin typeface="Arial"/>
                <a:cs typeface="Arial"/>
              </a:rPr>
              <a:t>If </a:t>
            </a:r>
            <a:r>
              <a:rPr sz="1550" spc="5" dirty="0">
                <a:solidFill>
                  <a:srgbClr val="355012"/>
                </a:solidFill>
                <a:latin typeface="Arial"/>
                <a:cs typeface="Arial"/>
              </a:rPr>
              <a:t>Lauren </a:t>
            </a:r>
            <a:r>
              <a:rPr sz="1550" spc="-10" dirty="0">
                <a:solidFill>
                  <a:srgbClr val="355012"/>
                </a:solidFill>
                <a:latin typeface="Arial"/>
                <a:cs typeface="Arial"/>
              </a:rPr>
              <a:t>spends  </a:t>
            </a:r>
            <a:r>
              <a:rPr sz="1550" spc="0" dirty="0">
                <a:solidFill>
                  <a:srgbClr val="355012"/>
                </a:solidFill>
                <a:latin typeface="Arial"/>
                <a:cs typeface="Arial"/>
              </a:rPr>
              <a:t>“X” </a:t>
            </a:r>
            <a:r>
              <a:rPr sz="1550" spc="-20" dirty="0">
                <a:solidFill>
                  <a:srgbClr val="355012"/>
                </a:solidFill>
                <a:latin typeface="Arial"/>
                <a:cs typeface="Arial"/>
              </a:rPr>
              <a:t>amount  </a:t>
            </a:r>
            <a:r>
              <a:rPr sz="1550" spc="10" dirty="0">
                <a:solidFill>
                  <a:srgbClr val="355012"/>
                </a:solidFill>
                <a:latin typeface="Arial"/>
                <a:cs typeface="Arial"/>
              </a:rPr>
              <a:t>of</a:t>
            </a:r>
            <a:r>
              <a:rPr sz="1550" spc="-229" dirty="0">
                <a:solidFill>
                  <a:srgbClr val="355012"/>
                </a:solidFill>
                <a:latin typeface="Arial"/>
                <a:cs typeface="Arial"/>
              </a:rPr>
              <a:t> </a:t>
            </a:r>
            <a:r>
              <a:rPr sz="1550" spc="-30" dirty="0">
                <a:solidFill>
                  <a:srgbClr val="355012"/>
                </a:solidFill>
                <a:latin typeface="Arial"/>
                <a:cs typeface="Arial"/>
              </a:rPr>
              <a:t>money,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spc="0" dirty="0">
                <a:solidFill>
                  <a:srgbClr val="355012"/>
                </a:solidFill>
                <a:latin typeface="Arial"/>
                <a:cs typeface="Arial"/>
              </a:rPr>
              <a:t>she </a:t>
            </a:r>
            <a:r>
              <a:rPr sz="1550" spc="25" dirty="0">
                <a:solidFill>
                  <a:srgbClr val="355012"/>
                </a:solidFill>
                <a:latin typeface="Arial"/>
                <a:cs typeface="Arial"/>
              </a:rPr>
              <a:t>can </a:t>
            </a:r>
            <a:r>
              <a:rPr sz="1550" spc="-25" dirty="0">
                <a:solidFill>
                  <a:srgbClr val="355012"/>
                </a:solidFill>
                <a:latin typeface="Arial"/>
                <a:cs typeface="Arial"/>
              </a:rPr>
              <a:t>buy  </a:t>
            </a:r>
            <a:r>
              <a:rPr sz="1550" spc="5" dirty="0">
                <a:solidFill>
                  <a:srgbClr val="355012"/>
                </a:solidFill>
                <a:latin typeface="Arial"/>
                <a:cs typeface="Arial"/>
              </a:rPr>
              <a:t>a </a:t>
            </a:r>
            <a:r>
              <a:rPr sz="1550" dirty="0">
                <a:solidFill>
                  <a:srgbClr val="355012"/>
                </a:solidFill>
                <a:latin typeface="Arial"/>
                <a:cs typeface="Arial"/>
              </a:rPr>
              <a:t>property </a:t>
            </a:r>
            <a:r>
              <a:rPr sz="1550" spc="10" dirty="0">
                <a:solidFill>
                  <a:srgbClr val="355012"/>
                </a:solidFill>
                <a:latin typeface="Arial"/>
                <a:cs typeface="Arial"/>
              </a:rPr>
              <a:t>of area</a:t>
            </a:r>
            <a:r>
              <a:rPr sz="1550" spc="-10" dirty="0">
                <a:solidFill>
                  <a:srgbClr val="355012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355012"/>
                </a:solidFill>
                <a:latin typeface="Arial"/>
                <a:cs typeface="Arial"/>
              </a:rPr>
              <a:t>“Y”.</a:t>
            </a:r>
            <a:endParaRPr sz="1550" dirty="0">
              <a:latin typeface="Arial"/>
              <a:cs typeface="Arial"/>
            </a:endParaRPr>
          </a:p>
          <a:p>
            <a:pPr marL="38735" marR="5080">
              <a:lnSpc>
                <a:spcPct val="100899"/>
              </a:lnSpc>
              <a:spcBef>
                <a:spcPts val="1185"/>
              </a:spcBef>
            </a:pPr>
            <a:r>
              <a:rPr sz="1550" spc="15" dirty="0">
                <a:solidFill>
                  <a:srgbClr val="FF0000"/>
                </a:solidFill>
                <a:latin typeface="Arial"/>
                <a:cs typeface="Arial"/>
              </a:rPr>
              <a:t>Will </a:t>
            </a:r>
            <a:r>
              <a:rPr sz="1550" spc="-5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1550" dirty="0">
                <a:solidFill>
                  <a:srgbClr val="FF0000"/>
                </a:solidFill>
                <a:latin typeface="Arial"/>
                <a:cs typeface="Arial"/>
              </a:rPr>
              <a:t>property </a:t>
            </a:r>
            <a:r>
              <a:rPr sz="1550" spc="5" dirty="0">
                <a:solidFill>
                  <a:srgbClr val="FF0000"/>
                </a:solidFill>
                <a:latin typeface="Arial"/>
                <a:cs typeface="Arial"/>
              </a:rPr>
              <a:t>have </a:t>
            </a:r>
            <a:r>
              <a:rPr sz="1550" spc="1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550" spc="5" dirty="0">
                <a:solidFill>
                  <a:srgbClr val="FF0000"/>
                </a:solidFill>
                <a:latin typeface="Arial"/>
                <a:cs typeface="Arial"/>
              </a:rPr>
              <a:t>good </a:t>
            </a:r>
            <a:r>
              <a:rPr sz="1550" spc="-5" dirty="0">
                <a:solidFill>
                  <a:srgbClr val="FF0000"/>
                </a:solidFill>
                <a:latin typeface="Arial"/>
                <a:cs typeface="Arial"/>
              </a:rPr>
              <a:t>neighbourhood  </a:t>
            </a:r>
            <a:r>
              <a:rPr sz="1550" spc="1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155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0000"/>
                </a:solidFill>
                <a:latin typeface="Arial"/>
                <a:cs typeface="Arial"/>
              </a:rPr>
              <a:t>not?</a:t>
            </a:r>
            <a:endParaRPr sz="1550" dirty="0">
              <a:latin typeface="Arial"/>
              <a:cs typeface="Arial"/>
            </a:endParaRPr>
          </a:p>
          <a:p>
            <a:pPr marL="16510">
              <a:spcBef>
                <a:spcPts val="45"/>
              </a:spcBef>
            </a:pPr>
            <a:r>
              <a:rPr sz="1550" spc="10" dirty="0">
                <a:solidFill>
                  <a:srgbClr val="FF0000"/>
                </a:solidFill>
                <a:latin typeface="Arial"/>
                <a:cs typeface="Arial"/>
              </a:rPr>
              <a:t>Will </a:t>
            </a:r>
            <a:r>
              <a:rPr sz="1550" spc="-10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1550" spc="10" dirty="0">
                <a:solidFill>
                  <a:srgbClr val="FF0000"/>
                </a:solidFill>
                <a:latin typeface="Arial"/>
                <a:cs typeface="Arial"/>
              </a:rPr>
              <a:t>location </a:t>
            </a:r>
            <a:r>
              <a:rPr sz="1550" spc="-15" dirty="0">
                <a:solidFill>
                  <a:srgbClr val="FF0000"/>
                </a:solidFill>
                <a:latin typeface="Arial"/>
                <a:cs typeface="Arial"/>
              </a:rPr>
              <a:t>be </a:t>
            </a:r>
            <a:r>
              <a:rPr sz="1550" spc="5" dirty="0">
                <a:solidFill>
                  <a:srgbClr val="FF0000"/>
                </a:solidFill>
                <a:latin typeface="Arial"/>
                <a:cs typeface="Arial"/>
              </a:rPr>
              <a:t>noiseless </a:t>
            </a:r>
            <a:r>
              <a:rPr sz="1550" spc="-15" dirty="0">
                <a:solidFill>
                  <a:srgbClr val="FF0000"/>
                </a:solidFill>
                <a:latin typeface="Arial"/>
                <a:cs typeface="Arial"/>
              </a:rPr>
              <a:t>suburb  </a:t>
            </a:r>
            <a:r>
              <a:rPr sz="1550" spc="1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1550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50" spc="10" dirty="0" smtClean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lang="en-US" sz="1550" spc="1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550" spc="-15" dirty="0" smtClean="0">
                <a:solidFill>
                  <a:srgbClr val="FF0000"/>
                </a:solidFill>
                <a:latin typeface="Arial"/>
                <a:cs typeface="Arial"/>
              </a:rPr>
              <a:t>bustling</a:t>
            </a:r>
            <a:r>
              <a:rPr lang="en-US" sz="1550" spc="175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550" spc="15" dirty="0" smtClean="0">
                <a:solidFill>
                  <a:srgbClr val="FF0000"/>
                </a:solidFill>
                <a:latin typeface="Arial"/>
                <a:cs typeface="Arial"/>
              </a:rPr>
              <a:t>city?</a:t>
            </a:r>
            <a:endParaRPr lang="en-US" sz="1550" dirty="0" smtClean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45"/>
              </a:spcBef>
            </a:pPr>
            <a:endParaRPr sz="1550" dirty="0">
              <a:latin typeface="Arial"/>
              <a:cs typeface="Arial"/>
            </a:endParaRPr>
          </a:p>
        </p:txBody>
      </p:sp>
      <p:sp>
        <p:nvSpPr>
          <p:cNvPr id="28" name="object 7"/>
          <p:cNvSpPr/>
          <p:nvPr/>
        </p:nvSpPr>
        <p:spPr>
          <a:xfrm>
            <a:off x="5736817" y="518134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300" y="0"/>
                </a:lnTo>
                <a:lnTo>
                  <a:pt x="416448" y="240542"/>
                </a:lnTo>
                <a:lnTo>
                  <a:pt x="208300" y="481059"/>
                </a:lnTo>
                <a:lnTo>
                  <a:pt x="0" y="481059"/>
                </a:lnTo>
                <a:lnTo>
                  <a:pt x="208300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8"/>
          <p:cNvSpPr txBox="1"/>
          <p:nvPr/>
        </p:nvSpPr>
        <p:spPr>
          <a:xfrm>
            <a:off x="3755758" y="5281742"/>
            <a:ext cx="16211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30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he </a:t>
            </a:r>
            <a:r>
              <a:rPr sz="1550" b="1" spc="25" dirty="0">
                <a:solidFill>
                  <a:srgbClr val="6F2F9F"/>
                </a:solidFill>
                <a:latin typeface="Arial"/>
                <a:cs typeface="Arial"/>
              </a:rPr>
              <a:t>can</a:t>
            </a:r>
            <a:r>
              <a:rPr sz="1550" b="1" spc="-8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25" dirty="0">
                <a:solidFill>
                  <a:srgbClr val="6F2F9F"/>
                </a:solidFill>
                <a:latin typeface="Arial"/>
                <a:cs typeface="Arial"/>
              </a:rPr>
              <a:t>say</a:t>
            </a:r>
            <a:endParaRPr sz="1550">
              <a:latin typeface="Arial"/>
              <a:cs typeface="Arial"/>
            </a:endParaRPr>
          </a:p>
        </p:txBody>
      </p:sp>
      <p:sp>
        <p:nvSpPr>
          <p:cNvPr id="34" name="object 11"/>
          <p:cNvSpPr/>
          <p:nvPr/>
        </p:nvSpPr>
        <p:spPr>
          <a:xfrm>
            <a:off x="5736817" y="597098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300" y="0"/>
                </a:lnTo>
                <a:lnTo>
                  <a:pt x="416448" y="240554"/>
                </a:lnTo>
                <a:lnTo>
                  <a:pt x="208300" y="481108"/>
                </a:lnTo>
                <a:lnTo>
                  <a:pt x="0" y="481108"/>
                </a:lnTo>
                <a:lnTo>
                  <a:pt x="208300" y="240554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2"/>
          <p:cNvSpPr txBox="1"/>
          <p:nvPr/>
        </p:nvSpPr>
        <p:spPr>
          <a:xfrm>
            <a:off x="3760583" y="6061141"/>
            <a:ext cx="174371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35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he can’t</a:t>
            </a:r>
            <a:r>
              <a:rPr sz="1550" b="1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say</a:t>
            </a:r>
            <a:endParaRPr sz="1550">
              <a:latin typeface="Arial"/>
              <a:cs typeface="Arial"/>
            </a:endParaRPr>
          </a:p>
        </p:txBody>
      </p:sp>
      <p:sp>
        <p:nvSpPr>
          <p:cNvPr id="40" name="object 13"/>
          <p:cNvSpPr/>
          <p:nvPr/>
        </p:nvSpPr>
        <p:spPr>
          <a:xfrm>
            <a:off x="6732507" y="450457"/>
            <a:ext cx="114300" cy="4578350"/>
          </a:xfrm>
          <a:custGeom>
            <a:avLst/>
            <a:gdLst/>
            <a:ahLst/>
            <a:cxnLst/>
            <a:rect l="l" t="t" r="r" b="b"/>
            <a:pathLst>
              <a:path w="114300" h="4578350">
                <a:moveTo>
                  <a:pt x="76199" y="95274"/>
                </a:moveTo>
                <a:lnTo>
                  <a:pt x="38099" y="95274"/>
                </a:lnTo>
                <a:lnTo>
                  <a:pt x="38099" y="4578242"/>
                </a:lnTo>
                <a:lnTo>
                  <a:pt x="76199" y="4578242"/>
                </a:lnTo>
                <a:lnTo>
                  <a:pt x="76199" y="95274"/>
                </a:lnTo>
                <a:close/>
              </a:path>
              <a:path w="114300" h="457835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74"/>
                </a:lnTo>
                <a:lnTo>
                  <a:pt x="104787" y="95274"/>
                </a:lnTo>
                <a:lnTo>
                  <a:pt x="57149" y="0"/>
                </a:lnTo>
                <a:close/>
              </a:path>
              <a:path w="114300" h="4578350">
                <a:moveTo>
                  <a:pt x="104787" y="95274"/>
                </a:moveTo>
                <a:lnTo>
                  <a:pt x="76199" y="95274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87" y="9527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4"/>
          <p:cNvSpPr/>
          <p:nvPr/>
        </p:nvSpPr>
        <p:spPr>
          <a:xfrm>
            <a:off x="6802367" y="4950713"/>
            <a:ext cx="5233670" cy="114300"/>
          </a:xfrm>
          <a:custGeom>
            <a:avLst/>
            <a:gdLst/>
            <a:ahLst/>
            <a:cxnLst/>
            <a:rect l="l" t="t" r="r" b="b"/>
            <a:pathLst>
              <a:path w="5233670" h="114300">
                <a:moveTo>
                  <a:pt x="5119115" y="0"/>
                </a:moveTo>
                <a:lnTo>
                  <a:pt x="5119115" y="114299"/>
                </a:lnTo>
                <a:lnTo>
                  <a:pt x="5195315" y="76199"/>
                </a:lnTo>
                <a:lnTo>
                  <a:pt x="5138165" y="76199"/>
                </a:lnTo>
                <a:lnTo>
                  <a:pt x="5138165" y="38099"/>
                </a:lnTo>
                <a:lnTo>
                  <a:pt x="5195315" y="38099"/>
                </a:lnTo>
                <a:lnTo>
                  <a:pt x="5119115" y="0"/>
                </a:lnTo>
                <a:close/>
              </a:path>
              <a:path w="5233670" h="114300">
                <a:moveTo>
                  <a:pt x="511911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119115" y="76199"/>
                </a:lnTo>
                <a:lnTo>
                  <a:pt x="5119115" y="38099"/>
                </a:lnTo>
                <a:close/>
              </a:path>
              <a:path w="5233670" h="114300">
                <a:moveTo>
                  <a:pt x="5195315" y="38099"/>
                </a:moveTo>
                <a:lnTo>
                  <a:pt x="5138165" y="38099"/>
                </a:lnTo>
                <a:lnTo>
                  <a:pt x="5138165" y="76199"/>
                </a:lnTo>
                <a:lnTo>
                  <a:pt x="5195315" y="76199"/>
                </a:lnTo>
                <a:lnTo>
                  <a:pt x="5233415" y="57149"/>
                </a:lnTo>
                <a:lnTo>
                  <a:pt x="5195315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/>
        </p:nvSpPr>
        <p:spPr>
          <a:xfrm>
            <a:off x="5008498" y="976578"/>
            <a:ext cx="261620" cy="261620"/>
          </a:xfrm>
          <a:custGeom>
            <a:avLst/>
            <a:gdLst/>
            <a:ahLst/>
            <a:cxnLst/>
            <a:rect l="l" t="t" r="r" b="b"/>
            <a:pathLst>
              <a:path w="261620" h="261619">
                <a:moveTo>
                  <a:pt x="130667" y="0"/>
                </a:moveTo>
                <a:lnTo>
                  <a:pt x="79814" y="10256"/>
                </a:lnTo>
                <a:lnTo>
                  <a:pt x="38279" y="38229"/>
                </a:lnTo>
                <a:lnTo>
                  <a:pt x="10271" y="79724"/>
                </a:lnTo>
                <a:lnTo>
                  <a:pt x="0" y="130545"/>
                </a:lnTo>
                <a:lnTo>
                  <a:pt x="10271" y="181404"/>
                </a:lnTo>
                <a:lnTo>
                  <a:pt x="38279" y="222949"/>
                </a:lnTo>
                <a:lnTo>
                  <a:pt x="79814" y="250968"/>
                </a:lnTo>
                <a:lnTo>
                  <a:pt x="130667" y="261244"/>
                </a:lnTo>
                <a:lnTo>
                  <a:pt x="181502" y="250968"/>
                </a:lnTo>
                <a:lnTo>
                  <a:pt x="222995" y="222949"/>
                </a:lnTo>
                <a:lnTo>
                  <a:pt x="250961" y="181404"/>
                </a:lnTo>
                <a:lnTo>
                  <a:pt x="261213" y="130545"/>
                </a:lnTo>
                <a:lnTo>
                  <a:pt x="250961" y="79724"/>
                </a:lnTo>
                <a:lnTo>
                  <a:pt x="222995" y="38229"/>
                </a:lnTo>
                <a:lnTo>
                  <a:pt x="181502" y="10256"/>
                </a:lnTo>
                <a:lnTo>
                  <a:pt x="1306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3"/>
          <p:cNvSpPr txBox="1"/>
          <p:nvPr/>
        </p:nvSpPr>
        <p:spPr>
          <a:xfrm>
            <a:off x="10810233" y="5322064"/>
            <a:ext cx="1036955" cy="6718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algn="ctr">
              <a:lnSpc>
                <a:spcPct val="100600"/>
              </a:lnSpc>
              <a:spcBef>
                <a:spcPts val="115"/>
              </a:spcBef>
            </a:pPr>
            <a:r>
              <a:rPr sz="1400" spc="50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400" spc="-35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r>
              <a:rPr sz="1400" spc="35" dirty="0">
                <a:solidFill>
                  <a:srgbClr val="6F2F9F"/>
                </a:solidFill>
                <a:latin typeface="Arial"/>
                <a:cs typeface="Arial"/>
              </a:rPr>
              <a:t>depe</a:t>
            </a:r>
            <a:r>
              <a:rPr sz="1400" spc="-35" dirty="0">
                <a:solidFill>
                  <a:srgbClr val="6F2F9F"/>
                </a:solidFill>
                <a:latin typeface="Arial"/>
                <a:cs typeface="Arial"/>
              </a:rPr>
              <a:t>nd</a:t>
            </a:r>
            <a:r>
              <a:rPr sz="1400" spc="35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400" spc="-35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r>
              <a:rPr sz="1400" spc="0" dirty="0">
                <a:solidFill>
                  <a:srgbClr val="6F2F9F"/>
                </a:solidFill>
                <a:latin typeface="Arial"/>
                <a:cs typeface="Arial"/>
              </a:rPr>
              <a:t>t </a:t>
            </a:r>
            <a:r>
              <a:rPr sz="1400" spc="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6F2F9F"/>
                </a:solidFill>
                <a:latin typeface="Arial"/>
                <a:cs typeface="Arial"/>
              </a:rPr>
              <a:t>Variable  </a:t>
            </a:r>
            <a:r>
              <a:rPr sz="1400" spc="5" dirty="0">
                <a:solidFill>
                  <a:srgbClr val="6F2F9F"/>
                </a:solidFill>
                <a:latin typeface="Arial"/>
                <a:cs typeface="Arial"/>
              </a:rPr>
              <a:t>(Price)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34"/>
          <p:cNvSpPr txBox="1"/>
          <p:nvPr/>
        </p:nvSpPr>
        <p:spPr>
          <a:xfrm>
            <a:off x="5426190" y="103944"/>
            <a:ext cx="1237615" cy="6724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065" marR="5080" indent="-635" algn="ctr">
              <a:lnSpc>
                <a:spcPct val="100499"/>
              </a:lnSpc>
              <a:spcBef>
                <a:spcPts val="120"/>
              </a:spcBef>
            </a:pPr>
            <a:r>
              <a:rPr sz="1400" spc="5" dirty="0">
                <a:solidFill>
                  <a:srgbClr val="6F2F9F"/>
                </a:solidFill>
                <a:latin typeface="Arial"/>
                <a:cs typeface="Arial"/>
              </a:rPr>
              <a:t>Dependent  </a:t>
            </a:r>
            <a:r>
              <a:rPr sz="1400" spc="-15" dirty="0">
                <a:solidFill>
                  <a:srgbClr val="6F2F9F"/>
                </a:solidFill>
                <a:latin typeface="Arial"/>
                <a:cs typeface="Arial"/>
              </a:rPr>
              <a:t>Variable  </a:t>
            </a:r>
            <a:r>
              <a:rPr sz="1400" spc="0" dirty="0">
                <a:solidFill>
                  <a:srgbClr val="6F2F9F"/>
                </a:solidFill>
                <a:latin typeface="Arial"/>
                <a:cs typeface="Arial"/>
              </a:rPr>
              <a:t>(Property</a:t>
            </a:r>
            <a:r>
              <a:rPr sz="1400" spc="-2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spc="0" dirty="0">
                <a:solidFill>
                  <a:srgbClr val="6F2F9F"/>
                </a:solidFill>
                <a:latin typeface="Arial"/>
                <a:cs typeface="Arial"/>
              </a:rPr>
              <a:t>Area)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35"/>
          <p:cNvSpPr/>
          <p:nvPr/>
        </p:nvSpPr>
        <p:spPr>
          <a:xfrm>
            <a:off x="7255240" y="1494032"/>
            <a:ext cx="4330700" cy="2587625"/>
          </a:xfrm>
          <a:custGeom>
            <a:avLst/>
            <a:gdLst/>
            <a:ahLst/>
            <a:cxnLst/>
            <a:rect l="l" t="t" r="r" b="b"/>
            <a:pathLst>
              <a:path w="4330700" h="2587625">
                <a:moveTo>
                  <a:pt x="0" y="2587502"/>
                </a:moveTo>
                <a:lnTo>
                  <a:pt x="4330689" y="0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42"/>
          <p:cNvSpPr/>
          <p:nvPr/>
        </p:nvSpPr>
        <p:spPr>
          <a:xfrm>
            <a:off x="11299173" y="1684410"/>
            <a:ext cx="0" cy="3170555"/>
          </a:xfrm>
          <a:custGeom>
            <a:avLst/>
            <a:gdLst/>
            <a:ahLst/>
            <a:cxnLst/>
            <a:rect l="l" t="t" r="r" b="b"/>
            <a:pathLst>
              <a:path h="3170554">
                <a:moveTo>
                  <a:pt x="0" y="3170291"/>
                </a:moveTo>
                <a:lnTo>
                  <a:pt x="0" y="0"/>
                </a:lnTo>
              </a:path>
            </a:pathLst>
          </a:custGeom>
          <a:ln w="22225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43"/>
          <p:cNvSpPr/>
          <p:nvPr/>
        </p:nvSpPr>
        <p:spPr>
          <a:xfrm>
            <a:off x="6802367" y="1662799"/>
            <a:ext cx="4509770" cy="22225"/>
          </a:xfrm>
          <a:custGeom>
            <a:avLst/>
            <a:gdLst/>
            <a:ahLst/>
            <a:cxnLst/>
            <a:rect l="l" t="t" r="r" b="b"/>
            <a:pathLst>
              <a:path w="4509770" h="22225">
                <a:moveTo>
                  <a:pt x="0" y="0"/>
                </a:moveTo>
                <a:lnTo>
                  <a:pt x="4509515" y="21610"/>
                </a:lnTo>
              </a:path>
            </a:pathLst>
          </a:custGeom>
          <a:ln w="22225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45"/>
          <p:cNvSpPr/>
          <p:nvPr/>
        </p:nvSpPr>
        <p:spPr>
          <a:xfrm>
            <a:off x="11159362" y="4901945"/>
            <a:ext cx="243204" cy="238125"/>
          </a:xfrm>
          <a:custGeom>
            <a:avLst/>
            <a:gdLst/>
            <a:ahLst/>
            <a:cxnLst/>
            <a:rect l="l" t="t" r="r" b="b"/>
            <a:pathLst>
              <a:path w="243204" h="238125">
                <a:moveTo>
                  <a:pt x="0" y="58555"/>
                </a:moveTo>
                <a:lnTo>
                  <a:pt x="56235" y="0"/>
                </a:lnTo>
                <a:lnTo>
                  <a:pt x="121401" y="62615"/>
                </a:lnTo>
                <a:lnTo>
                  <a:pt x="186689" y="0"/>
                </a:lnTo>
                <a:lnTo>
                  <a:pt x="242925" y="58555"/>
                </a:lnTo>
                <a:lnTo>
                  <a:pt x="180075" y="118871"/>
                </a:lnTo>
                <a:lnTo>
                  <a:pt x="242925" y="179332"/>
                </a:lnTo>
                <a:lnTo>
                  <a:pt x="186689" y="237875"/>
                </a:lnTo>
                <a:lnTo>
                  <a:pt x="121401" y="175259"/>
                </a:lnTo>
                <a:lnTo>
                  <a:pt x="56235" y="237875"/>
                </a:lnTo>
                <a:lnTo>
                  <a:pt x="0" y="179332"/>
                </a:lnTo>
                <a:lnTo>
                  <a:pt x="62849" y="118871"/>
                </a:lnTo>
                <a:lnTo>
                  <a:pt x="0" y="5855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46"/>
          <p:cNvSpPr/>
          <p:nvPr/>
        </p:nvSpPr>
        <p:spPr>
          <a:xfrm>
            <a:off x="11552920" y="4909011"/>
            <a:ext cx="324014" cy="3240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7"/>
          <p:cNvSpPr/>
          <p:nvPr/>
        </p:nvSpPr>
        <p:spPr>
          <a:xfrm>
            <a:off x="6538320" y="919965"/>
            <a:ext cx="527584" cy="5275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8"/>
          <p:cNvSpPr txBox="1"/>
          <p:nvPr/>
        </p:nvSpPr>
        <p:spPr>
          <a:xfrm>
            <a:off x="6696064" y="1487614"/>
            <a:ext cx="2260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5" dirty="0">
                <a:solidFill>
                  <a:srgbClr val="00AFF0"/>
                </a:solidFill>
                <a:latin typeface="Arial Black"/>
                <a:cs typeface="Arial Black"/>
              </a:rPr>
              <a:t>Y</a:t>
            </a:r>
            <a:endParaRPr sz="2000" dirty="0">
              <a:latin typeface="Arial Black"/>
              <a:cs typeface="Arial Black"/>
            </a:endParaRPr>
          </a:p>
        </p:txBody>
      </p:sp>
      <p:sp>
        <p:nvSpPr>
          <p:cNvPr id="60" name="object 51"/>
          <p:cNvSpPr/>
          <p:nvPr/>
        </p:nvSpPr>
        <p:spPr>
          <a:xfrm>
            <a:off x="11132539" y="1533412"/>
            <a:ext cx="261620" cy="261620"/>
          </a:xfrm>
          <a:custGeom>
            <a:avLst/>
            <a:gdLst/>
            <a:ahLst/>
            <a:cxnLst/>
            <a:rect l="l" t="t" r="r" b="b"/>
            <a:pathLst>
              <a:path w="261620" h="261619">
                <a:moveTo>
                  <a:pt x="130698" y="0"/>
                </a:moveTo>
                <a:lnTo>
                  <a:pt x="79839" y="10271"/>
                </a:lnTo>
                <a:lnTo>
                  <a:pt x="38294" y="38279"/>
                </a:lnTo>
                <a:lnTo>
                  <a:pt x="10276" y="79814"/>
                </a:lnTo>
                <a:lnTo>
                  <a:pt x="0" y="130667"/>
                </a:lnTo>
                <a:lnTo>
                  <a:pt x="10276" y="181502"/>
                </a:lnTo>
                <a:lnTo>
                  <a:pt x="38294" y="222995"/>
                </a:lnTo>
                <a:lnTo>
                  <a:pt x="79839" y="250961"/>
                </a:lnTo>
                <a:lnTo>
                  <a:pt x="130698" y="261213"/>
                </a:lnTo>
                <a:lnTo>
                  <a:pt x="181532" y="250961"/>
                </a:lnTo>
                <a:lnTo>
                  <a:pt x="223025" y="222995"/>
                </a:lnTo>
                <a:lnTo>
                  <a:pt x="250991" y="181502"/>
                </a:lnTo>
                <a:lnTo>
                  <a:pt x="261244" y="130667"/>
                </a:lnTo>
                <a:lnTo>
                  <a:pt x="250991" y="79814"/>
                </a:lnTo>
                <a:lnTo>
                  <a:pt x="223025" y="38279"/>
                </a:lnTo>
                <a:lnTo>
                  <a:pt x="181532" y="10271"/>
                </a:lnTo>
                <a:lnTo>
                  <a:pt x="13069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0"/>
          <p:cNvSpPr/>
          <p:nvPr/>
        </p:nvSpPr>
        <p:spPr>
          <a:xfrm>
            <a:off x="3504615" y="146702"/>
            <a:ext cx="1230477" cy="12304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9"/>
          <p:cNvSpPr/>
          <p:nvPr/>
        </p:nvSpPr>
        <p:spPr>
          <a:xfrm>
            <a:off x="5068458" y="1620596"/>
            <a:ext cx="261620" cy="261620"/>
          </a:xfrm>
          <a:custGeom>
            <a:avLst/>
            <a:gdLst/>
            <a:ahLst/>
            <a:cxnLst/>
            <a:rect l="l" t="t" r="r" b="b"/>
            <a:pathLst>
              <a:path w="261620" h="261619">
                <a:moveTo>
                  <a:pt x="130667" y="0"/>
                </a:moveTo>
                <a:lnTo>
                  <a:pt x="79814" y="10256"/>
                </a:lnTo>
                <a:lnTo>
                  <a:pt x="38279" y="38229"/>
                </a:lnTo>
                <a:lnTo>
                  <a:pt x="10271" y="79724"/>
                </a:lnTo>
                <a:lnTo>
                  <a:pt x="0" y="130545"/>
                </a:lnTo>
                <a:lnTo>
                  <a:pt x="10271" y="181404"/>
                </a:lnTo>
                <a:lnTo>
                  <a:pt x="38279" y="222949"/>
                </a:lnTo>
                <a:lnTo>
                  <a:pt x="79814" y="250968"/>
                </a:lnTo>
                <a:lnTo>
                  <a:pt x="130667" y="261244"/>
                </a:lnTo>
                <a:lnTo>
                  <a:pt x="181502" y="250968"/>
                </a:lnTo>
                <a:lnTo>
                  <a:pt x="222995" y="222949"/>
                </a:lnTo>
                <a:lnTo>
                  <a:pt x="250961" y="181404"/>
                </a:lnTo>
                <a:lnTo>
                  <a:pt x="261213" y="130545"/>
                </a:lnTo>
                <a:lnTo>
                  <a:pt x="250961" y="79724"/>
                </a:lnTo>
                <a:lnTo>
                  <a:pt x="222995" y="38229"/>
                </a:lnTo>
                <a:lnTo>
                  <a:pt x="181502" y="10256"/>
                </a:lnTo>
                <a:lnTo>
                  <a:pt x="1306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22"/>
          <p:cNvSpPr/>
          <p:nvPr/>
        </p:nvSpPr>
        <p:spPr>
          <a:xfrm>
            <a:off x="5068458" y="2279604"/>
            <a:ext cx="261620" cy="261620"/>
          </a:xfrm>
          <a:custGeom>
            <a:avLst/>
            <a:gdLst/>
            <a:ahLst/>
            <a:cxnLst/>
            <a:rect l="l" t="t" r="r" b="b"/>
            <a:pathLst>
              <a:path w="261620" h="261619">
                <a:moveTo>
                  <a:pt x="130667" y="0"/>
                </a:moveTo>
                <a:lnTo>
                  <a:pt x="79762" y="10252"/>
                </a:lnTo>
                <a:lnTo>
                  <a:pt x="38233" y="38218"/>
                </a:lnTo>
                <a:lnTo>
                  <a:pt x="10254" y="79711"/>
                </a:lnTo>
                <a:lnTo>
                  <a:pt x="0" y="130545"/>
                </a:lnTo>
                <a:lnTo>
                  <a:pt x="10254" y="181455"/>
                </a:lnTo>
                <a:lnTo>
                  <a:pt x="38233" y="222995"/>
                </a:lnTo>
                <a:lnTo>
                  <a:pt x="79762" y="250985"/>
                </a:lnTo>
                <a:lnTo>
                  <a:pt x="130667" y="261244"/>
                </a:lnTo>
                <a:lnTo>
                  <a:pt x="181502" y="250985"/>
                </a:lnTo>
                <a:lnTo>
                  <a:pt x="222995" y="222995"/>
                </a:lnTo>
                <a:lnTo>
                  <a:pt x="250961" y="181455"/>
                </a:lnTo>
                <a:lnTo>
                  <a:pt x="261213" y="130545"/>
                </a:lnTo>
                <a:lnTo>
                  <a:pt x="250961" y="79711"/>
                </a:lnTo>
                <a:lnTo>
                  <a:pt x="222995" y="38218"/>
                </a:lnTo>
                <a:lnTo>
                  <a:pt x="181502" y="10252"/>
                </a:lnTo>
                <a:lnTo>
                  <a:pt x="1306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25"/>
          <p:cNvSpPr/>
          <p:nvPr/>
        </p:nvSpPr>
        <p:spPr>
          <a:xfrm>
            <a:off x="5068458" y="2938459"/>
            <a:ext cx="261620" cy="261620"/>
          </a:xfrm>
          <a:custGeom>
            <a:avLst/>
            <a:gdLst/>
            <a:ahLst/>
            <a:cxnLst/>
            <a:rect l="l" t="t" r="r" b="b"/>
            <a:pathLst>
              <a:path w="261620" h="261619">
                <a:moveTo>
                  <a:pt x="130667" y="0"/>
                </a:moveTo>
                <a:lnTo>
                  <a:pt x="79762" y="10276"/>
                </a:lnTo>
                <a:lnTo>
                  <a:pt x="38233" y="38294"/>
                </a:lnTo>
                <a:lnTo>
                  <a:pt x="10254" y="79839"/>
                </a:lnTo>
                <a:lnTo>
                  <a:pt x="0" y="130698"/>
                </a:lnTo>
                <a:lnTo>
                  <a:pt x="10254" y="181551"/>
                </a:lnTo>
                <a:lnTo>
                  <a:pt x="38233" y="223086"/>
                </a:lnTo>
                <a:lnTo>
                  <a:pt x="79762" y="251094"/>
                </a:lnTo>
                <a:lnTo>
                  <a:pt x="130667" y="261365"/>
                </a:lnTo>
                <a:lnTo>
                  <a:pt x="181502" y="251094"/>
                </a:lnTo>
                <a:lnTo>
                  <a:pt x="222995" y="223086"/>
                </a:lnTo>
                <a:lnTo>
                  <a:pt x="250961" y="181551"/>
                </a:lnTo>
                <a:lnTo>
                  <a:pt x="261213" y="130698"/>
                </a:lnTo>
                <a:lnTo>
                  <a:pt x="250961" y="79839"/>
                </a:lnTo>
                <a:lnTo>
                  <a:pt x="222995" y="38294"/>
                </a:lnTo>
                <a:lnTo>
                  <a:pt x="181502" y="10276"/>
                </a:lnTo>
                <a:lnTo>
                  <a:pt x="1306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28"/>
          <p:cNvSpPr/>
          <p:nvPr/>
        </p:nvSpPr>
        <p:spPr>
          <a:xfrm>
            <a:off x="5068458" y="3673546"/>
            <a:ext cx="261620" cy="261620"/>
          </a:xfrm>
          <a:custGeom>
            <a:avLst/>
            <a:gdLst/>
            <a:ahLst/>
            <a:cxnLst/>
            <a:rect l="l" t="t" r="r" b="b"/>
            <a:pathLst>
              <a:path w="261620" h="261620">
                <a:moveTo>
                  <a:pt x="130667" y="0"/>
                </a:moveTo>
                <a:lnTo>
                  <a:pt x="79762" y="10276"/>
                </a:lnTo>
                <a:lnTo>
                  <a:pt x="38233" y="38294"/>
                </a:lnTo>
                <a:lnTo>
                  <a:pt x="10254" y="79839"/>
                </a:lnTo>
                <a:lnTo>
                  <a:pt x="0" y="130698"/>
                </a:lnTo>
                <a:lnTo>
                  <a:pt x="10254" y="181519"/>
                </a:lnTo>
                <a:lnTo>
                  <a:pt x="38233" y="223014"/>
                </a:lnTo>
                <a:lnTo>
                  <a:pt x="79762" y="250987"/>
                </a:lnTo>
                <a:lnTo>
                  <a:pt x="130667" y="261244"/>
                </a:lnTo>
                <a:lnTo>
                  <a:pt x="181502" y="250987"/>
                </a:lnTo>
                <a:lnTo>
                  <a:pt x="222995" y="223014"/>
                </a:lnTo>
                <a:lnTo>
                  <a:pt x="250961" y="181519"/>
                </a:lnTo>
                <a:lnTo>
                  <a:pt x="261213" y="130698"/>
                </a:lnTo>
                <a:lnTo>
                  <a:pt x="250961" y="79839"/>
                </a:lnTo>
                <a:lnTo>
                  <a:pt x="222995" y="38294"/>
                </a:lnTo>
                <a:lnTo>
                  <a:pt x="181502" y="10276"/>
                </a:lnTo>
                <a:lnTo>
                  <a:pt x="1306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31"/>
          <p:cNvSpPr/>
          <p:nvPr/>
        </p:nvSpPr>
        <p:spPr>
          <a:xfrm>
            <a:off x="5068458" y="4396050"/>
            <a:ext cx="261620" cy="261620"/>
          </a:xfrm>
          <a:custGeom>
            <a:avLst/>
            <a:gdLst/>
            <a:ahLst/>
            <a:cxnLst/>
            <a:rect l="l" t="t" r="r" b="b"/>
            <a:pathLst>
              <a:path w="261620" h="261620">
                <a:moveTo>
                  <a:pt x="130667" y="0"/>
                </a:moveTo>
                <a:lnTo>
                  <a:pt x="79762" y="10276"/>
                </a:lnTo>
                <a:lnTo>
                  <a:pt x="38233" y="38293"/>
                </a:lnTo>
                <a:lnTo>
                  <a:pt x="10254" y="79834"/>
                </a:lnTo>
                <a:lnTo>
                  <a:pt x="0" y="130682"/>
                </a:lnTo>
                <a:lnTo>
                  <a:pt x="10254" y="181517"/>
                </a:lnTo>
                <a:lnTo>
                  <a:pt x="38233" y="223017"/>
                </a:lnTo>
                <a:lnTo>
                  <a:pt x="79762" y="250991"/>
                </a:lnTo>
                <a:lnTo>
                  <a:pt x="130667" y="261247"/>
                </a:lnTo>
                <a:lnTo>
                  <a:pt x="181502" y="250991"/>
                </a:lnTo>
                <a:lnTo>
                  <a:pt x="222995" y="223017"/>
                </a:lnTo>
                <a:lnTo>
                  <a:pt x="250961" y="181517"/>
                </a:lnTo>
                <a:lnTo>
                  <a:pt x="261213" y="130682"/>
                </a:lnTo>
                <a:lnTo>
                  <a:pt x="250961" y="79834"/>
                </a:lnTo>
                <a:lnTo>
                  <a:pt x="222995" y="38293"/>
                </a:lnTo>
                <a:lnTo>
                  <a:pt x="181502" y="10276"/>
                </a:lnTo>
                <a:lnTo>
                  <a:pt x="1306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0710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343650" y="2742526"/>
            <a:ext cx="5143500" cy="15215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5"/>
              </a:spcBef>
            </a:pPr>
            <a:r>
              <a:rPr lang="en-US" sz="4400" spc="-10" dirty="0" smtClean="0">
                <a:latin typeface="Calibri"/>
                <a:cs typeface="Calibri"/>
              </a:rPr>
              <a:t>Introduction to Logistic </a:t>
            </a:r>
            <a:r>
              <a:rPr lang="en-US" sz="4400" spc="-15" dirty="0" smtClean="0">
                <a:latin typeface="Calibri"/>
                <a:cs typeface="Calibri"/>
              </a:rPr>
              <a:t>Regression</a:t>
            </a:r>
            <a:endParaRPr sz="36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Learn easy. Enjoy Easy. Expertise easy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 dirty="0"/>
          </a:p>
        </p:txBody>
      </p:sp>
      <p:pic>
        <p:nvPicPr>
          <p:cNvPr id="6" name="Picture Placeholder 10" descr="city skyline">
            <a:extLst>
              <a:ext uri="{FF2B5EF4-FFF2-40B4-BE49-F238E27FC236}">
                <a16:creationId xmlns="" xmlns:a16="http://schemas.microsoft.com/office/drawing/2014/main" id="{9D82A855-CCB0-4075-B5EE-5CC6FD176D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2624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0" y="1848439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pPr marL="12700" marR="5080">
              <a:lnSpc>
                <a:spcPts val="5180"/>
              </a:lnSpc>
              <a:spcBef>
                <a:spcPts val="760"/>
              </a:spcBef>
            </a:pPr>
            <a:r>
              <a:rPr lang="en-US" sz="3200" b="1" spc="-5" dirty="0" smtClean="0">
                <a:solidFill>
                  <a:srgbClr val="FFFFFF"/>
                </a:solidFill>
                <a:latin typeface="Arial"/>
                <a:cs typeface="Arial"/>
              </a:rPr>
              <a:t>Introductio</a:t>
            </a:r>
            <a:r>
              <a:rPr lang="en-US" sz="3200" b="1" dirty="0" smtClean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lang="en-US" sz="3200" b="1" spc="-10" dirty="0" smtClean="0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lang="en-US" sz="3200" b="1" dirty="0" smtClean="0">
                <a:solidFill>
                  <a:srgbClr val="FFFFFF"/>
                </a:solidFill>
                <a:latin typeface="Arial"/>
                <a:cs typeface="Arial"/>
              </a:rPr>
              <a:t>Logistic  </a:t>
            </a:r>
            <a:r>
              <a:rPr lang="en-US" sz="3200" b="1" spc="-20" dirty="0" smtClean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200" b="1" spc="15" dirty="0" smtClean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200" b="1" dirty="0" smtClean="0">
                <a:solidFill>
                  <a:srgbClr val="FFFFFF"/>
                </a:solidFill>
                <a:latin typeface="Arial"/>
                <a:cs typeface="Arial"/>
              </a:rPr>
              <a:t>gr</a:t>
            </a:r>
            <a:r>
              <a:rPr lang="en-US" sz="3200" b="1" spc="15" dirty="0" smtClean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lang="en-US" sz="3200" b="1" dirty="0" smtClean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32" name="object 2"/>
          <p:cNvSpPr/>
          <p:nvPr/>
        </p:nvSpPr>
        <p:spPr>
          <a:xfrm>
            <a:off x="5114909" y="2714311"/>
            <a:ext cx="2019300" cy="1743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"/>
          <p:cNvSpPr/>
          <p:nvPr/>
        </p:nvSpPr>
        <p:spPr>
          <a:xfrm>
            <a:off x="5210159" y="2857170"/>
            <a:ext cx="1724025" cy="14573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4"/>
          <p:cNvSpPr/>
          <p:nvPr/>
        </p:nvSpPr>
        <p:spPr>
          <a:xfrm>
            <a:off x="5344027" y="2990779"/>
            <a:ext cx="1462405" cy="1190625"/>
          </a:xfrm>
          <a:custGeom>
            <a:avLst/>
            <a:gdLst/>
            <a:ahLst/>
            <a:cxnLst/>
            <a:rect l="l" t="t" r="r" b="b"/>
            <a:pathLst>
              <a:path w="1462404" h="1190625">
                <a:moveTo>
                  <a:pt x="1263517" y="0"/>
                </a:moveTo>
                <a:lnTo>
                  <a:pt x="198394" y="0"/>
                </a:lnTo>
                <a:lnTo>
                  <a:pt x="152893" y="5237"/>
                </a:lnTo>
                <a:lnTo>
                  <a:pt x="111129" y="20158"/>
                </a:lnTo>
                <a:lnTo>
                  <a:pt x="74293" y="43573"/>
                </a:lnTo>
                <a:lnTo>
                  <a:pt x="43573" y="74293"/>
                </a:lnTo>
                <a:lnTo>
                  <a:pt x="20158" y="111129"/>
                </a:lnTo>
                <a:lnTo>
                  <a:pt x="5237" y="152893"/>
                </a:lnTo>
                <a:lnTo>
                  <a:pt x="0" y="198394"/>
                </a:lnTo>
                <a:lnTo>
                  <a:pt x="0" y="991880"/>
                </a:lnTo>
                <a:lnTo>
                  <a:pt x="5237" y="1037379"/>
                </a:lnTo>
                <a:lnTo>
                  <a:pt x="20158" y="1079138"/>
                </a:lnTo>
                <a:lnTo>
                  <a:pt x="43573" y="1115968"/>
                </a:lnTo>
                <a:lnTo>
                  <a:pt x="74293" y="1146682"/>
                </a:lnTo>
                <a:lnTo>
                  <a:pt x="111129" y="1170091"/>
                </a:lnTo>
                <a:lnTo>
                  <a:pt x="152893" y="1185007"/>
                </a:lnTo>
                <a:lnTo>
                  <a:pt x="198394" y="1190243"/>
                </a:lnTo>
                <a:lnTo>
                  <a:pt x="1263517" y="1190243"/>
                </a:lnTo>
                <a:lnTo>
                  <a:pt x="1308980" y="1185007"/>
                </a:lnTo>
                <a:lnTo>
                  <a:pt x="1350729" y="1170091"/>
                </a:lnTo>
                <a:lnTo>
                  <a:pt x="1387567" y="1146682"/>
                </a:lnTo>
                <a:lnTo>
                  <a:pt x="1418300" y="1115968"/>
                </a:lnTo>
                <a:lnTo>
                  <a:pt x="1441732" y="1079138"/>
                </a:lnTo>
                <a:lnTo>
                  <a:pt x="1456667" y="1037379"/>
                </a:lnTo>
                <a:lnTo>
                  <a:pt x="1461912" y="991880"/>
                </a:lnTo>
                <a:lnTo>
                  <a:pt x="1461912" y="198394"/>
                </a:lnTo>
                <a:lnTo>
                  <a:pt x="1456667" y="152893"/>
                </a:lnTo>
                <a:lnTo>
                  <a:pt x="1441732" y="111129"/>
                </a:lnTo>
                <a:lnTo>
                  <a:pt x="1418300" y="74293"/>
                </a:lnTo>
                <a:lnTo>
                  <a:pt x="1387567" y="43573"/>
                </a:lnTo>
                <a:lnTo>
                  <a:pt x="1350729" y="20158"/>
                </a:lnTo>
                <a:lnTo>
                  <a:pt x="1308980" y="5237"/>
                </a:lnTo>
                <a:lnTo>
                  <a:pt x="12635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5"/>
          <p:cNvSpPr/>
          <p:nvPr/>
        </p:nvSpPr>
        <p:spPr>
          <a:xfrm>
            <a:off x="5344027" y="2990779"/>
            <a:ext cx="1462405" cy="1190625"/>
          </a:xfrm>
          <a:custGeom>
            <a:avLst/>
            <a:gdLst/>
            <a:ahLst/>
            <a:cxnLst/>
            <a:rect l="l" t="t" r="r" b="b"/>
            <a:pathLst>
              <a:path w="1462404" h="1190625">
                <a:moveTo>
                  <a:pt x="0" y="198394"/>
                </a:moveTo>
                <a:lnTo>
                  <a:pt x="5237" y="152893"/>
                </a:lnTo>
                <a:lnTo>
                  <a:pt x="20158" y="111129"/>
                </a:lnTo>
                <a:lnTo>
                  <a:pt x="43573" y="74293"/>
                </a:lnTo>
                <a:lnTo>
                  <a:pt x="74293" y="43573"/>
                </a:lnTo>
                <a:lnTo>
                  <a:pt x="111129" y="20158"/>
                </a:lnTo>
                <a:lnTo>
                  <a:pt x="152893" y="5237"/>
                </a:lnTo>
                <a:lnTo>
                  <a:pt x="198394" y="0"/>
                </a:lnTo>
                <a:lnTo>
                  <a:pt x="1263517" y="0"/>
                </a:lnTo>
                <a:lnTo>
                  <a:pt x="1308980" y="5237"/>
                </a:lnTo>
                <a:lnTo>
                  <a:pt x="1350729" y="20158"/>
                </a:lnTo>
                <a:lnTo>
                  <a:pt x="1387567" y="43573"/>
                </a:lnTo>
                <a:lnTo>
                  <a:pt x="1418300" y="74293"/>
                </a:lnTo>
                <a:lnTo>
                  <a:pt x="1441732" y="111129"/>
                </a:lnTo>
                <a:lnTo>
                  <a:pt x="1456667" y="152893"/>
                </a:lnTo>
                <a:lnTo>
                  <a:pt x="1461912" y="198394"/>
                </a:lnTo>
                <a:lnTo>
                  <a:pt x="1461912" y="991880"/>
                </a:lnTo>
                <a:lnTo>
                  <a:pt x="1456667" y="1037379"/>
                </a:lnTo>
                <a:lnTo>
                  <a:pt x="1441732" y="1079138"/>
                </a:lnTo>
                <a:lnTo>
                  <a:pt x="1418300" y="1115968"/>
                </a:lnTo>
                <a:lnTo>
                  <a:pt x="1387567" y="1146682"/>
                </a:lnTo>
                <a:lnTo>
                  <a:pt x="1350729" y="1170091"/>
                </a:lnTo>
                <a:lnTo>
                  <a:pt x="1308980" y="1185007"/>
                </a:lnTo>
                <a:lnTo>
                  <a:pt x="1263517" y="1190243"/>
                </a:lnTo>
                <a:lnTo>
                  <a:pt x="198394" y="1190243"/>
                </a:lnTo>
                <a:lnTo>
                  <a:pt x="152893" y="1185007"/>
                </a:lnTo>
                <a:lnTo>
                  <a:pt x="111129" y="1170091"/>
                </a:lnTo>
                <a:lnTo>
                  <a:pt x="74293" y="1146682"/>
                </a:lnTo>
                <a:lnTo>
                  <a:pt x="43573" y="1115968"/>
                </a:lnTo>
                <a:lnTo>
                  <a:pt x="20158" y="1079138"/>
                </a:lnTo>
                <a:lnTo>
                  <a:pt x="5237" y="1037379"/>
                </a:lnTo>
                <a:lnTo>
                  <a:pt x="0" y="991880"/>
                </a:lnTo>
                <a:lnTo>
                  <a:pt x="0" y="198394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6"/>
          <p:cNvSpPr txBox="1"/>
          <p:nvPr/>
        </p:nvSpPr>
        <p:spPr>
          <a:xfrm>
            <a:off x="5503930" y="3364611"/>
            <a:ext cx="1230630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3200" marR="5080" indent="-190500">
              <a:lnSpc>
                <a:spcPct val="100899"/>
              </a:lnSpc>
              <a:spcBef>
                <a:spcPts val="110"/>
              </a:spcBef>
            </a:pPr>
            <a:r>
              <a:rPr sz="1550" spc="10" dirty="0">
                <a:solidFill>
                  <a:srgbClr val="6F2F9F"/>
                </a:solidFill>
                <a:latin typeface="Arial"/>
                <a:cs typeface="Arial"/>
              </a:rPr>
              <a:t>Classification  </a:t>
            </a:r>
            <a:r>
              <a:rPr sz="1550" spc="-15" dirty="0">
                <a:solidFill>
                  <a:srgbClr val="6F2F9F"/>
                </a:solidFill>
                <a:latin typeface="Arial"/>
                <a:cs typeface="Arial"/>
              </a:rPr>
              <a:t>Problems</a:t>
            </a:r>
            <a:endParaRPr sz="1550">
              <a:latin typeface="Arial"/>
              <a:cs typeface="Arial"/>
            </a:endParaRPr>
          </a:p>
        </p:txBody>
      </p:sp>
      <p:sp>
        <p:nvSpPr>
          <p:cNvPr id="42" name="object 13"/>
          <p:cNvSpPr/>
          <p:nvPr/>
        </p:nvSpPr>
        <p:spPr>
          <a:xfrm>
            <a:off x="8115300" y="2704801"/>
            <a:ext cx="2019300" cy="17621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4"/>
          <p:cNvSpPr/>
          <p:nvPr/>
        </p:nvSpPr>
        <p:spPr>
          <a:xfrm>
            <a:off x="8210550" y="2847661"/>
            <a:ext cx="1724025" cy="14763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5"/>
          <p:cNvSpPr/>
          <p:nvPr/>
        </p:nvSpPr>
        <p:spPr>
          <a:xfrm>
            <a:off x="8340973" y="2976301"/>
            <a:ext cx="1462405" cy="1219200"/>
          </a:xfrm>
          <a:custGeom>
            <a:avLst/>
            <a:gdLst/>
            <a:ahLst/>
            <a:cxnLst/>
            <a:rect l="l" t="t" r="r" b="b"/>
            <a:pathLst>
              <a:path w="1462404" h="1219200">
                <a:moveTo>
                  <a:pt x="1258702" y="0"/>
                </a:moveTo>
                <a:lnTo>
                  <a:pt x="203210" y="0"/>
                </a:lnTo>
                <a:lnTo>
                  <a:pt x="156607" y="5365"/>
                </a:lnTo>
                <a:lnTo>
                  <a:pt x="113831" y="20649"/>
                </a:lnTo>
                <a:lnTo>
                  <a:pt x="76100" y="44634"/>
                </a:lnTo>
                <a:lnTo>
                  <a:pt x="44634" y="76100"/>
                </a:lnTo>
                <a:lnTo>
                  <a:pt x="20649" y="113831"/>
                </a:lnTo>
                <a:lnTo>
                  <a:pt x="5365" y="156607"/>
                </a:lnTo>
                <a:lnTo>
                  <a:pt x="0" y="203210"/>
                </a:lnTo>
                <a:lnTo>
                  <a:pt x="0" y="1016020"/>
                </a:lnTo>
                <a:lnTo>
                  <a:pt x="5365" y="1062583"/>
                </a:lnTo>
                <a:lnTo>
                  <a:pt x="20649" y="1105339"/>
                </a:lnTo>
                <a:lnTo>
                  <a:pt x="44634" y="1143066"/>
                </a:lnTo>
                <a:lnTo>
                  <a:pt x="76100" y="1174539"/>
                </a:lnTo>
                <a:lnTo>
                  <a:pt x="113831" y="1198535"/>
                </a:lnTo>
                <a:lnTo>
                  <a:pt x="156607" y="1213829"/>
                </a:lnTo>
                <a:lnTo>
                  <a:pt x="203210" y="1219199"/>
                </a:lnTo>
                <a:lnTo>
                  <a:pt x="1258702" y="1219199"/>
                </a:lnTo>
                <a:lnTo>
                  <a:pt x="1305266" y="1213829"/>
                </a:lnTo>
                <a:lnTo>
                  <a:pt x="1348027" y="1198535"/>
                </a:lnTo>
                <a:lnTo>
                  <a:pt x="1385760" y="1174539"/>
                </a:lnTo>
                <a:lnTo>
                  <a:pt x="1417239" y="1143066"/>
                </a:lnTo>
                <a:lnTo>
                  <a:pt x="1441241" y="1105339"/>
                </a:lnTo>
                <a:lnTo>
                  <a:pt x="1456540" y="1062583"/>
                </a:lnTo>
                <a:lnTo>
                  <a:pt x="1461912" y="1016020"/>
                </a:lnTo>
                <a:lnTo>
                  <a:pt x="1461912" y="203210"/>
                </a:lnTo>
                <a:lnTo>
                  <a:pt x="1456540" y="156607"/>
                </a:lnTo>
                <a:lnTo>
                  <a:pt x="1441241" y="113831"/>
                </a:lnTo>
                <a:lnTo>
                  <a:pt x="1417239" y="76100"/>
                </a:lnTo>
                <a:lnTo>
                  <a:pt x="1385760" y="44634"/>
                </a:lnTo>
                <a:lnTo>
                  <a:pt x="1348027" y="20649"/>
                </a:lnTo>
                <a:lnTo>
                  <a:pt x="1305266" y="5365"/>
                </a:lnTo>
                <a:lnTo>
                  <a:pt x="12587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6"/>
          <p:cNvSpPr/>
          <p:nvPr/>
        </p:nvSpPr>
        <p:spPr>
          <a:xfrm>
            <a:off x="8340973" y="2976301"/>
            <a:ext cx="1462405" cy="1219200"/>
          </a:xfrm>
          <a:custGeom>
            <a:avLst/>
            <a:gdLst/>
            <a:ahLst/>
            <a:cxnLst/>
            <a:rect l="l" t="t" r="r" b="b"/>
            <a:pathLst>
              <a:path w="1462404" h="1219200">
                <a:moveTo>
                  <a:pt x="0" y="203210"/>
                </a:moveTo>
                <a:lnTo>
                  <a:pt x="5365" y="156607"/>
                </a:lnTo>
                <a:lnTo>
                  <a:pt x="20649" y="113831"/>
                </a:lnTo>
                <a:lnTo>
                  <a:pt x="44634" y="76100"/>
                </a:lnTo>
                <a:lnTo>
                  <a:pt x="76100" y="44634"/>
                </a:lnTo>
                <a:lnTo>
                  <a:pt x="113831" y="20649"/>
                </a:lnTo>
                <a:lnTo>
                  <a:pt x="156607" y="5365"/>
                </a:lnTo>
                <a:lnTo>
                  <a:pt x="203210" y="0"/>
                </a:lnTo>
                <a:lnTo>
                  <a:pt x="1258702" y="0"/>
                </a:lnTo>
                <a:lnTo>
                  <a:pt x="1305266" y="5365"/>
                </a:lnTo>
                <a:lnTo>
                  <a:pt x="1348027" y="20649"/>
                </a:lnTo>
                <a:lnTo>
                  <a:pt x="1385760" y="44634"/>
                </a:lnTo>
                <a:lnTo>
                  <a:pt x="1417239" y="76100"/>
                </a:lnTo>
                <a:lnTo>
                  <a:pt x="1441241" y="113831"/>
                </a:lnTo>
                <a:lnTo>
                  <a:pt x="1456540" y="156607"/>
                </a:lnTo>
                <a:lnTo>
                  <a:pt x="1461912" y="203210"/>
                </a:lnTo>
                <a:lnTo>
                  <a:pt x="1461912" y="1016020"/>
                </a:lnTo>
                <a:lnTo>
                  <a:pt x="1456540" y="1062583"/>
                </a:lnTo>
                <a:lnTo>
                  <a:pt x="1441241" y="1105339"/>
                </a:lnTo>
                <a:lnTo>
                  <a:pt x="1417239" y="1143066"/>
                </a:lnTo>
                <a:lnTo>
                  <a:pt x="1385760" y="1174539"/>
                </a:lnTo>
                <a:lnTo>
                  <a:pt x="1348027" y="1198535"/>
                </a:lnTo>
                <a:lnTo>
                  <a:pt x="1305266" y="1213829"/>
                </a:lnTo>
                <a:lnTo>
                  <a:pt x="1258702" y="1219199"/>
                </a:lnTo>
                <a:lnTo>
                  <a:pt x="203210" y="1219199"/>
                </a:lnTo>
                <a:lnTo>
                  <a:pt x="156607" y="1213829"/>
                </a:lnTo>
                <a:lnTo>
                  <a:pt x="113831" y="1198535"/>
                </a:lnTo>
                <a:lnTo>
                  <a:pt x="76100" y="1174539"/>
                </a:lnTo>
                <a:lnTo>
                  <a:pt x="44634" y="1143066"/>
                </a:lnTo>
                <a:lnTo>
                  <a:pt x="20649" y="1105339"/>
                </a:lnTo>
                <a:lnTo>
                  <a:pt x="5365" y="1062583"/>
                </a:lnTo>
                <a:lnTo>
                  <a:pt x="0" y="1016020"/>
                </a:lnTo>
                <a:lnTo>
                  <a:pt x="0" y="203210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7"/>
          <p:cNvSpPr txBox="1"/>
          <p:nvPr/>
        </p:nvSpPr>
        <p:spPr>
          <a:xfrm>
            <a:off x="8586858" y="3056635"/>
            <a:ext cx="1050290" cy="10007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-6350" algn="ctr">
              <a:lnSpc>
                <a:spcPct val="103600"/>
              </a:lnSpc>
              <a:spcBef>
                <a:spcPts val="60"/>
              </a:spcBef>
            </a:pPr>
            <a:r>
              <a:rPr sz="1550" spc="5" dirty="0">
                <a:solidFill>
                  <a:srgbClr val="6F2F9F"/>
                </a:solidFill>
                <a:latin typeface="Arial"/>
                <a:cs typeface="Arial"/>
              </a:rPr>
              <a:t>Linear  </a:t>
            </a:r>
            <a:r>
              <a:rPr sz="1550" dirty="0">
                <a:solidFill>
                  <a:srgbClr val="6F2F9F"/>
                </a:solidFill>
                <a:latin typeface="Arial"/>
                <a:cs typeface="Arial"/>
              </a:rPr>
              <a:t>R</a:t>
            </a:r>
            <a:r>
              <a:rPr sz="1550" spc="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550" spc="-40" dirty="0">
                <a:solidFill>
                  <a:srgbClr val="6F2F9F"/>
                </a:solidFill>
                <a:latin typeface="Arial"/>
                <a:cs typeface="Arial"/>
              </a:rPr>
              <a:t>g</a:t>
            </a:r>
            <a:r>
              <a:rPr sz="1550" dirty="0">
                <a:solidFill>
                  <a:srgbClr val="6F2F9F"/>
                </a:solidFill>
                <a:latin typeface="Arial"/>
                <a:cs typeface="Arial"/>
              </a:rPr>
              <a:t>r</a:t>
            </a:r>
            <a:r>
              <a:rPr sz="1550" spc="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550" spc="35" dirty="0">
                <a:solidFill>
                  <a:srgbClr val="6F2F9F"/>
                </a:solidFill>
                <a:latin typeface="Arial"/>
                <a:cs typeface="Arial"/>
              </a:rPr>
              <a:t>ss</a:t>
            </a:r>
            <a:r>
              <a:rPr sz="1550" spc="25" dirty="0">
                <a:solidFill>
                  <a:srgbClr val="6F2F9F"/>
                </a:solidFill>
                <a:latin typeface="Arial"/>
                <a:cs typeface="Arial"/>
              </a:rPr>
              <a:t>io</a:t>
            </a:r>
            <a:r>
              <a:rPr sz="1550" spc="5" dirty="0">
                <a:solidFill>
                  <a:srgbClr val="6F2F9F"/>
                </a:solidFill>
                <a:latin typeface="Arial"/>
                <a:cs typeface="Arial"/>
              </a:rPr>
              <a:t>n </a:t>
            </a:r>
            <a:r>
              <a:rPr sz="1550" spc="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6F2F9F"/>
                </a:solidFill>
                <a:latin typeface="Arial"/>
                <a:cs typeface="Arial"/>
              </a:rPr>
              <a:t>cannot  </a:t>
            </a:r>
            <a:r>
              <a:rPr sz="1550" spc="5" dirty="0">
                <a:solidFill>
                  <a:srgbClr val="6F2F9F"/>
                </a:solidFill>
                <a:latin typeface="Arial"/>
                <a:cs typeface="Arial"/>
              </a:rPr>
              <a:t>answer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48" name="object 18"/>
          <p:cNvSpPr/>
          <p:nvPr/>
        </p:nvSpPr>
        <p:spPr>
          <a:xfrm>
            <a:off x="7248540" y="3352470"/>
            <a:ext cx="571500" cy="6191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/>
        </p:nvSpPr>
        <p:spPr>
          <a:xfrm>
            <a:off x="7365248" y="3420822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30">
                <a:moveTo>
                  <a:pt x="208147" y="0"/>
                </a:moveTo>
                <a:lnTo>
                  <a:pt x="0" y="0"/>
                </a:lnTo>
                <a:lnTo>
                  <a:pt x="208147" y="240517"/>
                </a:lnTo>
                <a:lnTo>
                  <a:pt x="0" y="481065"/>
                </a:lnTo>
                <a:lnTo>
                  <a:pt x="208147" y="481065"/>
                </a:lnTo>
                <a:lnTo>
                  <a:pt x="416417" y="240517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/>
        </p:nvSpPr>
        <p:spPr>
          <a:xfrm>
            <a:off x="7365248" y="3420822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30">
                <a:moveTo>
                  <a:pt x="0" y="0"/>
                </a:moveTo>
                <a:lnTo>
                  <a:pt x="208147" y="0"/>
                </a:lnTo>
                <a:lnTo>
                  <a:pt x="416417" y="240517"/>
                </a:lnTo>
                <a:lnTo>
                  <a:pt x="208147" y="481065"/>
                </a:lnTo>
                <a:lnTo>
                  <a:pt x="0" y="481065"/>
                </a:lnTo>
                <a:lnTo>
                  <a:pt x="208147" y="24051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1"/>
          <p:cNvSpPr txBox="1"/>
          <p:nvPr/>
        </p:nvSpPr>
        <p:spPr>
          <a:xfrm>
            <a:off x="6737355" y="1633853"/>
            <a:ext cx="2807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0" dirty="0">
                <a:solidFill>
                  <a:srgbClr val="6F2F9F"/>
                </a:solidFill>
                <a:latin typeface="Arial"/>
                <a:cs typeface="Arial"/>
              </a:rPr>
              <a:t>Will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it </a:t>
            </a:r>
            <a:r>
              <a:rPr sz="1800" spc="-20" dirty="0">
                <a:solidFill>
                  <a:srgbClr val="6F2F9F"/>
                </a:solidFill>
                <a:latin typeface="Arial"/>
                <a:cs typeface="Arial"/>
              </a:rPr>
              <a:t>rain </a:t>
            </a:r>
            <a:r>
              <a:rPr sz="1800" spc="-10" dirty="0">
                <a:solidFill>
                  <a:srgbClr val="6F2F9F"/>
                </a:solidFill>
                <a:latin typeface="Arial"/>
                <a:cs typeface="Arial"/>
              </a:rPr>
              <a:t>tomorrow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or</a:t>
            </a:r>
            <a:r>
              <a:rPr sz="1800" spc="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0" dirty="0">
                <a:solidFill>
                  <a:srgbClr val="6F2F9F"/>
                </a:solidFill>
                <a:latin typeface="Arial"/>
                <a:cs typeface="Arial"/>
              </a:rPr>
              <a:t>not?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22"/>
          <p:cNvSpPr/>
          <p:nvPr/>
        </p:nvSpPr>
        <p:spPr>
          <a:xfrm>
            <a:off x="6074907" y="1562682"/>
            <a:ext cx="578345" cy="57834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3"/>
          <p:cNvSpPr txBox="1">
            <a:spLocks noGrp="1"/>
          </p:cNvSpPr>
          <p:nvPr>
            <p:ph type="title"/>
          </p:nvPr>
        </p:nvSpPr>
        <p:spPr>
          <a:xfrm>
            <a:off x="6714749" y="930908"/>
            <a:ext cx="4741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0" dirty="0">
                <a:solidFill>
                  <a:srgbClr val="6F2F9F"/>
                </a:solidFill>
                <a:latin typeface="Arial"/>
                <a:cs typeface="Arial"/>
              </a:rPr>
              <a:t>Will </a:t>
            </a:r>
            <a:r>
              <a:rPr sz="1800" b="0" spc="10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0" dirty="0">
                <a:solidFill>
                  <a:srgbClr val="6F2F9F"/>
                </a:solidFill>
                <a:latin typeface="Arial"/>
                <a:cs typeface="Arial"/>
              </a:rPr>
              <a:t>property </a:t>
            </a:r>
            <a:r>
              <a:rPr sz="1800" b="0" spc="-20" dirty="0">
                <a:solidFill>
                  <a:srgbClr val="6F2F9F"/>
                </a:solidFill>
                <a:latin typeface="Arial"/>
                <a:cs typeface="Arial"/>
              </a:rPr>
              <a:t>have </a:t>
            </a:r>
            <a:r>
              <a:rPr sz="1800" b="0" dirty="0">
                <a:solidFill>
                  <a:srgbClr val="6F2F9F"/>
                </a:solidFill>
                <a:latin typeface="Arial"/>
                <a:cs typeface="Arial"/>
              </a:rPr>
              <a:t>a </a:t>
            </a:r>
            <a:r>
              <a:rPr sz="1800" b="0" spc="-5" dirty="0">
                <a:solidFill>
                  <a:srgbClr val="6F2F9F"/>
                </a:solidFill>
                <a:latin typeface="Arial"/>
                <a:cs typeface="Arial"/>
              </a:rPr>
              <a:t>good</a:t>
            </a:r>
            <a:r>
              <a:rPr sz="1800" b="0" spc="-9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0" spc="5" dirty="0">
                <a:solidFill>
                  <a:srgbClr val="6F2F9F"/>
                </a:solidFill>
                <a:latin typeface="Arial"/>
                <a:cs typeface="Arial"/>
              </a:rPr>
              <a:t>neighbourhood?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5" name="object 24"/>
          <p:cNvSpPr/>
          <p:nvPr/>
        </p:nvSpPr>
        <p:spPr>
          <a:xfrm>
            <a:off x="6094353" y="830381"/>
            <a:ext cx="527584" cy="5275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5"/>
          <p:cNvSpPr txBox="1"/>
          <p:nvPr/>
        </p:nvSpPr>
        <p:spPr>
          <a:xfrm>
            <a:off x="6700525" y="2316098"/>
            <a:ext cx="24663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1800" spc="10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spc="-20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spam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or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0" dirty="0">
                <a:solidFill>
                  <a:srgbClr val="6F2F9F"/>
                </a:solidFill>
                <a:latin typeface="Arial"/>
                <a:cs typeface="Arial"/>
              </a:rPr>
              <a:t>not?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26"/>
          <p:cNvSpPr/>
          <p:nvPr/>
        </p:nvSpPr>
        <p:spPr>
          <a:xfrm>
            <a:off x="6094353" y="2270973"/>
            <a:ext cx="507479" cy="5040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27"/>
          <p:cNvSpPr/>
          <p:nvPr/>
        </p:nvSpPr>
        <p:spPr>
          <a:xfrm>
            <a:off x="5997737" y="2476564"/>
            <a:ext cx="274802" cy="2729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28"/>
          <p:cNvSpPr/>
          <p:nvPr/>
        </p:nvSpPr>
        <p:spPr>
          <a:xfrm>
            <a:off x="8210550" y="4495486"/>
            <a:ext cx="647700" cy="6381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29"/>
          <p:cNvSpPr/>
          <p:nvPr/>
        </p:nvSpPr>
        <p:spPr>
          <a:xfrm>
            <a:off x="8323569" y="4579687"/>
            <a:ext cx="497205" cy="476884"/>
          </a:xfrm>
          <a:custGeom>
            <a:avLst/>
            <a:gdLst/>
            <a:ahLst/>
            <a:cxnLst/>
            <a:rect l="l" t="t" r="r" b="b"/>
            <a:pathLst>
              <a:path w="497204" h="476885">
                <a:moveTo>
                  <a:pt x="139598" y="0"/>
                </a:moveTo>
                <a:lnTo>
                  <a:pt x="0" y="154554"/>
                </a:lnTo>
                <a:lnTo>
                  <a:pt x="39136" y="470285"/>
                </a:lnTo>
                <a:lnTo>
                  <a:pt x="357256" y="476880"/>
                </a:lnTo>
                <a:lnTo>
                  <a:pt x="496702" y="322194"/>
                </a:lnTo>
                <a:lnTo>
                  <a:pt x="178704" y="315717"/>
                </a:lnTo>
                <a:lnTo>
                  <a:pt x="1395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30"/>
          <p:cNvSpPr/>
          <p:nvPr/>
        </p:nvSpPr>
        <p:spPr>
          <a:xfrm>
            <a:off x="8323569" y="4579687"/>
            <a:ext cx="497205" cy="476884"/>
          </a:xfrm>
          <a:custGeom>
            <a:avLst/>
            <a:gdLst/>
            <a:ahLst/>
            <a:cxnLst/>
            <a:rect l="l" t="t" r="r" b="b"/>
            <a:pathLst>
              <a:path w="497204" h="476885">
                <a:moveTo>
                  <a:pt x="496702" y="322194"/>
                </a:moveTo>
                <a:lnTo>
                  <a:pt x="357256" y="476880"/>
                </a:lnTo>
                <a:lnTo>
                  <a:pt x="39136" y="470285"/>
                </a:lnTo>
                <a:lnTo>
                  <a:pt x="0" y="154554"/>
                </a:lnTo>
                <a:lnTo>
                  <a:pt x="139598" y="0"/>
                </a:lnTo>
                <a:lnTo>
                  <a:pt x="178704" y="315717"/>
                </a:lnTo>
                <a:lnTo>
                  <a:pt x="496702" y="322194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32"/>
          <p:cNvSpPr/>
          <p:nvPr/>
        </p:nvSpPr>
        <p:spPr>
          <a:xfrm>
            <a:off x="6686550" y="5133661"/>
            <a:ext cx="1724025" cy="14859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33"/>
          <p:cNvSpPr/>
          <p:nvPr/>
        </p:nvSpPr>
        <p:spPr>
          <a:xfrm>
            <a:off x="6815724" y="5266380"/>
            <a:ext cx="1462405" cy="1219200"/>
          </a:xfrm>
          <a:custGeom>
            <a:avLst/>
            <a:gdLst/>
            <a:ahLst/>
            <a:cxnLst/>
            <a:rect l="l" t="t" r="r" b="b"/>
            <a:pathLst>
              <a:path w="1462404" h="1219200">
                <a:moveTo>
                  <a:pt x="1258671" y="0"/>
                </a:moveTo>
                <a:lnTo>
                  <a:pt x="203179" y="0"/>
                </a:lnTo>
                <a:lnTo>
                  <a:pt x="156578" y="5364"/>
                </a:lnTo>
                <a:lnTo>
                  <a:pt x="113806" y="20644"/>
                </a:lnTo>
                <a:lnTo>
                  <a:pt x="76082" y="44625"/>
                </a:lnTo>
                <a:lnTo>
                  <a:pt x="44622" y="76087"/>
                </a:lnTo>
                <a:lnTo>
                  <a:pt x="20643" y="113813"/>
                </a:lnTo>
                <a:lnTo>
                  <a:pt x="5363" y="156587"/>
                </a:lnTo>
                <a:lnTo>
                  <a:pt x="0" y="203191"/>
                </a:lnTo>
                <a:lnTo>
                  <a:pt x="0" y="1015995"/>
                </a:lnTo>
                <a:lnTo>
                  <a:pt x="5363" y="1062571"/>
                </a:lnTo>
                <a:lnTo>
                  <a:pt x="20643" y="1105328"/>
                </a:lnTo>
                <a:lnTo>
                  <a:pt x="44622" y="1143046"/>
                </a:lnTo>
                <a:lnTo>
                  <a:pt x="76082" y="1174507"/>
                </a:lnTo>
                <a:lnTo>
                  <a:pt x="113806" y="1198489"/>
                </a:lnTo>
                <a:lnTo>
                  <a:pt x="156578" y="1213773"/>
                </a:lnTo>
                <a:lnTo>
                  <a:pt x="203179" y="1219139"/>
                </a:lnTo>
                <a:lnTo>
                  <a:pt x="1258671" y="1219139"/>
                </a:lnTo>
                <a:lnTo>
                  <a:pt x="1305245" y="1213773"/>
                </a:lnTo>
                <a:lnTo>
                  <a:pt x="1348010" y="1198489"/>
                </a:lnTo>
                <a:lnTo>
                  <a:pt x="1385742" y="1174507"/>
                </a:lnTo>
                <a:lnTo>
                  <a:pt x="1417218" y="1143046"/>
                </a:lnTo>
                <a:lnTo>
                  <a:pt x="1441216" y="1105328"/>
                </a:lnTo>
                <a:lnTo>
                  <a:pt x="1456511" y="1062571"/>
                </a:lnTo>
                <a:lnTo>
                  <a:pt x="1461881" y="1015995"/>
                </a:lnTo>
                <a:lnTo>
                  <a:pt x="1461881" y="203191"/>
                </a:lnTo>
                <a:lnTo>
                  <a:pt x="1456511" y="156587"/>
                </a:lnTo>
                <a:lnTo>
                  <a:pt x="1441216" y="113813"/>
                </a:lnTo>
                <a:lnTo>
                  <a:pt x="1417218" y="76087"/>
                </a:lnTo>
                <a:lnTo>
                  <a:pt x="1385742" y="44625"/>
                </a:lnTo>
                <a:lnTo>
                  <a:pt x="1348010" y="20644"/>
                </a:lnTo>
                <a:lnTo>
                  <a:pt x="1305245" y="5364"/>
                </a:lnTo>
                <a:lnTo>
                  <a:pt x="12586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34"/>
          <p:cNvSpPr/>
          <p:nvPr/>
        </p:nvSpPr>
        <p:spPr>
          <a:xfrm>
            <a:off x="6815724" y="5266380"/>
            <a:ext cx="1462405" cy="1219200"/>
          </a:xfrm>
          <a:custGeom>
            <a:avLst/>
            <a:gdLst/>
            <a:ahLst/>
            <a:cxnLst/>
            <a:rect l="l" t="t" r="r" b="b"/>
            <a:pathLst>
              <a:path w="1462404" h="1219200">
                <a:moveTo>
                  <a:pt x="0" y="203191"/>
                </a:moveTo>
                <a:lnTo>
                  <a:pt x="5363" y="156587"/>
                </a:lnTo>
                <a:lnTo>
                  <a:pt x="20643" y="113813"/>
                </a:lnTo>
                <a:lnTo>
                  <a:pt x="44622" y="76087"/>
                </a:lnTo>
                <a:lnTo>
                  <a:pt x="76082" y="44625"/>
                </a:lnTo>
                <a:lnTo>
                  <a:pt x="113806" y="20644"/>
                </a:lnTo>
                <a:lnTo>
                  <a:pt x="156578" y="5364"/>
                </a:lnTo>
                <a:lnTo>
                  <a:pt x="203179" y="0"/>
                </a:lnTo>
                <a:lnTo>
                  <a:pt x="1258671" y="0"/>
                </a:lnTo>
                <a:lnTo>
                  <a:pt x="1305245" y="5364"/>
                </a:lnTo>
                <a:lnTo>
                  <a:pt x="1348010" y="20644"/>
                </a:lnTo>
                <a:lnTo>
                  <a:pt x="1385742" y="44625"/>
                </a:lnTo>
                <a:lnTo>
                  <a:pt x="1417218" y="76087"/>
                </a:lnTo>
                <a:lnTo>
                  <a:pt x="1441216" y="113813"/>
                </a:lnTo>
                <a:lnTo>
                  <a:pt x="1456511" y="156587"/>
                </a:lnTo>
                <a:lnTo>
                  <a:pt x="1461881" y="203191"/>
                </a:lnTo>
                <a:lnTo>
                  <a:pt x="1461881" y="1015995"/>
                </a:lnTo>
                <a:lnTo>
                  <a:pt x="1456511" y="1062571"/>
                </a:lnTo>
                <a:lnTo>
                  <a:pt x="1441216" y="1105328"/>
                </a:lnTo>
                <a:lnTo>
                  <a:pt x="1417218" y="1143046"/>
                </a:lnTo>
                <a:lnTo>
                  <a:pt x="1385742" y="1174507"/>
                </a:lnTo>
                <a:lnTo>
                  <a:pt x="1348010" y="1198489"/>
                </a:lnTo>
                <a:lnTo>
                  <a:pt x="1305245" y="1213773"/>
                </a:lnTo>
                <a:lnTo>
                  <a:pt x="1258671" y="1219139"/>
                </a:lnTo>
                <a:lnTo>
                  <a:pt x="203179" y="1219139"/>
                </a:lnTo>
                <a:lnTo>
                  <a:pt x="156578" y="1213773"/>
                </a:lnTo>
                <a:lnTo>
                  <a:pt x="113806" y="1198489"/>
                </a:lnTo>
                <a:lnTo>
                  <a:pt x="76082" y="1174507"/>
                </a:lnTo>
                <a:lnTo>
                  <a:pt x="44622" y="1143046"/>
                </a:lnTo>
                <a:lnTo>
                  <a:pt x="20643" y="1105328"/>
                </a:lnTo>
                <a:lnTo>
                  <a:pt x="5363" y="1062571"/>
                </a:lnTo>
                <a:lnTo>
                  <a:pt x="0" y="1015995"/>
                </a:lnTo>
                <a:lnTo>
                  <a:pt x="0" y="203191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35"/>
          <p:cNvSpPr txBox="1"/>
          <p:nvPr/>
        </p:nvSpPr>
        <p:spPr>
          <a:xfrm>
            <a:off x="7050664" y="5376800"/>
            <a:ext cx="1050290" cy="10007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-10795" algn="ctr">
              <a:lnSpc>
                <a:spcPct val="103600"/>
              </a:lnSpc>
              <a:spcBef>
                <a:spcPts val="60"/>
              </a:spcBef>
            </a:pPr>
            <a:r>
              <a:rPr sz="1550" spc="10" dirty="0">
                <a:solidFill>
                  <a:srgbClr val="6F2F9F"/>
                </a:solidFill>
                <a:latin typeface="Arial"/>
                <a:cs typeface="Arial"/>
              </a:rPr>
              <a:t>Logistic  </a:t>
            </a:r>
            <a:r>
              <a:rPr sz="1550" dirty="0">
                <a:solidFill>
                  <a:srgbClr val="6F2F9F"/>
                </a:solidFill>
                <a:latin typeface="Arial"/>
                <a:cs typeface="Arial"/>
              </a:rPr>
              <a:t>R</a:t>
            </a:r>
            <a:r>
              <a:rPr sz="1550" spc="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550" spc="-40" dirty="0">
                <a:solidFill>
                  <a:srgbClr val="6F2F9F"/>
                </a:solidFill>
                <a:latin typeface="Arial"/>
                <a:cs typeface="Arial"/>
              </a:rPr>
              <a:t>g</a:t>
            </a:r>
            <a:r>
              <a:rPr sz="1550" dirty="0">
                <a:solidFill>
                  <a:srgbClr val="6F2F9F"/>
                </a:solidFill>
                <a:latin typeface="Arial"/>
                <a:cs typeface="Arial"/>
              </a:rPr>
              <a:t>r</a:t>
            </a:r>
            <a:r>
              <a:rPr sz="1550" spc="3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550" spc="35" dirty="0">
                <a:solidFill>
                  <a:srgbClr val="6F2F9F"/>
                </a:solidFill>
                <a:latin typeface="Arial"/>
                <a:cs typeface="Arial"/>
              </a:rPr>
              <a:t>ss</a:t>
            </a:r>
            <a:r>
              <a:rPr sz="1550" spc="25" dirty="0">
                <a:solidFill>
                  <a:srgbClr val="6F2F9F"/>
                </a:solidFill>
                <a:latin typeface="Arial"/>
                <a:cs typeface="Arial"/>
              </a:rPr>
              <a:t>io</a:t>
            </a:r>
            <a:r>
              <a:rPr sz="1550" spc="5" dirty="0">
                <a:solidFill>
                  <a:srgbClr val="6F2F9F"/>
                </a:solidFill>
                <a:latin typeface="Arial"/>
                <a:cs typeface="Arial"/>
              </a:rPr>
              <a:t>n </a:t>
            </a:r>
            <a:r>
              <a:rPr sz="1550" spc="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6F2F9F"/>
                </a:solidFill>
                <a:latin typeface="Arial"/>
                <a:cs typeface="Arial"/>
              </a:rPr>
              <a:t>comes into  </a:t>
            </a:r>
            <a:r>
              <a:rPr sz="1550" spc="-10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1550" spc="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6F2F9F"/>
                </a:solidFill>
                <a:latin typeface="Arial"/>
                <a:cs typeface="Arial"/>
              </a:rPr>
              <a:t>picture</a:t>
            </a:r>
            <a:endParaRPr sz="1550">
              <a:latin typeface="Arial"/>
              <a:cs typeface="Arial"/>
            </a:endParaRPr>
          </a:p>
        </p:txBody>
      </p:sp>
      <p:sp>
        <p:nvSpPr>
          <p:cNvPr id="81" name="object 36"/>
          <p:cNvSpPr/>
          <p:nvPr/>
        </p:nvSpPr>
        <p:spPr>
          <a:xfrm>
            <a:off x="6353190" y="4571686"/>
            <a:ext cx="666749" cy="62865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37"/>
          <p:cNvSpPr/>
          <p:nvPr/>
        </p:nvSpPr>
        <p:spPr>
          <a:xfrm>
            <a:off x="6466453" y="4644326"/>
            <a:ext cx="510540" cy="478155"/>
          </a:xfrm>
          <a:custGeom>
            <a:avLst/>
            <a:gdLst/>
            <a:ahLst/>
            <a:cxnLst/>
            <a:rect l="l" t="t" r="r" b="b"/>
            <a:pathLst>
              <a:path w="510540" h="478154">
                <a:moveTo>
                  <a:pt x="67939" y="0"/>
                </a:moveTo>
                <a:lnTo>
                  <a:pt x="0" y="310777"/>
                </a:lnTo>
                <a:lnTo>
                  <a:pt x="124724" y="477524"/>
                </a:lnTo>
                <a:lnTo>
                  <a:pt x="192664" y="166759"/>
                </a:lnTo>
                <a:lnTo>
                  <a:pt x="493149" y="166759"/>
                </a:lnTo>
                <a:lnTo>
                  <a:pt x="385328" y="22610"/>
                </a:lnTo>
                <a:lnTo>
                  <a:pt x="67939" y="0"/>
                </a:lnTo>
                <a:close/>
              </a:path>
              <a:path w="510540" h="478154">
                <a:moveTo>
                  <a:pt x="493149" y="166759"/>
                </a:moveTo>
                <a:lnTo>
                  <a:pt x="192664" y="166759"/>
                </a:lnTo>
                <a:lnTo>
                  <a:pt x="510052" y="189356"/>
                </a:lnTo>
                <a:lnTo>
                  <a:pt x="493149" y="1667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38"/>
          <p:cNvSpPr/>
          <p:nvPr/>
        </p:nvSpPr>
        <p:spPr>
          <a:xfrm>
            <a:off x="6466453" y="4644326"/>
            <a:ext cx="510540" cy="478155"/>
          </a:xfrm>
          <a:custGeom>
            <a:avLst/>
            <a:gdLst/>
            <a:ahLst/>
            <a:cxnLst/>
            <a:rect l="l" t="t" r="r" b="b"/>
            <a:pathLst>
              <a:path w="510540" h="478154">
                <a:moveTo>
                  <a:pt x="124724" y="477524"/>
                </a:moveTo>
                <a:lnTo>
                  <a:pt x="0" y="310777"/>
                </a:lnTo>
                <a:lnTo>
                  <a:pt x="67939" y="0"/>
                </a:lnTo>
                <a:lnTo>
                  <a:pt x="385328" y="22610"/>
                </a:lnTo>
                <a:lnTo>
                  <a:pt x="510052" y="189356"/>
                </a:lnTo>
                <a:lnTo>
                  <a:pt x="192664" y="166759"/>
                </a:lnTo>
                <a:lnTo>
                  <a:pt x="124724" y="477524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4448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0" y="1848439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pPr marL="12700" marR="5080">
              <a:lnSpc>
                <a:spcPts val="5180"/>
              </a:lnSpc>
              <a:spcBef>
                <a:spcPts val="760"/>
              </a:spcBef>
            </a:pPr>
            <a:r>
              <a:rPr lang="en-US" sz="3200" b="1" spc="-5" dirty="0" smtClean="0">
                <a:solidFill>
                  <a:srgbClr val="FFFFFF"/>
                </a:solidFill>
                <a:latin typeface="Arial"/>
                <a:cs typeface="Arial"/>
              </a:rPr>
              <a:t>Introductio</a:t>
            </a:r>
            <a:r>
              <a:rPr lang="en-US" sz="3200" b="1" dirty="0" smtClean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lang="en-US" sz="3200" b="1" spc="-10" dirty="0" smtClean="0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lang="en-US" sz="3200" b="1" dirty="0" smtClean="0">
                <a:solidFill>
                  <a:srgbClr val="FFFFFF"/>
                </a:solidFill>
                <a:latin typeface="Arial"/>
                <a:cs typeface="Arial"/>
              </a:rPr>
              <a:t>Logistic  </a:t>
            </a:r>
            <a:r>
              <a:rPr lang="en-US" sz="3200" b="1" spc="-20" dirty="0" smtClean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200" b="1" spc="15" dirty="0" smtClean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200" b="1" dirty="0" smtClean="0">
                <a:solidFill>
                  <a:srgbClr val="FFFFFF"/>
                </a:solidFill>
                <a:latin typeface="Arial"/>
                <a:cs typeface="Arial"/>
              </a:rPr>
              <a:t>gr</a:t>
            </a:r>
            <a:r>
              <a:rPr lang="en-US" sz="3200" b="1" spc="15" dirty="0" smtClean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lang="en-US" sz="3200" b="1" dirty="0" smtClean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106" name="object 7"/>
          <p:cNvSpPr/>
          <p:nvPr/>
        </p:nvSpPr>
        <p:spPr>
          <a:xfrm>
            <a:off x="3905250" y="3419475"/>
            <a:ext cx="1790700" cy="971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8"/>
          <p:cNvSpPr/>
          <p:nvPr/>
        </p:nvSpPr>
        <p:spPr>
          <a:xfrm>
            <a:off x="4035307" y="3548115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1413113" y="0"/>
                </a:moveTo>
                <a:lnTo>
                  <a:pt x="118353" y="0"/>
                </a:lnTo>
                <a:lnTo>
                  <a:pt x="72266" y="9318"/>
                </a:lnTo>
                <a:lnTo>
                  <a:pt x="34648" y="34724"/>
                </a:lnTo>
                <a:lnTo>
                  <a:pt x="9294" y="72394"/>
                </a:lnTo>
                <a:lnTo>
                  <a:pt x="0" y="118506"/>
                </a:lnTo>
                <a:lnTo>
                  <a:pt x="0" y="592461"/>
                </a:lnTo>
                <a:lnTo>
                  <a:pt x="9294" y="638571"/>
                </a:lnTo>
                <a:lnTo>
                  <a:pt x="34648" y="676236"/>
                </a:lnTo>
                <a:lnTo>
                  <a:pt x="72266" y="701636"/>
                </a:lnTo>
                <a:lnTo>
                  <a:pt x="118353" y="710952"/>
                </a:lnTo>
                <a:lnTo>
                  <a:pt x="1413113" y="710952"/>
                </a:lnTo>
                <a:lnTo>
                  <a:pt x="1459225" y="701636"/>
                </a:lnTo>
                <a:lnTo>
                  <a:pt x="1496895" y="676236"/>
                </a:lnTo>
                <a:lnTo>
                  <a:pt x="1522301" y="638571"/>
                </a:lnTo>
                <a:lnTo>
                  <a:pt x="1531619" y="592461"/>
                </a:lnTo>
                <a:lnTo>
                  <a:pt x="1531619" y="118506"/>
                </a:lnTo>
                <a:lnTo>
                  <a:pt x="1522301" y="72394"/>
                </a:lnTo>
                <a:lnTo>
                  <a:pt x="1496895" y="34724"/>
                </a:lnTo>
                <a:lnTo>
                  <a:pt x="1459225" y="9318"/>
                </a:lnTo>
                <a:lnTo>
                  <a:pt x="1413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"/>
          <p:cNvSpPr txBox="1"/>
          <p:nvPr/>
        </p:nvSpPr>
        <p:spPr>
          <a:xfrm>
            <a:off x="4371724" y="3602289"/>
            <a:ext cx="852805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2225" marR="5080" indent="-9525">
              <a:lnSpc>
                <a:spcPct val="101000"/>
              </a:lnSpc>
              <a:spcBef>
                <a:spcPts val="80"/>
              </a:spcBef>
            </a:pPr>
            <a:r>
              <a:rPr sz="1800" spc="25" dirty="0">
                <a:latin typeface="Calibri"/>
                <a:cs typeface="Calibri"/>
              </a:rPr>
              <a:t>Ma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25" dirty="0">
                <a:latin typeface="Calibri"/>
                <a:cs typeface="Calibri"/>
              </a:rPr>
              <a:t>h</a:t>
            </a:r>
            <a:r>
              <a:rPr sz="1800" spc="30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3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spc="30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9" name="object 11"/>
          <p:cNvSpPr/>
          <p:nvPr/>
        </p:nvSpPr>
        <p:spPr>
          <a:xfrm>
            <a:off x="7905750" y="1581150"/>
            <a:ext cx="2085975" cy="1257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2"/>
          <p:cNvSpPr/>
          <p:nvPr/>
        </p:nvSpPr>
        <p:spPr>
          <a:xfrm>
            <a:off x="8001000" y="1724009"/>
            <a:ext cx="1790700" cy="9715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3"/>
          <p:cNvSpPr/>
          <p:nvPr/>
        </p:nvSpPr>
        <p:spPr>
          <a:xfrm>
            <a:off x="8129412" y="1852422"/>
            <a:ext cx="1532255" cy="711200"/>
          </a:xfrm>
          <a:custGeom>
            <a:avLst/>
            <a:gdLst/>
            <a:ahLst/>
            <a:cxnLst/>
            <a:rect l="l" t="t" r="r" b="b"/>
            <a:pathLst>
              <a:path w="1532254" h="711200">
                <a:moveTo>
                  <a:pt x="1413235" y="0"/>
                </a:moveTo>
                <a:lnTo>
                  <a:pt x="118475" y="0"/>
                </a:lnTo>
                <a:lnTo>
                  <a:pt x="72369" y="9296"/>
                </a:lnTo>
                <a:lnTo>
                  <a:pt x="34709" y="34663"/>
                </a:lnTo>
                <a:lnTo>
                  <a:pt x="9313" y="72317"/>
                </a:lnTo>
                <a:lnTo>
                  <a:pt x="0" y="118475"/>
                </a:lnTo>
                <a:lnTo>
                  <a:pt x="0" y="592317"/>
                </a:lnTo>
                <a:lnTo>
                  <a:pt x="9313" y="638429"/>
                </a:lnTo>
                <a:lnTo>
                  <a:pt x="34709" y="676099"/>
                </a:lnTo>
                <a:lnTo>
                  <a:pt x="72369" y="701505"/>
                </a:lnTo>
                <a:lnTo>
                  <a:pt x="118475" y="710824"/>
                </a:lnTo>
                <a:lnTo>
                  <a:pt x="1413235" y="710824"/>
                </a:lnTo>
                <a:lnTo>
                  <a:pt x="1459347" y="701505"/>
                </a:lnTo>
                <a:lnTo>
                  <a:pt x="1497017" y="676099"/>
                </a:lnTo>
                <a:lnTo>
                  <a:pt x="1522423" y="638429"/>
                </a:lnTo>
                <a:lnTo>
                  <a:pt x="1531741" y="592317"/>
                </a:lnTo>
                <a:lnTo>
                  <a:pt x="1531741" y="118475"/>
                </a:lnTo>
                <a:lnTo>
                  <a:pt x="1522423" y="72317"/>
                </a:lnTo>
                <a:lnTo>
                  <a:pt x="1497017" y="34663"/>
                </a:lnTo>
                <a:lnTo>
                  <a:pt x="1459347" y="9296"/>
                </a:lnTo>
                <a:lnTo>
                  <a:pt x="14132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4"/>
          <p:cNvSpPr/>
          <p:nvPr/>
        </p:nvSpPr>
        <p:spPr>
          <a:xfrm>
            <a:off x="8129412" y="1852422"/>
            <a:ext cx="1532255" cy="711200"/>
          </a:xfrm>
          <a:custGeom>
            <a:avLst/>
            <a:gdLst/>
            <a:ahLst/>
            <a:cxnLst/>
            <a:rect l="l" t="t" r="r" b="b"/>
            <a:pathLst>
              <a:path w="1532254" h="711200">
                <a:moveTo>
                  <a:pt x="0" y="118475"/>
                </a:moveTo>
                <a:lnTo>
                  <a:pt x="9313" y="72317"/>
                </a:lnTo>
                <a:lnTo>
                  <a:pt x="34709" y="34663"/>
                </a:lnTo>
                <a:lnTo>
                  <a:pt x="72369" y="9296"/>
                </a:lnTo>
                <a:lnTo>
                  <a:pt x="118475" y="0"/>
                </a:lnTo>
                <a:lnTo>
                  <a:pt x="1413235" y="0"/>
                </a:lnTo>
                <a:lnTo>
                  <a:pt x="1459347" y="9296"/>
                </a:lnTo>
                <a:lnTo>
                  <a:pt x="1497017" y="34663"/>
                </a:lnTo>
                <a:lnTo>
                  <a:pt x="1522423" y="72317"/>
                </a:lnTo>
                <a:lnTo>
                  <a:pt x="1531741" y="118475"/>
                </a:lnTo>
                <a:lnTo>
                  <a:pt x="1531741" y="592317"/>
                </a:lnTo>
                <a:lnTo>
                  <a:pt x="1522423" y="638429"/>
                </a:lnTo>
                <a:lnTo>
                  <a:pt x="1497017" y="676099"/>
                </a:lnTo>
                <a:lnTo>
                  <a:pt x="1459347" y="701505"/>
                </a:lnTo>
                <a:lnTo>
                  <a:pt x="1413235" y="710824"/>
                </a:lnTo>
                <a:lnTo>
                  <a:pt x="118475" y="710824"/>
                </a:lnTo>
                <a:lnTo>
                  <a:pt x="72369" y="701505"/>
                </a:lnTo>
                <a:lnTo>
                  <a:pt x="34709" y="676099"/>
                </a:lnTo>
                <a:lnTo>
                  <a:pt x="9313" y="638429"/>
                </a:lnTo>
                <a:lnTo>
                  <a:pt x="0" y="592317"/>
                </a:lnTo>
                <a:lnTo>
                  <a:pt x="0" y="118475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5"/>
          <p:cNvSpPr txBox="1"/>
          <p:nvPr/>
        </p:nvSpPr>
        <p:spPr>
          <a:xfrm>
            <a:off x="8383276" y="2041838"/>
            <a:ext cx="1031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4" name="object 16"/>
          <p:cNvSpPr/>
          <p:nvPr/>
        </p:nvSpPr>
        <p:spPr>
          <a:xfrm>
            <a:off x="7915290" y="3238500"/>
            <a:ext cx="2085975" cy="1257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7"/>
          <p:cNvSpPr/>
          <p:nvPr/>
        </p:nvSpPr>
        <p:spPr>
          <a:xfrm>
            <a:off x="8010540" y="3381375"/>
            <a:ext cx="1790700" cy="9715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8"/>
          <p:cNvSpPr/>
          <p:nvPr/>
        </p:nvSpPr>
        <p:spPr>
          <a:xfrm>
            <a:off x="8137153" y="3512820"/>
            <a:ext cx="1532255" cy="711200"/>
          </a:xfrm>
          <a:custGeom>
            <a:avLst/>
            <a:gdLst/>
            <a:ahLst/>
            <a:cxnLst/>
            <a:rect l="l" t="t" r="r" b="b"/>
            <a:pathLst>
              <a:path w="1532254" h="711200">
                <a:moveTo>
                  <a:pt x="1413235" y="0"/>
                </a:moveTo>
                <a:lnTo>
                  <a:pt x="118475" y="0"/>
                </a:lnTo>
                <a:lnTo>
                  <a:pt x="72369" y="9317"/>
                </a:lnTo>
                <a:lnTo>
                  <a:pt x="34709" y="34720"/>
                </a:lnTo>
                <a:lnTo>
                  <a:pt x="9313" y="72381"/>
                </a:lnTo>
                <a:lnTo>
                  <a:pt x="0" y="118475"/>
                </a:lnTo>
                <a:lnTo>
                  <a:pt x="0" y="592454"/>
                </a:lnTo>
                <a:lnTo>
                  <a:pt x="9313" y="638560"/>
                </a:lnTo>
                <a:lnTo>
                  <a:pt x="34709" y="676225"/>
                </a:lnTo>
                <a:lnTo>
                  <a:pt x="72369" y="701628"/>
                </a:lnTo>
                <a:lnTo>
                  <a:pt x="118475" y="710945"/>
                </a:lnTo>
                <a:lnTo>
                  <a:pt x="1413235" y="710945"/>
                </a:lnTo>
                <a:lnTo>
                  <a:pt x="1459347" y="701628"/>
                </a:lnTo>
                <a:lnTo>
                  <a:pt x="1497017" y="676225"/>
                </a:lnTo>
                <a:lnTo>
                  <a:pt x="1522423" y="638560"/>
                </a:lnTo>
                <a:lnTo>
                  <a:pt x="1531741" y="592454"/>
                </a:lnTo>
                <a:lnTo>
                  <a:pt x="1531741" y="118475"/>
                </a:lnTo>
                <a:lnTo>
                  <a:pt x="1522423" y="72381"/>
                </a:lnTo>
                <a:lnTo>
                  <a:pt x="1497017" y="34720"/>
                </a:lnTo>
                <a:lnTo>
                  <a:pt x="1459347" y="9317"/>
                </a:lnTo>
                <a:lnTo>
                  <a:pt x="14132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9"/>
          <p:cNvSpPr/>
          <p:nvPr/>
        </p:nvSpPr>
        <p:spPr>
          <a:xfrm>
            <a:off x="8137153" y="3512820"/>
            <a:ext cx="1532255" cy="711200"/>
          </a:xfrm>
          <a:custGeom>
            <a:avLst/>
            <a:gdLst/>
            <a:ahLst/>
            <a:cxnLst/>
            <a:rect l="l" t="t" r="r" b="b"/>
            <a:pathLst>
              <a:path w="1532254" h="711200">
                <a:moveTo>
                  <a:pt x="0" y="118475"/>
                </a:moveTo>
                <a:lnTo>
                  <a:pt x="9313" y="72381"/>
                </a:lnTo>
                <a:lnTo>
                  <a:pt x="34709" y="34720"/>
                </a:lnTo>
                <a:lnTo>
                  <a:pt x="72369" y="9317"/>
                </a:lnTo>
                <a:lnTo>
                  <a:pt x="118475" y="0"/>
                </a:lnTo>
                <a:lnTo>
                  <a:pt x="1413235" y="0"/>
                </a:lnTo>
                <a:lnTo>
                  <a:pt x="1459347" y="9317"/>
                </a:lnTo>
                <a:lnTo>
                  <a:pt x="1497017" y="34720"/>
                </a:lnTo>
                <a:lnTo>
                  <a:pt x="1522423" y="72381"/>
                </a:lnTo>
                <a:lnTo>
                  <a:pt x="1531741" y="118475"/>
                </a:lnTo>
                <a:lnTo>
                  <a:pt x="1531741" y="592454"/>
                </a:lnTo>
                <a:lnTo>
                  <a:pt x="1522423" y="638560"/>
                </a:lnTo>
                <a:lnTo>
                  <a:pt x="1497017" y="676225"/>
                </a:lnTo>
                <a:lnTo>
                  <a:pt x="1459347" y="701628"/>
                </a:lnTo>
                <a:lnTo>
                  <a:pt x="1413235" y="710945"/>
                </a:lnTo>
                <a:lnTo>
                  <a:pt x="118475" y="710945"/>
                </a:lnTo>
                <a:lnTo>
                  <a:pt x="72369" y="701628"/>
                </a:lnTo>
                <a:lnTo>
                  <a:pt x="34709" y="676225"/>
                </a:lnTo>
                <a:lnTo>
                  <a:pt x="9313" y="638560"/>
                </a:lnTo>
                <a:lnTo>
                  <a:pt x="0" y="592454"/>
                </a:lnTo>
                <a:lnTo>
                  <a:pt x="0" y="118475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20"/>
          <p:cNvSpPr txBox="1"/>
          <p:nvPr/>
        </p:nvSpPr>
        <p:spPr>
          <a:xfrm>
            <a:off x="8276596" y="3704651"/>
            <a:ext cx="12585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0" dirty="0">
                <a:latin typeface="Calibri"/>
                <a:cs typeface="Calibri"/>
              </a:rPr>
              <a:t>Classification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9" name="object 21"/>
          <p:cNvSpPr/>
          <p:nvPr/>
        </p:nvSpPr>
        <p:spPr>
          <a:xfrm>
            <a:off x="5753100" y="2409809"/>
            <a:ext cx="2085975" cy="1257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22"/>
          <p:cNvSpPr/>
          <p:nvPr/>
        </p:nvSpPr>
        <p:spPr>
          <a:xfrm>
            <a:off x="5848350" y="2552700"/>
            <a:ext cx="1790700" cy="9715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23"/>
          <p:cNvSpPr/>
          <p:nvPr/>
        </p:nvSpPr>
        <p:spPr>
          <a:xfrm>
            <a:off x="5976122" y="2683642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1413113" y="0"/>
                </a:moveTo>
                <a:lnTo>
                  <a:pt x="118475" y="0"/>
                </a:lnTo>
                <a:lnTo>
                  <a:pt x="72317" y="9313"/>
                </a:lnTo>
                <a:lnTo>
                  <a:pt x="34663" y="34709"/>
                </a:lnTo>
                <a:lnTo>
                  <a:pt x="9296" y="72369"/>
                </a:lnTo>
                <a:lnTo>
                  <a:pt x="0" y="118475"/>
                </a:lnTo>
                <a:lnTo>
                  <a:pt x="0" y="592439"/>
                </a:lnTo>
                <a:lnTo>
                  <a:pt x="9296" y="638532"/>
                </a:lnTo>
                <a:lnTo>
                  <a:pt x="34663" y="676160"/>
                </a:lnTo>
                <a:lnTo>
                  <a:pt x="72317" y="701524"/>
                </a:lnTo>
                <a:lnTo>
                  <a:pt x="118475" y="710824"/>
                </a:lnTo>
                <a:lnTo>
                  <a:pt x="1413113" y="710824"/>
                </a:lnTo>
                <a:lnTo>
                  <a:pt x="1459225" y="701524"/>
                </a:lnTo>
                <a:lnTo>
                  <a:pt x="1496895" y="676160"/>
                </a:lnTo>
                <a:lnTo>
                  <a:pt x="1522301" y="638532"/>
                </a:lnTo>
                <a:lnTo>
                  <a:pt x="1531619" y="592439"/>
                </a:lnTo>
                <a:lnTo>
                  <a:pt x="1531619" y="118475"/>
                </a:lnTo>
                <a:lnTo>
                  <a:pt x="1522301" y="72369"/>
                </a:lnTo>
                <a:lnTo>
                  <a:pt x="1496895" y="34709"/>
                </a:lnTo>
                <a:lnTo>
                  <a:pt x="1459225" y="9313"/>
                </a:lnTo>
                <a:lnTo>
                  <a:pt x="1413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24"/>
          <p:cNvSpPr/>
          <p:nvPr/>
        </p:nvSpPr>
        <p:spPr>
          <a:xfrm>
            <a:off x="5976122" y="2683642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0" y="118475"/>
                </a:moveTo>
                <a:lnTo>
                  <a:pt x="9296" y="72369"/>
                </a:lnTo>
                <a:lnTo>
                  <a:pt x="34663" y="34709"/>
                </a:lnTo>
                <a:lnTo>
                  <a:pt x="72317" y="9313"/>
                </a:lnTo>
                <a:lnTo>
                  <a:pt x="118475" y="0"/>
                </a:lnTo>
                <a:lnTo>
                  <a:pt x="1413113" y="0"/>
                </a:lnTo>
                <a:lnTo>
                  <a:pt x="1459225" y="9313"/>
                </a:lnTo>
                <a:lnTo>
                  <a:pt x="1496895" y="34709"/>
                </a:lnTo>
                <a:lnTo>
                  <a:pt x="1522301" y="72369"/>
                </a:lnTo>
                <a:lnTo>
                  <a:pt x="1531619" y="118475"/>
                </a:lnTo>
                <a:lnTo>
                  <a:pt x="1531619" y="592439"/>
                </a:lnTo>
                <a:lnTo>
                  <a:pt x="1522301" y="638532"/>
                </a:lnTo>
                <a:lnTo>
                  <a:pt x="1496895" y="676160"/>
                </a:lnTo>
                <a:lnTo>
                  <a:pt x="1459225" y="701524"/>
                </a:lnTo>
                <a:lnTo>
                  <a:pt x="1413113" y="710824"/>
                </a:lnTo>
                <a:lnTo>
                  <a:pt x="118475" y="710824"/>
                </a:lnTo>
                <a:lnTo>
                  <a:pt x="72317" y="701524"/>
                </a:lnTo>
                <a:lnTo>
                  <a:pt x="34663" y="676160"/>
                </a:lnTo>
                <a:lnTo>
                  <a:pt x="9296" y="638532"/>
                </a:lnTo>
                <a:lnTo>
                  <a:pt x="0" y="592439"/>
                </a:lnTo>
                <a:lnTo>
                  <a:pt x="0" y="118475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25"/>
          <p:cNvSpPr txBox="1"/>
          <p:nvPr/>
        </p:nvSpPr>
        <p:spPr>
          <a:xfrm>
            <a:off x="6218813" y="2874070"/>
            <a:ext cx="10509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Supervised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4" name="object 27"/>
          <p:cNvSpPr/>
          <p:nvPr/>
        </p:nvSpPr>
        <p:spPr>
          <a:xfrm>
            <a:off x="10086959" y="1285875"/>
            <a:ext cx="1790700" cy="8477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28"/>
          <p:cNvSpPr/>
          <p:nvPr/>
        </p:nvSpPr>
        <p:spPr>
          <a:xfrm>
            <a:off x="10219181" y="1416801"/>
            <a:ext cx="1531620" cy="588010"/>
          </a:xfrm>
          <a:custGeom>
            <a:avLst/>
            <a:gdLst/>
            <a:ahLst/>
            <a:cxnLst/>
            <a:rect l="l" t="t" r="r" b="b"/>
            <a:pathLst>
              <a:path w="1531620" h="588010">
                <a:moveTo>
                  <a:pt x="1433718" y="0"/>
                </a:moveTo>
                <a:lnTo>
                  <a:pt x="97932" y="0"/>
                </a:lnTo>
                <a:lnTo>
                  <a:pt x="59806" y="7693"/>
                </a:lnTo>
                <a:lnTo>
                  <a:pt x="28677" y="28677"/>
                </a:lnTo>
                <a:lnTo>
                  <a:pt x="7693" y="59806"/>
                </a:lnTo>
                <a:lnTo>
                  <a:pt x="0" y="97932"/>
                </a:lnTo>
                <a:lnTo>
                  <a:pt x="0" y="489722"/>
                </a:lnTo>
                <a:lnTo>
                  <a:pt x="7693" y="527843"/>
                </a:lnTo>
                <a:lnTo>
                  <a:pt x="28677" y="558961"/>
                </a:lnTo>
                <a:lnTo>
                  <a:pt x="59806" y="579934"/>
                </a:lnTo>
                <a:lnTo>
                  <a:pt x="97932" y="587623"/>
                </a:lnTo>
                <a:lnTo>
                  <a:pt x="1433718" y="587623"/>
                </a:lnTo>
                <a:lnTo>
                  <a:pt x="1471775" y="579934"/>
                </a:lnTo>
                <a:lnTo>
                  <a:pt x="1502900" y="558961"/>
                </a:lnTo>
                <a:lnTo>
                  <a:pt x="1523909" y="527843"/>
                </a:lnTo>
                <a:lnTo>
                  <a:pt x="1531619" y="489722"/>
                </a:lnTo>
                <a:lnTo>
                  <a:pt x="1531619" y="97932"/>
                </a:lnTo>
                <a:lnTo>
                  <a:pt x="1523909" y="59806"/>
                </a:lnTo>
                <a:lnTo>
                  <a:pt x="1502900" y="28677"/>
                </a:lnTo>
                <a:lnTo>
                  <a:pt x="1471775" y="7693"/>
                </a:lnTo>
                <a:lnTo>
                  <a:pt x="14337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29"/>
          <p:cNvSpPr/>
          <p:nvPr/>
        </p:nvSpPr>
        <p:spPr>
          <a:xfrm>
            <a:off x="10219181" y="1416801"/>
            <a:ext cx="1531620" cy="588010"/>
          </a:xfrm>
          <a:custGeom>
            <a:avLst/>
            <a:gdLst/>
            <a:ahLst/>
            <a:cxnLst/>
            <a:rect l="l" t="t" r="r" b="b"/>
            <a:pathLst>
              <a:path w="1531620" h="588010">
                <a:moveTo>
                  <a:pt x="0" y="97932"/>
                </a:moveTo>
                <a:lnTo>
                  <a:pt x="7693" y="59806"/>
                </a:lnTo>
                <a:lnTo>
                  <a:pt x="28677" y="28677"/>
                </a:lnTo>
                <a:lnTo>
                  <a:pt x="59806" y="7693"/>
                </a:lnTo>
                <a:lnTo>
                  <a:pt x="97932" y="0"/>
                </a:lnTo>
                <a:lnTo>
                  <a:pt x="1433718" y="0"/>
                </a:lnTo>
                <a:lnTo>
                  <a:pt x="1471775" y="7693"/>
                </a:lnTo>
                <a:lnTo>
                  <a:pt x="1502900" y="28677"/>
                </a:lnTo>
                <a:lnTo>
                  <a:pt x="1523909" y="59806"/>
                </a:lnTo>
                <a:lnTo>
                  <a:pt x="1531619" y="97932"/>
                </a:lnTo>
                <a:lnTo>
                  <a:pt x="1531619" y="489722"/>
                </a:lnTo>
                <a:lnTo>
                  <a:pt x="1523909" y="527843"/>
                </a:lnTo>
                <a:lnTo>
                  <a:pt x="1502900" y="558961"/>
                </a:lnTo>
                <a:lnTo>
                  <a:pt x="1471775" y="579934"/>
                </a:lnTo>
                <a:lnTo>
                  <a:pt x="1433718" y="587623"/>
                </a:lnTo>
                <a:lnTo>
                  <a:pt x="97932" y="587623"/>
                </a:lnTo>
                <a:lnTo>
                  <a:pt x="59806" y="579934"/>
                </a:lnTo>
                <a:lnTo>
                  <a:pt x="28677" y="558961"/>
                </a:lnTo>
                <a:lnTo>
                  <a:pt x="7693" y="527843"/>
                </a:lnTo>
                <a:lnTo>
                  <a:pt x="0" y="489722"/>
                </a:lnTo>
                <a:lnTo>
                  <a:pt x="0" y="97932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30"/>
          <p:cNvSpPr txBox="1">
            <a:spLocks noGrp="1"/>
          </p:cNvSpPr>
          <p:nvPr>
            <p:ph type="title"/>
          </p:nvPr>
        </p:nvSpPr>
        <p:spPr>
          <a:xfrm>
            <a:off x="10477889" y="1406457"/>
            <a:ext cx="1368146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209550">
              <a:lnSpc>
                <a:spcPct val="100800"/>
              </a:lnSpc>
              <a:spcBef>
                <a:spcPts val="85"/>
              </a:spcBef>
            </a:pPr>
            <a:r>
              <a:rPr sz="1800" b="0" spc="5" dirty="0" smtClean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lang="en-US" sz="1800" b="0" spc="5" dirty="0" smtClean="0">
                <a:solidFill>
                  <a:srgbClr val="000000"/>
                </a:solidFill>
                <a:latin typeface="Calibri"/>
                <a:cs typeface="Calibri"/>
              </a:rPr>
              <a:t>inear</a:t>
            </a:r>
            <a:r>
              <a:rPr sz="1800" b="0" spc="5" dirty="0" smtClean="0">
                <a:solidFill>
                  <a:srgbClr val="000000"/>
                </a:solidFill>
                <a:latin typeface="Calibri"/>
                <a:cs typeface="Calibri"/>
              </a:rPr>
              <a:t>  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Re</a:t>
            </a:r>
            <a:r>
              <a:rPr sz="1800" b="0" spc="-20" dirty="0">
                <a:solidFill>
                  <a:srgbClr val="000000"/>
                </a:solidFill>
                <a:latin typeface="Calibri"/>
                <a:cs typeface="Calibri"/>
              </a:rPr>
              <a:t>g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r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800" b="0" spc="-2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800" b="0" spc="-3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800" b="0" spc="30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800" b="0" spc="1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1800" b="0" dirty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8" name="object 32"/>
          <p:cNvSpPr/>
          <p:nvPr/>
        </p:nvSpPr>
        <p:spPr>
          <a:xfrm>
            <a:off x="10077450" y="3829050"/>
            <a:ext cx="1790700" cy="8477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33"/>
          <p:cNvSpPr/>
          <p:nvPr/>
        </p:nvSpPr>
        <p:spPr>
          <a:xfrm>
            <a:off x="10207629" y="3958209"/>
            <a:ext cx="1531620" cy="588010"/>
          </a:xfrm>
          <a:custGeom>
            <a:avLst/>
            <a:gdLst/>
            <a:ahLst/>
            <a:cxnLst/>
            <a:rect l="l" t="t" r="r" b="b"/>
            <a:pathLst>
              <a:path w="1531620" h="588010">
                <a:moveTo>
                  <a:pt x="1433687" y="0"/>
                </a:moveTo>
                <a:lnTo>
                  <a:pt x="97901" y="0"/>
                </a:lnTo>
                <a:lnTo>
                  <a:pt x="59780" y="7711"/>
                </a:lnTo>
                <a:lnTo>
                  <a:pt x="28662" y="28735"/>
                </a:lnTo>
                <a:lnTo>
                  <a:pt x="7689" y="59903"/>
                </a:lnTo>
                <a:lnTo>
                  <a:pt x="0" y="98048"/>
                </a:lnTo>
                <a:lnTo>
                  <a:pt x="0" y="489834"/>
                </a:lnTo>
                <a:lnTo>
                  <a:pt x="7689" y="527958"/>
                </a:lnTo>
                <a:lnTo>
                  <a:pt x="28662" y="559081"/>
                </a:lnTo>
                <a:lnTo>
                  <a:pt x="59780" y="580060"/>
                </a:lnTo>
                <a:lnTo>
                  <a:pt x="97901" y="587751"/>
                </a:lnTo>
                <a:lnTo>
                  <a:pt x="1433687" y="587751"/>
                </a:lnTo>
                <a:lnTo>
                  <a:pt x="1471813" y="580060"/>
                </a:lnTo>
                <a:lnTo>
                  <a:pt x="1502942" y="559081"/>
                </a:lnTo>
                <a:lnTo>
                  <a:pt x="1523926" y="527958"/>
                </a:lnTo>
                <a:lnTo>
                  <a:pt x="1531619" y="489834"/>
                </a:lnTo>
                <a:lnTo>
                  <a:pt x="1531619" y="98048"/>
                </a:lnTo>
                <a:lnTo>
                  <a:pt x="1523926" y="59903"/>
                </a:lnTo>
                <a:lnTo>
                  <a:pt x="1502942" y="28735"/>
                </a:lnTo>
                <a:lnTo>
                  <a:pt x="1471813" y="7711"/>
                </a:lnTo>
                <a:lnTo>
                  <a:pt x="14336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34"/>
          <p:cNvSpPr/>
          <p:nvPr/>
        </p:nvSpPr>
        <p:spPr>
          <a:xfrm>
            <a:off x="10207629" y="3958209"/>
            <a:ext cx="1531620" cy="588010"/>
          </a:xfrm>
          <a:custGeom>
            <a:avLst/>
            <a:gdLst/>
            <a:ahLst/>
            <a:cxnLst/>
            <a:rect l="l" t="t" r="r" b="b"/>
            <a:pathLst>
              <a:path w="1531620" h="588010">
                <a:moveTo>
                  <a:pt x="0" y="98048"/>
                </a:moveTo>
                <a:lnTo>
                  <a:pt x="7689" y="59903"/>
                </a:lnTo>
                <a:lnTo>
                  <a:pt x="28662" y="28735"/>
                </a:lnTo>
                <a:lnTo>
                  <a:pt x="59780" y="7711"/>
                </a:lnTo>
                <a:lnTo>
                  <a:pt x="97901" y="0"/>
                </a:lnTo>
                <a:lnTo>
                  <a:pt x="1433687" y="0"/>
                </a:lnTo>
                <a:lnTo>
                  <a:pt x="1471813" y="7711"/>
                </a:lnTo>
                <a:lnTo>
                  <a:pt x="1502942" y="28735"/>
                </a:lnTo>
                <a:lnTo>
                  <a:pt x="1523926" y="59903"/>
                </a:lnTo>
                <a:lnTo>
                  <a:pt x="1531619" y="98048"/>
                </a:lnTo>
                <a:lnTo>
                  <a:pt x="1531619" y="489834"/>
                </a:lnTo>
                <a:lnTo>
                  <a:pt x="1523926" y="527958"/>
                </a:lnTo>
                <a:lnTo>
                  <a:pt x="1502942" y="559081"/>
                </a:lnTo>
                <a:lnTo>
                  <a:pt x="1471813" y="580060"/>
                </a:lnTo>
                <a:lnTo>
                  <a:pt x="1433687" y="587751"/>
                </a:lnTo>
                <a:lnTo>
                  <a:pt x="97901" y="587751"/>
                </a:lnTo>
                <a:lnTo>
                  <a:pt x="59780" y="580060"/>
                </a:lnTo>
                <a:lnTo>
                  <a:pt x="28662" y="559081"/>
                </a:lnTo>
                <a:lnTo>
                  <a:pt x="7689" y="527958"/>
                </a:lnTo>
                <a:lnTo>
                  <a:pt x="0" y="489834"/>
                </a:lnTo>
                <a:lnTo>
                  <a:pt x="0" y="98048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35"/>
          <p:cNvSpPr txBox="1"/>
          <p:nvPr/>
        </p:nvSpPr>
        <p:spPr>
          <a:xfrm>
            <a:off x="10752209" y="4088826"/>
            <a:ext cx="459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15" dirty="0">
                <a:latin typeface="Calibri"/>
                <a:cs typeface="Calibri"/>
              </a:rPr>
              <a:t>V</a:t>
            </a:r>
            <a:r>
              <a:rPr sz="1800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2" name="object 37"/>
          <p:cNvSpPr/>
          <p:nvPr/>
        </p:nvSpPr>
        <p:spPr>
          <a:xfrm>
            <a:off x="10106009" y="2924175"/>
            <a:ext cx="1790700" cy="8477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38"/>
          <p:cNvSpPr/>
          <p:nvPr/>
        </p:nvSpPr>
        <p:spPr>
          <a:xfrm>
            <a:off x="10233019" y="3051566"/>
            <a:ext cx="1531620" cy="588010"/>
          </a:xfrm>
          <a:custGeom>
            <a:avLst/>
            <a:gdLst/>
            <a:ahLst/>
            <a:cxnLst/>
            <a:rect l="l" t="t" r="r" b="b"/>
            <a:pathLst>
              <a:path w="1531620" h="588010">
                <a:moveTo>
                  <a:pt x="1433718" y="0"/>
                </a:moveTo>
                <a:lnTo>
                  <a:pt x="97932" y="0"/>
                </a:lnTo>
                <a:lnTo>
                  <a:pt x="59806" y="7708"/>
                </a:lnTo>
                <a:lnTo>
                  <a:pt x="28677" y="28723"/>
                </a:lnTo>
                <a:lnTo>
                  <a:pt x="7693" y="59883"/>
                </a:lnTo>
                <a:lnTo>
                  <a:pt x="0" y="98023"/>
                </a:lnTo>
                <a:lnTo>
                  <a:pt x="0" y="489813"/>
                </a:lnTo>
                <a:lnTo>
                  <a:pt x="7693" y="527939"/>
                </a:lnTo>
                <a:lnTo>
                  <a:pt x="28677" y="559067"/>
                </a:lnTo>
                <a:lnTo>
                  <a:pt x="59806" y="580052"/>
                </a:lnTo>
                <a:lnTo>
                  <a:pt x="97932" y="587745"/>
                </a:lnTo>
                <a:lnTo>
                  <a:pt x="1433718" y="587745"/>
                </a:lnTo>
                <a:lnTo>
                  <a:pt x="1471839" y="580052"/>
                </a:lnTo>
                <a:lnTo>
                  <a:pt x="1502957" y="559067"/>
                </a:lnTo>
                <a:lnTo>
                  <a:pt x="1523930" y="527939"/>
                </a:lnTo>
                <a:lnTo>
                  <a:pt x="1531619" y="489813"/>
                </a:lnTo>
                <a:lnTo>
                  <a:pt x="1531619" y="98023"/>
                </a:lnTo>
                <a:lnTo>
                  <a:pt x="1523930" y="59883"/>
                </a:lnTo>
                <a:lnTo>
                  <a:pt x="1502957" y="28723"/>
                </a:lnTo>
                <a:lnTo>
                  <a:pt x="1471839" y="7708"/>
                </a:lnTo>
                <a:lnTo>
                  <a:pt x="14337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39"/>
          <p:cNvSpPr/>
          <p:nvPr/>
        </p:nvSpPr>
        <p:spPr>
          <a:xfrm>
            <a:off x="10233019" y="3051566"/>
            <a:ext cx="1531620" cy="588010"/>
          </a:xfrm>
          <a:custGeom>
            <a:avLst/>
            <a:gdLst/>
            <a:ahLst/>
            <a:cxnLst/>
            <a:rect l="l" t="t" r="r" b="b"/>
            <a:pathLst>
              <a:path w="1531620" h="588010">
                <a:moveTo>
                  <a:pt x="0" y="98023"/>
                </a:moveTo>
                <a:lnTo>
                  <a:pt x="7693" y="59883"/>
                </a:lnTo>
                <a:lnTo>
                  <a:pt x="28677" y="28723"/>
                </a:lnTo>
                <a:lnTo>
                  <a:pt x="59806" y="7708"/>
                </a:lnTo>
                <a:lnTo>
                  <a:pt x="97932" y="0"/>
                </a:lnTo>
                <a:lnTo>
                  <a:pt x="1433718" y="0"/>
                </a:lnTo>
                <a:lnTo>
                  <a:pt x="1471839" y="7708"/>
                </a:lnTo>
                <a:lnTo>
                  <a:pt x="1502957" y="28723"/>
                </a:lnTo>
                <a:lnTo>
                  <a:pt x="1523930" y="59883"/>
                </a:lnTo>
                <a:lnTo>
                  <a:pt x="1531619" y="98023"/>
                </a:lnTo>
                <a:lnTo>
                  <a:pt x="1531619" y="489813"/>
                </a:lnTo>
                <a:lnTo>
                  <a:pt x="1523930" y="527939"/>
                </a:lnTo>
                <a:lnTo>
                  <a:pt x="1502957" y="559067"/>
                </a:lnTo>
                <a:lnTo>
                  <a:pt x="1471839" y="580052"/>
                </a:lnTo>
                <a:lnTo>
                  <a:pt x="1433718" y="587745"/>
                </a:lnTo>
                <a:lnTo>
                  <a:pt x="97932" y="587745"/>
                </a:lnTo>
                <a:lnTo>
                  <a:pt x="59806" y="580052"/>
                </a:lnTo>
                <a:lnTo>
                  <a:pt x="28677" y="559067"/>
                </a:lnTo>
                <a:lnTo>
                  <a:pt x="7693" y="527939"/>
                </a:lnTo>
                <a:lnTo>
                  <a:pt x="0" y="489813"/>
                </a:lnTo>
                <a:lnTo>
                  <a:pt x="0" y="9802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40"/>
          <p:cNvSpPr txBox="1"/>
          <p:nvPr/>
        </p:nvSpPr>
        <p:spPr>
          <a:xfrm>
            <a:off x="10491478" y="3043488"/>
            <a:ext cx="103124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5240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Logistic  Re</a:t>
            </a:r>
            <a:r>
              <a:rPr sz="1800" spc="-30" dirty="0">
                <a:latin typeface="Calibri"/>
                <a:cs typeface="Calibri"/>
              </a:rPr>
              <a:t>gr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s</a:t>
            </a:r>
            <a:r>
              <a:rPr sz="1800" spc="-35" dirty="0">
                <a:latin typeface="Calibri"/>
                <a:cs typeface="Calibri"/>
              </a:rPr>
              <a:t>s</a:t>
            </a:r>
            <a:r>
              <a:rPr sz="1800" spc="30" dirty="0">
                <a:latin typeface="Calibri"/>
                <a:cs typeface="Calibri"/>
              </a:rPr>
              <a:t>i</a:t>
            </a:r>
            <a:r>
              <a:rPr sz="1800" spc="1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6" name="object 41"/>
          <p:cNvSpPr/>
          <p:nvPr/>
        </p:nvSpPr>
        <p:spPr>
          <a:xfrm>
            <a:off x="5753100" y="4143375"/>
            <a:ext cx="2085975" cy="12573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42"/>
          <p:cNvSpPr/>
          <p:nvPr/>
        </p:nvSpPr>
        <p:spPr>
          <a:xfrm>
            <a:off x="5848350" y="4286250"/>
            <a:ext cx="1790700" cy="97155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43"/>
          <p:cNvSpPr/>
          <p:nvPr/>
        </p:nvSpPr>
        <p:spPr>
          <a:xfrm>
            <a:off x="5976122" y="4415540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1413113" y="0"/>
                </a:moveTo>
                <a:lnTo>
                  <a:pt x="118475" y="0"/>
                </a:lnTo>
                <a:lnTo>
                  <a:pt x="72317" y="9298"/>
                </a:lnTo>
                <a:lnTo>
                  <a:pt x="34663" y="34670"/>
                </a:lnTo>
                <a:lnTo>
                  <a:pt x="9296" y="72330"/>
                </a:lnTo>
                <a:lnTo>
                  <a:pt x="0" y="118490"/>
                </a:lnTo>
                <a:lnTo>
                  <a:pt x="0" y="592323"/>
                </a:lnTo>
                <a:lnTo>
                  <a:pt x="9296" y="638429"/>
                </a:lnTo>
                <a:lnTo>
                  <a:pt x="34663" y="676094"/>
                </a:lnTo>
                <a:lnTo>
                  <a:pt x="72317" y="701497"/>
                </a:lnTo>
                <a:lnTo>
                  <a:pt x="118475" y="710814"/>
                </a:lnTo>
                <a:lnTo>
                  <a:pt x="1413113" y="710814"/>
                </a:lnTo>
                <a:lnTo>
                  <a:pt x="1459225" y="701497"/>
                </a:lnTo>
                <a:lnTo>
                  <a:pt x="1496895" y="676094"/>
                </a:lnTo>
                <a:lnTo>
                  <a:pt x="1522301" y="638429"/>
                </a:lnTo>
                <a:lnTo>
                  <a:pt x="1531619" y="592323"/>
                </a:lnTo>
                <a:lnTo>
                  <a:pt x="1531619" y="118490"/>
                </a:lnTo>
                <a:lnTo>
                  <a:pt x="1522301" y="72330"/>
                </a:lnTo>
                <a:lnTo>
                  <a:pt x="1496895" y="34670"/>
                </a:lnTo>
                <a:lnTo>
                  <a:pt x="1459225" y="9298"/>
                </a:lnTo>
                <a:lnTo>
                  <a:pt x="1413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44"/>
          <p:cNvSpPr/>
          <p:nvPr/>
        </p:nvSpPr>
        <p:spPr>
          <a:xfrm>
            <a:off x="5976122" y="4415540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0" y="118490"/>
                </a:moveTo>
                <a:lnTo>
                  <a:pt x="9296" y="72330"/>
                </a:lnTo>
                <a:lnTo>
                  <a:pt x="34663" y="34670"/>
                </a:lnTo>
                <a:lnTo>
                  <a:pt x="72317" y="9298"/>
                </a:lnTo>
                <a:lnTo>
                  <a:pt x="118475" y="0"/>
                </a:lnTo>
                <a:lnTo>
                  <a:pt x="1413113" y="0"/>
                </a:lnTo>
                <a:lnTo>
                  <a:pt x="1459225" y="9298"/>
                </a:lnTo>
                <a:lnTo>
                  <a:pt x="1496895" y="34670"/>
                </a:lnTo>
                <a:lnTo>
                  <a:pt x="1522301" y="72330"/>
                </a:lnTo>
                <a:lnTo>
                  <a:pt x="1531619" y="118490"/>
                </a:lnTo>
                <a:lnTo>
                  <a:pt x="1531619" y="592323"/>
                </a:lnTo>
                <a:lnTo>
                  <a:pt x="1522301" y="638429"/>
                </a:lnTo>
                <a:lnTo>
                  <a:pt x="1496895" y="676094"/>
                </a:lnTo>
                <a:lnTo>
                  <a:pt x="1459225" y="701497"/>
                </a:lnTo>
                <a:lnTo>
                  <a:pt x="1413113" y="710814"/>
                </a:lnTo>
                <a:lnTo>
                  <a:pt x="118475" y="710814"/>
                </a:lnTo>
                <a:lnTo>
                  <a:pt x="72317" y="701497"/>
                </a:lnTo>
                <a:lnTo>
                  <a:pt x="34663" y="676094"/>
                </a:lnTo>
                <a:lnTo>
                  <a:pt x="9296" y="638429"/>
                </a:lnTo>
                <a:lnTo>
                  <a:pt x="0" y="592323"/>
                </a:lnTo>
                <a:lnTo>
                  <a:pt x="0" y="118490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45"/>
          <p:cNvSpPr txBox="1"/>
          <p:nvPr/>
        </p:nvSpPr>
        <p:spPr>
          <a:xfrm>
            <a:off x="6094734" y="4608129"/>
            <a:ext cx="1299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Unsupervised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1" name="object 46"/>
          <p:cNvSpPr/>
          <p:nvPr/>
        </p:nvSpPr>
        <p:spPr>
          <a:xfrm>
            <a:off x="5558271" y="3039099"/>
            <a:ext cx="419734" cy="868680"/>
          </a:xfrm>
          <a:custGeom>
            <a:avLst/>
            <a:gdLst/>
            <a:ahLst/>
            <a:cxnLst/>
            <a:rect l="l" t="t" r="r" b="b"/>
            <a:pathLst>
              <a:path w="419735" h="868679">
                <a:moveTo>
                  <a:pt x="376620" y="64781"/>
                </a:moveTo>
                <a:lnTo>
                  <a:pt x="0" y="860435"/>
                </a:lnTo>
                <a:lnTo>
                  <a:pt x="17282" y="868567"/>
                </a:lnTo>
                <a:lnTo>
                  <a:pt x="393866" y="72931"/>
                </a:lnTo>
                <a:lnTo>
                  <a:pt x="376620" y="64781"/>
                </a:lnTo>
                <a:close/>
              </a:path>
              <a:path w="419735" h="868679">
                <a:moveTo>
                  <a:pt x="418958" y="53339"/>
                </a:moveTo>
                <a:lnTo>
                  <a:pt x="382036" y="53339"/>
                </a:lnTo>
                <a:lnTo>
                  <a:pt x="399287" y="61478"/>
                </a:lnTo>
                <a:lnTo>
                  <a:pt x="393866" y="72931"/>
                </a:lnTo>
                <a:lnTo>
                  <a:pt x="419618" y="85100"/>
                </a:lnTo>
                <a:lnTo>
                  <a:pt x="418958" y="53339"/>
                </a:lnTo>
                <a:close/>
              </a:path>
              <a:path w="419735" h="868679">
                <a:moveTo>
                  <a:pt x="382036" y="53339"/>
                </a:moveTo>
                <a:lnTo>
                  <a:pt x="376620" y="64781"/>
                </a:lnTo>
                <a:lnTo>
                  <a:pt x="393866" y="72931"/>
                </a:lnTo>
                <a:lnTo>
                  <a:pt x="399287" y="61478"/>
                </a:lnTo>
                <a:lnTo>
                  <a:pt x="382036" y="53339"/>
                </a:lnTo>
                <a:close/>
              </a:path>
              <a:path w="419735" h="868679">
                <a:moveTo>
                  <a:pt x="417850" y="0"/>
                </a:moveTo>
                <a:lnTo>
                  <a:pt x="350794" y="52577"/>
                </a:lnTo>
                <a:lnTo>
                  <a:pt x="376620" y="64781"/>
                </a:lnTo>
                <a:lnTo>
                  <a:pt x="382036" y="53339"/>
                </a:lnTo>
                <a:lnTo>
                  <a:pt x="418958" y="53339"/>
                </a:lnTo>
                <a:lnTo>
                  <a:pt x="41785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47"/>
          <p:cNvSpPr/>
          <p:nvPr/>
        </p:nvSpPr>
        <p:spPr>
          <a:xfrm>
            <a:off x="5558271" y="3899535"/>
            <a:ext cx="420370" cy="871855"/>
          </a:xfrm>
          <a:custGeom>
            <a:avLst/>
            <a:gdLst/>
            <a:ahLst/>
            <a:cxnLst/>
            <a:rect l="l" t="t" r="r" b="b"/>
            <a:pathLst>
              <a:path w="420370" h="871854">
                <a:moveTo>
                  <a:pt x="376743" y="806531"/>
                </a:moveTo>
                <a:lnTo>
                  <a:pt x="350794" y="818768"/>
                </a:lnTo>
                <a:lnTo>
                  <a:pt x="417850" y="871346"/>
                </a:lnTo>
                <a:lnTo>
                  <a:pt x="419034" y="818006"/>
                </a:lnTo>
                <a:lnTo>
                  <a:pt x="382158" y="818006"/>
                </a:lnTo>
                <a:lnTo>
                  <a:pt x="376743" y="806531"/>
                </a:lnTo>
                <a:close/>
              </a:path>
              <a:path w="420370" h="871854">
                <a:moveTo>
                  <a:pt x="393895" y="798441"/>
                </a:moveTo>
                <a:lnTo>
                  <a:pt x="376743" y="806531"/>
                </a:lnTo>
                <a:lnTo>
                  <a:pt x="382158" y="818006"/>
                </a:lnTo>
                <a:lnTo>
                  <a:pt x="399287" y="809874"/>
                </a:lnTo>
                <a:lnTo>
                  <a:pt x="393895" y="798441"/>
                </a:lnTo>
                <a:close/>
              </a:path>
              <a:path w="420370" h="871854">
                <a:moveTo>
                  <a:pt x="419740" y="786252"/>
                </a:moveTo>
                <a:lnTo>
                  <a:pt x="393895" y="798441"/>
                </a:lnTo>
                <a:lnTo>
                  <a:pt x="399287" y="809874"/>
                </a:lnTo>
                <a:lnTo>
                  <a:pt x="382158" y="818006"/>
                </a:lnTo>
                <a:lnTo>
                  <a:pt x="419034" y="818006"/>
                </a:lnTo>
                <a:lnTo>
                  <a:pt x="419740" y="786252"/>
                </a:lnTo>
                <a:close/>
              </a:path>
              <a:path w="420370" h="871854">
                <a:moveTo>
                  <a:pt x="17282" y="0"/>
                </a:moveTo>
                <a:lnTo>
                  <a:pt x="0" y="8132"/>
                </a:lnTo>
                <a:lnTo>
                  <a:pt x="376743" y="806531"/>
                </a:lnTo>
                <a:lnTo>
                  <a:pt x="393895" y="798441"/>
                </a:lnTo>
                <a:lnTo>
                  <a:pt x="17282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48"/>
          <p:cNvSpPr/>
          <p:nvPr/>
        </p:nvSpPr>
        <p:spPr>
          <a:xfrm>
            <a:off x="7500122" y="2207757"/>
            <a:ext cx="629920" cy="837565"/>
          </a:xfrm>
          <a:custGeom>
            <a:avLst/>
            <a:gdLst/>
            <a:ahLst/>
            <a:cxnLst/>
            <a:rect l="l" t="t" r="r" b="b"/>
            <a:pathLst>
              <a:path w="629920" h="837564">
                <a:moveTo>
                  <a:pt x="576119" y="55356"/>
                </a:moveTo>
                <a:lnTo>
                  <a:pt x="0" y="825642"/>
                </a:lnTo>
                <a:lnTo>
                  <a:pt x="15239" y="837072"/>
                </a:lnTo>
                <a:lnTo>
                  <a:pt x="591374" y="66767"/>
                </a:lnTo>
                <a:lnTo>
                  <a:pt x="576119" y="55356"/>
                </a:lnTo>
                <a:close/>
              </a:path>
              <a:path w="629920" h="837564">
                <a:moveTo>
                  <a:pt x="621131" y="45232"/>
                </a:moveTo>
                <a:lnTo>
                  <a:pt x="583691" y="45232"/>
                </a:lnTo>
                <a:lnTo>
                  <a:pt x="598931" y="56662"/>
                </a:lnTo>
                <a:lnTo>
                  <a:pt x="591374" y="66767"/>
                </a:lnTo>
                <a:lnTo>
                  <a:pt x="614171" y="83819"/>
                </a:lnTo>
                <a:lnTo>
                  <a:pt x="621131" y="45232"/>
                </a:lnTo>
                <a:close/>
              </a:path>
              <a:path w="629920" h="837564">
                <a:moveTo>
                  <a:pt x="583691" y="45232"/>
                </a:moveTo>
                <a:lnTo>
                  <a:pt x="576119" y="55356"/>
                </a:lnTo>
                <a:lnTo>
                  <a:pt x="591374" y="66767"/>
                </a:lnTo>
                <a:lnTo>
                  <a:pt x="598931" y="56662"/>
                </a:lnTo>
                <a:lnTo>
                  <a:pt x="583691" y="45232"/>
                </a:lnTo>
                <a:close/>
              </a:path>
              <a:path w="629920" h="837564">
                <a:moveTo>
                  <a:pt x="629290" y="0"/>
                </a:moveTo>
                <a:lnTo>
                  <a:pt x="553211" y="38221"/>
                </a:lnTo>
                <a:lnTo>
                  <a:pt x="576119" y="55356"/>
                </a:lnTo>
                <a:lnTo>
                  <a:pt x="583691" y="45232"/>
                </a:lnTo>
                <a:lnTo>
                  <a:pt x="621131" y="45232"/>
                </a:lnTo>
                <a:lnTo>
                  <a:pt x="62929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49"/>
          <p:cNvSpPr/>
          <p:nvPr/>
        </p:nvSpPr>
        <p:spPr>
          <a:xfrm>
            <a:off x="7500122" y="3033278"/>
            <a:ext cx="637540" cy="835025"/>
          </a:xfrm>
          <a:custGeom>
            <a:avLst/>
            <a:gdLst/>
            <a:ahLst/>
            <a:cxnLst/>
            <a:rect l="l" t="t" r="r" b="b"/>
            <a:pathLst>
              <a:path w="637540" h="835025">
                <a:moveTo>
                  <a:pt x="583392" y="780116"/>
                </a:moveTo>
                <a:lnTo>
                  <a:pt x="560710" y="797295"/>
                </a:lnTo>
                <a:lnTo>
                  <a:pt x="637031" y="835014"/>
                </a:lnTo>
                <a:lnTo>
                  <a:pt x="628656" y="790187"/>
                </a:lnTo>
                <a:lnTo>
                  <a:pt x="591037" y="790187"/>
                </a:lnTo>
                <a:lnTo>
                  <a:pt x="583392" y="780116"/>
                </a:lnTo>
                <a:close/>
              </a:path>
              <a:path w="637540" h="835025">
                <a:moveTo>
                  <a:pt x="598641" y="768566"/>
                </a:moveTo>
                <a:lnTo>
                  <a:pt x="583392" y="780116"/>
                </a:lnTo>
                <a:lnTo>
                  <a:pt x="591037" y="790187"/>
                </a:lnTo>
                <a:lnTo>
                  <a:pt x="606277" y="778626"/>
                </a:lnTo>
                <a:lnTo>
                  <a:pt x="598641" y="768566"/>
                </a:lnTo>
                <a:close/>
              </a:path>
              <a:path w="637540" h="835025">
                <a:moveTo>
                  <a:pt x="621395" y="751331"/>
                </a:moveTo>
                <a:lnTo>
                  <a:pt x="598641" y="768566"/>
                </a:lnTo>
                <a:lnTo>
                  <a:pt x="606277" y="778626"/>
                </a:lnTo>
                <a:lnTo>
                  <a:pt x="591037" y="790187"/>
                </a:lnTo>
                <a:lnTo>
                  <a:pt x="628656" y="790187"/>
                </a:lnTo>
                <a:lnTo>
                  <a:pt x="621395" y="751331"/>
                </a:lnTo>
                <a:close/>
              </a:path>
              <a:path w="637540" h="835025">
                <a:moveTo>
                  <a:pt x="15239" y="0"/>
                </a:moveTo>
                <a:lnTo>
                  <a:pt x="0" y="11551"/>
                </a:lnTo>
                <a:lnTo>
                  <a:pt x="583392" y="780116"/>
                </a:lnTo>
                <a:lnTo>
                  <a:pt x="598641" y="768566"/>
                </a:lnTo>
                <a:lnTo>
                  <a:pt x="15239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50"/>
          <p:cNvSpPr/>
          <p:nvPr/>
        </p:nvSpPr>
        <p:spPr>
          <a:xfrm>
            <a:off x="9654783" y="1710568"/>
            <a:ext cx="564515" cy="504825"/>
          </a:xfrm>
          <a:custGeom>
            <a:avLst/>
            <a:gdLst/>
            <a:ahLst/>
            <a:cxnLst/>
            <a:rect l="l" t="t" r="r" b="b"/>
            <a:pathLst>
              <a:path w="564515" h="504825">
                <a:moveTo>
                  <a:pt x="501080" y="43602"/>
                </a:moveTo>
                <a:lnTo>
                  <a:pt x="0" y="490087"/>
                </a:lnTo>
                <a:lnTo>
                  <a:pt x="12710" y="504322"/>
                </a:lnTo>
                <a:lnTo>
                  <a:pt x="513788" y="57838"/>
                </a:lnTo>
                <a:lnTo>
                  <a:pt x="501080" y="43602"/>
                </a:lnTo>
                <a:close/>
              </a:path>
              <a:path w="564515" h="504825">
                <a:moveTo>
                  <a:pt x="550347" y="35173"/>
                </a:moveTo>
                <a:lnTo>
                  <a:pt x="510539" y="35173"/>
                </a:lnTo>
                <a:lnTo>
                  <a:pt x="523250" y="49408"/>
                </a:lnTo>
                <a:lnTo>
                  <a:pt x="513788" y="57838"/>
                </a:lnTo>
                <a:lnTo>
                  <a:pt x="532790" y="79126"/>
                </a:lnTo>
                <a:lnTo>
                  <a:pt x="550347" y="35173"/>
                </a:lnTo>
                <a:close/>
              </a:path>
              <a:path w="564515" h="504825">
                <a:moveTo>
                  <a:pt x="510539" y="35173"/>
                </a:moveTo>
                <a:lnTo>
                  <a:pt x="501080" y="43602"/>
                </a:lnTo>
                <a:lnTo>
                  <a:pt x="513788" y="57838"/>
                </a:lnTo>
                <a:lnTo>
                  <a:pt x="523250" y="49408"/>
                </a:lnTo>
                <a:lnTo>
                  <a:pt x="510539" y="35173"/>
                </a:lnTo>
                <a:close/>
              </a:path>
              <a:path w="564515" h="504825">
                <a:moveTo>
                  <a:pt x="564398" y="0"/>
                </a:moveTo>
                <a:lnTo>
                  <a:pt x="482102" y="22341"/>
                </a:lnTo>
                <a:lnTo>
                  <a:pt x="501080" y="43602"/>
                </a:lnTo>
                <a:lnTo>
                  <a:pt x="510539" y="35173"/>
                </a:lnTo>
                <a:lnTo>
                  <a:pt x="550347" y="35173"/>
                </a:lnTo>
                <a:lnTo>
                  <a:pt x="5643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51"/>
          <p:cNvSpPr/>
          <p:nvPr/>
        </p:nvSpPr>
        <p:spPr>
          <a:xfrm>
            <a:off x="9662403" y="3345424"/>
            <a:ext cx="570865" cy="530225"/>
          </a:xfrm>
          <a:custGeom>
            <a:avLst/>
            <a:gdLst/>
            <a:ahLst/>
            <a:cxnLst/>
            <a:rect l="l" t="t" r="r" b="b"/>
            <a:pathLst>
              <a:path w="570865" h="530225">
                <a:moveTo>
                  <a:pt x="508251" y="44828"/>
                </a:moveTo>
                <a:lnTo>
                  <a:pt x="0" y="515880"/>
                </a:lnTo>
                <a:lnTo>
                  <a:pt x="12953" y="529858"/>
                </a:lnTo>
                <a:lnTo>
                  <a:pt x="521201" y="58792"/>
                </a:lnTo>
                <a:lnTo>
                  <a:pt x="508251" y="44828"/>
                </a:lnTo>
                <a:close/>
              </a:path>
              <a:path w="570865" h="530225">
                <a:moveTo>
                  <a:pt x="557014" y="36210"/>
                </a:moveTo>
                <a:lnTo>
                  <a:pt x="517550" y="36210"/>
                </a:lnTo>
                <a:lnTo>
                  <a:pt x="530504" y="50170"/>
                </a:lnTo>
                <a:lnTo>
                  <a:pt x="521201" y="58792"/>
                </a:lnTo>
                <a:lnTo>
                  <a:pt x="540654" y="79766"/>
                </a:lnTo>
                <a:lnTo>
                  <a:pt x="557014" y="36210"/>
                </a:lnTo>
                <a:close/>
              </a:path>
              <a:path w="570865" h="530225">
                <a:moveTo>
                  <a:pt x="517550" y="36210"/>
                </a:moveTo>
                <a:lnTo>
                  <a:pt x="508251" y="44828"/>
                </a:lnTo>
                <a:lnTo>
                  <a:pt x="521201" y="58792"/>
                </a:lnTo>
                <a:lnTo>
                  <a:pt x="530504" y="50170"/>
                </a:lnTo>
                <a:lnTo>
                  <a:pt x="517550" y="36210"/>
                </a:lnTo>
                <a:close/>
              </a:path>
              <a:path w="570865" h="530225">
                <a:moveTo>
                  <a:pt x="570616" y="0"/>
                </a:moveTo>
                <a:lnTo>
                  <a:pt x="488838" y="23896"/>
                </a:lnTo>
                <a:lnTo>
                  <a:pt x="508251" y="44828"/>
                </a:lnTo>
                <a:lnTo>
                  <a:pt x="517550" y="36210"/>
                </a:lnTo>
                <a:lnTo>
                  <a:pt x="557014" y="36210"/>
                </a:lnTo>
                <a:lnTo>
                  <a:pt x="57061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52"/>
          <p:cNvSpPr/>
          <p:nvPr/>
        </p:nvSpPr>
        <p:spPr>
          <a:xfrm>
            <a:off x="9663317" y="3860541"/>
            <a:ext cx="544830" cy="391795"/>
          </a:xfrm>
          <a:custGeom>
            <a:avLst/>
            <a:gdLst/>
            <a:ahLst/>
            <a:cxnLst/>
            <a:rect l="l" t="t" r="r" b="b"/>
            <a:pathLst>
              <a:path w="544829" h="391795">
                <a:moveTo>
                  <a:pt x="476678" y="355080"/>
                </a:moveTo>
                <a:lnTo>
                  <a:pt x="460095" y="378332"/>
                </a:lnTo>
                <a:lnTo>
                  <a:pt x="544311" y="391549"/>
                </a:lnTo>
                <a:lnTo>
                  <a:pt x="528829" y="362462"/>
                </a:lnTo>
                <a:lnTo>
                  <a:pt x="487039" y="362462"/>
                </a:lnTo>
                <a:lnTo>
                  <a:pt x="476678" y="355080"/>
                </a:lnTo>
                <a:close/>
              </a:path>
              <a:path w="544829" h="391795">
                <a:moveTo>
                  <a:pt x="487720" y="339596"/>
                </a:moveTo>
                <a:lnTo>
                  <a:pt x="476678" y="355080"/>
                </a:lnTo>
                <a:lnTo>
                  <a:pt x="487039" y="362462"/>
                </a:lnTo>
                <a:lnTo>
                  <a:pt x="498073" y="346972"/>
                </a:lnTo>
                <a:lnTo>
                  <a:pt x="487720" y="339596"/>
                </a:lnTo>
                <a:close/>
              </a:path>
              <a:path w="544829" h="391795">
                <a:moveTo>
                  <a:pt x="504291" y="316361"/>
                </a:moveTo>
                <a:lnTo>
                  <a:pt x="487720" y="339596"/>
                </a:lnTo>
                <a:lnTo>
                  <a:pt x="498073" y="346972"/>
                </a:lnTo>
                <a:lnTo>
                  <a:pt x="487039" y="362462"/>
                </a:lnTo>
                <a:lnTo>
                  <a:pt x="528829" y="362462"/>
                </a:lnTo>
                <a:lnTo>
                  <a:pt x="504291" y="316361"/>
                </a:lnTo>
                <a:close/>
              </a:path>
              <a:path w="544829" h="391795">
                <a:moveTo>
                  <a:pt x="11033" y="0"/>
                </a:moveTo>
                <a:lnTo>
                  <a:pt x="0" y="15502"/>
                </a:lnTo>
                <a:lnTo>
                  <a:pt x="476678" y="355080"/>
                </a:lnTo>
                <a:lnTo>
                  <a:pt x="487720" y="339596"/>
                </a:lnTo>
                <a:lnTo>
                  <a:pt x="1103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7192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4830" y="1561097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pPr marL="12700" marR="5080">
              <a:lnSpc>
                <a:spcPts val="5180"/>
              </a:lnSpc>
              <a:spcBef>
                <a:spcPts val="760"/>
              </a:spcBef>
            </a:pPr>
            <a:r>
              <a:rPr lang="en-US" sz="4000" b="1" spc="-5" dirty="0" smtClean="0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r>
              <a:rPr lang="en-US" sz="4000" b="1" spc="-1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000" b="1" dirty="0" smtClean="0">
                <a:solidFill>
                  <a:srgbClr val="FFFFFF"/>
                </a:solidFill>
                <a:latin typeface="Arial"/>
                <a:cs typeface="Arial"/>
              </a:rPr>
              <a:t>Logistic  </a:t>
            </a:r>
            <a:r>
              <a:rPr lang="en-US" sz="4000" b="1" spc="-20" dirty="0" smtClean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4000" b="1" spc="15" dirty="0" smtClean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4000" b="1" dirty="0" smtClean="0">
                <a:solidFill>
                  <a:srgbClr val="FFFFFF"/>
                </a:solidFill>
                <a:latin typeface="Arial"/>
                <a:cs typeface="Arial"/>
              </a:rPr>
              <a:t>gr</a:t>
            </a:r>
            <a:r>
              <a:rPr lang="en-US" sz="4000" b="1" spc="15" dirty="0" smtClean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lang="en-US" sz="4000" b="1" dirty="0" smtClean="0">
                <a:solidFill>
                  <a:srgbClr val="FFFFFF"/>
                </a:solidFill>
                <a:latin typeface="Arial"/>
                <a:cs typeface="Arial"/>
              </a:rPr>
              <a:t>ion?</a:t>
            </a:r>
            <a:endParaRPr lang="en-US" sz="4000" dirty="0">
              <a:latin typeface="Arial"/>
              <a:cs typeface="Arial"/>
            </a:endParaRPr>
          </a:p>
        </p:txBody>
      </p:sp>
      <p:sp>
        <p:nvSpPr>
          <p:cNvPr id="107" name="object 8"/>
          <p:cNvSpPr/>
          <p:nvPr/>
        </p:nvSpPr>
        <p:spPr>
          <a:xfrm>
            <a:off x="4035307" y="3548115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1413113" y="0"/>
                </a:moveTo>
                <a:lnTo>
                  <a:pt x="118353" y="0"/>
                </a:lnTo>
                <a:lnTo>
                  <a:pt x="72266" y="9318"/>
                </a:lnTo>
                <a:lnTo>
                  <a:pt x="34648" y="34724"/>
                </a:lnTo>
                <a:lnTo>
                  <a:pt x="9294" y="72394"/>
                </a:lnTo>
                <a:lnTo>
                  <a:pt x="0" y="118506"/>
                </a:lnTo>
                <a:lnTo>
                  <a:pt x="0" y="592461"/>
                </a:lnTo>
                <a:lnTo>
                  <a:pt x="9294" y="638571"/>
                </a:lnTo>
                <a:lnTo>
                  <a:pt x="34648" y="676236"/>
                </a:lnTo>
                <a:lnTo>
                  <a:pt x="72266" y="701636"/>
                </a:lnTo>
                <a:lnTo>
                  <a:pt x="118353" y="710952"/>
                </a:lnTo>
                <a:lnTo>
                  <a:pt x="1413113" y="710952"/>
                </a:lnTo>
                <a:lnTo>
                  <a:pt x="1459225" y="701636"/>
                </a:lnTo>
                <a:lnTo>
                  <a:pt x="1496895" y="676236"/>
                </a:lnTo>
                <a:lnTo>
                  <a:pt x="1522301" y="638571"/>
                </a:lnTo>
                <a:lnTo>
                  <a:pt x="1531619" y="592461"/>
                </a:lnTo>
                <a:lnTo>
                  <a:pt x="1531619" y="118506"/>
                </a:lnTo>
                <a:lnTo>
                  <a:pt x="1522301" y="72394"/>
                </a:lnTo>
                <a:lnTo>
                  <a:pt x="1496895" y="34724"/>
                </a:lnTo>
                <a:lnTo>
                  <a:pt x="1459225" y="9318"/>
                </a:lnTo>
                <a:lnTo>
                  <a:pt x="1413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0"/>
          <p:cNvSpPr txBox="1">
            <a:spLocks/>
          </p:cNvSpPr>
          <p:nvPr/>
        </p:nvSpPr>
        <p:spPr>
          <a:xfrm>
            <a:off x="4035307" y="312255"/>
            <a:ext cx="6681470" cy="358175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9900" indent="-457200">
              <a:lnSpc>
                <a:spcPct val="100000"/>
              </a:lnSpc>
              <a:spcBef>
                <a:spcPts val="157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lang="en-US" spc="-15" dirty="0" smtClean="0"/>
              <a:t>A statistical classification model</a:t>
            </a:r>
          </a:p>
          <a:p>
            <a:pPr marL="469900" indent="-457200">
              <a:lnSpc>
                <a:spcPct val="100000"/>
              </a:lnSpc>
              <a:spcBef>
                <a:spcPts val="157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lang="en-US" spc="-15" dirty="0" smtClean="0"/>
              <a:t>Deals with Categorical dependent Variables</a:t>
            </a:r>
          </a:p>
          <a:p>
            <a:pPr marL="469900" indent="-457200">
              <a:lnSpc>
                <a:spcPct val="100000"/>
              </a:lnSpc>
              <a:spcBef>
                <a:spcPts val="157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lang="en-US" spc="-15" dirty="0" smtClean="0"/>
              <a:t>Could </a:t>
            </a:r>
            <a:r>
              <a:rPr lang="en-US" spc="-30" dirty="0" smtClean="0"/>
              <a:t>be </a:t>
            </a:r>
            <a:r>
              <a:rPr lang="en-US" spc="-20" dirty="0" smtClean="0"/>
              <a:t>binary </a:t>
            </a:r>
            <a:r>
              <a:rPr lang="en-US" spc="-30" dirty="0" smtClean="0"/>
              <a:t>or</a:t>
            </a:r>
            <a:r>
              <a:rPr lang="en-US" spc="325" dirty="0" smtClean="0"/>
              <a:t> </a:t>
            </a:r>
            <a:r>
              <a:rPr lang="en-US" spc="-20" dirty="0" smtClean="0"/>
              <a:t>dichotomous</a:t>
            </a:r>
          </a:p>
          <a:p>
            <a:pPr marL="469900" indent="-457200">
              <a:lnSpc>
                <a:spcPct val="100000"/>
              </a:lnSpc>
              <a:spcBef>
                <a:spcPts val="147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lang="en-US" spc="-15" dirty="0" smtClean="0"/>
              <a:t>Could </a:t>
            </a:r>
            <a:r>
              <a:rPr lang="en-US" spc="-30" dirty="0" smtClean="0"/>
              <a:t>be</a:t>
            </a:r>
            <a:r>
              <a:rPr lang="en-US" spc="65" dirty="0" smtClean="0"/>
              <a:t> </a:t>
            </a:r>
            <a:r>
              <a:rPr lang="en-US" spc="-10" dirty="0" smtClean="0"/>
              <a:t>multinomial</a:t>
            </a:r>
          </a:p>
          <a:p>
            <a:pPr marL="469900" indent="-457200">
              <a:lnSpc>
                <a:spcPct val="100000"/>
              </a:lnSpc>
              <a:spcBef>
                <a:spcPts val="147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lang="en-US" spc="-95" dirty="0" smtClean="0"/>
              <a:t>Takes  </a:t>
            </a:r>
            <a:r>
              <a:rPr lang="en-US" spc="-30" dirty="0" smtClean="0"/>
              <a:t>both </a:t>
            </a:r>
            <a:r>
              <a:rPr lang="en-US" spc="-10" dirty="0" smtClean="0"/>
              <a:t>continuous </a:t>
            </a:r>
            <a:r>
              <a:rPr lang="en-US" spc="-20" dirty="0" smtClean="0"/>
              <a:t>and </a:t>
            </a:r>
            <a:r>
              <a:rPr lang="en-US" spc="-15" dirty="0" smtClean="0"/>
              <a:t>discrete input</a:t>
            </a:r>
            <a:r>
              <a:rPr lang="en-US" spc="160" dirty="0" smtClean="0"/>
              <a:t> </a:t>
            </a:r>
            <a:r>
              <a:rPr lang="en-US" spc="-30" dirty="0" smtClean="0"/>
              <a:t>data</a:t>
            </a:r>
            <a:endParaRPr lang="en-US" spc="-30" dirty="0"/>
          </a:p>
        </p:txBody>
      </p:sp>
      <p:sp>
        <p:nvSpPr>
          <p:cNvPr id="57" name="object 12"/>
          <p:cNvSpPr/>
          <p:nvPr/>
        </p:nvSpPr>
        <p:spPr>
          <a:xfrm>
            <a:off x="7476494" y="3989911"/>
            <a:ext cx="3527298" cy="2557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3"/>
          <p:cNvSpPr/>
          <p:nvPr/>
        </p:nvSpPr>
        <p:spPr>
          <a:xfrm>
            <a:off x="7441666" y="3985153"/>
            <a:ext cx="3536950" cy="2567305"/>
          </a:xfrm>
          <a:custGeom>
            <a:avLst/>
            <a:gdLst/>
            <a:ahLst/>
            <a:cxnLst/>
            <a:rect l="l" t="t" r="r" b="b"/>
            <a:pathLst>
              <a:path w="3536950" h="2567304">
                <a:moveTo>
                  <a:pt x="0" y="2566796"/>
                </a:moveTo>
                <a:lnTo>
                  <a:pt x="3536838" y="2566796"/>
                </a:lnTo>
                <a:lnTo>
                  <a:pt x="3536838" y="0"/>
                </a:lnTo>
                <a:lnTo>
                  <a:pt x="0" y="0"/>
                </a:lnTo>
                <a:lnTo>
                  <a:pt x="0" y="2566796"/>
                </a:lnTo>
                <a:close/>
              </a:path>
            </a:pathLst>
          </a:custGeom>
          <a:ln w="95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9783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4830" y="1561097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pPr marL="12700" marR="5080">
              <a:lnSpc>
                <a:spcPts val="5180"/>
              </a:lnSpc>
              <a:spcBef>
                <a:spcPts val="760"/>
              </a:spcBef>
            </a:pPr>
            <a:r>
              <a:rPr lang="en-US" sz="4400" b="1" spc="5" dirty="0" smtClean="0">
                <a:solidFill>
                  <a:srgbClr val="FFFFFF"/>
                </a:solidFill>
                <a:latin typeface="Arial"/>
                <a:cs typeface="Arial"/>
              </a:rPr>
              <a:t>Why  </a:t>
            </a:r>
            <a:r>
              <a:rPr lang="en-US" sz="4400" b="1" dirty="0" smtClean="0">
                <a:solidFill>
                  <a:srgbClr val="FFFFFF"/>
                </a:solidFill>
                <a:latin typeface="Arial"/>
                <a:cs typeface="Arial"/>
              </a:rPr>
              <a:t>Logistic  </a:t>
            </a:r>
            <a:r>
              <a:rPr lang="en-US" sz="4400" b="1" spc="-20" dirty="0" smtClean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4400" b="1" spc="15" dirty="0" smtClean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4400" b="1" dirty="0" smtClean="0">
                <a:solidFill>
                  <a:srgbClr val="FFFFFF"/>
                </a:solidFill>
                <a:latin typeface="Arial"/>
                <a:cs typeface="Arial"/>
              </a:rPr>
              <a:t>gr</a:t>
            </a:r>
            <a:r>
              <a:rPr lang="en-US" sz="4400" b="1" spc="15" dirty="0" smtClean="0">
                <a:solidFill>
                  <a:srgbClr val="FFFFFF"/>
                </a:solidFill>
                <a:latin typeface="Arial"/>
                <a:cs typeface="Arial"/>
              </a:rPr>
              <a:t>ess</a:t>
            </a:r>
            <a:r>
              <a:rPr lang="en-US" sz="4400" b="1" dirty="0" smtClean="0">
                <a:solidFill>
                  <a:srgbClr val="FFFFFF"/>
                </a:solidFill>
                <a:latin typeface="Arial"/>
                <a:cs typeface="Arial"/>
              </a:rPr>
              <a:t>ion?</a:t>
            </a:r>
            <a:endParaRPr lang="en-US" sz="4400" dirty="0">
              <a:latin typeface="Arial"/>
              <a:cs typeface="Arial"/>
            </a:endParaRPr>
          </a:p>
        </p:txBody>
      </p:sp>
      <p:sp>
        <p:nvSpPr>
          <p:cNvPr id="107" name="object 8"/>
          <p:cNvSpPr/>
          <p:nvPr/>
        </p:nvSpPr>
        <p:spPr>
          <a:xfrm>
            <a:off x="4035307" y="3548115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1413113" y="0"/>
                </a:moveTo>
                <a:lnTo>
                  <a:pt x="118353" y="0"/>
                </a:lnTo>
                <a:lnTo>
                  <a:pt x="72266" y="9318"/>
                </a:lnTo>
                <a:lnTo>
                  <a:pt x="34648" y="34724"/>
                </a:lnTo>
                <a:lnTo>
                  <a:pt x="9294" y="72394"/>
                </a:lnTo>
                <a:lnTo>
                  <a:pt x="0" y="118506"/>
                </a:lnTo>
                <a:lnTo>
                  <a:pt x="0" y="592461"/>
                </a:lnTo>
                <a:lnTo>
                  <a:pt x="9294" y="638571"/>
                </a:lnTo>
                <a:lnTo>
                  <a:pt x="34648" y="676236"/>
                </a:lnTo>
                <a:lnTo>
                  <a:pt x="72266" y="701636"/>
                </a:lnTo>
                <a:lnTo>
                  <a:pt x="118353" y="710952"/>
                </a:lnTo>
                <a:lnTo>
                  <a:pt x="1413113" y="710952"/>
                </a:lnTo>
                <a:lnTo>
                  <a:pt x="1459225" y="701636"/>
                </a:lnTo>
                <a:lnTo>
                  <a:pt x="1496895" y="676236"/>
                </a:lnTo>
                <a:lnTo>
                  <a:pt x="1522301" y="638571"/>
                </a:lnTo>
                <a:lnTo>
                  <a:pt x="1531619" y="592461"/>
                </a:lnTo>
                <a:lnTo>
                  <a:pt x="1531619" y="118506"/>
                </a:lnTo>
                <a:lnTo>
                  <a:pt x="1522301" y="72394"/>
                </a:lnTo>
                <a:lnTo>
                  <a:pt x="1496895" y="34724"/>
                </a:lnTo>
                <a:lnTo>
                  <a:pt x="1459225" y="9318"/>
                </a:lnTo>
                <a:lnTo>
                  <a:pt x="1413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 txBox="1"/>
          <p:nvPr/>
        </p:nvSpPr>
        <p:spPr>
          <a:xfrm>
            <a:off x="4035307" y="1219335"/>
            <a:ext cx="7612050" cy="229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lang="en-US" sz="2400" spc="0" dirty="0" smtClean="0">
                <a:solidFill>
                  <a:srgbClr val="595959"/>
                </a:solidFill>
                <a:latin typeface="Arial"/>
                <a:cs typeface="Arial"/>
              </a:rPr>
              <a:t>Tools for </a:t>
            </a:r>
            <a:r>
              <a:rPr lang="en-US" sz="2400" spc="-40" dirty="0" smtClean="0">
                <a:solidFill>
                  <a:srgbClr val="595959"/>
                </a:solidFill>
                <a:latin typeface="Arial"/>
                <a:cs typeface="Arial"/>
              </a:rPr>
              <a:t>applied  </a:t>
            </a:r>
            <a:r>
              <a:rPr lang="en-US" sz="2400" spc="-10" dirty="0" smtClean="0">
                <a:solidFill>
                  <a:srgbClr val="595959"/>
                </a:solidFill>
                <a:latin typeface="Arial"/>
                <a:cs typeface="Arial"/>
              </a:rPr>
              <a:t>statistics </a:t>
            </a:r>
            <a:r>
              <a:rPr lang="en-US" sz="2400" spc="-20" dirty="0" smtClean="0">
                <a:solidFill>
                  <a:srgbClr val="595959"/>
                </a:solidFill>
                <a:latin typeface="Arial"/>
                <a:cs typeface="Arial"/>
              </a:rPr>
              <a:t>and discrete </a:t>
            </a:r>
            <a:r>
              <a:rPr lang="en-US" sz="2400" spc="-35" dirty="0" smtClean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lang="en-US" sz="2400" spc="-18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2400" spc="-30" dirty="0" smtClean="0">
                <a:solidFill>
                  <a:srgbClr val="595959"/>
                </a:solidFill>
                <a:latin typeface="Arial"/>
                <a:cs typeface="Arial"/>
              </a:rPr>
              <a:t>analysis 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endParaRPr lang="en-US" sz="2400" spc="-30" dirty="0" smtClean="0">
              <a:solidFill>
                <a:srgbClr val="595959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lang="en-US" sz="2400" spc="0" dirty="0" smtClean="0">
                <a:solidFill>
                  <a:srgbClr val="595959"/>
                </a:solidFill>
                <a:latin typeface="Arial"/>
                <a:cs typeface="Arial"/>
              </a:rPr>
              <a:t>Gives outcomes in terms of probability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endParaRPr lang="en-US" sz="2400" spc="0" dirty="0" smtClean="0">
              <a:solidFill>
                <a:srgbClr val="595959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spc="0" dirty="0" smtClean="0">
                <a:solidFill>
                  <a:srgbClr val="595959"/>
                </a:solidFill>
                <a:latin typeface="Arial"/>
                <a:cs typeface="Arial"/>
              </a:rPr>
              <a:t>In-turn </a:t>
            </a:r>
            <a:r>
              <a:rPr sz="2400" spc="-30" dirty="0">
                <a:solidFill>
                  <a:srgbClr val="595959"/>
                </a:solidFill>
                <a:latin typeface="Arial"/>
                <a:cs typeface="Arial"/>
              </a:rPr>
              <a:t>helps  </a:t>
            </a:r>
            <a:r>
              <a:rPr sz="2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2400" spc="-10" dirty="0">
                <a:solidFill>
                  <a:srgbClr val="595959"/>
                </a:solidFill>
                <a:latin typeface="Arial"/>
                <a:cs typeface="Arial"/>
              </a:rPr>
              <a:t>classifying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2400" spc="-45" dirty="0">
                <a:solidFill>
                  <a:srgbClr val="595959"/>
                </a:solidFill>
                <a:latin typeface="Arial"/>
                <a:cs typeface="Arial"/>
              </a:rPr>
              <a:t>given</a:t>
            </a:r>
            <a:r>
              <a:rPr sz="2400" spc="-3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35" dirty="0" smtClean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lang="en-US" sz="2400" spc="-35" dirty="0" smtClean="0">
              <a:solidFill>
                <a:srgbClr val="595959"/>
              </a:solidFill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13" name="object 12"/>
          <p:cNvSpPr/>
          <p:nvPr/>
        </p:nvSpPr>
        <p:spPr>
          <a:xfrm>
            <a:off x="7408407" y="3739142"/>
            <a:ext cx="4550420" cy="29160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5945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/>
        </p:nvSpPr>
        <p:spPr>
          <a:xfrm>
            <a:off x="2133600" y="2705100"/>
            <a:ext cx="8277240" cy="1190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/>
          <p:cNvSpPr/>
          <p:nvPr/>
        </p:nvSpPr>
        <p:spPr>
          <a:xfrm>
            <a:off x="2211454" y="2748521"/>
            <a:ext cx="8486140" cy="680720"/>
          </a:xfrm>
          <a:custGeom>
            <a:avLst/>
            <a:gdLst/>
            <a:ahLst/>
            <a:cxnLst/>
            <a:rect l="l" t="t" r="r" b="b"/>
            <a:pathLst>
              <a:path w="8486140" h="680720">
                <a:moveTo>
                  <a:pt x="0" y="680478"/>
                </a:moveTo>
                <a:lnTo>
                  <a:pt x="8485631" y="680478"/>
                </a:lnTo>
                <a:lnTo>
                  <a:pt x="8485631" y="0"/>
                </a:lnTo>
                <a:lnTo>
                  <a:pt x="0" y="0"/>
                </a:lnTo>
                <a:lnTo>
                  <a:pt x="0" y="680478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 txBox="1">
            <a:spLocks noGrp="1"/>
          </p:cNvSpPr>
          <p:nvPr>
            <p:ph type="title"/>
          </p:nvPr>
        </p:nvSpPr>
        <p:spPr>
          <a:xfrm>
            <a:off x="2725168" y="2817174"/>
            <a:ext cx="736600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30" dirty="0">
                <a:solidFill>
                  <a:schemeClr val="bg1"/>
                </a:solidFill>
              </a:rPr>
              <a:t>Let’s </a:t>
            </a:r>
            <a:r>
              <a:rPr sz="3200" dirty="0">
                <a:solidFill>
                  <a:schemeClr val="bg1"/>
                </a:solidFill>
              </a:rPr>
              <a:t>understand </a:t>
            </a:r>
            <a:r>
              <a:rPr sz="3200" spc="-5" dirty="0">
                <a:solidFill>
                  <a:schemeClr val="bg1"/>
                </a:solidFill>
              </a:rPr>
              <a:t>this </a:t>
            </a:r>
            <a:r>
              <a:rPr sz="3200" spc="25" dirty="0">
                <a:solidFill>
                  <a:schemeClr val="bg1"/>
                </a:solidFill>
              </a:rPr>
              <a:t>with </a:t>
            </a:r>
            <a:r>
              <a:rPr sz="3200" spc="5" dirty="0">
                <a:solidFill>
                  <a:schemeClr val="bg1"/>
                </a:solidFill>
              </a:rPr>
              <a:t>an</a:t>
            </a:r>
            <a:r>
              <a:rPr sz="3200" spc="-350" dirty="0">
                <a:solidFill>
                  <a:schemeClr val="bg1"/>
                </a:solidFill>
              </a:rPr>
              <a:t> </a:t>
            </a:r>
            <a:r>
              <a:rPr sz="3200" spc="0" dirty="0">
                <a:solidFill>
                  <a:schemeClr val="bg1"/>
                </a:solidFill>
              </a:rPr>
              <a:t>example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6" name="object 6"/>
          <p:cNvSpPr txBox="1">
            <a:spLocks/>
          </p:cNvSpPr>
          <p:nvPr/>
        </p:nvSpPr>
        <p:spPr>
          <a:xfrm>
            <a:off x="10395339" y="6578360"/>
            <a:ext cx="1683384" cy="21780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595"/>
              </a:lnSpc>
            </a:pPr>
            <a:r>
              <a:rPr lang="en-US" smtClean="0">
                <a:hlinkClick r:id="rId3"/>
              </a:rPr>
              <a:t>www.intellipaat.com</a:t>
            </a:r>
            <a:endParaRPr lang="en-US" dirty="0"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1025297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4830" y="1849070"/>
            <a:ext cx="3632835" cy="2062162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endParaRPr lang="en-US" sz="4000" b="1" spc="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r>
              <a:rPr lang="en-US" sz="4000" b="1" spc="0" dirty="0" smtClean="0">
                <a:solidFill>
                  <a:srgbClr val="FFFFFF"/>
                </a:solidFill>
                <a:latin typeface="Arial"/>
                <a:cs typeface="Arial"/>
              </a:rPr>
              <a:t>Spam</a:t>
            </a:r>
            <a:r>
              <a:rPr lang="en-US" sz="4000" b="1" spc="-11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000" b="1" spc="0" dirty="0" smtClean="0">
                <a:solidFill>
                  <a:srgbClr val="FFFFFF"/>
                </a:solidFill>
                <a:latin typeface="Arial"/>
                <a:cs typeface="Arial"/>
              </a:rPr>
              <a:t>Email  Classifier</a:t>
            </a:r>
          </a:p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endParaRPr lang="en-US" sz="4000" dirty="0">
              <a:latin typeface="Arial"/>
              <a:cs typeface="Arial"/>
            </a:endParaRPr>
          </a:p>
        </p:txBody>
      </p:sp>
      <p:sp>
        <p:nvSpPr>
          <p:cNvPr id="107" name="object 8"/>
          <p:cNvSpPr/>
          <p:nvPr/>
        </p:nvSpPr>
        <p:spPr>
          <a:xfrm>
            <a:off x="4035307" y="3548115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1413113" y="0"/>
                </a:moveTo>
                <a:lnTo>
                  <a:pt x="118353" y="0"/>
                </a:lnTo>
                <a:lnTo>
                  <a:pt x="72266" y="9318"/>
                </a:lnTo>
                <a:lnTo>
                  <a:pt x="34648" y="34724"/>
                </a:lnTo>
                <a:lnTo>
                  <a:pt x="9294" y="72394"/>
                </a:lnTo>
                <a:lnTo>
                  <a:pt x="0" y="118506"/>
                </a:lnTo>
                <a:lnTo>
                  <a:pt x="0" y="592461"/>
                </a:lnTo>
                <a:lnTo>
                  <a:pt x="9294" y="638571"/>
                </a:lnTo>
                <a:lnTo>
                  <a:pt x="34648" y="676236"/>
                </a:lnTo>
                <a:lnTo>
                  <a:pt x="72266" y="701636"/>
                </a:lnTo>
                <a:lnTo>
                  <a:pt x="118353" y="710952"/>
                </a:lnTo>
                <a:lnTo>
                  <a:pt x="1413113" y="710952"/>
                </a:lnTo>
                <a:lnTo>
                  <a:pt x="1459225" y="701636"/>
                </a:lnTo>
                <a:lnTo>
                  <a:pt x="1496895" y="676236"/>
                </a:lnTo>
                <a:lnTo>
                  <a:pt x="1522301" y="638571"/>
                </a:lnTo>
                <a:lnTo>
                  <a:pt x="1531619" y="592461"/>
                </a:lnTo>
                <a:lnTo>
                  <a:pt x="1531619" y="118506"/>
                </a:lnTo>
                <a:lnTo>
                  <a:pt x="1522301" y="72394"/>
                </a:lnTo>
                <a:lnTo>
                  <a:pt x="1496895" y="34724"/>
                </a:lnTo>
                <a:lnTo>
                  <a:pt x="1459225" y="9318"/>
                </a:lnTo>
                <a:lnTo>
                  <a:pt x="1413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 txBox="1">
            <a:spLocks noGrp="1"/>
          </p:cNvSpPr>
          <p:nvPr>
            <p:ph type="title"/>
          </p:nvPr>
        </p:nvSpPr>
        <p:spPr>
          <a:xfrm>
            <a:off x="3850643" y="1176332"/>
            <a:ext cx="81902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6F2F9F"/>
                </a:solidFill>
              </a:rPr>
              <a:t>Let </a:t>
            </a:r>
            <a:r>
              <a:rPr sz="2400" spc="-25" dirty="0">
                <a:solidFill>
                  <a:srgbClr val="6F2F9F"/>
                </a:solidFill>
              </a:rPr>
              <a:t>us </a:t>
            </a:r>
            <a:r>
              <a:rPr sz="2400" spc="0" dirty="0">
                <a:solidFill>
                  <a:srgbClr val="6F2F9F"/>
                </a:solidFill>
              </a:rPr>
              <a:t>explore </a:t>
            </a:r>
            <a:r>
              <a:rPr sz="2400" spc="25" dirty="0">
                <a:solidFill>
                  <a:srgbClr val="6F2F9F"/>
                </a:solidFill>
              </a:rPr>
              <a:t>with </a:t>
            </a:r>
            <a:r>
              <a:rPr sz="2400" dirty="0">
                <a:solidFill>
                  <a:srgbClr val="6F2F9F"/>
                </a:solidFill>
              </a:rPr>
              <a:t>an example </a:t>
            </a:r>
            <a:r>
              <a:rPr sz="2400" spc="-25" dirty="0">
                <a:solidFill>
                  <a:srgbClr val="6F2F9F"/>
                </a:solidFill>
              </a:rPr>
              <a:t>of </a:t>
            </a:r>
            <a:r>
              <a:rPr sz="2400" spc="-15" dirty="0">
                <a:solidFill>
                  <a:srgbClr val="6F2F9F"/>
                </a:solidFill>
              </a:rPr>
              <a:t>Spam </a:t>
            </a:r>
            <a:r>
              <a:rPr sz="2400" spc="5" dirty="0">
                <a:solidFill>
                  <a:srgbClr val="6F2F9F"/>
                </a:solidFill>
              </a:rPr>
              <a:t>email</a:t>
            </a:r>
            <a:r>
              <a:rPr sz="2400" spc="-280" dirty="0">
                <a:solidFill>
                  <a:srgbClr val="6F2F9F"/>
                </a:solidFill>
              </a:rPr>
              <a:t> </a:t>
            </a:r>
            <a:r>
              <a:rPr sz="2400" spc="25" dirty="0">
                <a:solidFill>
                  <a:srgbClr val="6F2F9F"/>
                </a:solidFill>
              </a:rPr>
              <a:t>classifier</a:t>
            </a:r>
            <a:r>
              <a:rPr sz="2000" b="0" spc="25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9"/>
          <p:cNvSpPr/>
          <p:nvPr/>
        </p:nvSpPr>
        <p:spPr>
          <a:xfrm>
            <a:off x="5676900" y="2867025"/>
            <a:ext cx="1666875" cy="11525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/>
          <p:cNvSpPr/>
          <p:nvPr/>
        </p:nvSpPr>
        <p:spPr>
          <a:xfrm>
            <a:off x="5772150" y="3009900"/>
            <a:ext cx="1371600" cy="8667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/>
          <p:nvPr/>
        </p:nvSpPr>
        <p:spPr>
          <a:xfrm>
            <a:off x="5906383" y="3141207"/>
            <a:ext cx="1111250" cy="608965"/>
          </a:xfrm>
          <a:custGeom>
            <a:avLst/>
            <a:gdLst/>
            <a:ahLst/>
            <a:cxnLst/>
            <a:rect l="l" t="t" r="r" b="b"/>
            <a:pathLst>
              <a:path w="1111250" h="608964">
                <a:moveTo>
                  <a:pt x="1009162" y="0"/>
                </a:moveTo>
                <a:lnTo>
                  <a:pt x="101467" y="0"/>
                </a:lnTo>
                <a:lnTo>
                  <a:pt x="61992" y="7963"/>
                </a:lnTo>
                <a:lnTo>
                  <a:pt x="29737" y="29691"/>
                </a:lnTo>
                <a:lnTo>
                  <a:pt x="7980" y="61940"/>
                </a:lnTo>
                <a:lnTo>
                  <a:pt x="0" y="101467"/>
                </a:lnTo>
                <a:lnTo>
                  <a:pt x="0" y="507370"/>
                </a:lnTo>
                <a:lnTo>
                  <a:pt x="7980" y="546929"/>
                </a:lnTo>
                <a:lnTo>
                  <a:pt x="29737" y="579219"/>
                </a:lnTo>
                <a:lnTo>
                  <a:pt x="61992" y="600981"/>
                </a:lnTo>
                <a:lnTo>
                  <a:pt x="101467" y="608959"/>
                </a:lnTo>
                <a:lnTo>
                  <a:pt x="1009162" y="608959"/>
                </a:lnTo>
                <a:lnTo>
                  <a:pt x="1048689" y="600981"/>
                </a:lnTo>
                <a:lnTo>
                  <a:pt x="1080938" y="579219"/>
                </a:lnTo>
                <a:lnTo>
                  <a:pt x="1102666" y="546929"/>
                </a:lnTo>
                <a:lnTo>
                  <a:pt x="1110630" y="507370"/>
                </a:lnTo>
                <a:lnTo>
                  <a:pt x="1110630" y="101467"/>
                </a:lnTo>
                <a:lnTo>
                  <a:pt x="1102666" y="61940"/>
                </a:lnTo>
                <a:lnTo>
                  <a:pt x="1080938" y="29691"/>
                </a:lnTo>
                <a:lnTo>
                  <a:pt x="1048689" y="7963"/>
                </a:lnTo>
                <a:lnTo>
                  <a:pt x="1009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/>
          <p:cNvSpPr/>
          <p:nvPr/>
        </p:nvSpPr>
        <p:spPr>
          <a:xfrm>
            <a:off x="5906383" y="3141207"/>
            <a:ext cx="1111250" cy="608965"/>
          </a:xfrm>
          <a:custGeom>
            <a:avLst/>
            <a:gdLst/>
            <a:ahLst/>
            <a:cxnLst/>
            <a:rect l="l" t="t" r="r" b="b"/>
            <a:pathLst>
              <a:path w="1111250" h="608964">
                <a:moveTo>
                  <a:pt x="0" y="101467"/>
                </a:moveTo>
                <a:lnTo>
                  <a:pt x="7980" y="61940"/>
                </a:lnTo>
                <a:lnTo>
                  <a:pt x="29737" y="29691"/>
                </a:lnTo>
                <a:lnTo>
                  <a:pt x="61992" y="7963"/>
                </a:lnTo>
                <a:lnTo>
                  <a:pt x="101467" y="0"/>
                </a:lnTo>
                <a:lnTo>
                  <a:pt x="1009162" y="0"/>
                </a:lnTo>
                <a:lnTo>
                  <a:pt x="1048689" y="7963"/>
                </a:lnTo>
                <a:lnTo>
                  <a:pt x="1080938" y="29691"/>
                </a:lnTo>
                <a:lnTo>
                  <a:pt x="1102666" y="61940"/>
                </a:lnTo>
                <a:lnTo>
                  <a:pt x="1110630" y="101467"/>
                </a:lnTo>
                <a:lnTo>
                  <a:pt x="1110630" y="507370"/>
                </a:lnTo>
                <a:lnTo>
                  <a:pt x="1102666" y="546929"/>
                </a:lnTo>
                <a:lnTo>
                  <a:pt x="1080938" y="579219"/>
                </a:lnTo>
                <a:lnTo>
                  <a:pt x="1048689" y="600981"/>
                </a:lnTo>
                <a:lnTo>
                  <a:pt x="1009162" y="608959"/>
                </a:lnTo>
                <a:lnTo>
                  <a:pt x="101467" y="608959"/>
                </a:lnTo>
                <a:lnTo>
                  <a:pt x="61992" y="600981"/>
                </a:lnTo>
                <a:lnTo>
                  <a:pt x="29737" y="579219"/>
                </a:lnTo>
                <a:lnTo>
                  <a:pt x="7980" y="546929"/>
                </a:lnTo>
                <a:lnTo>
                  <a:pt x="0" y="507370"/>
                </a:lnTo>
                <a:lnTo>
                  <a:pt x="0" y="101467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/>
          <p:cNvSpPr/>
          <p:nvPr/>
        </p:nvSpPr>
        <p:spPr>
          <a:xfrm>
            <a:off x="8524890" y="2190750"/>
            <a:ext cx="1657350" cy="1143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/>
          <p:nvPr/>
        </p:nvSpPr>
        <p:spPr>
          <a:xfrm>
            <a:off x="8620140" y="2324084"/>
            <a:ext cx="1371600" cy="8667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/>
          <p:cNvSpPr/>
          <p:nvPr/>
        </p:nvSpPr>
        <p:spPr>
          <a:xfrm>
            <a:off x="8749405" y="2455804"/>
            <a:ext cx="1111250" cy="608965"/>
          </a:xfrm>
          <a:custGeom>
            <a:avLst/>
            <a:gdLst/>
            <a:ahLst/>
            <a:cxnLst/>
            <a:rect l="l" t="t" r="r" b="b"/>
            <a:pathLst>
              <a:path w="1111250" h="608964">
                <a:moveTo>
                  <a:pt x="1009284" y="0"/>
                </a:moveTo>
                <a:lnTo>
                  <a:pt x="101620" y="0"/>
                </a:lnTo>
                <a:lnTo>
                  <a:pt x="62056" y="7978"/>
                </a:lnTo>
                <a:lnTo>
                  <a:pt x="29756" y="29740"/>
                </a:lnTo>
                <a:lnTo>
                  <a:pt x="7982" y="62030"/>
                </a:lnTo>
                <a:lnTo>
                  <a:pt x="0" y="101589"/>
                </a:lnTo>
                <a:lnTo>
                  <a:pt x="0" y="507491"/>
                </a:lnTo>
                <a:lnTo>
                  <a:pt x="7982" y="547019"/>
                </a:lnTo>
                <a:lnTo>
                  <a:pt x="29756" y="579268"/>
                </a:lnTo>
                <a:lnTo>
                  <a:pt x="62056" y="600996"/>
                </a:lnTo>
                <a:lnTo>
                  <a:pt x="101620" y="608959"/>
                </a:lnTo>
                <a:lnTo>
                  <a:pt x="1009284" y="608959"/>
                </a:lnTo>
                <a:lnTo>
                  <a:pt x="1048760" y="600996"/>
                </a:lnTo>
                <a:lnTo>
                  <a:pt x="1081015" y="579268"/>
                </a:lnTo>
                <a:lnTo>
                  <a:pt x="1102771" y="547019"/>
                </a:lnTo>
                <a:lnTo>
                  <a:pt x="1110752" y="507491"/>
                </a:lnTo>
                <a:lnTo>
                  <a:pt x="1110752" y="101589"/>
                </a:lnTo>
                <a:lnTo>
                  <a:pt x="1102771" y="62030"/>
                </a:lnTo>
                <a:lnTo>
                  <a:pt x="1081015" y="29740"/>
                </a:lnTo>
                <a:lnTo>
                  <a:pt x="1048760" y="7978"/>
                </a:lnTo>
                <a:lnTo>
                  <a:pt x="1009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/>
          <p:cNvSpPr/>
          <p:nvPr/>
        </p:nvSpPr>
        <p:spPr>
          <a:xfrm>
            <a:off x="8749405" y="2455804"/>
            <a:ext cx="1111250" cy="608965"/>
          </a:xfrm>
          <a:custGeom>
            <a:avLst/>
            <a:gdLst/>
            <a:ahLst/>
            <a:cxnLst/>
            <a:rect l="l" t="t" r="r" b="b"/>
            <a:pathLst>
              <a:path w="1111250" h="608964">
                <a:moveTo>
                  <a:pt x="0" y="101589"/>
                </a:moveTo>
                <a:lnTo>
                  <a:pt x="7982" y="62030"/>
                </a:lnTo>
                <a:lnTo>
                  <a:pt x="29756" y="29740"/>
                </a:lnTo>
                <a:lnTo>
                  <a:pt x="62056" y="7978"/>
                </a:lnTo>
                <a:lnTo>
                  <a:pt x="101620" y="0"/>
                </a:lnTo>
                <a:lnTo>
                  <a:pt x="1009284" y="0"/>
                </a:lnTo>
                <a:lnTo>
                  <a:pt x="1048760" y="7978"/>
                </a:lnTo>
                <a:lnTo>
                  <a:pt x="1081015" y="29740"/>
                </a:lnTo>
                <a:lnTo>
                  <a:pt x="1102771" y="62030"/>
                </a:lnTo>
                <a:lnTo>
                  <a:pt x="1110752" y="101589"/>
                </a:lnTo>
                <a:lnTo>
                  <a:pt x="1110752" y="507491"/>
                </a:lnTo>
                <a:lnTo>
                  <a:pt x="1102771" y="547019"/>
                </a:lnTo>
                <a:lnTo>
                  <a:pt x="1081015" y="579268"/>
                </a:lnTo>
                <a:lnTo>
                  <a:pt x="1048760" y="600996"/>
                </a:lnTo>
                <a:lnTo>
                  <a:pt x="1009284" y="608959"/>
                </a:lnTo>
                <a:lnTo>
                  <a:pt x="101620" y="608959"/>
                </a:lnTo>
                <a:lnTo>
                  <a:pt x="62056" y="600996"/>
                </a:lnTo>
                <a:lnTo>
                  <a:pt x="29756" y="579268"/>
                </a:lnTo>
                <a:lnTo>
                  <a:pt x="7982" y="547019"/>
                </a:lnTo>
                <a:lnTo>
                  <a:pt x="0" y="507491"/>
                </a:lnTo>
                <a:lnTo>
                  <a:pt x="0" y="101589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/>
          <p:cNvSpPr/>
          <p:nvPr/>
        </p:nvSpPr>
        <p:spPr>
          <a:xfrm>
            <a:off x="8524890" y="3533775"/>
            <a:ext cx="1657350" cy="1143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/>
          <p:cNvSpPr/>
          <p:nvPr/>
        </p:nvSpPr>
        <p:spPr>
          <a:xfrm>
            <a:off x="8620140" y="3667125"/>
            <a:ext cx="1371600" cy="876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9"/>
          <p:cNvSpPr/>
          <p:nvPr/>
        </p:nvSpPr>
        <p:spPr>
          <a:xfrm>
            <a:off x="8750167" y="3801099"/>
            <a:ext cx="1111250" cy="609600"/>
          </a:xfrm>
          <a:custGeom>
            <a:avLst/>
            <a:gdLst/>
            <a:ahLst/>
            <a:cxnLst/>
            <a:rect l="l" t="t" r="r" b="b"/>
            <a:pathLst>
              <a:path w="1111250" h="609600">
                <a:moveTo>
                  <a:pt x="1009162" y="0"/>
                </a:moveTo>
                <a:lnTo>
                  <a:pt x="101467" y="0"/>
                </a:lnTo>
                <a:lnTo>
                  <a:pt x="61992" y="7962"/>
                </a:lnTo>
                <a:lnTo>
                  <a:pt x="29737" y="29689"/>
                </a:lnTo>
                <a:lnTo>
                  <a:pt x="7980" y="61943"/>
                </a:lnTo>
                <a:lnTo>
                  <a:pt x="0" y="101483"/>
                </a:lnTo>
                <a:lnTo>
                  <a:pt x="0" y="507379"/>
                </a:lnTo>
                <a:lnTo>
                  <a:pt x="7980" y="546931"/>
                </a:lnTo>
                <a:lnTo>
                  <a:pt x="29737" y="579224"/>
                </a:lnTo>
                <a:lnTo>
                  <a:pt x="61992" y="600993"/>
                </a:lnTo>
                <a:lnTo>
                  <a:pt x="101467" y="608975"/>
                </a:lnTo>
                <a:lnTo>
                  <a:pt x="1009162" y="608975"/>
                </a:lnTo>
                <a:lnTo>
                  <a:pt x="1048708" y="600993"/>
                </a:lnTo>
                <a:lnTo>
                  <a:pt x="1080999" y="579224"/>
                </a:lnTo>
                <a:lnTo>
                  <a:pt x="1102769" y="546931"/>
                </a:lnTo>
                <a:lnTo>
                  <a:pt x="1110752" y="507379"/>
                </a:lnTo>
                <a:lnTo>
                  <a:pt x="1110752" y="101483"/>
                </a:lnTo>
                <a:lnTo>
                  <a:pt x="1102769" y="61943"/>
                </a:lnTo>
                <a:lnTo>
                  <a:pt x="1080999" y="29689"/>
                </a:lnTo>
                <a:lnTo>
                  <a:pt x="1048708" y="7962"/>
                </a:lnTo>
                <a:lnTo>
                  <a:pt x="1009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/>
          <p:cNvSpPr/>
          <p:nvPr/>
        </p:nvSpPr>
        <p:spPr>
          <a:xfrm>
            <a:off x="8750167" y="3801099"/>
            <a:ext cx="1111250" cy="609600"/>
          </a:xfrm>
          <a:custGeom>
            <a:avLst/>
            <a:gdLst/>
            <a:ahLst/>
            <a:cxnLst/>
            <a:rect l="l" t="t" r="r" b="b"/>
            <a:pathLst>
              <a:path w="1111250" h="609600">
                <a:moveTo>
                  <a:pt x="0" y="101483"/>
                </a:moveTo>
                <a:lnTo>
                  <a:pt x="7980" y="61943"/>
                </a:lnTo>
                <a:lnTo>
                  <a:pt x="29737" y="29689"/>
                </a:lnTo>
                <a:lnTo>
                  <a:pt x="61992" y="7962"/>
                </a:lnTo>
                <a:lnTo>
                  <a:pt x="101467" y="0"/>
                </a:lnTo>
                <a:lnTo>
                  <a:pt x="1009162" y="0"/>
                </a:lnTo>
                <a:lnTo>
                  <a:pt x="1048708" y="7962"/>
                </a:lnTo>
                <a:lnTo>
                  <a:pt x="1080999" y="29689"/>
                </a:lnTo>
                <a:lnTo>
                  <a:pt x="1102769" y="61943"/>
                </a:lnTo>
                <a:lnTo>
                  <a:pt x="1110752" y="101483"/>
                </a:lnTo>
                <a:lnTo>
                  <a:pt x="1110752" y="507379"/>
                </a:lnTo>
                <a:lnTo>
                  <a:pt x="1102769" y="546931"/>
                </a:lnTo>
                <a:lnTo>
                  <a:pt x="1080999" y="579224"/>
                </a:lnTo>
                <a:lnTo>
                  <a:pt x="1048708" y="600993"/>
                </a:lnTo>
                <a:lnTo>
                  <a:pt x="1009162" y="608975"/>
                </a:lnTo>
                <a:lnTo>
                  <a:pt x="101467" y="608975"/>
                </a:lnTo>
                <a:lnTo>
                  <a:pt x="61992" y="600993"/>
                </a:lnTo>
                <a:lnTo>
                  <a:pt x="29737" y="579224"/>
                </a:lnTo>
                <a:lnTo>
                  <a:pt x="7980" y="546931"/>
                </a:lnTo>
                <a:lnTo>
                  <a:pt x="0" y="507379"/>
                </a:lnTo>
                <a:lnTo>
                  <a:pt x="0" y="10148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1"/>
          <p:cNvSpPr/>
          <p:nvPr/>
        </p:nvSpPr>
        <p:spPr>
          <a:xfrm>
            <a:off x="7964820" y="3750143"/>
            <a:ext cx="710845" cy="7108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2"/>
          <p:cNvSpPr txBox="1"/>
          <p:nvPr/>
        </p:nvSpPr>
        <p:spPr>
          <a:xfrm>
            <a:off x="6230370" y="3298822"/>
            <a:ext cx="55816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r>
              <a:rPr sz="1550" b="1" spc="35" dirty="0">
                <a:solidFill>
                  <a:srgbClr val="6F2F9F"/>
                </a:solidFill>
                <a:latin typeface="Arial"/>
                <a:cs typeface="Arial"/>
              </a:rPr>
              <a:t>ma</a:t>
            </a:r>
            <a:r>
              <a:rPr sz="1550" b="1" spc="-60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550" b="1" spc="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3"/>
          <p:cNvSpPr/>
          <p:nvPr/>
        </p:nvSpPr>
        <p:spPr>
          <a:xfrm>
            <a:off x="7781940" y="2276475"/>
            <a:ext cx="1076325" cy="10191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4"/>
          <p:cNvSpPr/>
          <p:nvPr/>
        </p:nvSpPr>
        <p:spPr>
          <a:xfrm>
            <a:off x="8010143" y="2430350"/>
            <a:ext cx="653226" cy="7108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5"/>
          <p:cNvSpPr/>
          <p:nvPr/>
        </p:nvSpPr>
        <p:spPr>
          <a:xfrm>
            <a:off x="7885785" y="2720227"/>
            <a:ext cx="353720" cy="38492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6"/>
          <p:cNvSpPr/>
          <p:nvPr/>
        </p:nvSpPr>
        <p:spPr>
          <a:xfrm>
            <a:off x="7011040" y="2912607"/>
            <a:ext cx="875030" cy="526415"/>
          </a:xfrm>
          <a:custGeom>
            <a:avLst/>
            <a:gdLst/>
            <a:ahLst/>
            <a:cxnLst/>
            <a:rect l="l" t="t" r="r" b="b"/>
            <a:pathLst>
              <a:path w="875029" h="526414">
                <a:moveTo>
                  <a:pt x="804423" y="30881"/>
                </a:moveTo>
                <a:lnTo>
                  <a:pt x="0" y="509656"/>
                </a:lnTo>
                <a:lnTo>
                  <a:pt x="9662" y="526054"/>
                </a:lnTo>
                <a:lnTo>
                  <a:pt x="814079" y="47163"/>
                </a:lnTo>
                <a:lnTo>
                  <a:pt x="804423" y="30881"/>
                </a:lnTo>
                <a:close/>
              </a:path>
              <a:path w="875029" h="526414">
                <a:moveTo>
                  <a:pt x="859103" y="24383"/>
                </a:moveTo>
                <a:lnTo>
                  <a:pt x="815339" y="24383"/>
                </a:lnTo>
                <a:lnTo>
                  <a:pt x="825002" y="40660"/>
                </a:lnTo>
                <a:lnTo>
                  <a:pt x="814079" y="47163"/>
                </a:lnTo>
                <a:lnTo>
                  <a:pt x="828659" y="71749"/>
                </a:lnTo>
                <a:lnTo>
                  <a:pt x="859103" y="24383"/>
                </a:lnTo>
                <a:close/>
              </a:path>
              <a:path w="875029" h="526414">
                <a:moveTo>
                  <a:pt x="815339" y="24383"/>
                </a:moveTo>
                <a:lnTo>
                  <a:pt x="804423" y="30881"/>
                </a:lnTo>
                <a:lnTo>
                  <a:pt x="814079" y="47163"/>
                </a:lnTo>
                <a:lnTo>
                  <a:pt x="825002" y="40660"/>
                </a:lnTo>
                <a:lnTo>
                  <a:pt x="815339" y="24383"/>
                </a:lnTo>
                <a:close/>
              </a:path>
              <a:path w="875029" h="526414">
                <a:moveTo>
                  <a:pt x="874775" y="0"/>
                </a:moveTo>
                <a:lnTo>
                  <a:pt x="789797" y="6217"/>
                </a:lnTo>
                <a:lnTo>
                  <a:pt x="804423" y="30881"/>
                </a:lnTo>
                <a:lnTo>
                  <a:pt x="815339" y="24383"/>
                </a:lnTo>
                <a:lnTo>
                  <a:pt x="859103" y="24383"/>
                </a:lnTo>
                <a:lnTo>
                  <a:pt x="87477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7"/>
          <p:cNvSpPr/>
          <p:nvPr/>
        </p:nvSpPr>
        <p:spPr>
          <a:xfrm>
            <a:off x="7010796" y="3422386"/>
            <a:ext cx="850265" cy="537210"/>
          </a:xfrm>
          <a:custGeom>
            <a:avLst/>
            <a:gdLst/>
            <a:ahLst/>
            <a:cxnLst/>
            <a:rect l="l" t="t" r="r" b="b"/>
            <a:pathLst>
              <a:path w="850265" h="537210">
                <a:moveTo>
                  <a:pt x="780564" y="504706"/>
                </a:moveTo>
                <a:lnTo>
                  <a:pt x="765413" y="528834"/>
                </a:lnTo>
                <a:lnTo>
                  <a:pt x="850239" y="536966"/>
                </a:lnTo>
                <a:lnTo>
                  <a:pt x="834665" y="511439"/>
                </a:lnTo>
                <a:lnTo>
                  <a:pt x="791321" y="511439"/>
                </a:lnTo>
                <a:lnTo>
                  <a:pt x="780564" y="504706"/>
                </a:lnTo>
                <a:close/>
              </a:path>
              <a:path w="850265" h="537210">
                <a:moveTo>
                  <a:pt x="790701" y="488564"/>
                </a:moveTo>
                <a:lnTo>
                  <a:pt x="780564" y="504706"/>
                </a:lnTo>
                <a:lnTo>
                  <a:pt x="791321" y="511439"/>
                </a:lnTo>
                <a:lnTo>
                  <a:pt x="801471" y="495306"/>
                </a:lnTo>
                <a:lnTo>
                  <a:pt x="790701" y="488564"/>
                </a:lnTo>
                <a:close/>
              </a:path>
              <a:path w="850265" h="537210">
                <a:moveTo>
                  <a:pt x="805921" y="464326"/>
                </a:moveTo>
                <a:lnTo>
                  <a:pt x="790701" y="488564"/>
                </a:lnTo>
                <a:lnTo>
                  <a:pt x="801471" y="495306"/>
                </a:lnTo>
                <a:lnTo>
                  <a:pt x="791321" y="511439"/>
                </a:lnTo>
                <a:lnTo>
                  <a:pt x="834665" y="511439"/>
                </a:lnTo>
                <a:lnTo>
                  <a:pt x="805921" y="464326"/>
                </a:lnTo>
                <a:close/>
              </a:path>
              <a:path w="850265" h="537210">
                <a:moveTo>
                  <a:pt x="10149" y="0"/>
                </a:moveTo>
                <a:lnTo>
                  <a:pt x="0" y="16123"/>
                </a:lnTo>
                <a:lnTo>
                  <a:pt x="780564" y="504706"/>
                </a:lnTo>
                <a:lnTo>
                  <a:pt x="790701" y="488564"/>
                </a:lnTo>
                <a:lnTo>
                  <a:pt x="10149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8"/>
          <p:cNvSpPr txBox="1"/>
          <p:nvPr/>
        </p:nvSpPr>
        <p:spPr>
          <a:xfrm>
            <a:off x="9009387" y="2608513"/>
            <a:ext cx="5753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550" b="1" spc="30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m</a:t>
            </a:r>
            <a:endParaRPr sz="1550">
              <a:latin typeface="Arial"/>
              <a:cs typeface="Arial"/>
            </a:endParaRPr>
          </a:p>
        </p:txBody>
      </p:sp>
      <p:sp>
        <p:nvSpPr>
          <p:cNvPr id="32" name="object 29"/>
          <p:cNvSpPr txBox="1"/>
          <p:nvPr/>
        </p:nvSpPr>
        <p:spPr>
          <a:xfrm>
            <a:off x="9021829" y="3888420"/>
            <a:ext cx="57531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14300">
              <a:lnSpc>
                <a:spcPct val="101000"/>
              </a:lnSpc>
              <a:spcBef>
                <a:spcPts val="105"/>
              </a:spcBef>
            </a:pPr>
            <a:r>
              <a:rPr sz="1550" b="1" spc="-15" dirty="0">
                <a:solidFill>
                  <a:srgbClr val="6F2F9F"/>
                </a:solidFill>
                <a:latin typeface="Arial"/>
                <a:cs typeface="Arial"/>
              </a:rPr>
              <a:t>Not 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550" b="1" spc="30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m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0351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4830" y="1561097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endParaRPr lang="en-US" sz="4000" b="1" spc="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r>
              <a:rPr lang="en-US" sz="4000" b="1" spc="0" dirty="0" smtClean="0">
                <a:solidFill>
                  <a:srgbClr val="FFFFFF"/>
                </a:solidFill>
                <a:latin typeface="Arial"/>
                <a:cs typeface="Arial"/>
              </a:rPr>
              <a:t>Spam</a:t>
            </a:r>
            <a:r>
              <a:rPr lang="en-US" sz="4000" b="1" spc="-11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000" b="1" spc="0" dirty="0" smtClean="0">
                <a:solidFill>
                  <a:srgbClr val="FFFFFF"/>
                </a:solidFill>
                <a:latin typeface="Arial"/>
                <a:cs typeface="Arial"/>
              </a:rPr>
              <a:t>Email  Classifier</a:t>
            </a:r>
          </a:p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endParaRPr lang="en-US" sz="4000" dirty="0" smtClean="0">
              <a:latin typeface="Arial"/>
              <a:cs typeface="Arial"/>
            </a:endParaRPr>
          </a:p>
          <a:p>
            <a:pPr marL="12700" marR="5080">
              <a:lnSpc>
                <a:spcPts val="5180"/>
              </a:lnSpc>
              <a:spcBef>
                <a:spcPts val="760"/>
              </a:spcBef>
            </a:pPr>
            <a:endParaRPr lang="en-US" sz="4000" dirty="0">
              <a:latin typeface="Arial"/>
              <a:cs typeface="Arial"/>
            </a:endParaRPr>
          </a:p>
        </p:txBody>
      </p:sp>
      <p:sp>
        <p:nvSpPr>
          <p:cNvPr id="107" name="object 8"/>
          <p:cNvSpPr/>
          <p:nvPr/>
        </p:nvSpPr>
        <p:spPr>
          <a:xfrm>
            <a:off x="4035307" y="3548115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1413113" y="0"/>
                </a:moveTo>
                <a:lnTo>
                  <a:pt x="118353" y="0"/>
                </a:lnTo>
                <a:lnTo>
                  <a:pt x="72266" y="9318"/>
                </a:lnTo>
                <a:lnTo>
                  <a:pt x="34648" y="34724"/>
                </a:lnTo>
                <a:lnTo>
                  <a:pt x="9294" y="72394"/>
                </a:lnTo>
                <a:lnTo>
                  <a:pt x="0" y="118506"/>
                </a:lnTo>
                <a:lnTo>
                  <a:pt x="0" y="592461"/>
                </a:lnTo>
                <a:lnTo>
                  <a:pt x="9294" y="638571"/>
                </a:lnTo>
                <a:lnTo>
                  <a:pt x="34648" y="676236"/>
                </a:lnTo>
                <a:lnTo>
                  <a:pt x="72266" y="701636"/>
                </a:lnTo>
                <a:lnTo>
                  <a:pt x="118353" y="710952"/>
                </a:lnTo>
                <a:lnTo>
                  <a:pt x="1413113" y="710952"/>
                </a:lnTo>
                <a:lnTo>
                  <a:pt x="1459225" y="701636"/>
                </a:lnTo>
                <a:lnTo>
                  <a:pt x="1496895" y="676236"/>
                </a:lnTo>
                <a:lnTo>
                  <a:pt x="1522301" y="638571"/>
                </a:lnTo>
                <a:lnTo>
                  <a:pt x="1531619" y="592461"/>
                </a:lnTo>
                <a:lnTo>
                  <a:pt x="1531619" y="118506"/>
                </a:lnTo>
                <a:lnTo>
                  <a:pt x="1522301" y="72394"/>
                </a:lnTo>
                <a:lnTo>
                  <a:pt x="1496895" y="34724"/>
                </a:lnTo>
                <a:lnTo>
                  <a:pt x="1459225" y="9318"/>
                </a:lnTo>
                <a:lnTo>
                  <a:pt x="1413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/>
          <p:cNvSpPr/>
          <p:nvPr/>
        </p:nvSpPr>
        <p:spPr>
          <a:xfrm>
            <a:off x="5238750" y="1421698"/>
            <a:ext cx="247650" cy="234950"/>
          </a:xfrm>
          <a:custGeom>
            <a:avLst/>
            <a:gdLst/>
            <a:ahLst/>
            <a:cxnLst/>
            <a:rect l="l" t="t" r="r" b="b"/>
            <a:pathLst>
              <a:path w="247650" h="234950">
                <a:moveTo>
                  <a:pt x="0" y="234767"/>
                </a:moveTo>
                <a:lnTo>
                  <a:pt x="247137" y="234767"/>
                </a:lnTo>
                <a:lnTo>
                  <a:pt x="247137" y="0"/>
                </a:lnTo>
                <a:lnTo>
                  <a:pt x="0" y="0"/>
                </a:lnTo>
                <a:lnTo>
                  <a:pt x="0" y="234767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 txBox="1"/>
          <p:nvPr/>
        </p:nvSpPr>
        <p:spPr>
          <a:xfrm>
            <a:off x="5588004" y="1368738"/>
            <a:ext cx="30638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Understanding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000" spc="-3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variable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10"/>
          <p:cNvSpPr/>
          <p:nvPr/>
        </p:nvSpPr>
        <p:spPr>
          <a:xfrm>
            <a:off x="5238750" y="2084870"/>
            <a:ext cx="247650" cy="234950"/>
          </a:xfrm>
          <a:custGeom>
            <a:avLst/>
            <a:gdLst/>
            <a:ahLst/>
            <a:cxnLst/>
            <a:rect l="l" t="t" r="r" b="b"/>
            <a:pathLst>
              <a:path w="247650" h="234950">
                <a:moveTo>
                  <a:pt x="0" y="234779"/>
                </a:moveTo>
                <a:lnTo>
                  <a:pt x="247137" y="234779"/>
                </a:lnTo>
                <a:lnTo>
                  <a:pt x="247137" y="0"/>
                </a:lnTo>
                <a:lnTo>
                  <a:pt x="0" y="0"/>
                </a:lnTo>
                <a:lnTo>
                  <a:pt x="0" y="234779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/>
          <p:cNvSpPr txBox="1"/>
          <p:nvPr/>
        </p:nvSpPr>
        <p:spPr>
          <a:xfrm>
            <a:off x="5588004" y="2032948"/>
            <a:ext cx="23495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5" dirty="0">
                <a:solidFill>
                  <a:srgbClr val="595959"/>
                </a:solidFill>
                <a:latin typeface="Arial"/>
                <a:cs typeface="Arial"/>
              </a:rPr>
              <a:t>Plot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labeled</a:t>
            </a:r>
            <a:r>
              <a:rPr sz="2000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2"/>
          <p:cNvSpPr/>
          <p:nvPr/>
        </p:nvSpPr>
        <p:spPr>
          <a:xfrm>
            <a:off x="5233049" y="2819572"/>
            <a:ext cx="247650" cy="234950"/>
          </a:xfrm>
          <a:custGeom>
            <a:avLst/>
            <a:gdLst/>
            <a:ahLst/>
            <a:cxnLst/>
            <a:rect l="l" t="t" r="r" b="b"/>
            <a:pathLst>
              <a:path w="247650" h="234950">
                <a:moveTo>
                  <a:pt x="0" y="234767"/>
                </a:moveTo>
                <a:lnTo>
                  <a:pt x="247137" y="234767"/>
                </a:lnTo>
                <a:lnTo>
                  <a:pt x="247137" y="0"/>
                </a:lnTo>
                <a:lnTo>
                  <a:pt x="0" y="0"/>
                </a:lnTo>
                <a:lnTo>
                  <a:pt x="0" y="234767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/>
          <p:cNvSpPr/>
          <p:nvPr/>
        </p:nvSpPr>
        <p:spPr>
          <a:xfrm>
            <a:off x="5232897" y="3541052"/>
            <a:ext cx="247650" cy="234950"/>
          </a:xfrm>
          <a:custGeom>
            <a:avLst/>
            <a:gdLst/>
            <a:ahLst/>
            <a:cxnLst/>
            <a:rect l="l" t="t" r="r" b="b"/>
            <a:pathLst>
              <a:path w="247650" h="234950">
                <a:moveTo>
                  <a:pt x="0" y="234779"/>
                </a:moveTo>
                <a:lnTo>
                  <a:pt x="247149" y="234779"/>
                </a:lnTo>
                <a:lnTo>
                  <a:pt x="247149" y="0"/>
                </a:lnTo>
                <a:lnTo>
                  <a:pt x="0" y="0"/>
                </a:lnTo>
                <a:lnTo>
                  <a:pt x="0" y="234779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/>
          <p:cNvSpPr txBox="1"/>
          <p:nvPr/>
        </p:nvSpPr>
        <p:spPr>
          <a:xfrm>
            <a:off x="5581908" y="2768533"/>
            <a:ext cx="3981450" cy="1667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Draw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regression</a:t>
            </a:r>
            <a:r>
              <a:rPr sz="2000" spc="-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curve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1079500" algn="l"/>
              </a:tabLst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Find</a:t>
            </a:r>
            <a:r>
              <a:rPr sz="20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the best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fitted</a:t>
            </a:r>
            <a:r>
              <a:rPr sz="2000" spc="-4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curve</a:t>
            </a:r>
            <a:r>
              <a:rPr sz="2000"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using </a:t>
            </a: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Maximum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Likelihood  Estimator(MLE)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5"/>
          <p:cNvSpPr txBox="1">
            <a:spLocks noGrp="1"/>
          </p:cNvSpPr>
          <p:nvPr>
            <p:ph type="title"/>
          </p:nvPr>
        </p:nvSpPr>
        <p:spPr>
          <a:xfrm>
            <a:off x="5165094" y="627311"/>
            <a:ext cx="9563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F2F9F"/>
                </a:solidFill>
              </a:rPr>
              <a:t>Steps: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28283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-89940" y="235536"/>
            <a:ext cx="3724290" cy="5737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0" y="235535"/>
            <a:ext cx="3622675" cy="1613535"/>
          </a:xfrm>
          <a:custGeom>
            <a:avLst/>
            <a:gdLst/>
            <a:ahLst/>
            <a:cxnLst/>
            <a:rect l="l" t="t" r="r" b="b"/>
            <a:pathLst>
              <a:path w="3622675" h="1613535">
                <a:moveTo>
                  <a:pt x="0" y="1612904"/>
                </a:moveTo>
                <a:lnTo>
                  <a:pt x="3622182" y="1612904"/>
                </a:lnTo>
                <a:lnTo>
                  <a:pt x="3622182" y="0"/>
                </a:lnTo>
                <a:lnTo>
                  <a:pt x="0" y="0"/>
                </a:lnTo>
                <a:lnTo>
                  <a:pt x="0" y="161290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-5818" y="3077795"/>
            <a:ext cx="3622675" cy="2895600"/>
          </a:xfrm>
          <a:custGeom>
            <a:avLst/>
            <a:gdLst/>
            <a:ahLst/>
            <a:cxnLst/>
            <a:rect l="l" t="t" r="r" b="b"/>
            <a:pathLst>
              <a:path w="3622675" h="2895600">
                <a:moveTo>
                  <a:pt x="0" y="2895087"/>
                </a:moveTo>
                <a:lnTo>
                  <a:pt x="3622182" y="2895087"/>
                </a:lnTo>
                <a:lnTo>
                  <a:pt x="3622182" y="0"/>
                </a:lnTo>
                <a:lnTo>
                  <a:pt x="0" y="0"/>
                </a:lnTo>
                <a:lnTo>
                  <a:pt x="0" y="2895087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4830" y="1561097"/>
            <a:ext cx="3632835" cy="2350135"/>
          </a:xfrm>
          <a:custGeom>
            <a:avLst/>
            <a:gdLst/>
            <a:ahLst/>
            <a:cxnLst/>
            <a:rect l="l" t="t" r="r" b="b"/>
            <a:pathLst>
              <a:path w="3632835" h="2350135">
                <a:moveTo>
                  <a:pt x="0" y="2350007"/>
                </a:moveTo>
                <a:lnTo>
                  <a:pt x="3632210" y="2350007"/>
                </a:lnTo>
                <a:lnTo>
                  <a:pt x="3632210" y="0"/>
                </a:lnTo>
                <a:lnTo>
                  <a:pt x="0" y="0"/>
                </a:lnTo>
                <a:lnTo>
                  <a:pt x="0" y="2350007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endParaRPr lang="en-US" sz="4000" b="1" spc="0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r>
              <a:rPr lang="en-US" sz="4000" b="1" spc="0" dirty="0" smtClean="0">
                <a:solidFill>
                  <a:srgbClr val="FFFFFF"/>
                </a:solidFill>
                <a:latin typeface="Arial"/>
                <a:cs typeface="Arial"/>
              </a:rPr>
              <a:t>Spam</a:t>
            </a:r>
            <a:r>
              <a:rPr lang="en-US" sz="4000" b="1" spc="-11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000" b="1" spc="0" dirty="0" smtClean="0">
                <a:solidFill>
                  <a:srgbClr val="FFFFFF"/>
                </a:solidFill>
                <a:latin typeface="Arial"/>
                <a:cs typeface="Arial"/>
              </a:rPr>
              <a:t>Email  Classifier</a:t>
            </a:r>
          </a:p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endParaRPr lang="en-US" sz="4000" dirty="0">
              <a:latin typeface="Arial"/>
              <a:cs typeface="Arial"/>
            </a:endParaRPr>
          </a:p>
        </p:txBody>
      </p:sp>
      <p:sp>
        <p:nvSpPr>
          <p:cNvPr id="107" name="object 8"/>
          <p:cNvSpPr/>
          <p:nvPr/>
        </p:nvSpPr>
        <p:spPr>
          <a:xfrm>
            <a:off x="4035307" y="3548115"/>
            <a:ext cx="1531620" cy="711200"/>
          </a:xfrm>
          <a:custGeom>
            <a:avLst/>
            <a:gdLst/>
            <a:ahLst/>
            <a:cxnLst/>
            <a:rect l="l" t="t" r="r" b="b"/>
            <a:pathLst>
              <a:path w="1531620" h="711200">
                <a:moveTo>
                  <a:pt x="1413113" y="0"/>
                </a:moveTo>
                <a:lnTo>
                  <a:pt x="118353" y="0"/>
                </a:lnTo>
                <a:lnTo>
                  <a:pt x="72266" y="9318"/>
                </a:lnTo>
                <a:lnTo>
                  <a:pt x="34648" y="34724"/>
                </a:lnTo>
                <a:lnTo>
                  <a:pt x="9294" y="72394"/>
                </a:lnTo>
                <a:lnTo>
                  <a:pt x="0" y="118506"/>
                </a:lnTo>
                <a:lnTo>
                  <a:pt x="0" y="592461"/>
                </a:lnTo>
                <a:lnTo>
                  <a:pt x="9294" y="638571"/>
                </a:lnTo>
                <a:lnTo>
                  <a:pt x="34648" y="676236"/>
                </a:lnTo>
                <a:lnTo>
                  <a:pt x="72266" y="701636"/>
                </a:lnTo>
                <a:lnTo>
                  <a:pt x="118353" y="710952"/>
                </a:lnTo>
                <a:lnTo>
                  <a:pt x="1413113" y="710952"/>
                </a:lnTo>
                <a:lnTo>
                  <a:pt x="1459225" y="701636"/>
                </a:lnTo>
                <a:lnTo>
                  <a:pt x="1496895" y="676236"/>
                </a:lnTo>
                <a:lnTo>
                  <a:pt x="1522301" y="638571"/>
                </a:lnTo>
                <a:lnTo>
                  <a:pt x="1531619" y="592461"/>
                </a:lnTo>
                <a:lnTo>
                  <a:pt x="1531619" y="118506"/>
                </a:lnTo>
                <a:lnTo>
                  <a:pt x="1522301" y="72394"/>
                </a:lnTo>
                <a:lnTo>
                  <a:pt x="1496895" y="34724"/>
                </a:lnTo>
                <a:lnTo>
                  <a:pt x="1459225" y="9318"/>
                </a:lnTo>
                <a:lnTo>
                  <a:pt x="14131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/>
          <p:cNvSpPr/>
          <p:nvPr/>
        </p:nvSpPr>
        <p:spPr>
          <a:xfrm>
            <a:off x="4227226" y="1709086"/>
            <a:ext cx="6858000" cy="4864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lang="en-US" sz="3200" b="1" spc="-10" dirty="0" smtClean="0">
              <a:solidFill>
                <a:srgbClr val="6F2F9F"/>
              </a:solidFill>
              <a:latin typeface="Arial"/>
              <a:cs typeface="Arial"/>
            </a:endParaRPr>
          </a:p>
          <a:p>
            <a:pPr algn="ctr"/>
            <a:r>
              <a:rPr lang="en-US" sz="3200" b="1" spc="-10" dirty="0" smtClean="0">
                <a:solidFill>
                  <a:srgbClr val="6F2F9F"/>
                </a:solidFill>
                <a:latin typeface="Arial"/>
                <a:cs typeface="Arial"/>
              </a:rPr>
              <a:t>Let’s </a:t>
            </a:r>
            <a:r>
              <a:rPr lang="en-US" sz="3200" b="1" spc="-5" dirty="0" smtClean="0">
                <a:solidFill>
                  <a:srgbClr val="6F2F9F"/>
                </a:solidFill>
                <a:latin typeface="Arial"/>
                <a:cs typeface="Arial"/>
              </a:rPr>
              <a:t>get</a:t>
            </a:r>
            <a:r>
              <a:rPr lang="en-US" sz="3200" b="1" spc="10" dirty="0" smtClean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lang="en-US" sz="3200" b="1" dirty="0" smtClean="0">
                <a:solidFill>
                  <a:srgbClr val="6F2F9F"/>
                </a:solidFill>
                <a:latin typeface="Arial"/>
                <a:cs typeface="Arial"/>
              </a:rPr>
              <a:t>started.</a:t>
            </a:r>
            <a:endParaRPr lang="en-US" sz="3200" dirty="0" smtClean="0">
              <a:latin typeface="Arial"/>
              <a:cs typeface="Arial"/>
            </a:endParaRPr>
          </a:p>
          <a:p>
            <a:pPr algn="ctr"/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470162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/>
        </p:nvSpPr>
        <p:spPr>
          <a:xfrm>
            <a:off x="0" y="269825"/>
            <a:ext cx="3819540" cy="56812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/>
          <p:cNvSpPr/>
          <p:nvPr/>
        </p:nvSpPr>
        <p:spPr>
          <a:xfrm>
            <a:off x="0" y="269825"/>
            <a:ext cx="3714750" cy="1808167"/>
          </a:xfrm>
          <a:custGeom>
            <a:avLst/>
            <a:gdLst/>
            <a:ahLst/>
            <a:cxnLst/>
            <a:rect l="l" t="t" r="r" b="b"/>
            <a:pathLst>
              <a:path w="3714750" h="1623695">
                <a:moveTo>
                  <a:pt x="0" y="1623084"/>
                </a:moveTo>
                <a:lnTo>
                  <a:pt x="3714749" y="1623084"/>
                </a:lnTo>
                <a:lnTo>
                  <a:pt x="3714749" y="0"/>
                </a:lnTo>
                <a:lnTo>
                  <a:pt x="0" y="0"/>
                </a:lnTo>
                <a:lnTo>
                  <a:pt x="0" y="162308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0" y="2405337"/>
            <a:ext cx="3714750" cy="3500790"/>
          </a:xfrm>
          <a:custGeom>
            <a:avLst/>
            <a:gdLst/>
            <a:ahLst/>
            <a:cxnLst/>
            <a:rect l="l" t="t" r="r" b="b"/>
            <a:pathLst>
              <a:path w="3714750" h="4288155">
                <a:moveTo>
                  <a:pt x="0" y="4287773"/>
                </a:moveTo>
                <a:lnTo>
                  <a:pt x="3714749" y="4287773"/>
                </a:lnTo>
                <a:lnTo>
                  <a:pt x="371474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/>
          <p:nvPr/>
        </p:nvSpPr>
        <p:spPr>
          <a:xfrm>
            <a:off x="0" y="1458194"/>
            <a:ext cx="3709670" cy="947419"/>
          </a:xfrm>
          <a:custGeom>
            <a:avLst/>
            <a:gdLst/>
            <a:ahLst/>
            <a:cxnLst/>
            <a:rect l="l" t="t" r="r" b="b"/>
            <a:pathLst>
              <a:path w="3709670" h="947419">
                <a:moveTo>
                  <a:pt x="0" y="947141"/>
                </a:moveTo>
                <a:lnTo>
                  <a:pt x="3709050" y="947141"/>
                </a:lnTo>
                <a:lnTo>
                  <a:pt x="3709050" y="0"/>
                </a:lnTo>
                <a:lnTo>
                  <a:pt x="0" y="0"/>
                </a:lnTo>
                <a:lnTo>
                  <a:pt x="0" y="94714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/>
          <p:cNvSpPr txBox="1"/>
          <p:nvPr/>
        </p:nvSpPr>
        <p:spPr>
          <a:xfrm>
            <a:off x="548954" y="1490868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dirty="0">
                <a:solidFill>
                  <a:srgbClr val="FFFFFF"/>
                </a:solidFill>
                <a:latin typeface="Arial"/>
                <a:cs typeface="Arial"/>
              </a:rPr>
              <a:t>STEP:1</a:t>
            </a:r>
            <a:endParaRPr sz="5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8823" y="2495823"/>
            <a:ext cx="45275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b="1" spc="-40" dirty="0">
                <a:solidFill>
                  <a:srgbClr val="6F2F9F"/>
                </a:solidFill>
                <a:latin typeface="Arial"/>
                <a:cs typeface="Arial"/>
              </a:rPr>
              <a:t>Most </a:t>
            </a:r>
            <a:r>
              <a:rPr sz="2700" b="1" spc="0" dirty="0">
                <a:solidFill>
                  <a:srgbClr val="6F2F9F"/>
                </a:solidFill>
                <a:latin typeface="Arial"/>
                <a:cs typeface="Arial"/>
              </a:rPr>
              <a:t>common </a:t>
            </a:r>
            <a:r>
              <a:rPr sz="2700" b="1" spc="-5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2700" b="1" spc="-2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6F2F9F"/>
                </a:solidFill>
                <a:latin typeface="Arial"/>
                <a:cs typeface="Arial"/>
              </a:rPr>
              <a:t>words: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7078" y="3007570"/>
            <a:ext cx="1705610" cy="1555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Buy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Get</a:t>
            </a:r>
            <a:r>
              <a:rPr sz="2000" spc="-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paid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Guarantee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spc="25" dirty="0">
                <a:solidFill>
                  <a:srgbClr val="595959"/>
                </a:solidFill>
                <a:latin typeface="Arial"/>
                <a:cs typeface="Arial"/>
              </a:rPr>
              <a:t>W</a:t>
            </a:r>
            <a:r>
              <a:rPr sz="2000" spc="-459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inner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Unlimited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070470" y="1090530"/>
            <a:ext cx="3076559" cy="3619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323467" y="1345736"/>
            <a:ext cx="2868533" cy="30090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739891" y="4537921"/>
            <a:ext cx="2141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6F2F9F"/>
                </a:solidFill>
                <a:latin typeface="Arial"/>
                <a:cs typeface="Arial"/>
              </a:rPr>
              <a:t>Bag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of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800" b="1" spc="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5786" y="257626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786" y="329891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84259" y="3445400"/>
            <a:ext cx="15265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9277" y="4167014"/>
            <a:ext cx="2552700" cy="9505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 line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42158" y="675534"/>
            <a:ext cx="3529965" cy="1127760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2700" b="1" spc="-30" dirty="0">
                <a:solidFill>
                  <a:srgbClr val="6F2F9F"/>
                </a:solidFill>
                <a:latin typeface="Arial"/>
                <a:cs typeface="Arial"/>
              </a:rPr>
              <a:t>Independent</a:t>
            </a:r>
            <a:r>
              <a:rPr sz="2700" b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spc="-15" dirty="0">
                <a:solidFill>
                  <a:srgbClr val="6F2F9F"/>
                </a:solidFill>
                <a:latin typeface="Arial"/>
                <a:cs typeface="Arial"/>
              </a:rPr>
              <a:t>variable:</a:t>
            </a:r>
            <a:endParaRPr sz="2700" dirty="0">
              <a:latin typeface="Arial"/>
              <a:cs typeface="Arial"/>
            </a:endParaRPr>
          </a:p>
          <a:p>
            <a:pPr marL="478155" indent="-457200">
              <a:lnSpc>
                <a:spcPct val="100000"/>
              </a:lnSpc>
              <a:spcBef>
                <a:spcPts val="1310"/>
              </a:spcBef>
              <a:buFont typeface="Wingdings"/>
              <a:buChar char=""/>
              <a:tabLst>
                <a:tab pos="478155" algn="l"/>
                <a:tab pos="478790" algn="l"/>
              </a:tabLst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Count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spam</a:t>
            </a:r>
            <a:r>
              <a:rPr sz="2000" spc="-3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words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4119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/>
        </p:nvSpPr>
        <p:spPr>
          <a:xfrm>
            <a:off x="0" y="269825"/>
            <a:ext cx="3819540" cy="56812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/>
          <p:cNvSpPr/>
          <p:nvPr/>
        </p:nvSpPr>
        <p:spPr>
          <a:xfrm>
            <a:off x="0" y="269825"/>
            <a:ext cx="3714750" cy="1808167"/>
          </a:xfrm>
          <a:custGeom>
            <a:avLst/>
            <a:gdLst/>
            <a:ahLst/>
            <a:cxnLst/>
            <a:rect l="l" t="t" r="r" b="b"/>
            <a:pathLst>
              <a:path w="3714750" h="1623695">
                <a:moveTo>
                  <a:pt x="0" y="1623084"/>
                </a:moveTo>
                <a:lnTo>
                  <a:pt x="3714749" y="1623084"/>
                </a:lnTo>
                <a:lnTo>
                  <a:pt x="3714749" y="0"/>
                </a:lnTo>
                <a:lnTo>
                  <a:pt x="0" y="0"/>
                </a:lnTo>
                <a:lnTo>
                  <a:pt x="0" y="162308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0" y="2405337"/>
            <a:ext cx="3714750" cy="3500790"/>
          </a:xfrm>
          <a:custGeom>
            <a:avLst/>
            <a:gdLst/>
            <a:ahLst/>
            <a:cxnLst/>
            <a:rect l="l" t="t" r="r" b="b"/>
            <a:pathLst>
              <a:path w="3714750" h="4288155">
                <a:moveTo>
                  <a:pt x="0" y="4287773"/>
                </a:moveTo>
                <a:lnTo>
                  <a:pt x="3714749" y="4287773"/>
                </a:lnTo>
                <a:lnTo>
                  <a:pt x="371474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/>
          <p:nvPr/>
        </p:nvSpPr>
        <p:spPr>
          <a:xfrm>
            <a:off x="0" y="1458194"/>
            <a:ext cx="3709670" cy="947419"/>
          </a:xfrm>
          <a:custGeom>
            <a:avLst/>
            <a:gdLst/>
            <a:ahLst/>
            <a:cxnLst/>
            <a:rect l="l" t="t" r="r" b="b"/>
            <a:pathLst>
              <a:path w="3709670" h="947419">
                <a:moveTo>
                  <a:pt x="0" y="947141"/>
                </a:moveTo>
                <a:lnTo>
                  <a:pt x="3709050" y="947141"/>
                </a:lnTo>
                <a:lnTo>
                  <a:pt x="3709050" y="0"/>
                </a:lnTo>
                <a:lnTo>
                  <a:pt x="0" y="0"/>
                </a:lnTo>
                <a:lnTo>
                  <a:pt x="0" y="94714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/>
          <p:cNvSpPr txBox="1"/>
          <p:nvPr/>
        </p:nvSpPr>
        <p:spPr>
          <a:xfrm>
            <a:off x="548954" y="1490868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dirty="0">
                <a:solidFill>
                  <a:srgbClr val="FFFFFF"/>
                </a:solidFill>
                <a:latin typeface="Arial"/>
                <a:cs typeface="Arial"/>
              </a:rPr>
              <a:t>STEP:1</a:t>
            </a:r>
            <a:endParaRPr sz="5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5786" y="257626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786" y="329891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84259" y="3445400"/>
            <a:ext cx="15265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9277" y="4167014"/>
            <a:ext cx="2552700" cy="9505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 line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9" name="object 24"/>
          <p:cNvSpPr txBox="1">
            <a:spLocks noGrp="1"/>
          </p:cNvSpPr>
          <p:nvPr>
            <p:ph type="title"/>
          </p:nvPr>
        </p:nvSpPr>
        <p:spPr>
          <a:xfrm>
            <a:off x="4542158" y="383737"/>
            <a:ext cx="326326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0" dirty="0">
                <a:solidFill>
                  <a:srgbClr val="6F2F9F"/>
                </a:solidFill>
              </a:rPr>
              <a:t>Dependent</a:t>
            </a:r>
            <a:r>
              <a:rPr sz="2700" spc="-155" dirty="0">
                <a:solidFill>
                  <a:srgbClr val="6F2F9F"/>
                </a:solidFill>
              </a:rPr>
              <a:t> </a:t>
            </a:r>
            <a:r>
              <a:rPr sz="2700" spc="-15" dirty="0">
                <a:solidFill>
                  <a:srgbClr val="6F2F9F"/>
                </a:solidFill>
              </a:rPr>
              <a:t>variable:</a:t>
            </a:r>
            <a:endParaRPr sz="2700"/>
          </a:p>
        </p:txBody>
      </p:sp>
      <p:sp>
        <p:nvSpPr>
          <p:cNvPr id="30" name="object 25"/>
          <p:cNvSpPr txBox="1"/>
          <p:nvPr/>
        </p:nvSpPr>
        <p:spPr>
          <a:xfrm>
            <a:off x="4550413" y="905457"/>
            <a:ext cx="3945254" cy="94106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Probability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mail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being</a:t>
            </a:r>
            <a:r>
              <a:rPr sz="2000" spc="-2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spam.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Binary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2000" spc="-1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dichotomous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26"/>
          <p:cNvSpPr/>
          <p:nvPr/>
        </p:nvSpPr>
        <p:spPr>
          <a:xfrm>
            <a:off x="4524390" y="2350020"/>
            <a:ext cx="3000375" cy="18288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7"/>
          <p:cNvSpPr/>
          <p:nvPr/>
        </p:nvSpPr>
        <p:spPr>
          <a:xfrm>
            <a:off x="4619640" y="2492895"/>
            <a:ext cx="2686050" cy="15430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8"/>
          <p:cNvSpPr/>
          <p:nvPr/>
        </p:nvSpPr>
        <p:spPr>
          <a:xfrm>
            <a:off x="4746375" y="2625620"/>
            <a:ext cx="2428240" cy="1278255"/>
          </a:xfrm>
          <a:custGeom>
            <a:avLst/>
            <a:gdLst/>
            <a:ahLst/>
            <a:cxnLst/>
            <a:rect l="l" t="t" r="r" b="b"/>
            <a:pathLst>
              <a:path w="2428240" h="1278254">
                <a:moveTo>
                  <a:pt x="2214615" y="0"/>
                </a:moveTo>
                <a:lnTo>
                  <a:pt x="213116" y="0"/>
                </a:lnTo>
                <a:lnTo>
                  <a:pt x="164236" y="5625"/>
                </a:lnTo>
                <a:lnTo>
                  <a:pt x="119374" y="21650"/>
                </a:lnTo>
                <a:lnTo>
                  <a:pt x="79804" y="46793"/>
                </a:lnTo>
                <a:lnTo>
                  <a:pt x="46805" y="79776"/>
                </a:lnTo>
                <a:lnTo>
                  <a:pt x="21653" y="119318"/>
                </a:lnTo>
                <a:lnTo>
                  <a:pt x="5626" y="164140"/>
                </a:lnTo>
                <a:lnTo>
                  <a:pt x="0" y="212963"/>
                </a:lnTo>
                <a:lnTo>
                  <a:pt x="0" y="1065123"/>
                </a:lnTo>
                <a:lnTo>
                  <a:pt x="5626" y="1113957"/>
                </a:lnTo>
                <a:lnTo>
                  <a:pt x="21653" y="1158788"/>
                </a:lnTo>
                <a:lnTo>
                  <a:pt x="46805" y="1198335"/>
                </a:lnTo>
                <a:lnTo>
                  <a:pt x="79804" y="1231321"/>
                </a:lnTo>
                <a:lnTo>
                  <a:pt x="119374" y="1256466"/>
                </a:lnTo>
                <a:lnTo>
                  <a:pt x="164236" y="1272491"/>
                </a:lnTo>
                <a:lnTo>
                  <a:pt x="213116" y="1278117"/>
                </a:lnTo>
                <a:lnTo>
                  <a:pt x="2214615" y="1278117"/>
                </a:lnTo>
                <a:lnTo>
                  <a:pt x="2263449" y="1272491"/>
                </a:lnTo>
                <a:lnTo>
                  <a:pt x="2308280" y="1256466"/>
                </a:lnTo>
                <a:lnTo>
                  <a:pt x="2347828" y="1231321"/>
                </a:lnTo>
                <a:lnTo>
                  <a:pt x="2380814" y="1198335"/>
                </a:lnTo>
                <a:lnTo>
                  <a:pt x="2405959" y="1158788"/>
                </a:lnTo>
                <a:lnTo>
                  <a:pt x="2421984" y="1113957"/>
                </a:lnTo>
                <a:lnTo>
                  <a:pt x="2427610" y="1065123"/>
                </a:lnTo>
                <a:lnTo>
                  <a:pt x="2427610" y="212963"/>
                </a:lnTo>
                <a:lnTo>
                  <a:pt x="2421984" y="164140"/>
                </a:lnTo>
                <a:lnTo>
                  <a:pt x="2405959" y="119318"/>
                </a:lnTo>
                <a:lnTo>
                  <a:pt x="2380814" y="79776"/>
                </a:lnTo>
                <a:lnTo>
                  <a:pt x="2347828" y="46793"/>
                </a:lnTo>
                <a:lnTo>
                  <a:pt x="2308280" y="21650"/>
                </a:lnTo>
                <a:lnTo>
                  <a:pt x="2263449" y="5625"/>
                </a:lnTo>
                <a:lnTo>
                  <a:pt x="22146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9"/>
          <p:cNvSpPr/>
          <p:nvPr/>
        </p:nvSpPr>
        <p:spPr>
          <a:xfrm>
            <a:off x="4746375" y="2625620"/>
            <a:ext cx="2428240" cy="1278255"/>
          </a:xfrm>
          <a:custGeom>
            <a:avLst/>
            <a:gdLst/>
            <a:ahLst/>
            <a:cxnLst/>
            <a:rect l="l" t="t" r="r" b="b"/>
            <a:pathLst>
              <a:path w="2428240" h="1278254">
                <a:moveTo>
                  <a:pt x="0" y="212963"/>
                </a:moveTo>
                <a:lnTo>
                  <a:pt x="5626" y="164140"/>
                </a:lnTo>
                <a:lnTo>
                  <a:pt x="21653" y="119318"/>
                </a:lnTo>
                <a:lnTo>
                  <a:pt x="46805" y="79776"/>
                </a:lnTo>
                <a:lnTo>
                  <a:pt x="79804" y="46793"/>
                </a:lnTo>
                <a:lnTo>
                  <a:pt x="119374" y="21650"/>
                </a:lnTo>
                <a:lnTo>
                  <a:pt x="164236" y="5625"/>
                </a:lnTo>
                <a:lnTo>
                  <a:pt x="213116" y="0"/>
                </a:lnTo>
                <a:lnTo>
                  <a:pt x="2214615" y="0"/>
                </a:lnTo>
                <a:lnTo>
                  <a:pt x="2263449" y="5625"/>
                </a:lnTo>
                <a:lnTo>
                  <a:pt x="2308280" y="21650"/>
                </a:lnTo>
                <a:lnTo>
                  <a:pt x="2347828" y="46793"/>
                </a:lnTo>
                <a:lnTo>
                  <a:pt x="2380814" y="79776"/>
                </a:lnTo>
                <a:lnTo>
                  <a:pt x="2405959" y="119318"/>
                </a:lnTo>
                <a:lnTo>
                  <a:pt x="2421984" y="164140"/>
                </a:lnTo>
                <a:lnTo>
                  <a:pt x="2427610" y="212963"/>
                </a:lnTo>
                <a:lnTo>
                  <a:pt x="2427610" y="1065123"/>
                </a:lnTo>
                <a:lnTo>
                  <a:pt x="2421984" y="1113957"/>
                </a:lnTo>
                <a:lnTo>
                  <a:pt x="2405959" y="1158788"/>
                </a:lnTo>
                <a:lnTo>
                  <a:pt x="2380814" y="1198335"/>
                </a:lnTo>
                <a:lnTo>
                  <a:pt x="2347828" y="1231321"/>
                </a:lnTo>
                <a:lnTo>
                  <a:pt x="2308280" y="1256466"/>
                </a:lnTo>
                <a:lnTo>
                  <a:pt x="2263449" y="1272491"/>
                </a:lnTo>
                <a:lnTo>
                  <a:pt x="2214615" y="1278117"/>
                </a:lnTo>
                <a:lnTo>
                  <a:pt x="213116" y="1278117"/>
                </a:lnTo>
                <a:lnTo>
                  <a:pt x="164236" y="1272491"/>
                </a:lnTo>
                <a:lnTo>
                  <a:pt x="119374" y="1256466"/>
                </a:lnTo>
                <a:lnTo>
                  <a:pt x="79804" y="1231321"/>
                </a:lnTo>
                <a:lnTo>
                  <a:pt x="46805" y="1198335"/>
                </a:lnTo>
                <a:lnTo>
                  <a:pt x="21653" y="1158788"/>
                </a:lnTo>
                <a:lnTo>
                  <a:pt x="5626" y="1113957"/>
                </a:lnTo>
                <a:lnTo>
                  <a:pt x="0" y="1065123"/>
                </a:lnTo>
                <a:lnTo>
                  <a:pt x="0" y="212963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0"/>
          <p:cNvSpPr/>
          <p:nvPr/>
        </p:nvSpPr>
        <p:spPr>
          <a:xfrm>
            <a:off x="8677290" y="1940445"/>
            <a:ext cx="1666875" cy="11525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1"/>
          <p:cNvSpPr/>
          <p:nvPr/>
        </p:nvSpPr>
        <p:spPr>
          <a:xfrm>
            <a:off x="8772540" y="2083304"/>
            <a:ext cx="1371600" cy="86677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2"/>
          <p:cNvSpPr/>
          <p:nvPr/>
        </p:nvSpPr>
        <p:spPr>
          <a:xfrm>
            <a:off x="8906378" y="2214505"/>
            <a:ext cx="1111250" cy="608965"/>
          </a:xfrm>
          <a:custGeom>
            <a:avLst/>
            <a:gdLst/>
            <a:ahLst/>
            <a:cxnLst/>
            <a:rect l="l" t="t" r="r" b="b"/>
            <a:pathLst>
              <a:path w="1111250" h="608964">
                <a:moveTo>
                  <a:pt x="1009284" y="0"/>
                </a:moveTo>
                <a:lnTo>
                  <a:pt x="101467" y="0"/>
                </a:lnTo>
                <a:lnTo>
                  <a:pt x="61992" y="7980"/>
                </a:lnTo>
                <a:lnTo>
                  <a:pt x="29737" y="29737"/>
                </a:lnTo>
                <a:lnTo>
                  <a:pt x="7980" y="61992"/>
                </a:lnTo>
                <a:lnTo>
                  <a:pt x="0" y="101467"/>
                </a:lnTo>
                <a:lnTo>
                  <a:pt x="0" y="507491"/>
                </a:lnTo>
                <a:lnTo>
                  <a:pt x="7980" y="546980"/>
                </a:lnTo>
                <a:lnTo>
                  <a:pt x="29737" y="579234"/>
                </a:lnTo>
                <a:lnTo>
                  <a:pt x="61992" y="600983"/>
                </a:lnTo>
                <a:lnTo>
                  <a:pt x="101467" y="608959"/>
                </a:lnTo>
                <a:lnTo>
                  <a:pt x="1009284" y="608959"/>
                </a:lnTo>
                <a:lnTo>
                  <a:pt x="1048760" y="600983"/>
                </a:lnTo>
                <a:lnTo>
                  <a:pt x="1081015" y="579234"/>
                </a:lnTo>
                <a:lnTo>
                  <a:pt x="1102771" y="546980"/>
                </a:lnTo>
                <a:lnTo>
                  <a:pt x="1110752" y="507491"/>
                </a:lnTo>
                <a:lnTo>
                  <a:pt x="1110752" y="101467"/>
                </a:lnTo>
                <a:lnTo>
                  <a:pt x="1102771" y="61992"/>
                </a:lnTo>
                <a:lnTo>
                  <a:pt x="1081015" y="29737"/>
                </a:lnTo>
                <a:lnTo>
                  <a:pt x="1048760" y="7980"/>
                </a:lnTo>
                <a:lnTo>
                  <a:pt x="1009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3"/>
          <p:cNvSpPr/>
          <p:nvPr/>
        </p:nvSpPr>
        <p:spPr>
          <a:xfrm>
            <a:off x="8906378" y="2214505"/>
            <a:ext cx="1111250" cy="608965"/>
          </a:xfrm>
          <a:custGeom>
            <a:avLst/>
            <a:gdLst/>
            <a:ahLst/>
            <a:cxnLst/>
            <a:rect l="l" t="t" r="r" b="b"/>
            <a:pathLst>
              <a:path w="1111250" h="608964">
                <a:moveTo>
                  <a:pt x="0" y="101467"/>
                </a:moveTo>
                <a:lnTo>
                  <a:pt x="7980" y="61992"/>
                </a:lnTo>
                <a:lnTo>
                  <a:pt x="29737" y="29737"/>
                </a:lnTo>
                <a:lnTo>
                  <a:pt x="61992" y="7980"/>
                </a:lnTo>
                <a:lnTo>
                  <a:pt x="101467" y="0"/>
                </a:lnTo>
                <a:lnTo>
                  <a:pt x="1009284" y="0"/>
                </a:lnTo>
                <a:lnTo>
                  <a:pt x="1048760" y="7980"/>
                </a:lnTo>
                <a:lnTo>
                  <a:pt x="1081015" y="29737"/>
                </a:lnTo>
                <a:lnTo>
                  <a:pt x="1102771" y="61992"/>
                </a:lnTo>
                <a:lnTo>
                  <a:pt x="1110752" y="101467"/>
                </a:lnTo>
                <a:lnTo>
                  <a:pt x="1110752" y="507491"/>
                </a:lnTo>
                <a:lnTo>
                  <a:pt x="1102771" y="546980"/>
                </a:lnTo>
                <a:lnTo>
                  <a:pt x="1081015" y="579234"/>
                </a:lnTo>
                <a:lnTo>
                  <a:pt x="1048760" y="600983"/>
                </a:lnTo>
                <a:lnTo>
                  <a:pt x="1009284" y="608959"/>
                </a:lnTo>
                <a:lnTo>
                  <a:pt x="101467" y="608959"/>
                </a:lnTo>
                <a:lnTo>
                  <a:pt x="61992" y="600983"/>
                </a:lnTo>
                <a:lnTo>
                  <a:pt x="29737" y="579234"/>
                </a:lnTo>
                <a:lnTo>
                  <a:pt x="7980" y="546980"/>
                </a:lnTo>
                <a:lnTo>
                  <a:pt x="0" y="507491"/>
                </a:lnTo>
                <a:lnTo>
                  <a:pt x="0" y="101467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4"/>
          <p:cNvSpPr/>
          <p:nvPr/>
        </p:nvSpPr>
        <p:spPr>
          <a:xfrm>
            <a:off x="8677290" y="3292995"/>
            <a:ext cx="1666875" cy="11430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5"/>
          <p:cNvSpPr/>
          <p:nvPr/>
        </p:nvSpPr>
        <p:spPr>
          <a:xfrm>
            <a:off x="8772540" y="3426345"/>
            <a:ext cx="1371600" cy="8763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6"/>
          <p:cNvSpPr/>
          <p:nvPr/>
        </p:nvSpPr>
        <p:spPr>
          <a:xfrm>
            <a:off x="8907140" y="3559679"/>
            <a:ext cx="1111250" cy="609600"/>
          </a:xfrm>
          <a:custGeom>
            <a:avLst/>
            <a:gdLst/>
            <a:ahLst/>
            <a:cxnLst/>
            <a:rect l="l" t="t" r="r" b="b"/>
            <a:pathLst>
              <a:path w="1111250" h="609600">
                <a:moveTo>
                  <a:pt x="1009162" y="0"/>
                </a:moveTo>
                <a:lnTo>
                  <a:pt x="101467" y="0"/>
                </a:lnTo>
                <a:lnTo>
                  <a:pt x="61992" y="7980"/>
                </a:lnTo>
                <a:lnTo>
                  <a:pt x="29737" y="29740"/>
                </a:lnTo>
                <a:lnTo>
                  <a:pt x="7980" y="62004"/>
                </a:lnTo>
                <a:lnTo>
                  <a:pt x="0" y="101498"/>
                </a:lnTo>
                <a:lnTo>
                  <a:pt x="0" y="507507"/>
                </a:lnTo>
                <a:lnTo>
                  <a:pt x="7980" y="546990"/>
                </a:lnTo>
                <a:lnTo>
                  <a:pt x="29737" y="579248"/>
                </a:lnTo>
                <a:lnTo>
                  <a:pt x="61992" y="601004"/>
                </a:lnTo>
                <a:lnTo>
                  <a:pt x="101467" y="608984"/>
                </a:lnTo>
                <a:lnTo>
                  <a:pt x="1009162" y="608984"/>
                </a:lnTo>
                <a:lnTo>
                  <a:pt x="1048689" y="601004"/>
                </a:lnTo>
                <a:lnTo>
                  <a:pt x="1080938" y="579248"/>
                </a:lnTo>
                <a:lnTo>
                  <a:pt x="1102666" y="546990"/>
                </a:lnTo>
                <a:lnTo>
                  <a:pt x="1110630" y="507507"/>
                </a:lnTo>
                <a:lnTo>
                  <a:pt x="1110630" y="101498"/>
                </a:lnTo>
                <a:lnTo>
                  <a:pt x="1102666" y="62004"/>
                </a:lnTo>
                <a:lnTo>
                  <a:pt x="1080938" y="29740"/>
                </a:lnTo>
                <a:lnTo>
                  <a:pt x="1048689" y="7980"/>
                </a:lnTo>
                <a:lnTo>
                  <a:pt x="1009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7"/>
          <p:cNvSpPr/>
          <p:nvPr/>
        </p:nvSpPr>
        <p:spPr>
          <a:xfrm>
            <a:off x="8907140" y="3559679"/>
            <a:ext cx="1111250" cy="609600"/>
          </a:xfrm>
          <a:custGeom>
            <a:avLst/>
            <a:gdLst/>
            <a:ahLst/>
            <a:cxnLst/>
            <a:rect l="l" t="t" r="r" b="b"/>
            <a:pathLst>
              <a:path w="1111250" h="609600">
                <a:moveTo>
                  <a:pt x="0" y="101498"/>
                </a:moveTo>
                <a:lnTo>
                  <a:pt x="7980" y="62004"/>
                </a:lnTo>
                <a:lnTo>
                  <a:pt x="29737" y="29740"/>
                </a:lnTo>
                <a:lnTo>
                  <a:pt x="61992" y="7980"/>
                </a:lnTo>
                <a:lnTo>
                  <a:pt x="101467" y="0"/>
                </a:lnTo>
                <a:lnTo>
                  <a:pt x="1009162" y="0"/>
                </a:lnTo>
                <a:lnTo>
                  <a:pt x="1048689" y="7980"/>
                </a:lnTo>
                <a:lnTo>
                  <a:pt x="1080938" y="29740"/>
                </a:lnTo>
                <a:lnTo>
                  <a:pt x="1102666" y="62004"/>
                </a:lnTo>
                <a:lnTo>
                  <a:pt x="1110630" y="101498"/>
                </a:lnTo>
                <a:lnTo>
                  <a:pt x="1110630" y="507507"/>
                </a:lnTo>
                <a:lnTo>
                  <a:pt x="1102666" y="546990"/>
                </a:lnTo>
                <a:lnTo>
                  <a:pt x="1080938" y="579248"/>
                </a:lnTo>
                <a:lnTo>
                  <a:pt x="1048689" y="601004"/>
                </a:lnTo>
                <a:lnTo>
                  <a:pt x="1009162" y="608984"/>
                </a:lnTo>
                <a:lnTo>
                  <a:pt x="101467" y="608984"/>
                </a:lnTo>
                <a:lnTo>
                  <a:pt x="61992" y="601004"/>
                </a:lnTo>
                <a:lnTo>
                  <a:pt x="29737" y="579248"/>
                </a:lnTo>
                <a:lnTo>
                  <a:pt x="7980" y="546990"/>
                </a:lnTo>
                <a:lnTo>
                  <a:pt x="0" y="507507"/>
                </a:lnTo>
                <a:lnTo>
                  <a:pt x="0" y="101498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8"/>
          <p:cNvSpPr txBox="1"/>
          <p:nvPr/>
        </p:nvSpPr>
        <p:spPr>
          <a:xfrm>
            <a:off x="9395213" y="370034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39"/>
          <p:cNvSpPr/>
          <p:nvPr/>
        </p:nvSpPr>
        <p:spPr>
          <a:xfrm>
            <a:off x="11050768" y="3532985"/>
            <a:ext cx="710845" cy="71085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0"/>
          <p:cNvSpPr txBox="1"/>
          <p:nvPr/>
        </p:nvSpPr>
        <p:spPr>
          <a:xfrm>
            <a:off x="5103498" y="2800873"/>
            <a:ext cx="1774825" cy="74993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b="1" spc="-10" dirty="0">
                <a:solidFill>
                  <a:srgbClr val="6F2F9F"/>
                </a:solidFill>
                <a:latin typeface="Arial"/>
                <a:cs typeface="Arial"/>
              </a:rPr>
              <a:t>Probability 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550" b="1" spc="-1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endParaRPr sz="1550">
              <a:latin typeface="Arial"/>
              <a:cs typeface="Arial"/>
            </a:endParaRPr>
          </a:p>
          <a:p>
            <a:pPr marR="1905" algn="ctr">
              <a:lnSpc>
                <a:spcPct val="100000"/>
              </a:lnSpc>
              <a:spcBef>
                <a:spcPts val="990"/>
              </a:spcBef>
            </a:pPr>
            <a:r>
              <a:rPr sz="1550" b="1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550" b="1" spc="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25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550">
              <a:latin typeface="Arial"/>
              <a:cs typeface="Arial"/>
            </a:endParaRPr>
          </a:p>
        </p:txBody>
      </p:sp>
      <p:sp>
        <p:nvSpPr>
          <p:cNvPr id="46" name="object 41"/>
          <p:cNvSpPr/>
          <p:nvPr/>
        </p:nvSpPr>
        <p:spPr>
          <a:xfrm>
            <a:off x="10839450" y="2016629"/>
            <a:ext cx="1076325" cy="100965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2"/>
          <p:cNvSpPr/>
          <p:nvPr/>
        </p:nvSpPr>
        <p:spPr>
          <a:xfrm>
            <a:off x="11070335" y="2162260"/>
            <a:ext cx="653226" cy="71085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3"/>
          <p:cNvSpPr/>
          <p:nvPr/>
        </p:nvSpPr>
        <p:spPr>
          <a:xfrm>
            <a:off x="10945977" y="2452137"/>
            <a:ext cx="353720" cy="38492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4"/>
          <p:cNvSpPr/>
          <p:nvPr/>
        </p:nvSpPr>
        <p:spPr>
          <a:xfrm>
            <a:off x="7196449" y="2511929"/>
            <a:ext cx="1710055" cy="699135"/>
          </a:xfrm>
          <a:custGeom>
            <a:avLst/>
            <a:gdLst/>
            <a:ahLst/>
            <a:cxnLst/>
            <a:rect l="l" t="t" r="r" b="b"/>
            <a:pathLst>
              <a:path w="1710054" h="699135">
                <a:moveTo>
                  <a:pt x="1635725" y="26541"/>
                </a:moveTo>
                <a:lnTo>
                  <a:pt x="0" y="680862"/>
                </a:lnTo>
                <a:lnTo>
                  <a:pt x="7132" y="698510"/>
                </a:lnTo>
                <a:lnTo>
                  <a:pt x="1642798" y="44213"/>
                </a:lnTo>
                <a:lnTo>
                  <a:pt x="1635725" y="26541"/>
                </a:lnTo>
                <a:close/>
              </a:path>
              <a:path w="1710054" h="699135">
                <a:moveTo>
                  <a:pt x="1696849" y="21854"/>
                </a:moveTo>
                <a:lnTo>
                  <a:pt x="1647443" y="21854"/>
                </a:lnTo>
                <a:lnTo>
                  <a:pt x="1654576" y="39502"/>
                </a:lnTo>
                <a:lnTo>
                  <a:pt x="1642798" y="44213"/>
                </a:lnTo>
                <a:lnTo>
                  <a:pt x="1653418" y="70744"/>
                </a:lnTo>
                <a:lnTo>
                  <a:pt x="1696849" y="21854"/>
                </a:lnTo>
                <a:close/>
              </a:path>
              <a:path w="1710054" h="699135">
                <a:moveTo>
                  <a:pt x="1647443" y="21854"/>
                </a:moveTo>
                <a:lnTo>
                  <a:pt x="1635725" y="26541"/>
                </a:lnTo>
                <a:lnTo>
                  <a:pt x="1642798" y="44213"/>
                </a:lnTo>
                <a:lnTo>
                  <a:pt x="1654576" y="39502"/>
                </a:lnTo>
                <a:lnTo>
                  <a:pt x="1647443" y="21854"/>
                </a:lnTo>
                <a:close/>
              </a:path>
              <a:path w="1710054" h="699135">
                <a:moveTo>
                  <a:pt x="1625102" y="0"/>
                </a:moveTo>
                <a:lnTo>
                  <a:pt x="1635725" y="26541"/>
                </a:lnTo>
                <a:lnTo>
                  <a:pt x="1647443" y="21854"/>
                </a:lnTo>
                <a:lnTo>
                  <a:pt x="1696849" y="21854"/>
                </a:lnTo>
                <a:lnTo>
                  <a:pt x="1709927" y="7132"/>
                </a:lnTo>
                <a:lnTo>
                  <a:pt x="1625102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5"/>
          <p:cNvSpPr/>
          <p:nvPr/>
        </p:nvSpPr>
        <p:spPr>
          <a:xfrm>
            <a:off x="7196571" y="3192792"/>
            <a:ext cx="1710689" cy="679450"/>
          </a:xfrm>
          <a:custGeom>
            <a:avLst/>
            <a:gdLst/>
            <a:ahLst/>
            <a:cxnLst/>
            <a:rect l="l" t="t" r="r" b="b"/>
            <a:pathLst>
              <a:path w="1710690" h="679450">
                <a:moveTo>
                  <a:pt x="1636057" y="652741"/>
                </a:moveTo>
                <a:lnTo>
                  <a:pt x="1625742" y="679322"/>
                </a:lnTo>
                <a:lnTo>
                  <a:pt x="1710568" y="671453"/>
                </a:lnTo>
                <a:lnTo>
                  <a:pt x="1697785" y="657362"/>
                </a:lnTo>
                <a:lnTo>
                  <a:pt x="1647962" y="657362"/>
                </a:lnTo>
                <a:lnTo>
                  <a:pt x="1636057" y="652741"/>
                </a:lnTo>
                <a:close/>
              </a:path>
              <a:path w="1710690" h="679450">
                <a:moveTo>
                  <a:pt x="1642958" y="634958"/>
                </a:moveTo>
                <a:lnTo>
                  <a:pt x="1636057" y="652741"/>
                </a:lnTo>
                <a:lnTo>
                  <a:pt x="1647962" y="657362"/>
                </a:lnTo>
                <a:lnTo>
                  <a:pt x="1654820" y="639561"/>
                </a:lnTo>
                <a:lnTo>
                  <a:pt x="1642958" y="634958"/>
                </a:lnTo>
                <a:close/>
              </a:path>
              <a:path w="1710690" h="679450">
                <a:moveTo>
                  <a:pt x="1653296" y="608319"/>
                </a:moveTo>
                <a:lnTo>
                  <a:pt x="1642958" y="634958"/>
                </a:lnTo>
                <a:lnTo>
                  <a:pt x="1654820" y="639561"/>
                </a:lnTo>
                <a:lnTo>
                  <a:pt x="1647962" y="657362"/>
                </a:lnTo>
                <a:lnTo>
                  <a:pt x="1697785" y="657362"/>
                </a:lnTo>
                <a:lnTo>
                  <a:pt x="1653296" y="608319"/>
                </a:lnTo>
                <a:close/>
              </a:path>
              <a:path w="1710690" h="679450">
                <a:moveTo>
                  <a:pt x="6857" y="0"/>
                </a:moveTo>
                <a:lnTo>
                  <a:pt x="0" y="17769"/>
                </a:lnTo>
                <a:lnTo>
                  <a:pt x="1636057" y="652741"/>
                </a:lnTo>
                <a:lnTo>
                  <a:pt x="1642958" y="634958"/>
                </a:lnTo>
                <a:lnTo>
                  <a:pt x="685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6"/>
          <p:cNvSpPr txBox="1"/>
          <p:nvPr/>
        </p:nvSpPr>
        <p:spPr>
          <a:xfrm>
            <a:off x="9390387" y="2335728"/>
            <a:ext cx="1371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52" name="object 47"/>
          <p:cNvSpPr/>
          <p:nvPr/>
        </p:nvSpPr>
        <p:spPr>
          <a:xfrm>
            <a:off x="10017129" y="2480962"/>
            <a:ext cx="1019175" cy="76200"/>
          </a:xfrm>
          <a:custGeom>
            <a:avLst/>
            <a:gdLst/>
            <a:ahLst/>
            <a:cxnLst/>
            <a:rect l="l" t="t" r="r" b="b"/>
            <a:pathLst>
              <a:path w="1019175" h="76200">
                <a:moveTo>
                  <a:pt x="942959" y="0"/>
                </a:moveTo>
                <a:lnTo>
                  <a:pt x="942959" y="76199"/>
                </a:lnTo>
                <a:lnTo>
                  <a:pt x="1000140" y="47609"/>
                </a:lnTo>
                <a:lnTo>
                  <a:pt x="955679" y="47609"/>
                </a:lnTo>
                <a:lnTo>
                  <a:pt x="955679" y="28559"/>
                </a:lnTo>
                <a:lnTo>
                  <a:pt x="1000079" y="28559"/>
                </a:lnTo>
                <a:lnTo>
                  <a:pt x="942959" y="0"/>
                </a:lnTo>
                <a:close/>
              </a:path>
              <a:path w="1019175" h="76200">
                <a:moveTo>
                  <a:pt x="942959" y="28559"/>
                </a:moveTo>
                <a:lnTo>
                  <a:pt x="0" y="28559"/>
                </a:lnTo>
                <a:lnTo>
                  <a:pt x="0" y="47609"/>
                </a:lnTo>
                <a:lnTo>
                  <a:pt x="942959" y="47609"/>
                </a:lnTo>
                <a:lnTo>
                  <a:pt x="942959" y="28559"/>
                </a:lnTo>
                <a:close/>
              </a:path>
              <a:path w="1019175" h="76200">
                <a:moveTo>
                  <a:pt x="1000079" y="28559"/>
                </a:moveTo>
                <a:lnTo>
                  <a:pt x="955679" y="28559"/>
                </a:lnTo>
                <a:lnTo>
                  <a:pt x="955679" y="47609"/>
                </a:lnTo>
                <a:lnTo>
                  <a:pt x="1000140" y="47609"/>
                </a:lnTo>
                <a:lnTo>
                  <a:pt x="1019159" y="38099"/>
                </a:lnTo>
                <a:lnTo>
                  <a:pt x="1000079" y="28559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48"/>
          <p:cNvSpPr/>
          <p:nvPr/>
        </p:nvSpPr>
        <p:spPr>
          <a:xfrm>
            <a:off x="10017129" y="3826136"/>
            <a:ext cx="1019175" cy="76835"/>
          </a:xfrm>
          <a:custGeom>
            <a:avLst/>
            <a:gdLst/>
            <a:ahLst/>
            <a:cxnLst/>
            <a:rect l="l" t="t" r="r" b="b"/>
            <a:pathLst>
              <a:path w="1019175" h="76835">
                <a:moveTo>
                  <a:pt x="942959" y="0"/>
                </a:moveTo>
                <a:lnTo>
                  <a:pt x="942959" y="76209"/>
                </a:lnTo>
                <a:lnTo>
                  <a:pt x="1000097" y="47640"/>
                </a:lnTo>
                <a:lnTo>
                  <a:pt x="955679" y="47640"/>
                </a:lnTo>
                <a:lnTo>
                  <a:pt x="955679" y="28590"/>
                </a:lnTo>
                <a:lnTo>
                  <a:pt x="1000126" y="28590"/>
                </a:lnTo>
                <a:lnTo>
                  <a:pt x="942959" y="0"/>
                </a:lnTo>
                <a:close/>
              </a:path>
              <a:path w="1019175" h="76835">
                <a:moveTo>
                  <a:pt x="942959" y="28590"/>
                </a:moveTo>
                <a:lnTo>
                  <a:pt x="0" y="28590"/>
                </a:lnTo>
                <a:lnTo>
                  <a:pt x="0" y="47640"/>
                </a:lnTo>
                <a:lnTo>
                  <a:pt x="942959" y="47640"/>
                </a:lnTo>
                <a:lnTo>
                  <a:pt x="942959" y="28590"/>
                </a:lnTo>
                <a:close/>
              </a:path>
              <a:path w="1019175" h="76835">
                <a:moveTo>
                  <a:pt x="1000126" y="28590"/>
                </a:moveTo>
                <a:lnTo>
                  <a:pt x="955679" y="28590"/>
                </a:lnTo>
                <a:lnTo>
                  <a:pt x="955679" y="47640"/>
                </a:lnTo>
                <a:lnTo>
                  <a:pt x="1000097" y="47640"/>
                </a:lnTo>
                <a:lnTo>
                  <a:pt x="1019159" y="38109"/>
                </a:lnTo>
                <a:lnTo>
                  <a:pt x="1000126" y="2859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49"/>
          <p:cNvSpPr txBox="1"/>
          <p:nvPr/>
        </p:nvSpPr>
        <p:spPr>
          <a:xfrm>
            <a:off x="11138289" y="2914214"/>
            <a:ext cx="5753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550" b="1" spc="30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m</a:t>
            </a:r>
            <a:endParaRPr sz="1550">
              <a:latin typeface="Arial"/>
              <a:cs typeface="Arial"/>
            </a:endParaRPr>
          </a:p>
        </p:txBody>
      </p:sp>
      <p:sp>
        <p:nvSpPr>
          <p:cNvPr id="55" name="object 50"/>
          <p:cNvSpPr txBox="1"/>
          <p:nvPr/>
        </p:nvSpPr>
        <p:spPr>
          <a:xfrm>
            <a:off x="10977638" y="4283529"/>
            <a:ext cx="9652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5" dirty="0">
                <a:solidFill>
                  <a:srgbClr val="6F2F9F"/>
                </a:solidFill>
                <a:latin typeface="Arial"/>
                <a:cs typeface="Arial"/>
              </a:rPr>
              <a:t>Not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550">
              <a:latin typeface="Arial"/>
              <a:cs typeface="Arial"/>
            </a:endParaRPr>
          </a:p>
        </p:txBody>
      </p:sp>
      <p:sp>
        <p:nvSpPr>
          <p:cNvPr id="56" name="object 51"/>
          <p:cNvSpPr/>
          <p:nvPr/>
        </p:nvSpPr>
        <p:spPr>
          <a:xfrm>
            <a:off x="5444489" y="5648538"/>
            <a:ext cx="6564630" cy="114300"/>
          </a:xfrm>
          <a:custGeom>
            <a:avLst/>
            <a:gdLst/>
            <a:ahLst/>
            <a:cxnLst/>
            <a:rect l="l" t="t" r="r" b="b"/>
            <a:pathLst>
              <a:path w="6564630" h="114300">
                <a:moveTo>
                  <a:pt x="6526172" y="38078"/>
                </a:moveTo>
                <a:lnTo>
                  <a:pt x="6468861" y="38078"/>
                </a:lnTo>
                <a:lnTo>
                  <a:pt x="6469014" y="76178"/>
                </a:lnTo>
                <a:lnTo>
                  <a:pt x="6449913" y="76204"/>
                </a:lnTo>
                <a:lnTo>
                  <a:pt x="6449964" y="114299"/>
                </a:lnTo>
                <a:lnTo>
                  <a:pt x="6564111" y="56997"/>
                </a:lnTo>
                <a:lnTo>
                  <a:pt x="6526172" y="38078"/>
                </a:lnTo>
                <a:close/>
              </a:path>
              <a:path w="6564630" h="114300">
                <a:moveTo>
                  <a:pt x="6449862" y="38103"/>
                </a:moveTo>
                <a:lnTo>
                  <a:pt x="0" y="46674"/>
                </a:lnTo>
                <a:lnTo>
                  <a:pt x="121" y="84774"/>
                </a:lnTo>
                <a:lnTo>
                  <a:pt x="6449913" y="76204"/>
                </a:lnTo>
                <a:lnTo>
                  <a:pt x="6449862" y="38103"/>
                </a:lnTo>
                <a:close/>
              </a:path>
              <a:path w="6564630" h="114300">
                <a:moveTo>
                  <a:pt x="6468861" y="38078"/>
                </a:moveTo>
                <a:lnTo>
                  <a:pt x="6449862" y="38103"/>
                </a:lnTo>
                <a:lnTo>
                  <a:pt x="6449913" y="76204"/>
                </a:lnTo>
                <a:lnTo>
                  <a:pt x="6469014" y="76178"/>
                </a:lnTo>
                <a:lnTo>
                  <a:pt x="6468861" y="38078"/>
                </a:lnTo>
                <a:close/>
              </a:path>
              <a:path w="6564630" h="114300">
                <a:moveTo>
                  <a:pt x="6449811" y="0"/>
                </a:moveTo>
                <a:lnTo>
                  <a:pt x="6449862" y="38103"/>
                </a:lnTo>
                <a:lnTo>
                  <a:pt x="6526172" y="38078"/>
                </a:lnTo>
                <a:lnTo>
                  <a:pt x="64498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2"/>
          <p:cNvSpPr/>
          <p:nvPr/>
        </p:nvSpPr>
        <p:spPr>
          <a:xfrm>
            <a:off x="9609623" y="5532955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14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3"/>
          <p:cNvSpPr/>
          <p:nvPr/>
        </p:nvSpPr>
        <p:spPr>
          <a:xfrm>
            <a:off x="9609623" y="5526605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14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4"/>
          <p:cNvSpPr/>
          <p:nvPr/>
        </p:nvSpPr>
        <p:spPr>
          <a:xfrm>
            <a:off x="7221003" y="5545659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02"/>
                </a:lnTo>
              </a:path>
            </a:pathLst>
          </a:custGeom>
          <a:ln w="10763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5"/>
          <p:cNvSpPr/>
          <p:nvPr/>
        </p:nvSpPr>
        <p:spPr>
          <a:xfrm>
            <a:off x="7221003" y="5539309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02"/>
                </a:lnTo>
              </a:path>
            </a:pathLst>
          </a:custGeom>
          <a:ln w="23463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56"/>
          <p:cNvSpPr/>
          <p:nvPr/>
        </p:nvSpPr>
        <p:spPr>
          <a:xfrm>
            <a:off x="7814869" y="5545659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02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7"/>
          <p:cNvSpPr/>
          <p:nvPr/>
        </p:nvSpPr>
        <p:spPr>
          <a:xfrm>
            <a:off x="7814869" y="5539309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02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8"/>
          <p:cNvSpPr/>
          <p:nvPr/>
        </p:nvSpPr>
        <p:spPr>
          <a:xfrm>
            <a:off x="8411759" y="5532811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02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59"/>
          <p:cNvSpPr/>
          <p:nvPr/>
        </p:nvSpPr>
        <p:spPr>
          <a:xfrm>
            <a:off x="8411759" y="5526461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02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0"/>
          <p:cNvSpPr/>
          <p:nvPr/>
        </p:nvSpPr>
        <p:spPr>
          <a:xfrm>
            <a:off x="9006119" y="5532811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02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1"/>
          <p:cNvSpPr/>
          <p:nvPr/>
        </p:nvSpPr>
        <p:spPr>
          <a:xfrm>
            <a:off x="9006119" y="5526461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02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2"/>
          <p:cNvSpPr/>
          <p:nvPr/>
        </p:nvSpPr>
        <p:spPr>
          <a:xfrm>
            <a:off x="10145065" y="5525630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02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3"/>
          <p:cNvSpPr/>
          <p:nvPr/>
        </p:nvSpPr>
        <p:spPr>
          <a:xfrm>
            <a:off x="10145065" y="5519280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02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4"/>
          <p:cNvSpPr/>
          <p:nvPr/>
        </p:nvSpPr>
        <p:spPr>
          <a:xfrm>
            <a:off x="10738907" y="5525630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02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5"/>
          <p:cNvSpPr/>
          <p:nvPr/>
        </p:nvSpPr>
        <p:spPr>
          <a:xfrm>
            <a:off x="10738907" y="5519280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02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66"/>
          <p:cNvSpPr/>
          <p:nvPr/>
        </p:nvSpPr>
        <p:spPr>
          <a:xfrm>
            <a:off x="5439197" y="5558503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14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7"/>
          <p:cNvSpPr/>
          <p:nvPr/>
        </p:nvSpPr>
        <p:spPr>
          <a:xfrm>
            <a:off x="5439197" y="5552153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14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68"/>
          <p:cNvSpPr/>
          <p:nvPr/>
        </p:nvSpPr>
        <p:spPr>
          <a:xfrm>
            <a:off x="6033039" y="5558503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14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69"/>
          <p:cNvSpPr/>
          <p:nvPr/>
        </p:nvSpPr>
        <p:spPr>
          <a:xfrm>
            <a:off x="6033039" y="5552153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14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0"/>
          <p:cNvSpPr/>
          <p:nvPr/>
        </p:nvSpPr>
        <p:spPr>
          <a:xfrm>
            <a:off x="6630087" y="5545659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02"/>
                </a:lnTo>
              </a:path>
            </a:pathLst>
          </a:custGeom>
          <a:ln w="10763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1"/>
          <p:cNvSpPr/>
          <p:nvPr/>
        </p:nvSpPr>
        <p:spPr>
          <a:xfrm>
            <a:off x="6630087" y="5539309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02"/>
                </a:lnTo>
              </a:path>
            </a:pathLst>
          </a:custGeom>
          <a:ln w="23463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2"/>
          <p:cNvSpPr/>
          <p:nvPr/>
        </p:nvSpPr>
        <p:spPr>
          <a:xfrm>
            <a:off x="11406499" y="5445465"/>
            <a:ext cx="430975" cy="43097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3"/>
          <p:cNvSpPr txBox="1"/>
          <p:nvPr/>
        </p:nvSpPr>
        <p:spPr>
          <a:xfrm>
            <a:off x="5367913" y="5981897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74"/>
          <p:cNvSpPr txBox="1"/>
          <p:nvPr/>
        </p:nvSpPr>
        <p:spPr>
          <a:xfrm>
            <a:off x="5942331" y="597459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75"/>
          <p:cNvSpPr txBox="1"/>
          <p:nvPr/>
        </p:nvSpPr>
        <p:spPr>
          <a:xfrm>
            <a:off x="6544692" y="5968253"/>
            <a:ext cx="739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805" algn="l"/>
              </a:tabLst>
            </a:pPr>
            <a:r>
              <a:rPr sz="2700" baseline="1543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r>
              <a:rPr sz="2700" baseline="1543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76"/>
          <p:cNvSpPr txBox="1"/>
          <p:nvPr/>
        </p:nvSpPr>
        <p:spPr>
          <a:xfrm>
            <a:off x="7774311" y="5945702"/>
            <a:ext cx="727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74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4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2700" baseline="1543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2700" baseline="1543">
              <a:latin typeface="Arial"/>
              <a:cs typeface="Arial"/>
            </a:endParaRPr>
          </a:p>
        </p:txBody>
      </p:sp>
      <p:sp>
        <p:nvSpPr>
          <p:cNvPr id="82" name="object 77"/>
          <p:cNvSpPr txBox="1"/>
          <p:nvPr/>
        </p:nvSpPr>
        <p:spPr>
          <a:xfrm>
            <a:off x="8950959" y="5932058"/>
            <a:ext cx="739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805" algn="l"/>
              </a:tabLst>
            </a:pPr>
            <a:r>
              <a:rPr sz="2700" baseline="1543" dirty="0">
                <a:solidFill>
                  <a:srgbClr val="6F2F9F"/>
                </a:solidFill>
                <a:latin typeface="Arial"/>
                <a:cs typeface="Arial"/>
              </a:rPr>
              <a:t>6</a:t>
            </a:r>
            <a:r>
              <a:rPr sz="2700" baseline="1543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78"/>
          <p:cNvSpPr txBox="1"/>
          <p:nvPr/>
        </p:nvSpPr>
        <p:spPr>
          <a:xfrm>
            <a:off x="10129904" y="5962538"/>
            <a:ext cx="8089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0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9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2700" spc="-44" baseline="3086" dirty="0">
                <a:solidFill>
                  <a:srgbClr val="6F2F9F"/>
                </a:solidFill>
                <a:latin typeface="Arial"/>
                <a:cs typeface="Arial"/>
              </a:rPr>
              <a:t>10</a:t>
            </a:r>
            <a:endParaRPr sz="2700" baseline="3086">
              <a:latin typeface="Arial"/>
              <a:cs typeface="Arial"/>
            </a:endParaRPr>
          </a:p>
        </p:txBody>
      </p:sp>
      <p:sp>
        <p:nvSpPr>
          <p:cNvPr id="84" name="object 79"/>
          <p:cNvSpPr/>
          <p:nvPr/>
        </p:nvSpPr>
        <p:spPr>
          <a:xfrm>
            <a:off x="5178308" y="5062614"/>
            <a:ext cx="461643" cy="46164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0"/>
          <p:cNvSpPr/>
          <p:nvPr/>
        </p:nvSpPr>
        <p:spPr>
          <a:xfrm>
            <a:off x="5796015" y="5059820"/>
            <a:ext cx="461643" cy="46164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1"/>
          <p:cNvSpPr/>
          <p:nvPr/>
        </p:nvSpPr>
        <p:spPr>
          <a:xfrm>
            <a:off x="6396745" y="5051438"/>
            <a:ext cx="461643" cy="46164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2"/>
          <p:cNvSpPr/>
          <p:nvPr/>
        </p:nvSpPr>
        <p:spPr>
          <a:xfrm>
            <a:off x="7013692" y="5039117"/>
            <a:ext cx="461643" cy="46164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3"/>
          <p:cNvSpPr/>
          <p:nvPr/>
        </p:nvSpPr>
        <p:spPr>
          <a:xfrm>
            <a:off x="7602352" y="5036450"/>
            <a:ext cx="461643" cy="46164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4"/>
          <p:cNvSpPr/>
          <p:nvPr/>
        </p:nvSpPr>
        <p:spPr>
          <a:xfrm>
            <a:off x="8020050" y="4893195"/>
            <a:ext cx="847725" cy="7620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85"/>
          <p:cNvSpPr/>
          <p:nvPr/>
        </p:nvSpPr>
        <p:spPr>
          <a:xfrm>
            <a:off x="8215000" y="5038343"/>
            <a:ext cx="459245" cy="46584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86"/>
          <p:cNvSpPr/>
          <p:nvPr/>
        </p:nvSpPr>
        <p:spPr>
          <a:xfrm>
            <a:off x="8127590" y="5228183"/>
            <a:ext cx="248678" cy="2522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87"/>
          <p:cNvSpPr/>
          <p:nvPr/>
        </p:nvSpPr>
        <p:spPr>
          <a:xfrm>
            <a:off x="8591550" y="4883670"/>
            <a:ext cx="847725" cy="7620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88"/>
          <p:cNvSpPr/>
          <p:nvPr/>
        </p:nvSpPr>
        <p:spPr>
          <a:xfrm>
            <a:off x="8787383" y="5032756"/>
            <a:ext cx="459245" cy="46584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8699852" y="5222721"/>
            <a:ext cx="248678" cy="2522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0"/>
          <p:cNvSpPr/>
          <p:nvPr/>
        </p:nvSpPr>
        <p:spPr>
          <a:xfrm>
            <a:off x="9210690" y="4883670"/>
            <a:ext cx="838200" cy="7620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1"/>
          <p:cNvSpPr/>
          <p:nvPr/>
        </p:nvSpPr>
        <p:spPr>
          <a:xfrm>
            <a:off x="9401921" y="5031485"/>
            <a:ext cx="459245" cy="46584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2"/>
          <p:cNvSpPr/>
          <p:nvPr/>
        </p:nvSpPr>
        <p:spPr>
          <a:xfrm>
            <a:off x="9314421" y="5221450"/>
            <a:ext cx="248678" cy="2522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3"/>
          <p:cNvSpPr/>
          <p:nvPr/>
        </p:nvSpPr>
        <p:spPr>
          <a:xfrm>
            <a:off x="9782159" y="4902720"/>
            <a:ext cx="847725" cy="7620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4"/>
          <p:cNvSpPr/>
          <p:nvPr/>
        </p:nvSpPr>
        <p:spPr>
          <a:xfrm>
            <a:off x="9974183" y="5054854"/>
            <a:ext cx="459245" cy="46584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95"/>
          <p:cNvSpPr/>
          <p:nvPr/>
        </p:nvSpPr>
        <p:spPr>
          <a:xfrm>
            <a:off x="9886805" y="5244820"/>
            <a:ext cx="248678" cy="2522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96"/>
          <p:cNvSpPr/>
          <p:nvPr/>
        </p:nvSpPr>
        <p:spPr>
          <a:xfrm>
            <a:off x="10353659" y="4883670"/>
            <a:ext cx="847725" cy="7620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97"/>
          <p:cNvSpPr/>
          <p:nvPr/>
        </p:nvSpPr>
        <p:spPr>
          <a:xfrm>
            <a:off x="10549128" y="5034280"/>
            <a:ext cx="459245" cy="46584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98"/>
          <p:cNvSpPr/>
          <p:nvPr/>
        </p:nvSpPr>
        <p:spPr>
          <a:xfrm>
            <a:off x="10461627" y="5224245"/>
            <a:ext cx="248678" cy="2522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99"/>
          <p:cNvSpPr txBox="1"/>
          <p:nvPr/>
        </p:nvSpPr>
        <p:spPr>
          <a:xfrm>
            <a:off x="4521203" y="5479294"/>
            <a:ext cx="65341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Word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count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1623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/>
        </p:nvSpPr>
        <p:spPr>
          <a:xfrm>
            <a:off x="0" y="269825"/>
            <a:ext cx="3819540" cy="56812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/>
          <p:cNvSpPr/>
          <p:nvPr/>
        </p:nvSpPr>
        <p:spPr>
          <a:xfrm>
            <a:off x="0" y="269825"/>
            <a:ext cx="3714750" cy="1808167"/>
          </a:xfrm>
          <a:custGeom>
            <a:avLst/>
            <a:gdLst/>
            <a:ahLst/>
            <a:cxnLst/>
            <a:rect l="l" t="t" r="r" b="b"/>
            <a:pathLst>
              <a:path w="3714750" h="1623695">
                <a:moveTo>
                  <a:pt x="0" y="1623084"/>
                </a:moveTo>
                <a:lnTo>
                  <a:pt x="3714749" y="1623084"/>
                </a:lnTo>
                <a:lnTo>
                  <a:pt x="3714749" y="0"/>
                </a:lnTo>
                <a:lnTo>
                  <a:pt x="0" y="0"/>
                </a:lnTo>
                <a:lnTo>
                  <a:pt x="0" y="1623084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0" y="2405337"/>
            <a:ext cx="3714750" cy="3500790"/>
          </a:xfrm>
          <a:custGeom>
            <a:avLst/>
            <a:gdLst/>
            <a:ahLst/>
            <a:cxnLst/>
            <a:rect l="l" t="t" r="r" b="b"/>
            <a:pathLst>
              <a:path w="3714750" h="4288155">
                <a:moveTo>
                  <a:pt x="0" y="4287773"/>
                </a:moveTo>
                <a:lnTo>
                  <a:pt x="3714749" y="4287773"/>
                </a:lnTo>
                <a:lnTo>
                  <a:pt x="371474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/>
          <p:nvPr/>
        </p:nvSpPr>
        <p:spPr>
          <a:xfrm>
            <a:off x="0" y="1458194"/>
            <a:ext cx="3709670" cy="947419"/>
          </a:xfrm>
          <a:custGeom>
            <a:avLst/>
            <a:gdLst/>
            <a:ahLst/>
            <a:cxnLst/>
            <a:rect l="l" t="t" r="r" b="b"/>
            <a:pathLst>
              <a:path w="3709670" h="947419">
                <a:moveTo>
                  <a:pt x="0" y="947141"/>
                </a:moveTo>
                <a:lnTo>
                  <a:pt x="3709050" y="947141"/>
                </a:lnTo>
                <a:lnTo>
                  <a:pt x="3709050" y="0"/>
                </a:lnTo>
                <a:lnTo>
                  <a:pt x="0" y="0"/>
                </a:lnTo>
                <a:lnTo>
                  <a:pt x="0" y="94714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/>
          <p:cNvSpPr txBox="1"/>
          <p:nvPr/>
        </p:nvSpPr>
        <p:spPr>
          <a:xfrm>
            <a:off x="548954" y="1490868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dirty="0" smtClean="0">
                <a:solidFill>
                  <a:srgbClr val="FFFFFF"/>
                </a:solidFill>
                <a:latin typeface="Arial"/>
                <a:cs typeface="Arial"/>
              </a:rPr>
              <a:t>STEP:</a:t>
            </a:r>
            <a:r>
              <a:rPr lang="en-US" sz="5400" b="1" dirty="0" smtClean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5786" y="257626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786" y="329891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84259" y="3445400"/>
            <a:ext cx="15265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9277" y="4167014"/>
            <a:ext cx="2552700" cy="9505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 line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5" name="object 27"/>
          <p:cNvSpPr/>
          <p:nvPr/>
        </p:nvSpPr>
        <p:spPr>
          <a:xfrm>
            <a:off x="5629777" y="329306"/>
            <a:ext cx="4639945" cy="5309870"/>
          </a:xfrm>
          <a:custGeom>
            <a:avLst/>
            <a:gdLst/>
            <a:ahLst/>
            <a:cxnLst/>
            <a:rect l="l" t="t" r="r" b="b"/>
            <a:pathLst>
              <a:path w="4639945" h="5309870">
                <a:moveTo>
                  <a:pt x="3866265" y="0"/>
                </a:moveTo>
                <a:lnTo>
                  <a:pt x="773186" y="0"/>
                </a:lnTo>
                <a:lnTo>
                  <a:pt x="724294" y="1521"/>
                </a:lnTo>
                <a:lnTo>
                  <a:pt x="676210" y="6024"/>
                </a:lnTo>
                <a:lnTo>
                  <a:pt x="629023" y="13419"/>
                </a:lnTo>
                <a:lnTo>
                  <a:pt x="582825" y="23615"/>
                </a:lnTo>
                <a:lnTo>
                  <a:pt x="537706" y="36522"/>
                </a:lnTo>
                <a:lnTo>
                  <a:pt x="493757" y="52048"/>
                </a:lnTo>
                <a:lnTo>
                  <a:pt x="451069" y="70104"/>
                </a:lnTo>
                <a:lnTo>
                  <a:pt x="409731" y="90599"/>
                </a:lnTo>
                <a:lnTo>
                  <a:pt x="369835" y="113442"/>
                </a:lnTo>
                <a:lnTo>
                  <a:pt x="331472" y="138542"/>
                </a:lnTo>
                <a:lnTo>
                  <a:pt x="294731" y="165810"/>
                </a:lnTo>
                <a:lnTo>
                  <a:pt x="259704" y="195155"/>
                </a:lnTo>
                <a:lnTo>
                  <a:pt x="226481" y="226485"/>
                </a:lnTo>
                <a:lnTo>
                  <a:pt x="195153" y="259711"/>
                </a:lnTo>
                <a:lnTo>
                  <a:pt x="165810" y="294742"/>
                </a:lnTo>
                <a:lnTo>
                  <a:pt x="138544" y="331487"/>
                </a:lnTo>
                <a:lnTo>
                  <a:pt x="113444" y="369856"/>
                </a:lnTo>
                <a:lnTo>
                  <a:pt x="90601" y="409758"/>
                </a:lnTo>
                <a:lnTo>
                  <a:pt x="70107" y="451103"/>
                </a:lnTo>
                <a:lnTo>
                  <a:pt x="52051" y="493800"/>
                </a:lnTo>
                <a:lnTo>
                  <a:pt x="36524" y="537759"/>
                </a:lnTo>
                <a:lnTo>
                  <a:pt x="23617" y="582889"/>
                </a:lnTo>
                <a:lnTo>
                  <a:pt x="13420" y="629099"/>
                </a:lnTo>
                <a:lnTo>
                  <a:pt x="6025" y="676300"/>
                </a:lnTo>
                <a:lnTo>
                  <a:pt x="1521" y="724399"/>
                </a:lnTo>
                <a:lnTo>
                  <a:pt x="0" y="773308"/>
                </a:lnTo>
                <a:lnTo>
                  <a:pt x="0" y="4536195"/>
                </a:lnTo>
                <a:lnTo>
                  <a:pt x="1521" y="4585101"/>
                </a:lnTo>
                <a:lnTo>
                  <a:pt x="6025" y="4633199"/>
                </a:lnTo>
                <a:lnTo>
                  <a:pt x="13420" y="4680398"/>
                </a:lnTo>
                <a:lnTo>
                  <a:pt x="23617" y="4726607"/>
                </a:lnTo>
                <a:lnTo>
                  <a:pt x="36524" y="4771736"/>
                </a:lnTo>
                <a:lnTo>
                  <a:pt x="52051" y="4815694"/>
                </a:lnTo>
                <a:lnTo>
                  <a:pt x="70107" y="4858391"/>
                </a:lnTo>
                <a:lnTo>
                  <a:pt x="90601" y="4899735"/>
                </a:lnTo>
                <a:lnTo>
                  <a:pt x="113444" y="4939637"/>
                </a:lnTo>
                <a:lnTo>
                  <a:pt x="138544" y="4978005"/>
                </a:lnTo>
                <a:lnTo>
                  <a:pt x="165810" y="5014750"/>
                </a:lnTo>
                <a:lnTo>
                  <a:pt x="195153" y="5049781"/>
                </a:lnTo>
                <a:lnTo>
                  <a:pt x="226481" y="5083007"/>
                </a:lnTo>
                <a:lnTo>
                  <a:pt x="259704" y="5114337"/>
                </a:lnTo>
                <a:lnTo>
                  <a:pt x="294731" y="5143682"/>
                </a:lnTo>
                <a:lnTo>
                  <a:pt x="331472" y="5170949"/>
                </a:lnTo>
                <a:lnTo>
                  <a:pt x="369835" y="5196050"/>
                </a:lnTo>
                <a:lnTo>
                  <a:pt x="409731" y="5218893"/>
                </a:lnTo>
                <a:lnTo>
                  <a:pt x="451069" y="5239388"/>
                </a:lnTo>
                <a:lnTo>
                  <a:pt x="493757" y="5257444"/>
                </a:lnTo>
                <a:lnTo>
                  <a:pt x="537706" y="5272971"/>
                </a:lnTo>
                <a:lnTo>
                  <a:pt x="582825" y="5285877"/>
                </a:lnTo>
                <a:lnTo>
                  <a:pt x="629023" y="5296074"/>
                </a:lnTo>
                <a:lnTo>
                  <a:pt x="676210" y="5303469"/>
                </a:lnTo>
                <a:lnTo>
                  <a:pt x="724294" y="5307972"/>
                </a:lnTo>
                <a:lnTo>
                  <a:pt x="773186" y="5309493"/>
                </a:lnTo>
                <a:lnTo>
                  <a:pt x="3866265" y="5309493"/>
                </a:lnTo>
                <a:lnTo>
                  <a:pt x="3915174" y="5307972"/>
                </a:lnTo>
                <a:lnTo>
                  <a:pt x="3963274" y="5303469"/>
                </a:lnTo>
                <a:lnTo>
                  <a:pt x="4010474" y="5296074"/>
                </a:lnTo>
                <a:lnTo>
                  <a:pt x="4056684" y="5285877"/>
                </a:lnTo>
                <a:lnTo>
                  <a:pt x="4101814" y="5272971"/>
                </a:lnTo>
                <a:lnTo>
                  <a:pt x="4145773" y="5257444"/>
                </a:lnTo>
                <a:lnTo>
                  <a:pt x="4188470" y="5239388"/>
                </a:lnTo>
                <a:lnTo>
                  <a:pt x="4229815" y="5218893"/>
                </a:lnTo>
                <a:lnTo>
                  <a:pt x="4269717" y="5196050"/>
                </a:lnTo>
                <a:lnTo>
                  <a:pt x="4308086" y="5170949"/>
                </a:lnTo>
                <a:lnTo>
                  <a:pt x="4344831" y="5143682"/>
                </a:lnTo>
                <a:lnTo>
                  <a:pt x="4379862" y="5114337"/>
                </a:lnTo>
                <a:lnTo>
                  <a:pt x="4413088" y="5083007"/>
                </a:lnTo>
                <a:lnTo>
                  <a:pt x="4444419" y="5049781"/>
                </a:lnTo>
                <a:lnTo>
                  <a:pt x="4473763" y="5014750"/>
                </a:lnTo>
                <a:lnTo>
                  <a:pt x="4501031" y="4978005"/>
                </a:lnTo>
                <a:lnTo>
                  <a:pt x="4526131" y="4939637"/>
                </a:lnTo>
                <a:lnTo>
                  <a:pt x="4548974" y="4899735"/>
                </a:lnTo>
                <a:lnTo>
                  <a:pt x="4569469" y="4858391"/>
                </a:lnTo>
                <a:lnTo>
                  <a:pt x="4587525" y="4815694"/>
                </a:lnTo>
                <a:lnTo>
                  <a:pt x="4603051" y="4771736"/>
                </a:lnTo>
                <a:lnTo>
                  <a:pt x="4615958" y="4726607"/>
                </a:lnTo>
                <a:lnTo>
                  <a:pt x="4626154" y="4680398"/>
                </a:lnTo>
                <a:lnTo>
                  <a:pt x="4633549" y="4633199"/>
                </a:lnTo>
                <a:lnTo>
                  <a:pt x="4638052" y="4585101"/>
                </a:lnTo>
                <a:lnTo>
                  <a:pt x="4639574" y="4536195"/>
                </a:lnTo>
                <a:lnTo>
                  <a:pt x="4639574" y="773308"/>
                </a:lnTo>
                <a:lnTo>
                  <a:pt x="4638052" y="724399"/>
                </a:lnTo>
                <a:lnTo>
                  <a:pt x="4633549" y="676300"/>
                </a:lnTo>
                <a:lnTo>
                  <a:pt x="4626154" y="629099"/>
                </a:lnTo>
                <a:lnTo>
                  <a:pt x="4615958" y="582889"/>
                </a:lnTo>
                <a:lnTo>
                  <a:pt x="4603051" y="537759"/>
                </a:lnTo>
                <a:lnTo>
                  <a:pt x="4587525" y="493800"/>
                </a:lnTo>
                <a:lnTo>
                  <a:pt x="4569469" y="451103"/>
                </a:lnTo>
                <a:lnTo>
                  <a:pt x="4548974" y="409758"/>
                </a:lnTo>
                <a:lnTo>
                  <a:pt x="4526131" y="369856"/>
                </a:lnTo>
                <a:lnTo>
                  <a:pt x="4501031" y="331487"/>
                </a:lnTo>
                <a:lnTo>
                  <a:pt x="4473763" y="294742"/>
                </a:lnTo>
                <a:lnTo>
                  <a:pt x="4444419" y="259711"/>
                </a:lnTo>
                <a:lnTo>
                  <a:pt x="4413088" y="226485"/>
                </a:lnTo>
                <a:lnTo>
                  <a:pt x="4379862" y="195155"/>
                </a:lnTo>
                <a:lnTo>
                  <a:pt x="4344831" y="165810"/>
                </a:lnTo>
                <a:lnTo>
                  <a:pt x="4308086" y="138542"/>
                </a:lnTo>
                <a:lnTo>
                  <a:pt x="4269717" y="113442"/>
                </a:lnTo>
                <a:lnTo>
                  <a:pt x="4229815" y="90599"/>
                </a:lnTo>
                <a:lnTo>
                  <a:pt x="4188470" y="70104"/>
                </a:lnTo>
                <a:lnTo>
                  <a:pt x="4145773" y="52048"/>
                </a:lnTo>
                <a:lnTo>
                  <a:pt x="4101814" y="36522"/>
                </a:lnTo>
                <a:lnTo>
                  <a:pt x="4056684" y="23615"/>
                </a:lnTo>
                <a:lnTo>
                  <a:pt x="4010474" y="13419"/>
                </a:lnTo>
                <a:lnTo>
                  <a:pt x="3963274" y="6024"/>
                </a:lnTo>
                <a:lnTo>
                  <a:pt x="3915174" y="1521"/>
                </a:lnTo>
                <a:lnTo>
                  <a:pt x="38662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69"/>
          <p:cNvSpPr txBox="1"/>
          <p:nvPr/>
        </p:nvSpPr>
        <p:spPr>
          <a:xfrm>
            <a:off x="7180331" y="5935344"/>
            <a:ext cx="21348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Pre-labeled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7" name="object 27"/>
          <p:cNvSpPr/>
          <p:nvPr/>
        </p:nvSpPr>
        <p:spPr>
          <a:xfrm>
            <a:off x="5927793" y="313590"/>
            <a:ext cx="4639945" cy="5309870"/>
          </a:xfrm>
          <a:custGeom>
            <a:avLst/>
            <a:gdLst/>
            <a:ahLst/>
            <a:cxnLst/>
            <a:rect l="l" t="t" r="r" b="b"/>
            <a:pathLst>
              <a:path w="4639945" h="5309870">
                <a:moveTo>
                  <a:pt x="3866265" y="0"/>
                </a:moveTo>
                <a:lnTo>
                  <a:pt x="773186" y="0"/>
                </a:lnTo>
                <a:lnTo>
                  <a:pt x="724294" y="1521"/>
                </a:lnTo>
                <a:lnTo>
                  <a:pt x="676210" y="6024"/>
                </a:lnTo>
                <a:lnTo>
                  <a:pt x="629023" y="13419"/>
                </a:lnTo>
                <a:lnTo>
                  <a:pt x="582825" y="23615"/>
                </a:lnTo>
                <a:lnTo>
                  <a:pt x="537706" y="36522"/>
                </a:lnTo>
                <a:lnTo>
                  <a:pt x="493757" y="52048"/>
                </a:lnTo>
                <a:lnTo>
                  <a:pt x="451069" y="70104"/>
                </a:lnTo>
                <a:lnTo>
                  <a:pt x="409731" y="90599"/>
                </a:lnTo>
                <a:lnTo>
                  <a:pt x="369835" y="113442"/>
                </a:lnTo>
                <a:lnTo>
                  <a:pt x="331472" y="138542"/>
                </a:lnTo>
                <a:lnTo>
                  <a:pt x="294731" y="165810"/>
                </a:lnTo>
                <a:lnTo>
                  <a:pt x="259704" y="195155"/>
                </a:lnTo>
                <a:lnTo>
                  <a:pt x="226481" y="226485"/>
                </a:lnTo>
                <a:lnTo>
                  <a:pt x="195153" y="259711"/>
                </a:lnTo>
                <a:lnTo>
                  <a:pt x="165810" y="294742"/>
                </a:lnTo>
                <a:lnTo>
                  <a:pt x="138544" y="331487"/>
                </a:lnTo>
                <a:lnTo>
                  <a:pt x="113444" y="369856"/>
                </a:lnTo>
                <a:lnTo>
                  <a:pt x="90601" y="409758"/>
                </a:lnTo>
                <a:lnTo>
                  <a:pt x="70107" y="451103"/>
                </a:lnTo>
                <a:lnTo>
                  <a:pt x="52051" y="493800"/>
                </a:lnTo>
                <a:lnTo>
                  <a:pt x="36524" y="537759"/>
                </a:lnTo>
                <a:lnTo>
                  <a:pt x="23617" y="582889"/>
                </a:lnTo>
                <a:lnTo>
                  <a:pt x="13420" y="629099"/>
                </a:lnTo>
                <a:lnTo>
                  <a:pt x="6025" y="676300"/>
                </a:lnTo>
                <a:lnTo>
                  <a:pt x="1521" y="724399"/>
                </a:lnTo>
                <a:lnTo>
                  <a:pt x="0" y="773308"/>
                </a:lnTo>
                <a:lnTo>
                  <a:pt x="0" y="4536195"/>
                </a:lnTo>
                <a:lnTo>
                  <a:pt x="1521" y="4585101"/>
                </a:lnTo>
                <a:lnTo>
                  <a:pt x="6025" y="4633199"/>
                </a:lnTo>
                <a:lnTo>
                  <a:pt x="13420" y="4680398"/>
                </a:lnTo>
                <a:lnTo>
                  <a:pt x="23617" y="4726607"/>
                </a:lnTo>
                <a:lnTo>
                  <a:pt x="36524" y="4771736"/>
                </a:lnTo>
                <a:lnTo>
                  <a:pt x="52051" y="4815694"/>
                </a:lnTo>
                <a:lnTo>
                  <a:pt x="70107" y="4858391"/>
                </a:lnTo>
                <a:lnTo>
                  <a:pt x="90601" y="4899735"/>
                </a:lnTo>
                <a:lnTo>
                  <a:pt x="113444" y="4939637"/>
                </a:lnTo>
                <a:lnTo>
                  <a:pt x="138544" y="4978005"/>
                </a:lnTo>
                <a:lnTo>
                  <a:pt x="165810" y="5014750"/>
                </a:lnTo>
                <a:lnTo>
                  <a:pt x="195153" y="5049781"/>
                </a:lnTo>
                <a:lnTo>
                  <a:pt x="226481" y="5083007"/>
                </a:lnTo>
                <a:lnTo>
                  <a:pt x="259704" y="5114337"/>
                </a:lnTo>
                <a:lnTo>
                  <a:pt x="294731" y="5143682"/>
                </a:lnTo>
                <a:lnTo>
                  <a:pt x="331472" y="5170949"/>
                </a:lnTo>
                <a:lnTo>
                  <a:pt x="369835" y="5196050"/>
                </a:lnTo>
                <a:lnTo>
                  <a:pt x="409731" y="5218893"/>
                </a:lnTo>
                <a:lnTo>
                  <a:pt x="451069" y="5239388"/>
                </a:lnTo>
                <a:lnTo>
                  <a:pt x="493757" y="5257444"/>
                </a:lnTo>
                <a:lnTo>
                  <a:pt x="537706" y="5272971"/>
                </a:lnTo>
                <a:lnTo>
                  <a:pt x="582825" y="5285877"/>
                </a:lnTo>
                <a:lnTo>
                  <a:pt x="629023" y="5296074"/>
                </a:lnTo>
                <a:lnTo>
                  <a:pt x="676210" y="5303469"/>
                </a:lnTo>
                <a:lnTo>
                  <a:pt x="724294" y="5307972"/>
                </a:lnTo>
                <a:lnTo>
                  <a:pt x="773186" y="5309493"/>
                </a:lnTo>
                <a:lnTo>
                  <a:pt x="3866265" y="5309493"/>
                </a:lnTo>
                <a:lnTo>
                  <a:pt x="3915174" y="5307972"/>
                </a:lnTo>
                <a:lnTo>
                  <a:pt x="3963274" y="5303469"/>
                </a:lnTo>
                <a:lnTo>
                  <a:pt x="4010474" y="5296074"/>
                </a:lnTo>
                <a:lnTo>
                  <a:pt x="4056684" y="5285877"/>
                </a:lnTo>
                <a:lnTo>
                  <a:pt x="4101814" y="5272971"/>
                </a:lnTo>
                <a:lnTo>
                  <a:pt x="4145773" y="5257444"/>
                </a:lnTo>
                <a:lnTo>
                  <a:pt x="4188470" y="5239388"/>
                </a:lnTo>
                <a:lnTo>
                  <a:pt x="4229815" y="5218893"/>
                </a:lnTo>
                <a:lnTo>
                  <a:pt x="4269717" y="5196050"/>
                </a:lnTo>
                <a:lnTo>
                  <a:pt x="4308086" y="5170949"/>
                </a:lnTo>
                <a:lnTo>
                  <a:pt x="4344831" y="5143682"/>
                </a:lnTo>
                <a:lnTo>
                  <a:pt x="4379862" y="5114337"/>
                </a:lnTo>
                <a:lnTo>
                  <a:pt x="4413088" y="5083007"/>
                </a:lnTo>
                <a:lnTo>
                  <a:pt x="4444419" y="5049781"/>
                </a:lnTo>
                <a:lnTo>
                  <a:pt x="4473763" y="5014750"/>
                </a:lnTo>
                <a:lnTo>
                  <a:pt x="4501031" y="4978005"/>
                </a:lnTo>
                <a:lnTo>
                  <a:pt x="4526131" y="4939637"/>
                </a:lnTo>
                <a:lnTo>
                  <a:pt x="4548974" y="4899735"/>
                </a:lnTo>
                <a:lnTo>
                  <a:pt x="4569469" y="4858391"/>
                </a:lnTo>
                <a:lnTo>
                  <a:pt x="4587525" y="4815694"/>
                </a:lnTo>
                <a:lnTo>
                  <a:pt x="4603051" y="4771736"/>
                </a:lnTo>
                <a:lnTo>
                  <a:pt x="4615958" y="4726607"/>
                </a:lnTo>
                <a:lnTo>
                  <a:pt x="4626154" y="4680398"/>
                </a:lnTo>
                <a:lnTo>
                  <a:pt x="4633549" y="4633199"/>
                </a:lnTo>
                <a:lnTo>
                  <a:pt x="4638052" y="4585101"/>
                </a:lnTo>
                <a:lnTo>
                  <a:pt x="4639574" y="4536195"/>
                </a:lnTo>
                <a:lnTo>
                  <a:pt x="4639574" y="773308"/>
                </a:lnTo>
                <a:lnTo>
                  <a:pt x="4638052" y="724399"/>
                </a:lnTo>
                <a:lnTo>
                  <a:pt x="4633549" y="676300"/>
                </a:lnTo>
                <a:lnTo>
                  <a:pt x="4626154" y="629099"/>
                </a:lnTo>
                <a:lnTo>
                  <a:pt x="4615958" y="582889"/>
                </a:lnTo>
                <a:lnTo>
                  <a:pt x="4603051" y="537759"/>
                </a:lnTo>
                <a:lnTo>
                  <a:pt x="4587525" y="493800"/>
                </a:lnTo>
                <a:lnTo>
                  <a:pt x="4569469" y="451103"/>
                </a:lnTo>
                <a:lnTo>
                  <a:pt x="4548974" y="409758"/>
                </a:lnTo>
                <a:lnTo>
                  <a:pt x="4526131" y="369856"/>
                </a:lnTo>
                <a:lnTo>
                  <a:pt x="4501031" y="331487"/>
                </a:lnTo>
                <a:lnTo>
                  <a:pt x="4473763" y="294742"/>
                </a:lnTo>
                <a:lnTo>
                  <a:pt x="4444419" y="259711"/>
                </a:lnTo>
                <a:lnTo>
                  <a:pt x="4413088" y="226485"/>
                </a:lnTo>
                <a:lnTo>
                  <a:pt x="4379862" y="195155"/>
                </a:lnTo>
                <a:lnTo>
                  <a:pt x="4344831" y="165810"/>
                </a:lnTo>
                <a:lnTo>
                  <a:pt x="4308086" y="138542"/>
                </a:lnTo>
                <a:lnTo>
                  <a:pt x="4269717" y="113442"/>
                </a:lnTo>
                <a:lnTo>
                  <a:pt x="4229815" y="90599"/>
                </a:lnTo>
                <a:lnTo>
                  <a:pt x="4188470" y="70104"/>
                </a:lnTo>
                <a:lnTo>
                  <a:pt x="4145773" y="52048"/>
                </a:lnTo>
                <a:lnTo>
                  <a:pt x="4101814" y="36522"/>
                </a:lnTo>
                <a:lnTo>
                  <a:pt x="4056684" y="23615"/>
                </a:lnTo>
                <a:lnTo>
                  <a:pt x="4010474" y="13419"/>
                </a:lnTo>
                <a:lnTo>
                  <a:pt x="3963274" y="6024"/>
                </a:lnTo>
                <a:lnTo>
                  <a:pt x="3915174" y="1521"/>
                </a:lnTo>
                <a:lnTo>
                  <a:pt x="38662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29"/>
          <p:cNvSpPr/>
          <p:nvPr/>
        </p:nvSpPr>
        <p:spPr>
          <a:xfrm>
            <a:off x="6310518" y="677549"/>
            <a:ext cx="486665" cy="4866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30"/>
          <p:cNvSpPr/>
          <p:nvPr/>
        </p:nvSpPr>
        <p:spPr>
          <a:xfrm>
            <a:off x="6310518" y="1346950"/>
            <a:ext cx="486665" cy="48666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31"/>
          <p:cNvSpPr/>
          <p:nvPr/>
        </p:nvSpPr>
        <p:spPr>
          <a:xfrm>
            <a:off x="6310518" y="1973436"/>
            <a:ext cx="486665" cy="4866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32"/>
          <p:cNvSpPr/>
          <p:nvPr/>
        </p:nvSpPr>
        <p:spPr>
          <a:xfrm>
            <a:off x="6309878" y="2580750"/>
            <a:ext cx="486665" cy="4866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33"/>
          <p:cNvSpPr/>
          <p:nvPr/>
        </p:nvSpPr>
        <p:spPr>
          <a:xfrm>
            <a:off x="6311005" y="3254998"/>
            <a:ext cx="486665" cy="4866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4"/>
          <p:cNvSpPr/>
          <p:nvPr/>
        </p:nvSpPr>
        <p:spPr>
          <a:xfrm>
            <a:off x="6309878" y="3881372"/>
            <a:ext cx="486665" cy="48666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35"/>
          <p:cNvSpPr/>
          <p:nvPr/>
        </p:nvSpPr>
        <p:spPr>
          <a:xfrm>
            <a:off x="6309878" y="4517135"/>
            <a:ext cx="486665" cy="48666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36"/>
          <p:cNvSpPr txBox="1"/>
          <p:nvPr/>
        </p:nvSpPr>
        <p:spPr>
          <a:xfrm>
            <a:off x="7632324" y="760407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2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6" name="object 37"/>
          <p:cNvSpPr txBox="1"/>
          <p:nvPr/>
        </p:nvSpPr>
        <p:spPr>
          <a:xfrm>
            <a:off x="7625085" y="1436683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6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7" name="object 38"/>
          <p:cNvSpPr txBox="1"/>
          <p:nvPr/>
        </p:nvSpPr>
        <p:spPr>
          <a:xfrm>
            <a:off x="7618109" y="2055177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8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8" name="object 39"/>
          <p:cNvSpPr txBox="1"/>
          <p:nvPr/>
        </p:nvSpPr>
        <p:spPr>
          <a:xfrm>
            <a:off x="7636266" y="2673279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9" name="object 40"/>
          <p:cNvSpPr txBox="1"/>
          <p:nvPr/>
        </p:nvSpPr>
        <p:spPr>
          <a:xfrm>
            <a:off x="7632324" y="3349935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7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0" name="object 41"/>
          <p:cNvSpPr txBox="1"/>
          <p:nvPr/>
        </p:nvSpPr>
        <p:spPr>
          <a:xfrm>
            <a:off x="7625086" y="3972871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1" name="object 42"/>
          <p:cNvSpPr txBox="1"/>
          <p:nvPr/>
        </p:nvSpPr>
        <p:spPr>
          <a:xfrm>
            <a:off x="7618109" y="4612701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9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2" name="object 43"/>
          <p:cNvSpPr txBox="1"/>
          <p:nvPr/>
        </p:nvSpPr>
        <p:spPr>
          <a:xfrm>
            <a:off x="9438909" y="1432623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3" name="object 44"/>
          <p:cNvSpPr txBox="1"/>
          <p:nvPr/>
        </p:nvSpPr>
        <p:spPr>
          <a:xfrm>
            <a:off x="9438909" y="2055177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4" name="object 45"/>
          <p:cNvSpPr txBox="1"/>
          <p:nvPr/>
        </p:nvSpPr>
        <p:spPr>
          <a:xfrm>
            <a:off x="9438909" y="2676207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5" name="object 46"/>
          <p:cNvSpPr txBox="1"/>
          <p:nvPr/>
        </p:nvSpPr>
        <p:spPr>
          <a:xfrm>
            <a:off x="9429384" y="334993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6" name="object 47"/>
          <p:cNvSpPr txBox="1"/>
          <p:nvPr/>
        </p:nvSpPr>
        <p:spPr>
          <a:xfrm>
            <a:off x="9421883" y="397770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7" name="object 48"/>
          <p:cNvSpPr txBox="1"/>
          <p:nvPr/>
        </p:nvSpPr>
        <p:spPr>
          <a:xfrm>
            <a:off x="9429384" y="461270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8" name="object 49"/>
          <p:cNvSpPr/>
          <p:nvPr/>
        </p:nvSpPr>
        <p:spPr>
          <a:xfrm>
            <a:off x="8650223" y="882274"/>
            <a:ext cx="736600" cy="76200"/>
          </a:xfrm>
          <a:custGeom>
            <a:avLst/>
            <a:gdLst/>
            <a:ahLst/>
            <a:cxnLst/>
            <a:rect l="l" t="t" r="r" b="b"/>
            <a:pathLst>
              <a:path w="736600" h="76200">
                <a:moveTo>
                  <a:pt x="38099" y="0"/>
                </a:moveTo>
                <a:lnTo>
                  <a:pt x="23248" y="3004"/>
                </a:lnTo>
                <a:lnTo>
                  <a:pt x="11140" y="11186"/>
                </a:lnTo>
                <a:lnTo>
                  <a:pt x="2987" y="23300"/>
                </a:lnTo>
                <a:lnTo>
                  <a:pt x="0" y="38099"/>
                </a:lnTo>
                <a:lnTo>
                  <a:pt x="2987" y="52938"/>
                </a:lnTo>
                <a:lnTo>
                  <a:pt x="11140" y="65048"/>
                </a:lnTo>
                <a:lnTo>
                  <a:pt x="23248" y="73208"/>
                </a:lnTo>
                <a:lnTo>
                  <a:pt x="38099" y="76199"/>
                </a:lnTo>
                <a:lnTo>
                  <a:pt x="52899" y="73208"/>
                </a:lnTo>
                <a:lnTo>
                  <a:pt x="65013" y="65048"/>
                </a:lnTo>
                <a:lnTo>
                  <a:pt x="73195" y="52938"/>
                </a:lnTo>
                <a:lnTo>
                  <a:pt x="74274" y="47609"/>
                </a:lnTo>
                <a:lnTo>
                  <a:pt x="38099" y="47609"/>
                </a:lnTo>
                <a:lnTo>
                  <a:pt x="38099" y="28559"/>
                </a:lnTo>
                <a:lnTo>
                  <a:pt x="74263" y="28559"/>
                </a:lnTo>
                <a:lnTo>
                  <a:pt x="73195" y="23300"/>
                </a:lnTo>
                <a:lnTo>
                  <a:pt x="65013" y="11186"/>
                </a:lnTo>
                <a:lnTo>
                  <a:pt x="52899" y="3004"/>
                </a:lnTo>
                <a:lnTo>
                  <a:pt x="38099" y="0"/>
                </a:lnTo>
                <a:close/>
              </a:path>
              <a:path w="736600" h="76200">
                <a:moveTo>
                  <a:pt x="659891" y="0"/>
                </a:moveTo>
                <a:lnTo>
                  <a:pt x="659891" y="76199"/>
                </a:lnTo>
                <a:lnTo>
                  <a:pt x="717072" y="47609"/>
                </a:lnTo>
                <a:lnTo>
                  <a:pt x="672596" y="47609"/>
                </a:lnTo>
                <a:lnTo>
                  <a:pt x="672596" y="28559"/>
                </a:lnTo>
                <a:lnTo>
                  <a:pt x="717011" y="28559"/>
                </a:lnTo>
                <a:lnTo>
                  <a:pt x="659891" y="0"/>
                </a:lnTo>
                <a:close/>
              </a:path>
              <a:path w="736600" h="76200">
                <a:moveTo>
                  <a:pt x="74263" y="28559"/>
                </a:moveTo>
                <a:lnTo>
                  <a:pt x="38099" y="28559"/>
                </a:lnTo>
                <a:lnTo>
                  <a:pt x="38099" y="47609"/>
                </a:lnTo>
                <a:lnTo>
                  <a:pt x="74274" y="47609"/>
                </a:lnTo>
                <a:lnTo>
                  <a:pt x="76199" y="38099"/>
                </a:lnTo>
                <a:lnTo>
                  <a:pt x="74263" y="28559"/>
                </a:lnTo>
                <a:close/>
              </a:path>
              <a:path w="736600" h="76200">
                <a:moveTo>
                  <a:pt x="659891" y="28559"/>
                </a:moveTo>
                <a:lnTo>
                  <a:pt x="74263" y="28559"/>
                </a:lnTo>
                <a:lnTo>
                  <a:pt x="76199" y="38099"/>
                </a:lnTo>
                <a:lnTo>
                  <a:pt x="74274" y="47609"/>
                </a:lnTo>
                <a:lnTo>
                  <a:pt x="659891" y="47609"/>
                </a:lnTo>
                <a:lnTo>
                  <a:pt x="659891" y="28559"/>
                </a:lnTo>
                <a:close/>
              </a:path>
              <a:path w="736600" h="76200">
                <a:moveTo>
                  <a:pt x="717011" y="28559"/>
                </a:moveTo>
                <a:lnTo>
                  <a:pt x="672596" y="28559"/>
                </a:lnTo>
                <a:lnTo>
                  <a:pt x="672596" y="47609"/>
                </a:lnTo>
                <a:lnTo>
                  <a:pt x="717072" y="47609"/>
                </a:lnTo>
                <a:lnTo>
                  <a:pt x="736091" y="38099"/>
                </a:lnTo>
                <a:lnTo>
                  <a:pt x="717011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50"/>
          <p:cNvSpPr/>
          <p:nvPr/>
        </p:nvSpPr>
        <p:spPr>
          <a:xfrm>
            <a:off x="6759061" y="882396"/>
            <a:ext cx="845819" cy="76835"/>
          </a:xfrm>
          <a:custGeom>
            <a:avLst/>
            <a:gdLst/>
            <a:ahLst/>
            <a:cxnLst/>
            <a:rect l="l" t="t" r="r" b="b"/>
            <a:pathLst>
              <a:path w="845820" h="76834">
                <a:moveTo>
                  <a:pt x="38099" y="365"/>
                </a:moveTo>
                <a:lnTo>
                  <a:pt x="23261" y="3357"/>
                </a:lnTo>
                <a:lnTo>
                  <a:pt x="11151" y="11517"/>
                </a:lnTo>
                <a:lnTo>
                  <a:pt x="2991" y="23627"/>
                </a:lnTo>
                <a:lnTo>
                  <a:pt x="0" y="38465"/>
                </a:lnTo>
                <a:lnTo>
                  <a:pt x="2991" y="53317"/>
                </a:lnTo>
                <a:lnTo>
                  <a:pt x="11151" y="65425"/>
                </a:lnTo>
                <a:lnTo>
                  <a:pt x="23261" y="73578"/>
                </a:lnTo>
                <a:lnTo>
                  <a:pt x="38099" y="76565"/>
                </a:lnTo>
                <a:lnTo>
                  <a:pt x="52951" y="73561"/>
                </a:lnTo>
                <a:lnTo>
                  <a:pt x="65059" y="65379"/>
                </a:lnTo>
                <a:lnTo>
                  <a:pt x="73212" y="53265"/>
                </a:lnTo>
                <a:lnTo>
                  <a:pt x="74274" y="48005"/>
                </a:lnTo>
                <a:lnTo>
                  <a:pt x="38099" y="48005"/>
                </a:lnTo>
                <a:lnTo>
                  <a:pt x="38099" y="28955"/>
                </a:lnTo>
                <a:lnTo>
                  <a:pt x="74270" y="28936"/>
                </a:lnTo>
                <a:lnTo>
                  <a:pt x="73195" y="23627"/>
                </a:lnTo>
                <a:lnTo>
                  <a:pt x="65013" y="11517"/>
                </a:lnTo>
                <a:lnTo>
                  <a:pt x="52899" y="3357"/>
                </a:lnTo>
                <a:lnTo>
                  <a:pt x="38099" y="365"/>
                </a:lnTo>
                <a:close/>
              </a:path>
              <a:path w="845820" h="76834">
                <a:moveTo>
                  <a:pt x="826648" y="28559"/>
                </a:moveTo>
                <a:lnTo>
                  <a:pt x="781933" y="28559"/>
                </a:lnTo>
                <a:lnTo>
                  <a:pt x="782086" y="47609"/>
                </a:lnTo>
                <a:lnTo>
                  <a:pt x="769330" y="47616"/>
                </a:lnTo>
                <a:lnTo>
                  <a:pt x="769376" y="76199"/>
                </a:lnTo>
                <a:lnTo>
                  <a:pt x="845576" y="37978"/>
                </a:lnTo>
                <a:lnTo>
                  <a:pt x="826648" y="28559"/>
                </a:lnTo>
                <a:close/>
              </a:path>
              <a:path w="845820" h="76834">
                <a:moveTo>
                  <a:pt x="74270" y="28936"/>
                </a:moveTo>
                <a:lnTo>
                  <a:pt x="38099" y="28955"/>
                </a:lnTo>
                <a:lnTo>
                  <a:pt x="38099" y="48005"/>
                </a:lnTo>
                <a:lnTo>
                  <a:pt x="74278" y="47986"/>
                </a:lnTo>
                <a:lnTo>
                  <a:pt x="76199" y="38465"/>
                </a:lnTo>
                <a:lnTo>
                  <a:pt x="74270" y="28936"/>
                </a:lnTo>
                <a:close/>
              </a:path>
              <a:path w="845820" h="76834">
                <a:moveTo>
                  <a:pt x="74278" y="47986"/>
                </a:moveTo>
                <a:lnTo>
                  <a:pt x="38099" y="48005"/>
                </a:lnTo>
                <a:lnTo>
                  <a:pt x="74274" y="48005"/>
                </a:lnTo>
                <a:close/>
              </a:path>
              <a:path w="845820" h="76834">
                <a:moveTo>
                  <a:pt x="769299" y="28566"/>
                </a:moveTo>
                <a:lnTo>
                  <a:pt x="74270" y="28936"/>
                </a:lnTo>
                <a:lnTo>
                  <a:pt x="76199" y="38465"/>
                </a:lnTo>
                <a:lnTo>
                  <a:pt x="74278" y="47986"/>
                </a:lnTo>
                <a:lnTo>
                  <a:pt x="769330" y="47616"/>
                </a:lnTo>
                <a:lnTo>
                  <a:pt x="769299" y="28566"/>
                </a:lnTo>
                <a:close/>
              </a:path>
              <a:path w="845820" h="76834">
                <a:moveTo>
                  <a:pt x="781933" y="28559"/>
                </a:moveTo>
                <a:lnTo>
                  <a:pt x="769299" y="28566"/>
                </a:lnTo>
                <a:lnTo>
                  <a:pt x="769330" y="47616"/>
                </a:lnTo>
                <a:lnTo>
                  <a:pt x="782086" y="47609"/>
                </a:lnTo>
                <a:lnTo>
                  <a:pt x="781933" y="28559"/>
                </a:lnTo>
                <a:close/>
              </a:path>
              <a:path w="845820" h="76834">
                <a:moveTo>
                  <a:pt x="769254" y="0"/>
                </a:moveTo>
                <a:lnTo>
                  <a:pt x="769299" y="28566"/>
                </a:lnTo>
                <a:lnTo>
                  <a:pt x="826648" y="28559"/>
                </a:lnTo>
                <a:lnTo>
                  <a:pt x="76925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51"/>
          <p:cNvSpPr/>
          <p:nvPr/>
        </p:nvSpPr>
        <p:spPr>
          <a:xfrm>
            <a:off x="6759061" y="1552194"/>
            <a:ext cx="838200" cy="81915"/>
          </a:xfrm>
          <a:custGeom>
            <a:avLst/>
            <a:gdLst/>
            <a:ahLst/>
            <a:cxnLst/>
            <a:rect l="l" t="t" r="r" b="b"/>
            <a:pathLst>
              <a:path w="838200" h="81914">
                <a:moveTo>
                  <a:pt x="761950" y="52732"/>
                </a:moveTo>
                <a:lnTo>
                  <a:pt x="761756" y="81290"/>
                </a:lnTo>
                <a:lnTo>
                  <a:pt x="819615" y="52821"/>
                </a:lnTo>
                <a:lnTo>
                  <a:pt x="774588" y="52821"/>
                </a:lnTo>
                <a:lnTo>
                  <a:pt x="761950" y="52732"/>
                </a:lnTo>
                <a:close/>
              </a:path>
              <a:path w="838200" h="81914">
                <a:moveTo>
                  <a:pt x="38374" y="0"/>
                </a:moveTo>
                <a:lnTo>
                  <a:pt x="23497" y="2914"/>
                </a:lnTo>
                <a:lnTo>
                  <a:pt x="11323" y="11018"/>
                </a:lnTo>
                <a:lnTo>
                  <a:pt x="3081" y="23077"/>
                </a:lnTo>
                <a:lnTo>
                  <a:pt x="0" y="37856"/>
                </a:lnTo>
                <a:lnTo>
                  <a:pt x="2897" y="52715"/>
                </a:lnTo>
                <a:lnTo>
                  <a:pt x="10972" y="64880"/>
                </a:lnTo>
                <a:lnTo>
                  <a:pt x="23025" y="73119"/>
                </a:lnTo>
                <a:lnTo>
                  <a:pt x="37856" y="76199"/>
                </a:lnTo>
                <a:lnTo>
                  <a:pt x="52728" y="73353"/>
                </a:lnTo>
                <a:lnTo>
                  <a:pt x="64891" y="65272"/>
                </a:lnTo>
                <a:lnTo>
                  <a:pt x="73123" y="53191"/>
                </a:lnTo>
                <a:lnTo>
                  <a:pt x="74226" y="47866"/>
                </a:lnTo>
                <a:lnTo>
                  <a:pt x="37978" y="47609"/>
                </a:lnTo>
                <a:lnTo>
                  <a:pt x="38099" y="28559"/>
                </a:lnTo>
                <a:lnTo>
                  <a:pt x="74283" y="28559"/>
                </a:lnTo>
                <a:lnTo>
                  <a:pt x="73302" y="23552"/>
                </a:lnTo>
                <a:lnTo>
                  <a:pt x="65231" y="11410"/>
                </a:lnTo>
                <a:lnTo>
                  <a:pt x="53187" y="3149"/>
                </a:lnTo>
                <a:lnTo>
                  <a:pt x="38374" y="0"/>
                </a:lnTo>
                <a:close/>
              </a:path>
              <a:path w="838200" h="81914">
                <a:moveTo>
                  <a:pt x="762079" y="33682"/>
                </a:moveTo>
                <a:lnTo>
                  <a:pt x="761950" y="52732"/>
                </a:lnTo>
                <a:lnTo>
                  <a:pt x="774588" y="52821"/>
                </a:lnTo>
                <a:lnTo>
                  <a:pt x="774710" y="33771"/>
                </a:lnTo>
                <a:lnTo>
                  <a:pt x="762079" y="33682"/>
                </a:lnTo>
                <a:close/>
              </a:path>
              <a:path w="838200" h="81914">
                <a:moveTo>
                  <a:pt x="762274" y="5090"/>
                </a:moveTo>
                <a:lnTo>
                  <a:pt x="762079" y="33682"/>
                </a:lnTo>
                <a:lnTo>
                  <a:pt x="774710" y="33771"/>
                </a:lnTo>
                <a:lnTo>
                  <a:pt x="774588" y="52821"/>
                </a:lnTo>
                <a:lnTo>
                  <a:pt x="819615" y="52821"/>
                </a:lnTo>
                <a:lnTo>
                  <a:pt x="838199" y="43677"/>
                </a:lnTo>
                <a:lnTo>
                  <a:pt x="762274" y="5090"/>
                </a:lnTo>
                <a:close/>
              </a:path>
              <a:path w="838200" h="81914">
                <a:moveTo>
                  <a:pt x="74333" y="28816"/>
                </a:moveTo>
                <a:lnTo>
                  <a:pt x="76199" y="38343"/>
                </a:lnTo>
                <a:lnTo>
                  <a:pt x="74226" y="47866"/>
                </a:lnTo>
                <a:lnTo>
                  <a:pt x="761950" y="52732"/>
                </a:lnTo>
                <a:lnTo>
                  <a:pt x="762079" y="33682"/>
                </a:lnTo>
                <a:lnTo>
                  <a:pt x="74333" y="28816"/>
                </a:lnTo>
                <a:close/>
              </a:path>
              <a:path w="838200" h="81914">
                <a:moveTo>
                  <a:pt x="38099" y="28559"/>
                </a:moveTo>
                <a:lnTo>
                  <a:pt x="37978" y="47609"/>
                </a:lnTo>
                <a:lnTo>
                  <a:pt x="74226" y="47866"/>
                </a:lnTo>
                <a:lnTo>
                  <a:pt x="76199" y="38343"/>
                </a:lnTo>
                <a:lnTo>
                  <a:pt x="74333" y="28816"/>
                </a:lnTo>
                <a:lnTo>
                  <a:pt x="38099" y="28559"/>
                </a:lnTo>
                <a:close/>
              </a:path>
              <a:path w="838200" h="81914">
                <a:moveTo>
                  <a:pt x="74283" y="28559"/>
                </a:moveTo>
                <a:lnTo>
                  <a:pt x="38099" y="28559"/>
                </a:lnTo>
                <a:lnTo>
                  <a:pt x="74333" y="28816"/>
                </a:lnTo>
                <a:lnTo>
                  <a:pt x="74283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52"/>
          <p:cNvSpPr/>
          <p:nvPr/>
        </p:nvSpPr>
        <p:spPr>
          <a:xfrm>
            <a:off x="6759061" y="2175631"/>
            <a:ext cx="831215" cy="79375"/>
          </a:xfrm>
          <a:custGeom>
            <a:avLst/>
            <a:gdLst/>
            <a:ahLst/>
            <a:cxnLst/>
            <a:rect l="l" t="t" r="r" b="b"/>
            <a:pathLst>
              <a:path w="831215" h="79375">
                <a:moveTo>
                  <a:pt x="37978" y="3047"/>
                </a:moveTo>
                <a:lnTo>
                  <a:pt x="23128" y="6109"/>
                </a:lnTo>
                <a:lnTo>
                  <a:pt x="11033" y="14306"/>
                </a:lnTo>
                <a:lnTo>
                  <a:pt x="2916" y="26429"/>
                </a:lnTo>
                <a:lnTo>
                  <a:pt x="0" y="41269"/>
                </a:lnTo>
                <a:lnTo>
                  <a:pt x="3078" y="56119"/>
                </a:lnTo>
                <a:lnTo>
                  <a:pt x="11304" y="68214"/>
                </a:lnTo>
                <a:lnTo>
                  <a:pt x="23432" y="76331"/>
                </a:lnTo>
                <a:lnTo>
                  <a:pt x="38221" y="79247"/>
                </a:lnTo>
                <a:lnTo>
                  <a:pt x="53071" y="76169"/>
                </a:lnTo>
                <a:lnTo>
                  <a:pt x="65166" y="67943"/>
                </a:lnTo>
                <a:lnTo>
                  <a:pt x="73283" y="55815"/>
                </a:lnTo>
                <a:lnTo>
                  <a:pt x="74294" y="50688"/>
                </a:lnTo>
                <a:lnTo>
                  <a:pt x="38099" y="50688"/>
                </a:lnTo>
                <a:lnTo>
                  <a:pt x="38099" y="31638"/>
                </a:lnTo>
                <a:lnTo>
                  <a:pt x="74223" y="31479"/>
                </a:lnTo>
                <a:lnTo>
                  <a:pt x="73125" y="26176"/>
                </a:lnTo>
                <a:lnTo>
                  <a:pt x="64907" y="14081"/>
                </a:lnTo>
                <a:lnTo>
                  <a:pt x="52779" y="5964"/>
                </a:lnTo>
                <a:lnTo>
                  <a:pt x="37978" y="3047"/>
                </a:lnTo>
                <a:close/>
              </a:path>
              <a:path w="831215" h="79375">
                <a:moveTo>
                  <a:pt x="812173" y="28437"/>
                </a:moveTo>
                <a:lnTo>
                  <a:pt x="767455" y="28437"/>
                </a:lnTo>
                <a:lnTo>
                  <a:pt x="767608" y="47487"/>
                </a:lnTo>
                <a:lnTo>
                  <a:pt x="754882" y="47543"/>
                </a:lnTo>
                <a:lnTo>
                  <a:pt x="755020" y="76199"/>
                </a:lnTo>
                <a:lnTo>
                  <a:pt x="830976" y="37734"/>
                </a:lnTo>
                <a:lnTo>
                  <a:pt x="812173" y="28437"/>
                </a:lnTo>
                <a:close/>
              </a:path>
              <a:path w="831215" h="79375">
                <a:moveTo>
                  <a:pt x="74223" y="31479"/>
                </a:moveTo>
                <a:lnTo>
                  <a:pt x="38099" y="31638"/>
                </a:lnTo>
                <a:lnTo>
                  <a:pt x="38099" y="50688"/>
                </a:lnTo>
                <a:lnTo>
                  <a:pt x="74325" y="50529"/>
                </a:lnTo>
                <a:lnTo>
                  <a:pt x="76199" y="41026"/>
                </a:lnTo>
                <a:lnTo>
                  <a:pt x="74223" y="31479"/>
                </a:lnTo>
                <a:close/>
              </a:path>
              <a:path w="831215" h="79375">
                <a:moveTo>
                  <a:pt x="74325" y="50529"/>
                </a:moveTo>
                <a:lnTo>
                  <a:pt x="38099" y="50688"/>
                </a:lnTo>
                <a:lnTo>
                  <a:pt x="74294" y="50688"/>
                </a:lnTo>
                <a:lnTo>
                  <a:pt x="74325" y="50529"/>
                </a:lnTo>
                <a:close/>
              </a:path>
              <a:path w="831215" h="79375">
                <a:moveTo>
                  <a:pt x="754791" y="28493"/>
                </a:moveTo>
                <a:lnTo>
                  <a:pt x="74223" y="31479"/>
                </a:lnTo>
                <a:lnTo>
                  <a:pt x="76199" y="41026"/>
                </a:lnTo>
                <a:lnTo>
                  <a:pt x="74325" y="50529"/>
                </a:lnTo>
                <a:lnTo>
                  <a:pt x="754882" y="47543"/>
                </a:lnTo>
                <a:lnTo>
                  <a:pt x="754791" y="28493"/>
                </a:lnTo>
                <a:close/>
              </a:path>
              <a:path w="831215" h="79375">
                <a:moveTo>
                  <a:pt x="767455" y="28437"/>
                </a:moveTo>
                <a:lnTo>
                  <a:pt x="754791" y="28493"/>
                </a:lnTo>
                <a:lnTo>
                  <a:pt x="754882" y="47543"/>
                </a:lnTo>
                <a:lnTo>
                  <a:pt x="767608" y="47487"/>
                </a:lnTo>
                <a:lnTo>
                  <a:pt x="767455" y="28437"/>
                </a:lnTo>
                <a:close/>
              </a:path>
              <a:path w="831215" h="79375">
                <a:moveTo>
                  <a:pt x="754654" y="0"/>
                </a:moveTo>
                <a:lnTo>
                  <a:pt x="754791" y="28493"/>
                </a:lnTo>
                <a:lnTo>
                  <a:pt x="812173" y="28437"/>
                </a:lnTo>
                <a:lnTo>
                  <a:pt x="75465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53"/>
          <p:cNvSpPr/>
          <p:nvPr/>
        </p:nvSpPr>
        <p:spPr>
          <a:xfrm>
            <a:off x="6758421" y="2785994"/>
            <a:ext cx="850265" cy="82550"/>
          </a:xfrm>
          <a:custGeom>
            <a:avLst/>
            <a:gdLst/>
            <a:ahLst/>
            <a:cxnLst/>
            <a:rect l="l" t="t" r="r" b="b"/>
            <a:pathLst>
              <a:path w="850265" h="82550">
                <a:moveTo>
                  <a:pt x="773948" y="6095"/>
                </a:moveTo>
                <a:lnTo>
                  <a:pt x="773707" y="34702"/>
                </a:lnTo>
                <a:lnTo>
                  <a:pt x="786383" y="34808"/>
                </a:lnTo>
                <a:lnTo>
                  <a:pt x="786262" y="53858"/>
                </a:lnTo>
                <a:lnTo>
                  <a:pt x="773546" y="53858"/>
                </a:lnTo>
                <a:lnTo>
                  <a:pt x="773308" y="82295"/>
                </a:lnTo>
                <a:lnTo>
                  <a:pt x="831456" y="53858"/>
                </a:lnTo>
                <a:lnTo>
                  <a:pt x="786262" y="53858"/>
                </a:lnTo>
                <a:lnTo>
                  <a:pt x="831672" y="53752"/>
                </a:lnTo>
                <a:lnTo>
                  <a:pt x="849904" y="44836"/>
                </a:lnTo>
                <a:lnTo>
                  <a:pt x="773948" y="6095"/>
                </a:lnTo>
                <a:close/>
              </a:path>
              <a:path w="850265" h="82550">
                <a:moveTo>
                  <a:pt x="38374" y="0"/>
                </a:moveTo>
                <a:lnTo>
                  <a:pt x="23501" y="2897"/>
                </a:lnTo>
                <a:lnTo>
                  <a:pt x="11334" y="10972"/>
                </a:lnTo>
                <a:lnTo>
                  <a:pt x="3094" y="23025"/>
                </a:lnTo>
                <a:lnTo>
                  <a:pt x="0" y="37856"/>
                </a:lnTo>
                <a:lnTo>
                  <a:pt x="2827" y="52715"/>
                </a:lnTo>
                <a:lnTo>
                  <a:pt x="10866" y="64880"/>
                </a:lnTo>
                <a:lnTo>
                  <a:pt x="22905" y="73119"/>
                </a:lnTo>
                <a:lnTo>
                  <a:pt x="37734" y="76199"/>
                </a:lnTo>
                <a:lnTo>
                  <a:pt x="52608" y="73373"/>
                </a:lnTo>
                <a:lnTo>
                  <a:pt x="64785" y="65337"/>
                </a:lnTo>
                <a:lnTo>
                  <a:pt x="73052" y="53307"/>
                </a:lnTo>
                <a:lnTo>
                  <a:pt x="74193" y="47941"/>
                </a:lnTo>
                <a:lnTo>
                  <a:pt x="37978" y="47640"/>
                </a:lnTo>
                <a:lnTo>
                  <a:pt x="38099" y="28590"/>
                </a:lnTo>
                <a:lnTo>
                  <a:pt x="74279" y="28590"/>
                </a:lnTo>
                <a:lnTo>
                  <a:pt x="73315" y="23617"/>
                </a:lnTo>
                <a:lnTo>
                  <a:pt x="65242" y="11429"/>
                </a:lnTo>
                <a:lnTo>
                  <a:pt x="53191" y="3151"/>
                </a:lnTo>
                <a:lnTo>
                  <a:pt x="38374" y="0"/>
                </a:lnTo>
                <a:close/>
              </a:path>
              <a:path w="850265" h="82550">
                <a:moveTo>
                  <a:pt x="773707" y="34702"/>
                </a:moveTo>
                <a:lnTo>
                  <a:pt x="773547" y="53752"/>
                </a:lnTo>
                <a:lnTo>
                  <a:pt x="786262" y="53858"/>
                </a:lnTo>
                <a:lnTo>
                  <a:pt x="786383" y="34808"/>
                </a:lnTo>
                <a:lnTo>
                  <a:pt x="773707" y="34702"/>
                </a:lnTo>
                <a:close/>
              </a:path>
              <a:path w="850265" h="82550">
                <a:moveTo>
                  <a:pt x="74338" y="28891"/>
                </a:moveTo>
                <a:lnTo>
                  <a:pt x="76199" y="38496"/>
                </a:lnTo>
                <a:lnTo>
                  <a:pt x="74193" y="47941"/>
                </a:lnTo>
                <a:lnTo>
                  <a:pt x="773547" y="53752"/>
                </a:lnTo>
                <a:lnTo>
                  <a:pt x="773707" y="34702"/>
                </a:lnTo>
                <a:lnTo>
                  <a:pt x="74338" y="28891"/>
                </a:lnTo>
                <a:close/>
              </a:path>
              <a:path w="850265" h="82550">
                <a:moveTo>
                  <a:pt x="38099" y="28590"/>
                </a:moveTo>
                <a:lnTo>
                  <a:pt x="37978" y="47640"/>
                </a:lnTo>
                <a:lnTo>
                  <a:pt x="74193" y="47941"/>
                </a:lnTo>
                <a:lnTo>
                  <a:pt x="76199" y="38496"/>
                </a:lnTo>
                <a:lnTo>
                  <a:pt x="74338" y="28891"/>
                </a:lnTo>
                <a:lnTo>
                  <a:pt x="38099" y="28590"/>
                </a:lnTo>
                <a:close/>
              </a:path>
              <a:path w="850265" h="82550">
                <a:moveTo>
                  <a:pt x="74279" y="28590"/>
                </a:moveTo>
                <a:lnTo>
                  <a:pt x="38099" y="28590"/>
                </a:lnTo>
                <a:lnTo>
                  <a:pt x="74338" y="28891"/>
                </a:lnTo>
                <a:lnTo>
                  <a:pt x="74279" y="2859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54"/>
          <p:cNvSpPr/>
          <p:nvPr/>
        </p:nvSpPr>
        <p:spPr>
          <a:xfrm>
            <a:off x="6759579" y="3460241"/>
            <a:ext cx="845185" cy="83820"/>
          </a:xfrm>
          <a:custGeom>
            <a:avLst/>
            <a:gdLst/>
            <a:ahLst/>
            <a:cxnLst/>
            <a:rect l="l" t="t" r="r" b="b"/>
            <a:pathLst>
              <a:path w="845184" h="83820">
                <a:moveTo>
                  <a:pt x="769223" y="7223"/>
                </a:moveTo>
                <a:lnTo>
                  <a:pt x="768937" y="35810"/>
                </a:lnTo>
                <a:lnTo>
                  <a:pt x="781568" y="35935"/>
                </a:lnTo>
                <a:lnTo>
                  <a:pt x="781415" y="54985"/>
                </a:lnTo>
                <a:lnTo>
                  <a:pt x="768746" y="54985"/>
                </a:lnTo>
                <a:lnTo>
                  <a:pt x="768461" y="83423"/>
                </a:lnTo>
                <a:lnTo>
                  <a:pt x="826799" y="54985"/>
                </a:lnTo>
                <a:lnTo>
                  <a:pt x="781415" y="54985"/>
                </a:lnTo>
                <a:lnTo>
                  <a:pt x="827057" y="54860"/>
                </a:lnTo>
                <a:lnTo>
                  <a:pt x="845057" y="46085"/>
                </a:lnTo>
                <a:lnTo>
                  <a:pt x="769223" y="7223"/>
                </a:lnTo>
                <a:close/>
              </a:path>
              <a:path w="845184" h="83820">
                <a:moveTo>
                  <a:pt x="38465" y="0"/>
                </a:moveTo>
                <a:lnTo>
                  <a:pt x="23604" y="2826"/>
                </a:lnTo>
                <a:lnTo>
                  <a:pt x="11426" y="10862"/>
                </a:lnTo>
                <a:lnTo>
                  <a:pt x="3151" y="22892"/>
                </a:lnTo>
                <a:lnTo>
                  <a:pt x="0" y="37703"/>
                </a:lnTo>
                <a:lnTo>
                  <a:pt x="2895" y="52582"/>
                </a:lnTo>
                <a:lnTo>
                  <a:pt x="10953" y="64769"/>
                </a:lnTo>
                <a:lnTo>
                  <a:pt x="22961" y="73048"/>
                </a:lnTo>
                <a:lnTo>
                  <a:pt x="37703" y="76199"/>
                </a:lnTo>
                <a:lnTo>
                  <a:pt x="52599" y="73372"/>
                </a:lnTo>
                <a:lnTo>
                  <a:pt x="64815" y="65333"/>
                </a:lnTo>
                <a:lnTo>
                  <a:pt x="73099" y="53294"/>
                </a:lnTo>
                <a:lnTo>
                  <a:pt x="74212" y="47969"/>
                </a:lnTo>
                <a:lnTo>
                  <a:pt x="37978" y="47609"/>
                </a:lnTo>
                <a:lnTo>
                  <a:pt x="38221" y="28559"/>
                </a:lnTo>
                <a:lnTo>
                  <a:pt x="74315" y="28559"/>
                </a:lnTo>
                <a:lnTo>
                  <a:pt x="73372" y="23604"/>
                </a:lnTo>
                <a:lnTo>
                  <a:pt x="65333" y="11426"/>
                </a:lnTo>
                <a:lnTo>
                  <a:pt x="53294" y="3151"/>
                </a:lnTo>
                <a:lnTo>
                  <a:pt x="38465" y="0"/>
                </a:lnTo>
                <a:close/>
              </a:path>
              <a:path w="845184" h="83820">
                <a:moveTo>
                  <a:pt x="768937" y="35810"/>
                </a:moveTo>
                <a:lnTo>
                  <a:pt x="768747" y="54860"/>
                </a:lnTo>
                <a:lnTo>
                  <a:pt x="781415" y="54985"/>
                </a:lnTo>
                <a:lnTo>
                  <a:pt x="781568" y="35935"/>
                </a:lnTo>
                <a:lnTo>
                  <a:pt x="768937" y="35810"/>
                </a:lnTo>
                <a:close/>
              </a:path>
              <a:path w="845184" h="83820">
                <a:moveTo>
                  <a:pt x="74383" y="28918"/>
                </a:moveTo>
                <a:lnTo>
                  <a:pt x="76199" y="38465"/>
                </a:lnTo>
                <a:lnTo>
                  <a:pt x="74212" y="47969"/>
                </a:lnTo>
                <a:lnTo>
                  <a:pt x="768747" y="54860"/>
                </a:lnTo>
                <a:lnTo>
                  <a:pt x="768937" y="35810"/>
                </a:lnTo>
                <a:lnTo>
                  <a:pt x="74383" y="28918"/>
                </a:lnTo>
                <a:close/>
              </a:path>
              <a:path w="845184" h="83820">
                <a:moveTo>
                  <a:pt x="38221" y="28559"/>
                </a:moveTo>
                <a:lnTo>
                  <a:pt x="37978" y="47609"/>
                </a:lnTo>
                <a:lnTo>
                  <a:pt x="74212" y="47969"/>
                </a:lnTo>
                <a:lnTo>
                  <a:pt x="76199" y="38465"/>
                </a:lnTo>
                <a:lnTo>
                  <a:pt x="74383" y="28918"/>
                </a:lnTo>
                <a:lnTo>
                  <a:pt x="38221" y="28559"/>
                </a:lnTo>
                <a:close/>
              </a:path>
              <a:path w="845184" h="83820">
                <a:moveTo>
                  <a:pt x="74315" y="28559"/>
                </a:moveTo>
                <a:lnTo>
                  <a:pt x="38221" y="28559"/>
                </a:lnTo>
                <a:lnTo>
                  <a:pt x="74383" y="28918"/>
                </a:lnTo>
                <a:lnTo>
                  <a:pt x="74315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55"/>
          <p:cNvSpPr/>
          <p:nvPr/>
        </p:nvSpPr>
        <p:spPr>
          <a:xfrm>
            <a:off x="6758421" y="4086605"/>
            <a:ext cx="839469" cy="80010"/>
          </a:xfrm>
          <a:custGeom>
            <a:avLst/>
            <a:gdLst/>
            <a:ahLst/>
            <a:cxnLst/>
            <a:rect l="l" t="t" r="r" b="b"/>
            <a:pathLst>
              <a:path w="839470" h="80010">
                <a:moveTo>
                  <a:pt x="762533" y="50994"/>
                </a:moveTo>
                <a:lnTo>
                  <a:pt x="762396" y="79628"/>
                </a:lnTo>
                <a:lnTo>
                  <a:pt x="820308" y="51053"/>
                </a:lnTo>
                <a:lnTo>
                  <a:pt x="775350" y="51053"/>
                </a:lnTo>
                <a:lnTo>
                  <a:pt x="762533" y="50994"/>
                </a:lnTo>
                <a:close/>
              </a:path>
              <a:path w="839470" h="80010">
                <a:moveTo>
                  <a:pt x="38252" y="0"/>
                </a:moveTo>
                <a:lnTo>
                  <a:pt x="23377" y="2893"/>
                </a:lnTo>
                <a:lnTo>
                  <a:pt x="11216" y="10968"/>
                </a:lnTo>
                <a:lnTo>
                  <a:pt x="3010" y="23021"/>
                </a:lnTo>
                <a:lnTo>
                  <a:pt x="0" y="37850"/>
                </a:lnTo>
                <a:lnTo>
                  <a:pt x="2918" y="52714"/>
                </a:lnTo>
                <a:lnTo>
                  <a:pt x="11029" y="64878"/>
                </a:lnTo>
                <a:lnTo>
                  <a:pt x="23090" y="73116"/>
                </a:lnTo>
                <a:lnTo>
                  <a:pt x="37856" y="76199"/>
                </a:lnTo>
                <a:lnTo>
                  <a:pt x="52728" y="73230"/>
                </a:lnTo>
                <a:lnTo>
                  <a:pt x="64891" y="65118"/>
                </a:lnTo>
                <a:lnTo>
                  <a:pt x="73123" y="53054"/>
                </a:lnTo>
                <a:lnTo>
                  <a:pt x="74215" y="47793"/>
                </a:lnTo>
                <a:lnTo>
                  <a:pt x="37978" y="47624"/>
                </a:lnTo>
                <a:lnTo>
                  <a:pt x="38099" y="28574"/>
                </a:lnTo>
                <a:lnTo>
                  <a:pt x="74272" y="28574"/>
                </a:lnTo>
                <a:lnTo>
                  <a:pt x="73232" y="23361"/>
                </a:lnTo>
                <a:lnTo>
                  <a:pt x="65124" y="11208"/>
                </a:lnTo>
                <a:lnTo>
                  <a:pt x="53067" y="3008"/>
                </a:lnTo>
                <a:lnTo>
                  <a:pt x="38252" y="0"/>
                </a:lnTo>
                <a:close/>
              </a:path>
              <a:path w="839470" h="80010">
                <a:moveTo>
                  <a:pt x="762625" y="31944"/>
                </a:moveTo>
                <a:lnTo>
                  <a:pt x="762533" y="50994"/>
                </a:lnTo>
                <a:lnTo>
                  <a:pt x="775350" y="51053"/>
                </a:lnTo>
                <a:lnTo>
                  <a:pt x="775350" y="32003"/>
                </a:lnTo>
                <a:lnTo>
                  <a:pt x="762625" y="31944"/>
                </a:lnTo>
                <a:close/>
              </a:path>
              <a:path w="839470" h="80010">
                <a:moveTo>
                  <a:pt x="762761" y="3428"/>
                </a:moveTo>
                <a:lnTo>
                  <a:pt x="762625" y="31944"/>
                </a:lnTo>
                <a:lnTo>
                  <a:pt x="775350" y="32003"/>
                </a:lnTo>
                <a:lnTo>
                  <a:pt x="775350" y="51053"/>
                </a:lnTo>
                <a:lnTo>
                  <a:pt x="820308" y="51053"/>
                </a:lnTo>
                <a:lnTo>
                  <a:pt x="838840" y="41909"/>
                </a:lnTo>
                <a:lnTo>
                  <a:pt x="762761" y="3428"/>
                </a:lnTo>
                <a:close/>
              </a:path>
              <a:path w="839470" h="80010">
                <a:moveTo>
                  <a:pt x="74306" y="28743"/>
                </a:moveTo>
                <a:lnTo>
                  <a:pt x="76199" y="38231"/>
                </a:lnTo>
                <a:lnTo>
                  <a:pt x="74215" y="47793"/>
                </a:lnTo>
                <a:lnTo>
                  <a:pt x="762533" y="50994"/>
                </a:lnTo>
                <a:lnTo>
                  <a:pt x="762625" y="31944"/>
                </a:lnTo>
                <a:lnTo>
                  <a:pt x="74306" y="28743"/>
                </a:lnTo>
                <a:close/>
              </a:path>
              <a:path w="839470" h="80010">
                <a:moveTo>
                  <a:pt x="38099" y="28574"/>
                </a:moveTo>
                <a:lnTo>
                  <a:pt x="37978" y="47624"/>
                </a:lnTo>
                <a:lnTo>
                  <a:pt x="74215" y="47793"/>
                </a:lnTo>
                <a:lnTo>
                  <a:pt x="76199" y="38231"/>
                </a:lnTo>
                <a:lnTo>
                  <a:pt x="74306" y="28743"/>
                </a:lnTo>
                <a:lnTo>
                  <a:pt x="38099" y="28574"/>
                </a:lnTo>
                <a:close/>
              </a:path>
              <a:path w="839470" h="80010">
                <a:moveTo>
                  <a:pt x="74272" y="28574"/>
                </a:moveTo>
                <a:lnTo>
                  <a:pt x="38099" y="28574"/>
                </a:lnTo>
                <a:lnTo>
                  <a:pt x="74306" y="28743"/>
                </a:lnTo>
                <a:lnTo>
                  <a:pt x="74272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56"/>
          <p:cNvSpPr/>
          <p:nvPr/>
        </p:nvSpPr>
        <p:spPr>
          <a:xfrm>
            <a:off x="6758421" y="4722364"/>
            <a:ext cx="831850" cy="83185"/>
          </a:xfrm>
          <a:custGeom>
            <a:avLst/>
            <a:gdLst/>
            <a:ahLst/>
            <a:cxnLst/>
            <a:rect l="l" t="t" r="r" b="b"/>
            <a:pathLst>
              <a:path w="831850" h="83185">
                <a:moveTo>
                  <a:pt x="755782" y="6476"/>
                </a:moveTo>
                <a:lnTo>
                  <a:pt x="755541" y="35068"/>
                </a:lnTo>
                <a:lnTo>
                  <a:pt x="768248" y="35183"/>
                </a:lnTo>
                <a:lnTo>
                  <a:pt x="768095" y="54233"/>
                </a:lnTo>
                <a:lnTo>
                  <a:pt x="755380" y="54233"/>
                </a:lnTo>
                <a:lnTo>
                  <a:pt x="755141" y="82676"/>
                </a:lnTo>
                <a:lnTo>
                  <a:pt x="813214" y="54233"/>
                </a:lnTo>
                <a:lnTo>
                  <a:pt x="768095" y="54233"/>
                </a:lnTo>
                <a:lnTo>
                  <a:pt x="813449" y="54117"/>
                </a:lnTo>
                <a:lnTo>
                  <a:pt x="831616" y="45220"/>
                </a:lnTo>
                <a:lnTo>
                  <a:pt x="755782" y="6476"/>
                </a:lnTo>
                <a:close/>
              </a:path>
              <a:path w="831850" h="83185">
                <a:moveTo>
                  <a:pt x="38374" y="0"/>
                </a:moveTo>
                <a:lnTo>
                  <a:pt x="23552" y="2896"/>
                </a:lnTo>
                <a:lnTo>
                  <a:pt x="11380" y="10956"/>
                </a:lnTo>
                <a:lnTo>
                  <a:pt x="3111" y="22968"/>
                </a:lnTo>
                <a:lnTo>
                  <a:pt x="0" y="37718"/>
                </a:lnTo>
                <a:lnTo>
                  <a:pt x="2827" y="52592"/>
                </a:lnTo>
                <a:lnTo>
                  <a:pt x="10866" y="64773"/>
                </a:lnTo>
                <a:lnTo>
                  <a:pt x="22905" y="73047"/>
                </a:lnTo>
                <a:lnTo>
                  <a:pt x="37734" y="76199"/>
                </a:lnTo>
                <a:lnTo>
                  <a:pt x="52608" y="73308"/>
                </a:lnTo>
                <a:lnTo>
                  <a:pt x="64785" y="65247"/>
                </a:lnTo>
                <a:lnTo>
                  <a:pt x="73052" y="53233"/>
                </a:lnTo>
                <a:lnTo>
                  <a:pt x="74179" y="47952"/>
                </a:lnTo>
                <a:lnTo>
                  <a:pt x="37978" y="47624"/>
                </a:lnTo>
                <a:lnTo>
                  <a:pt x="38099" y="28574"/>
                </a:lnTo>
                <a:lnTo>
                  <a:pt x="74280" y="28574"/>
                </a:lnTo>
                <a:lnTo>
                  <a:pt x="73315" y="23596"/>
                </a:lnTo>
                <a:lnTo>
                  <a:pt x="65242" y="11386"/>
                </a:lnTo>
                <a:lnTo>
                  <a:pt x="53191" y="3104"/>
                </a:lnTo>
                <a:lnTo>
                  <a:pt x="38374" y="0"/>
                </a:lnTo>
                <a:close/>
              </a:path>
              <a:path w="831850" h="83185">
                <a:moveTo>
                  <a:pt x="755541" y="35068"/>
                </a:moveTo>
                <a:lnTo>
                  <a:pt x="755381" y="54117"/>
                </a:lnTo>
                <a:lnTo>
                  <a:pt x="768095" y="54233"/>
                </a:lnTo>
                <a:lnTo>
                  <a:pt x="768248" y="35183"/>
                </a:lnTo>
                <a:lnTo>
                  <a:pt x="755541" y="35068"/>
                </a:lnTo>
                <a:close/>
              </a:path>
              <a:path w="831850" h="83185">
                <a:moveTo>
                  <a:pt x="74344" y="28903"/>
                </a:moveTo>
                <a:lnTo>
                  <a:pt x="76199" y="38480"/>
                </a:lnTo>
                <a:lnTo>
                  <a:pt x="74179" y="47952"/>
                </a:lnTo>
                <a:lnTo>
                  <a:pt x="755381" y="54117"/>
                </a:lnTo>
                <a:lnTo>
                  <a:pt x="755541" y="35068"/>
                </a:lnTo>
                <a:lnTo>
                  <a:pt x="74344" y="28903"/>
                </a:lnTo>
                <a:close/>
              </a:path>
              <a:path w="831850" h="83185">
                <a:moveTo>
                  <a:pt x="38099" y="28574"/>
                </a:moveTo>
                <a:lnTo>
                  <a:pt x="37978" y="47624"/>
                </a:lnTo>
                <a:lnTo>
                  <a:pt x="74179" y="47952"/>
                </a:lnTo>
                <a:lnTo>
                  <a:pt x="76199" y="38480"/>
                </a:lnTo>
                <a:lnTo>
                  <a:pt x="74344" y="28903"/>
                </a:lnTo>
                <a:lnTo>
                  <a:pt x="38099" y="28574"/>
                </a:lnTo>
                <a:close/>
              </a:path>
              <a:path w="831850" h="83185">
                <a:moveTo>
                  <a:pt x="74280" y="28574"/>
                </a:moveTo>
                <a:lnTo>
                  <a:pt x="38099" y="28574"/>
                </a:lnTo>
                <a:lnTo>
                  <a:pt x="74344" y="28903"/>
                </a:lnTo>
                <a:lnTo>
                  <a:pt x="74280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57"/>
          <p:cNvSpPr/>
          <p:nvPr/>
        </p:nvSpPr>
        <p:spPr>
          <a:xfrm>
            <a:off x="8642847" y="1553961"/>
            <a:ext cx="743585" cy="80010"/>
          </a:xfrm>
          <a:custGeom>
            <a:avLst/>
            <a:gdLst/>
            <a:ahLst/>
            <a:cxnLst/>
            <a:rect l="l" t="t" r="r" b="b"/>
            <a:pathLst>
              <a:path w="743584" h="80010">
                <a:moveTo>
                  <a:pt x="37856" y="3809"/>
                </a:moveTo>
                <a:lnTo>
                  <a:pt x="23090" y="6908"/>
                </a:lnTo>
                <a:lnTo>
                  <a:pt x="11029" y="15179"/>
                </a:lnTo>
                <a:lnTo>
                  <a:pt x="2918" y="27358"/>
                </a:lnTo>
                <a:lnTo>
                  <a:pt x="0" y="42184"/>
                </a:lnTo>
                <a:lnTo>
                  <a:pt x="3094" y="56997"/>
                </a:lnTo>
                <a:lnTo>
                  <a:pt x="11334" y="69041"/>
                </a:lnTo>
                <a:lnTo>
                  <a:pt x="23501" y="77112"/>
                </a:lnTo>
                <a:lnTo>
                  <a:pt x="38374" y="80009"/>
                </a:lnTo>
                <a:lnTo>
                  <a:pt x="53191" y="76935"/>
                </a:lnTo>
                <a:lnTo>
                  <a:pt x="65242" y="68717"/>
                </a:lnTo>
                <a:lnTo>
                  <a:pt x="73315" y="56589"/>
                </a:lnTo>
                <a:lnTo>
                  <a:pt x="74317" y="51450"/>
                </a:lnTo>
                <a:lnTo>
                  <a:pt x="38252" y="51450"/>
                </a:lnTo>
                <a:lnTo>
                  <a:pt x="38099" y="32400"/>
                </a:lnTo>
                <a:lnTo>
                  <a:pt x="74210" y="32185"/>
                </a:lnTo>
                <a:lnTo>
                  <a:pt x="73123" y="26938"/>
                </a:lnTo>
                <a:lnTo>
                  <a:pt x="64891" y="14843"/>
                </a:lnTo>
                <a:lnTo>
                  <a:pt x="52728" y="6726"/>
                </a:lnTo>
                <a:lnTo>
                  <a:pt x="37856" y="3809"/>
                </a:lnTo>
                <a:close/>
              </a:path>
              <a:path w="743584" h="80010">
                <a:moveTo>
                  <a:pt x="724943" y="28590"/>
                </a:moveTo>
                <a:lnTo>
                  <a:pt x="679856" y="28590"/>
                </a:lnTo>
                <a:lnTo>
                  <a:pt x="679978" y="47640"/>
                </a:lnTo>
                <a:lnTo>
                  <a:pt x="667329" y="47715"/>
                </a:lnTo>
                <a:lnTo>
                  <a:pt x="667511" y="76199"/>
                </a:lnTo>
                <a:lnTo>
                  <a:pt x="743468" y="37734"/>
                </a:lnTo>
                <a:lnTo>
                  <a:pt x="724943" y="28590"/>
                </a:lnTo>
                <a:close/>
              </a:path>
              <a:path w="743584" h="80010">
                <a:moveTo>
                  <a:pt x="74210" y="32185"/>
                </a:moveTo>
                <a:lnTo>
                  <a:pt x="38099" y="32400"/>
                </a:lnTo>
                <a:lnTo>
                  <a:pt x="38252" y="51450"/>
                </a:lnTo>
                <a:lnTo>
                  <a:pt x="74359" y="51235"/>
                </a:lnTo>
                <a:lnTo>
                  <a:pt x="76199" y="41788"/>
                </a:lnTo>
                <a:lnTo>
                  <a:pt x="74210" y="32185"/>
                </a:lnTo>
                <a:close/>
              </a:path>
              <a:path w="743584" h="80010">
                <a:moveTo>
                  <a:pt x="74359" y="51235"/>
                </a:moveTo>
                <a:lnTo>
                  <a:pt x="38252" y="51450"/>
                </a:lnTo>
                <a:lnTo>
                  <a:pt x="74317" y="51450"/>
                </a:lnTo>
                <a:lnTo>
                  <a:pt x="74359" y="51235"/>
                </a:lnTo>
                <a:close/>
              </a:path>
              <a:path w="743584" h="80010">
                <a:moveTo>
                  <a:pt x="667207" y="28665"/>
                </a:moveTo>
                <a:lnTo>
                  <a:pt x="74210" y="32185"/>
                </a:lnTo>
                <a:lnTo>
                  <a:pt x="76199" y="41788"/>
                </a:lnTo>
                <a:lnTo>
                  <a:pt x="74359" y="51235"/>
                </a:lnTo>
                <a:lnTo>
                  <a:pt x="667329" y="47715"/>
                </a:lnTo>
                <a:lnTo>
                  <a:pt x="667207" y="28665"/>
                </a:lnTo>
                <a:close/>
              </a:path>
              <a:path w="743584" h="80010">
                <a:moveTo>
                  <a:pt x="679856" y="28590"/>
                </a:moveTo>
                <a:lnTo>
                  <a:pt x="667207" y="28665"/>
                </a:lnTo>
                <a:lnTo>
                  <a:pt x="667329" y="47715"/>
                </a:lnTo>
                <a:lnTo>
                  <a:pt x="679978" y="47640"/>
                </a:lnTo>
                <a:lnTo>
                  <a:pt x="679856" y="28590"/>
                </a:lnTo>
                <a:close/>
              </a:path>
              <a:path w="743584" h="80010">
                <a:moveTo>
                  <a:pt x="667024" y="0"/>
                </a:moveTo>
                <a:lnTo>
                  <a:pt x="667207" y="28665"/>
                </a:lnTo>
                <a:lnTo>
                  <a:pt x="724943" y="28590"/>
                </a:lnTo>
                <a:lnTo>
                  <a:pt x="66702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58"/>
          <p:cNvSpPr/>
          <p:nvPr/>
        </p:nvSpPr>
        <p:spPr>
          <a:xfrm>
            <a:off x="8635624" y="2175266"/>
            <a:ext cx="751205" cy="76200"/>
          </a:xfrm>
          <a:custGeom>
            <a:avLst/>
            <a:gdLst/>
            <a:ahLst/>
            <a:cxnLst/>
            <a:rect l="l" t="t" r="r" b="b"/>
            <a:pathLst>
              <a:path w="751204" h="76200">
                <a:moveTo>
                  <a:pt x="38099" y="0"/>
                </a:moveTo>
                <a:lnTo>
                  <a:pt x="23300" y="3004"/>
                </a:lnTo>
                <a:lnTo>
                  <a:pt x="11186" y="11186"/>
                </a:lnTo>
                <a:lnTo>
                  <a:pt x="3004" y="23300"/>
                </a:lnTo>
                <a:lnTo>
                  <a:pt x="0" y="38099"/>
                </a:lnTo>
                <a:lnTo>
                  <a:pt x="3004" y="52938"/>
                </a:lnTo>
                <a:lnTo>
                  <a:pt x="11186" y="65048"/>
                </a:lnTo>
                <a:lnTo>
                  <a:pt x="23300" y="73208"/>
                </a:lnTo>
                <a:lnTo>
                  <a:pt x="38099" y="76199"/>
                </a:lnTo>
                <a:lnTo>
                  <a:pt x="52951" y="73208"/>
                </a:lnTo>
                <a:lnTo>
                  <a:pt x="65059" y="65048"/>
                </a:lnTo>
                <a:lnTo>
                  <a:pt x="73212" y="52938"/>
                </a:lnTo>
                <a:lnTo>
                  <a:pt x="74285" y="47609"/>
                </a:lnTo>
                <a:lnTo>
                  <a:pt x="38099" y="47609"/>
                </a:lnTo>
                <a:lnTo>
                  <a:pt x="38099" y="28559"/>
                </a:lnTo>
                <a:lnTo>
                  <a:pt x="74274" y="28559"/>
                </a:lnTo>
                <a:lnTo>
                  <a:pt x="73212" y="23300"/>
                </a:lnTo>
                <a:lnTo>
                  <a:pt x="65059" y="11186"/>
                </a:lnTo>
                <a:lnTo>
                  <a:pt x="52951" y="3004"/>
                </a:lnTo>
                <a:lnTo>
                  <a:pt x="38099" y="0"/>
                </a:lnTo>
                <a:close/>
              </a:path>
              <a:path w="751204" h="76200">
                <a:moveTo>
                  <a:pt x="674491" y="0"/>
                </a:moveTo>
                <a:lnTo>
                  <a:pt x="674491" y="76199"/>
                </a:lnTo>
                <a:lnTo>
                  <a:pt x="731672" y="47609"/>
                </a:lnTo>
                <a:lnTo>
                  <a:pt x="687205" y="47609"/>
                </a:lnTo>
                <a:lnTo>
                  <a:pt x="687205" y="28559"/>
                </a:lnTo>
                <a:lnTo>
                  <a:pt x="731611" y="28559"/>
                </a:lnTo>
                <a:lnTo>
                  <a:pt x="674491" y="0"/>
                </a:lnTo>
                <a:close/>
              </a:path>
              <a:path w="751204" h="76200">
                <a:moveTo>
                  <a:pt x="74274" y="28559"/>
                </a:moveTo>
                <a:lnTo>
                  <a:pt x="38099" y="28559"/>
                </a:lnTo>
                <a:lnTo>
                  <a:pt x="38099" y="47609"/>
                </a:lnTo>
                <a:lnTo>
                  <a:pt x="74285" y="47609"/>
                </a:lnTo>
                <a:lnTo>
                  <a:pt x="76199" y="38099"/>
                </a:lnTo>
                <a:lnTo>
                  <a:pt x="74274" y="28559"/>
                </a:lnTo>
                <a:close/>
              </a:path>
              <a:path w="751204" h="76200">
                <a:moveTo>
                  <a:pt x="674491" y="28559"/>
                </a:moveTo>
                <a:lnTo>
                  <a:pt x="74274" y="28559"/>
                </a:lnTo>
                <a:lnTo>
                  <a:pt x="76199" y="38099"/>
                </a:lnTo>
                <a:lnTo>
                  <a:pt x="74285" y="47609"/>
                </a:lnTo>
                <a:lnTo>
                  <a:pt x="674491" y="47609"/>
                </a:lnTo>
                <a:lnTo>
                  <a:pt x="674491" y="28559"/>
                </a:lnTo>
                <a:close/>
              </a:path>
              <a:path w="751204" h="76200">
                <a:moveTo>
                  <a:pt x="731611" y="28559"/>
                </a:moveTo>
                <a:lnTo>
                  <a:pt x="687205" y="28559"/>
                </a:lnTo>
                <a:lnTo>
                  <a:pt x="687205" y="47609"/>
                </a:lnTo>
                <a:lnTo>
                  <a:pt x="731672" y="47609"/>
                </a:lnTo>
                <a:lnTo>
                  <a:pt x="750691" y="38099"/>
                </a:lnTo>
                <a:lnTo>
                  <a:pt x="731611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59"/>
          <p:cNvSpPr/>
          <p:nvPr/>
        </p:nvSpPr>
        <p:spPr>
          <a:xfrm>
            <a:off x="8653912" y="2792730"/>
            <a:ext cx="732790" cy="79375"/>
          </a:xfrm>
          <a:custGeom>
            <a:avLst/>
            <a:gdLst/>
            <a:ahLst/>
            <a:cxnLst/>
            <a:rect l="l" t="t" r="r" b="b"/>
            <a:pathLst>
              <a:path w="732790" h="79375">
                <a:moveTo>
                  <a:pt x="656097" y="50238"/>
                </a:moveTo>
                <a:lnTo>
                  <a:pt x="655960" y="78851"/>
                </a:lnTo>
                <a:lnTo>
                  <a:pt x="713677" y="50291"/>
                </a:lnTo>
                <a:lnTo>
                  <a:pt x="668792" y="50291"/>
                </a:lnTo>
                <a:lnTo>
                  <a:pt x="656097" y="50238"/>
                </a:lnTo>
                <a:close/>
              </a:path>
              <a:path w="732790" h="79375">
                <a:moveTo>
                  <a:pt x="38221" y="0"/>
                </a:moveTo>
                <a:lnTo>
                  <a:pt x="23432" y="2967"/>
                </a:lnTo>
                <a:lnTo>
                  <a:pt x="11304" y="11079"/>
                </a:lnTo>
                <a:lnTo>
                  <a:pt x="3078" y="23145"/>
                </a:lnTo>
                <a:lnTo>
                  <a:pt x="0" y="37978"/>
                </a:lnTo>
                <a:lnTo>
                  <a:pt x="2916" y="52835"/>
                </a:lnTo>
                <a:lnTo>
                  <a:pt x="11033" y="64987"/>
                </a:lnTo>
                <a:lnTo>
                  <a:pt x="23128" y="73189"/>
                </a:lnTo>
                <a:lnTo>
                  <a:pt x="37978" y="76199"/>
                </a:lnTo>
                <a:lnTo>
                  <a:pt x="52767" y="73283"/>
                </a:lnTo>
                <a:lnTo>
                  <a:pt x="64895" y="65166"/>
                </a:lnTo>
                <a:lnTo>
                  <a:pt x="73121" y="53071"/>
                </a:lnTo>
                <a:lnTo>
                  <a:pt x="74221" y="47763"/>
                </a:lnTo>
                <a:lnTo>
                  <a:pt x="38099" y="47609"/>
                </a:lnTo>
                <a:lnTo>
                  <a:pt x="38099" y="28559"/>
                </a:lnTo>
                <a:lnTo>
                  <a:pt x="74294" y="28559"/>
                </a:lnTo>
                <a:lnTo>
                  <a:pt x="73283" y="23432"/>
                </a:lnTo>
                <a:lnTo>
                  <a:pt x="65166" y="11304"/>
                </a:lnTo>
                <a:lnTo>
                  <a:pt x="53071" y="3078"/>
                </a:lnTo>
                <a:lnTo>
                  <a:pt x="38221" y="0"/>
                </a:lnTo>
                <a:close/>
              </a:path>
              <a:path w="732790" h="79375">
                <a:moveTo>
                  <a:pt x="656188" y="31187"/>
                </a:moveTo>
                <a:lnTo>
                  <a:pt x="656097" y="50238"/>
                </a:lnTo>
                <a:lnTo>
                  <a:pt x="668792" y="50291"/>
                </a:lnTo>
                <a:lnTo>
                  <a:pt x="668914" y="31241"/>
                </a:lnTo>
                <a:lnTo>
                  <a:pt x="656188" y="31187"/>
                </a:lnTo>
                <a:close/>
              </a:path>
              <a:path w="732790" h="79375">
                <a:moveTo>
                  <a:pt x="656325" y="2651"/>
                </a:moveTo>
                <a:lnTo>
                  <a:pt x="656188" y="31187"/>
                </a:lnTo>
                <a:lnTo>
                  <a:pt x="668914" y="31241"/>
                </a:lnTo>
                <a:lnTo>
                  <a:pt x="668792" y="50291"/>
                </a:lnTo>
                <a:lnTo>
                  <a:pt x="713677" y="50291"/>
                </a:lnTo>
                <a:lnTo>
                  <a:pt x="732403" y="41026"/>
                </a:lnTo>
                <a:lnTo>
                  <a:pt x="656325" y="2651"/>
                </a:lnTo>
                <a:close/>
              </a:path>
              <a:path w="732790" h="79375">
                <a:moveTo>
                  <a:pt x="74324" y="28713"/>
                </a:moveTo>
                <a:lnTo>
                  <a:pt x="76199" y="38221"/>
                </a:lnTo>
                <a:lnTo>
                  <a:pt x="74221" y="47763"/>
                </a:lnTo>
                <a:lnTo>
                  <a:pt x="656097" y="50238"/>
                </a:lnTo>
                <a:lnTo>
                  <a:pt x="656188" y="31187"/>
                </a:lnTo>
                <a:lnTo>
                  <a:pt x="74324" y="28713"/>
                </a:lnTo>
                <a:close/>
              </a:path>
              <a:path w="732790" h="79375">
                <a:moveTo>
                  <a:pt x="38099" y="28559"/>
                </a:moveTo>
                <a:lnTo>
                  <a:pt x="38099" y="47609"/>
                </a:lnTo>
                <a:lnTo>
                  <a:pt x="74221" y="47763"/>
                </a:lnTo>
                <a:lnTo>
                  <a:pt x="76199" y="38221"/>
                </a:lnTo>
                <a:lnTo>
                  <a:pt x="74324" y="28713"/>
                </a:lnTo>
                <a:lnTo>
                  <a:pt x="38099" y="28559"/>
                </a:lnTo>
                <a:close/>
              </a:path>
              <a:path w="732790" h="79375">
                <a:moveTo>
                  <a:pt x="74294" y="28559"/>
                </a:moveTo>
                <a:lnTo>
                  <a:pt x="38099" y="28559"/>
                </a:lnTo>
                <a:lnTo>
                  <a:pt x="74324" y="28713"/>
                </a:lnTo>
                <a:lnTo>
                  <a:pt x="74294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60"/>
          <p:cNvSpPr/>
          <p:nvPr/>
        </p:nvSpPr>
        <p:spPr>
          <a:xfrm>
            <a:off x="8650223" y="3468227"/>
            <a:ext cx="727075" cy="76200"/>
          </a:xfrm>
          <a:custGeom>
            <a:avLst/>
            <a:gdLst/>
            <a:ahLst/>
            <a:cxnLst/>
            <a:rect l="l" t="t" r="r" b="b"/>
            <a:pathLst>
              <a:path w="727075" h="76200">
                <a:moveTo>
                  <a:pt x="38099" y="0"/>
                </a:moveTo>
                <a:lnTo>
                  <a:pt x="23248" y="3008"/>
                </a:lnTo>
                <a:lnTo>
                  <a:pt x="11140" y="11197"/>
                </a:lnTo>
                <a:lnTo>
                  <a:pt x="2987" y="23312"/>
                </a:lnTo>
                <a:lnTo>
                  <a:pt x="0" y="38099"/>
                </a:lnTo>
                <a:lnTo>
                  <a:pt x="2987" y="52951"/>
                </a:lnTo>
                <a:lnTo>
                  <a:pt x="11140" y="65059"/>
                </a:lnTo>
                <a:lnTo>
                  <a:pt x="23248" y="73212"/>
                </a:lnTo>
                <a:lnTo>
                  <a:pt x="38099" y="76199"/>
                </a:lnTo>
                <a:lnTo>
                  <a:pt x="52899" y="73212"/>
                </a:lnTo>
                <a:lnTo>
                  <a:pt x="65013" y="65059"/>
                </a:lnTo>
                <a:lnTo>
                  <a:pt x="73195" y="52951"/>
                </a:lnTo>
                <a:lnTo>
                  <a:pt x="74270" y="47640"/>
                </a:lnTo>
                <a:lnTo>
                  <a:pt x="38099" y="47640"/>
                </a:lnTo>
                <a:lnTo>
                  <a:pt x="38099" y="28590"/>
                </a:lnTo>
                <a:lnTo>
                  <a:pt x="74267" y="28590"/>
                </a:lnTo>
                <a:lnTo>
                  <a:pt x="73195" y="23312"/>
                </a:lnTo>
                <a:lnTo>
                  <a:pt x="65013" y="11197"/>
                </a:lnTo>
                <a:lnTo>
                  <a:pt x="52899" y="3008"/>
                </a:lnTo>
                <a:lnTo>
                  <a:pt x="38099" y="0"/>
                </a:lnTo>
                <a:close/>
              </a:path>
              <a:path w="727075" h="76200">
                <a:moveTo>
                  <a:pt x="650382" y="0"/>
                </a:moveTo>
                <a:lnTo>
                  <a:pt x="650382" y="76199"/>
                </a:lnTo>
                <a:lnTo>
                  <a:pt x="707501" y="47640"/>
                </a:lnTo>
                <a:lnTo>
                  <a:pt x="663071" y="47640"/>
                </a:lnTo>
                <a:lnTo>
                  <a:pt x="663071" y="28590"/>
                </a:lnTo>
                <a:lnTo>
                  <a:pt x="707562" y="28590"/>
                </a:lnTo>
                <a:lnTo>
                  <a:pt x="650382" y="0"/>
                </a:lnTo>
                <a:close/>
              </a:path>
              <a:path w="727075" h="76200">
                <a:moveTo>
                  <a:pt x="74267" y="28590"/>
                </a:moveTo>
                <a:lnTo>
                  <a:pt x="38099" y="28590"/>
                </a:lnTo>
                <a:lnTo>
                  <a:pt x="38099" y="47640"/>
                </a:lnTo>
                <a:lnTo>
                  <a:pt x="74270" y="47640"/>
                </a:lnTo>
                <a:lnTo>
                  <a:pt x="76199" y="38099"/>
                </a:lnTo>
                <a:lnTo>
                  <a:pt x="74267" y="28590"/>
                </a:lnTo>
                <a:close/>
              </a:path>
              <a:path w="727075" h="76200">
                <a:moveTo>
                  <a:pt x="650382" y="28590"/>
                </a:moveTo>
                <a:lnTo>
                  <a:pt x="74267" y="28590"/>
                </a:lnTo>
                <a:lnTo>
                  <a:pt x="76199" y="38099"/>
                </a:lnTo>
                <a:lnTo>
                  <a:pt x="74270" y="47640"/>
                </a:lnTo>
                <a:lnTo>
                  <a:pt x="650382" y="47640"/>
                </a:lnTo>
                <a:lnTo>
                  <a:pt x="650382" y="28590"/>
                </a:lnTo>
                <a:close/>
              </a:path>
              <a:path w="727075" h="76200">
                <a:moveTo>
                  <a:pt x="707562" y="28590"/>
                </a:moveTo>
                <a:lnTo>
                  <a:pt x="663071" y="28590"/>
                </a:lnTo>
                <a:lnTo>
                  <a:pt x="663071" y="47640"/>
                </a:lnTo>
                <a:lnTo>
                  <a:pt x="707501" y="47640"/>
                </a:lnTo>
                <a:lnTo>
                  <a:pt x="726582" y="38099"/>
                </a:lnTo>
                <a:lnTo>
                  <a:pt x="707562" y="2859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61"/>
          <p:cNvSpPr/>
          <p:nvPr/>
        </p:nvSpPr>
        <p:spPr>
          <a:xfrm>
            <a:off x="8642847" y="4090416"/>
            <a:ext cx="727075" cy="80645"/>
          </a:xfrm>
          <a:custGeom>
            <a:avLst/>
            <a:gdLst/>
            <a:ahLst/>
            <a:cxnLst/>
            <a:rect l="l" t="t" r="r" b="b"/>
            <a:pathLst>
              <a:path w="727075" h="80645">
                <a:moveTo>
                  <a:pt x="650321" y="51976"/>
                </a:moveTo>
                <a:lnTo>
                  <a:pt x="650138" y="80522"/>
                </a:lnTo>
                <a:lnTo>
                  <a:pt x="708194" y="52065"/>
                </a:lnTo>
                <a:lnTo>
                  <a:pt x="662939" y="52065"/>
                </a:lnTo>
                <a:lnTo>
                  <a:pt x="650321" y="51976"/>
                </a:lnTo>
                <a:close/>
              </a:path>
              <a:path w="727075" h="80645">
                <a:moveTo>
                  <a:pt x="38374" y="0"/>
                </a:moveTo>
                <a:lnTo>
                  <a:pt x="23552" y="2893"/>
                </a:lnTo>
                <a:lnTo>
                  <a:pt x="11380" y="10968"/>
                </a:lnTo>
                <a:lnTo>
                  <a:pt x="3111" y="23021"/>
                </a:lnTo>
                <a:lnTo>
                  <a:pt x="0" y="37850"/>
                </a:lnTo>
                <a:lnTo>
                  <a:pt x="2897" y="52664"/>
                </a:lnTo>
                <a:lnTo>
                  <a:pt x="10972" y="64834"/>
                </a:lnTo>
                <a:lnTo>
                  <a:pt x="23025" y="73099"/>
                </a:lnTo>
                <a:lnTo>
                  <a:pt x="37856" y="76199"/>
                </a:lnTo>
                <a:lnTo>
                  <a:pt x="52728" y="73306"/>
                </a:lnTo>
                <a:lnTo>
                  <a:pt x="64891" y="65231"/>
                </a:lnTo>
                <a:lnTo>
                  <a:pt x="73123" y="53178"/>
                </a:lnTo>
                <a:lnTo>
                  <a:pt x="74222" y="47881"/>
                </a:lnTo>
                <a:lnTo>
                  <a:pt x="38099" y="47624"/>
                </a:lnTo>
                <a:lnTo>
                  <a:pt x="38252" y="28574"/>
                </a:lnTo>
                <a:lnTo>
                  <a:pt x="74303" y="28574"/>
                </a:lnTo>
                <a:lnTo>
                  <a:pt x="73315" y="23485"/>
                </a:lnTo>
                <a:lnTo>
                  <a:pt x="65242" y="11321"/>
                </a:lnTo>
                <a:lnTo>
                  <a:pt x="53191" y="3083"/>
                </a:lnTo>
                <a:lnTo>
                  <a:pt x="38374" y="0"/>
                </a:lnTo>
                <a:close/>
              </a:path>
              <a:path w="727075" h="80645">
                <a:moveTo>
                  <a:pt x="650443" y="32926"/>
                </a:moveTo>
                <a:lnTo>
                  <a:pt x="650321" y="51976"/>
                </a:lnTo>
                <a:lnTo>
                  <a:pt x="662939" y="52065"/>
                </a:lnTo>
                <a:lnTo>
                  <a:pt x="663092" y="33015"/>
                </a:lnTo>
                <a:lnTo>
                  <a:pt x="650443" y="32926"/>
                </a:lnTo>
                <a:close/>
              </a:path>
              <a:path w="727075" h="80645">
                <a:moveTo>
                  <a:pt x="650626" y="4322"/>
                </a:moveTo>
                <a:lnTo>
                  <a:pt x="650443" y="32926"/>
                </a:lnTo>
                <a:lnTo>
                  <a:pt x="663092" y="33015"/>
                </a:lnTo>
                <a:lnTo>
                  <a:pt x="662939" y="52065"/>
                </a:lnTo>
                <a:lnTo>
                  <a:pt x="708194" y="52065"/>
                </a:lnTo>
                <a:lnTo>
                  <a:pt x="726582" y="43052"/>
                </a:lnTo>
                <a:lnTo>
                  <a:pt x="650626" y="4322"/>
                </a:lnTo>
                <a:close/>
              </a:path>
              <a:path w="727075" h="80645">
                <a:moveTo>
                  <a:pt x="74353" y="28831"/>
                </a:moveTo>
                <a:lnTo>
                  <a:pt x="76199" y="38349"/>
                </a:lnTo>
                <a:lnTo>
                  <a:pt x="74222" y="47881"/>
                </a:lnTo>
                <a:lnTo>
                  <a:pt x="650321" y="51976"/>
                </a:lnTo>
                <a:lnTo>
                  <a:pt x="650443" y="32926"/>
                </a:lnTo>
                <a:lnTo>
                  <a:pt x="74353" y="28831"/>
                </a:lnTo>
                <a:close/>
              </a:path>
              <a:path w="727075" h="80645">
                <a:moveTo>
                  <a:pt x="38252" y="28574"/>
                </a:moveTo>
                <a:lnTo>
                  <a:pt x="38099" y="47624"/>
                </a:lnTo>
                <a:lnTo>
                  <a:pt x="74222" y="47881"/>
                </a:lnTo>
                <a:lnTo>
                  <a:pt x="76199" y="38349"/>
                </a:lnTo>
                <a:lnTo>
                  <a:pt x="74353" y="28831"/>
                </a:lnTo>
                <a:lnTo>
                  <a:pt x="38252" y="28574"/>
                </a:lnTo>
                <a:close/>
              </a:path>
              <a:path w="727075" h="80645">
                <a:moveTo>
                  <a:pt x="74303" y="28574"/>
                </a:moveTo>
                <a:lnTo>
                  <a:pt x="38252" y="28574"/>
                </a:lnTo>
                <a:lnTo>
                  <a:pt x="74353" y="28831"/>
                </a:lnTo>
                <a:lnTo>
                  <a:pt x="74303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62"/>
          <p:cNvSpPr/>
          <p:nvPr/>
        </p:nvSpPr>
        <p:spPr>
          <a:xfrm>
            <a:off x="8635624" y="4729484"/>
            <a:ext cx="741680" cy="76200"/>
          </a:xfrm>
          <a:custGeom>
            <a:avLst/>
            <a:gdLst/>
            <a:ahLst/>
            <a:cxnLst/>
            <a:rect l="l" t="t" r="r" b="b"/>
            <a:pathLst>
              <a:path w="741679" h="76200">
                <a:moveTo>
                  <a:pt x="38099" y="0"/>
                </a:moveTo>
                <a:lnTo>
                  <a:pt x="23300" y="2987"/>
                </a:lnTo>
                <a:lnTo>
                  <a:pt x="11186" y="11142"/>
                </a:lnTo>
                <a:lnTo>
                  <a:pt x="3004" y="23251"/>
                </a:lnTo>
                <a:lnTo>
                  <a:pt x="0" y="38099"/>
                </a:lnTo>
                <a:lnTo>
                  <a:pt x="3004" y="52943"/>
                </a:lnTo>
                <a:lnTo>
                  <a:pt x="11186" y="65052"/>
                </a:lnTo>
                <a:lnTo>
                  <a:pt x="23300" y="73210"/>
                </a:lnTo>
                <a:lnTo>
                  <a:pt x="38099" y="76199"/>
                </a:lnTo>
                <a:lnTo>
                  <a:pt x="52951" y="73210"/>
                </a:lnTo>
                <a:lnTo>
                  <a:pt x="65059" y="65052"/>
                </a:lnTo>
                <a:lnTo>
                  <a:pt x="73212" y="52943"/>
                </a:lnTo>
                <a:lnTo>
                  <a:pt x="74283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3" y="28574"/>
                </a:lnTo>
                <a:lnTo>
                  <a:pt x="73212" y="23251"/>
                </a:lnTo>
                <a:lnTo>
                  <a:pt x="65059" y="11142"/>
                </a:lnTo>
                <a:lnTo>
                  <a:pt x="52951" y="2987"/>
                </a:lnTo>
                <a:lnTo>
                  <a:pt x="38099" y="0"/>
                </a:lnTo>
                <a:close/>
              </a:path>
              <a:path w="741679" h="76200">
                <a:moveTo>
                  <a:pt x="664982" y="0"/>
                </a:moveTo>
                <a:lnTo>
                  <a:pt x="664982" y="76199"/>
                </a:lnTo>
                <a:lnTo>
                  <a:pt x="722132" y="47624"/>
                </a:lnTo>
                <a:lnTo>
                  <a:pt x="677680" y="47624"/>
                </a:lnTo>
                <a:lnTo>
                  <a:pt x="677680" y="28574"/>
                </a:lnTo>
                <a:lnTo>
                  <a:pt x="722132" y="28574"/>
                </a:lnTo>
                <a:lnTo>
                  <a:pt x="664982" y="0"/>
                </a:lnTo>
                <a:close/>
              </a:path>
              <a:path w="741679" h="76200">
                <a:moveTo>
                  <a:pt x="74283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3" y="47624"/>
                </a:lnTo>
                <a:lnTo>
                  <a:pt x="76199" y="38099"/>
                </a:lnTo>
                <a:lnTo>
                  <a:pt x="74283" y="28574"/>
                </a:lnTo>
                <a:close/>
              </a:path>
              <a:path w="741679" h="76200">
                <a:moveTo>
                  <a:pt x="664982" y="28574"/>
                </a:moveTo>
                <a:lnTo>
                  <a:pt x="74283" y="28574"/>
                </a:lnTo>
                <a:lnTo>
                  <a:pt x="76199" y="38099"/>
                </a:lnTo>
                <a:lnTo>
                  <a:pt x="74283" y="47624"/>
                </a:lnTo>
                <a:lnTo>
                  <a:pt x="664982" y="47624"/>
                </a:lnTo>
                <a:lnTo>
                  <a:pt x="664982" y="28574"/>
                </a:lnTo>
                <a:close/>
              </a:path>
              <a:path w="741679" h="76200">
                <a:moveTo>
                  <a:pt x="722132" y="28574"/>
                </a:moveTo>
                <a:lnTo>
                  <a:pt x="677680" y="28574"/>
                </a:lnTo>
                <a:lnTo>
                  <a:pt x="677680" y="47624"/>
                </a:lnTo>
                <a:lnTo>
                  <a:pt x="722132" y="47624"/>
                </a:lnTo>
                <a:lnTo>
                  <a:pt x="741182" y="38099"/>
                </a:lnTo>
                <a:lnTo>
                  <a:pt x="722132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64"/>
          <p:cNvSpPr/>
          <p:nvPr/>
        </p:nvSpPr>
        <p:spPr>
          <a:xfrm>
            <a:off x="6309878" y="5151613"/>
            <a:ext cx="486665" cy="4866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65"/>
          <p:cNvSpPr txBox="1"/>
          <p:nvPr/>
        </p:nvSpPr>
        <p:spPr>
          <a:xfrm>
            <a:off x="7618100" y="5247956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8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4" name="object 66"/>
          <p:cNvSpPr txBox="1"/>
          <p:nvPr/>
        </p:nvSpPr>
        <p:spPr>
          <a:xfrm>
            <a:off x="9429410" y="5247956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5" name="object 67"/>
          <p:cNvSpPr/>
          <p:nvPr/>
        </p:nvSpPr>
        <p:spPr>
          <a:xfrm>
            <a:off x="6758421" y="5356859"/>
            <a:ext cx="831850" cy="83185"/>
          </a:xfrm>
          <a:custGeom>
            <a:avLst/>
            <a:gdLst/>
            <a:ahLst/>
            <a:cxnLst/>
            <a:rect l="l" t="t" r="r" b="b"/>
            <a:pathLst>
              <a:path w="831850" h="83185">
                <a:moveTo>
                  <a:pt x="755782" y="6476"/>
                </a:moveTo>
                <a:lnTo>
                  <a:pt x="755542" y="34939"/>
                </a:lnTo>
                <a:lnTo>
                  <a:pt x="768248" y="35051"/>
                </a:lnTo>
                <a:lnTo>
                  <a:pt x="768095" y="54101"/>
                </a:lnTo>
                <a:lnTo>
                  <a:pt x="755382" y="54101"/>
                </a:lnTo>
                <a:lnTo>
                  <a:pt x="755141" y="82676"/>
                </a:lnTo>
                <a:lnTo>
                  <a:pt x="813463" y="54101"/>
                </a:lnTo>
                <a:lnTo>
                  <a:pt x="768095" y="54101"/>
                </a:lnTo>
                <a:lnTo>
                  <a:pt x="813693" y="53989"/>
                </a:lnTo>
                <a:lnTo>
                  <a:pt x="831616" y="45207"/>
                </a:lnTo>
                <a:lnTo>
                  <a:pt x="755782" y="6476"/>
                </a:lnTo>
                <a:close/>
              </a:path>
              <a:path w="831850" h="83185">
                <a:moveTo>
                  <a:pt x="38374" y="0"/>
                </a:moveTo>
                <a:lnTo>
                  <a:pt x="23552" y="2841"/>
                </a:lnTo>
                <a:lnTo>
                  <a:pt x="11380" y="10907"/>
                </a:lnTo>
                <a:lnTo>
                  <a:pt x="3111" y="22949"/>
                </a:lnTo>
                <a:lnTo>
                  <a:pt x="0" y="37718"/>
                </a:lnTo>
                <a:lnTo>
                  <a:pt x="2827" y="52592"/>
                </a:lnTo>
                <a:lnTo>
                  <a:pt x="10866" y="64773"/>
                </a:lnTo>
                <a:lnTo>
                  <a:pt x="22905" y="73047"/>
                </a:lnTo>
                <a:lnTo>
                  <a:pt x="37734" y="76199"/>
                </a:lnTo>
                <a:lnTo>
                  <a:pt x="52608" y="73308"/>
                </a:lnTo>
                <a:lnTo>
                  <a:pt x="64785" y="65247"/>
                </a:lnTo>
                <a:lnTo>
                  <a:pt x="73052" y="53233"/>
                </a:lnTo>
                <a:lnTo>
                  <a:pt x="74180" y="47946"/>
                </a:lnTo>
                <a:lnTo>
                  <a:pt x="37978" y="47624"/>
                </a:lnTo>
                <a:lnTo>
                  <a:pt x="38099" y="28574"/>
                </a:lnTo>
                <a:lnTo>
                  <a:pt x="74281" y="28574"/>
                </a:lnTo>
                <a:lnTo>
                  <a:pt x="73315" y="23591"/>
                </a:lnTo>
                <a:lnTo>
                  <a:pt x="65242" y="11382"/>
                </a:lnTo>
                <a:lnTo>
                  <a:pt x="53191" y="3102"/>
                </a:lnTo>
                <a:lnTo>
                  <a:pt x="38374" y="0"/>
                </a:lnTo>
                <a:close/>
              </a:path>
              <a:path w="831850" h="83185">
                <a:moveTo>
                  <a:pt x="755542" y="34939"/>
                </a:moveTo>
                <a:lnTo>
                  <a:pt x="755382" y="53989"/>
                </a:lnTo>
                <a:lnTo>
                  <a:pt x="768095" y="54101"/>
                </a:lnTo>
                <a:lnTo>
                  <a:pt x="768248" y="35051"/>
                </a:lnTo>
                <a:lnTo>
                  <a:pt x="755542" y="34939"/>
                </a:lnTo>
                <a:close/>
              </a:path>
              <a:path w="831850" h="83185">
                <a:moveTo>
                  <a:pt x="74343" y="28896"/>
                </a:moveTo>
                <a:lnTo>
                  <a:pt x="76199" y="38480"/>
                </a:lnTo>
                <a:lnTo>
                  <a:pt x="74180" y="47946"/>
                </a:lnTo>
                <a:lnTo>
                  <a:pt x="755382" y="53989"/>
                </a:lnTo>
                <a:lnTo>
                  <a:pt x="755542" y="34939"/>
                </a:lnTo>
                <a:lnTo>
                  <a:pt x="74343" y="28896"/>
                </a:lnTo>
                <a:close/>
              </a:path>
              <a:path w="831850" h="83185">
                <a:moveTo>
                  <a:pt x="38099" y="28574"/>
                </a:moveTo>
                <a:lnTo>
                  <a:pt x="37978" y="47624"/>
                </a:lnTo>
                <a:lnTo>
                  <a:pt x="74180" y="47946"/>
                </a:lnTo>
                <a:lnTo>
                  <a:pt x="76199" y="38480"/>
                </a:lnTo>
                <a:lnTo>
                  <a:pt x="74343" y="28896"/>
                </a:lnTo>
                <a:lnTo>
                  <a:pt x="38099" y="28574"/>
                </a:lnTo>
                <a:close/>
              </a:path>
              <a:path w="831850" h="83185">
                <a:moveTo>
                  <a:pt x="74281" y="28574"/>
                </a:moveTo>
                <a:lnTo>
                  <a:pt x="38099" y="28574"/>
                </a:lnTo>
                <a:lnTo>
                  <a:pt x="74343" y="28896"/>
                </a:lnTo>
                <a:lnTo>
                  <a:pt x="74281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68"/>
          <p:cNvSpPr/>
          <p:nvPr/>
        </p:nvSpPr>
        <p:spPr>
          <a:xfrm>
            <a:off x="8635624" y="5363967"/>
            <a:ext cx="741680" cy="76200"/>
          </a:xfrm>
          <a:custGeom>
            <a:avLst/>
            <a:gdLst/>
            <a:ahLst/>
            <a:cxnLst/>
            <a:rect l="l" t="t" r="r" b="b"/>
            <a:pathLst>
              <a:path w="741679" h="76200">
                <a:moveTo>
                  <a:pt x="38099" y="0"/>
                </a:moveTo>
                <a:lnTo>
                  <a:pt x="23300" y="2989"/>
                </a:lnTo>
                <a:lnTo>
                  <a:pt x="11186" y="11147"/>
                </a:lnTo>
                <a:lnTo>
                  <a:pt x="3004" y="23256"/>
                </a:lnTo>
                <a:lnTo>
                  <a:pt x="0" y="38099"/>
                </a:lnTo>
                <a:lnTo>
                  <a:pt x="3004" y="52948"/>
                </a:lnTo>
                <a:lnTo>
                  <a:pt x="11186" y="65057"/>
                </a:lnTo>
                <a:lnTo>
                  <a:pt x="23300" y="73212"/>
                </a:lnTo>
                <a:lnTo>
                  <a:pt x="38099" y="76199"/>
                </a:lnTo>
                <a:lnTo>
                  <a:pt x="52951" y="73212"/>
                </a:lnTo>
                <a:lnTo>
                  <a:pt x="65059" y="65057"/>
                </a:lnTo>
                <a:lnTo>
                  <a:pt x="73212" y="52948"/>
                </a:lnTo>
                <a:lnTo>
                  <a:pt x="74283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3" y="28574"/>
                </a:lnTo>
                <a:lnTo>
                  <a:pt x="73212" y="23256"/>
                </a:lnTo>
                <a:lnTo>
                  <a:pt x="65059" y="11147"/>
                </a:lnTo>
                <a:lnTo>
                  <a:pt x="52951" y="2989"/>
                </a:lnTo>
                <a:lnTo>
                  <a:pt x="38099" y="0"/>
                </a:lnTo>
                <a:close/>
              </a:path>
              <a:path w="741679" h="76200">
                <a:moveTo>
                  <a:pt x="664982" y="0"/>
                </a:moveTo>
                <a:lnTo>
                  <a:pt x="664982" y="76199"/>
                </a:lnTo>
                <a:lnTo>
                  <a:pt x="722132" y="47624"/>
                </a:lnTo>
                <a:lnTo>
                  <a:pt x="677680" y="47624"/>
                </a:lnTo>
                <a:lnTo>
                  <a:pt x="677680" y="28574"/>
                </a:lnTo>
                <a:lnTo>
                  <a:pt x="722132" y="28574"/>
                </a:lnTo>
                <a:lnTo>
                  <a:pt x="664982" y="0"/>
                </a:lnTo>
                <a:close/>
              </a:path>
              <a:path w="741679" h="76200">
                <a:moveTo>
                  <a:pt x="74283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3" y="47624"/>
                </a:lnTo>
                <a:lnTo>
                  <a:pt x="76199" y="38099"/>
                </a:lnTo>
                <a:lnTo>
                  <a:pt x="74283" y="28574"/>
                </a:lnTo>
                <a:close/>
              </a:path>
              <a:path w="741679" h="76200">
                <a:moveTo>
                  <a:pt x="664982" y="28574"/>
                </a:moveTo>
                <a:lnTo>
                  <a:pt x="74283" y="28574"/>
                </a:lnTo>
                <a:lnTo>
                  <a:pt x="76199" y="38099"/>
                </a:lnTo>
                <a:lnTo>
                  <a:pt x="74283" y="47624"/>
                </a:lnTo>
                <a:lnTo>
                  <a:pt x="664982" y="47624"/>
                </a:lnTo>
                <a:lnTo>
                  <a:pt x="664982" y="28574"/>
                </a:lnTo>
                <a:close/>
              </a:path>
              <a:path w="741679" h="76200">
                <a:moveTo>
                  <a:pt x="722132" y="28574"/>
                </a:moveTo>
                <a:lnTo>
                  <a:pt x="677680" y="28574"/>
                </a:lnTo>
                <a:lnTo>
                  <a:pt x="677680" y="47624"/>
                </a:lnTo>
                <a:lnTo>
                  <a:pt x="722132" y="47624"/>
                </a:lnTo>
                <a:lnTo>
                  <a:pt x="741182" y="38099"/>
                </a:lnTo>
                <a:lnTo>
                  <a:pt x="722132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26"/>
          <p:cNvSpPr/>
          <p:nvPr/>
        </p:nvSpPr>
        <p:spPr>
          <a:xfrm>
            <a:off x="5785254" y="366780"/>
            <a:ext cx="4905359" cy="557210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25"/>
          <p:cNvSpPr/>
          <p:nvPr/>
        </p:nvSpPr>
        <p:spPr>
          <a:xfrm>
            <a:off x="5680464" y="134990"/>
            <a:ext cx="5134602" cy="603569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28"/>
          <p:cNvSpPr/>
          <p:nvPr/>
        </p:nvSpPr>
        <p:spPr>
          <a:xfrm>
            <a:off x="5810753" y="497900"/>
            <a:ext cx="4639945" cy="5309870"/>
          </a:xfrm>
          <a:custGeom>
            <a:avLst/>
            <a:gdLst/>
            <a:ahLst/>
            <a:cxnLst/>
            <a:rect l="l" t="t" r="r" b="b"/>
            <a:pathLst>
              <a:path w="4639945" h="5309870">
                <a:moveTo>
                  <a:pt x="0" y="773308"/>
                </a:moveTo>
                <a:lnTo>
                  <a:pt x="1521" y="724399"/>
                </a:lnTo>
                <a:lnTo>
                  <a:pt x="6025" y="676300"/>
                </a:lnTo>
                <a:lnTo>
                  <a:pt x="13420" y="629099"/>
                </a:lnTo>
                <a:lnTo>
                  <a:pt x="23617" y="582889"/>
                </a:lnTo>
                <a:lnTo>
                  <a:pt x="36524" y="537759"/>
                </a:lnTo>
                <a:lnTo>
                  <a:pt x="52051" y="493800"/>
                </a:lnTo>
                <a:lnTo>
                  <a:pt x="70107" y="451103"/>
                </a:lnTo>
                <a:lnTo>
                  <a:pt x="90601" y="409758"/>
                </a:lnTo>
                <a:lnTo>
                  <a:pt x="113444" y="369856"/>
                </a:lnTo>
                <a:lnTo>
                  <a:pt x="138544" y="331487"/>
                </a:lnTo>
                <a:lnTo>
                  <a:pt x="165810" y="294742"/>
                </a:lnTo>
                <a:lnTo>
                  <a:pt x="195153" y="259711"/>
                </a:lnTo>
                <a:lnTo>
                  <a:pt x="226481" y="226485"/>
                </a:lnTo>
                <a:lnTo>
                  <a:pt x="259704" y="195155"/>
                </a:lnTo>
                <a:lnTo>
                  <a:pt x="294731" y="165810"/>
                </a:lnTo>
                <a:lnTo>
                  <a:pt x="331472" y="138542"/>
                </a:lnTo>
                <a:lnTo>
                  <a:pt x="369835" y="113442"/>
                </a:lnTo>
                <a:lnTo>
                  <a:pt x="409731" y="90599"/>
                </a:lnTo>
                <a:lnTo>
                  <a:pt x="451069" y="70104"/>
                </a:lnTo>
                <a:lnTo>
                  <a:pt x="493757" y="52048"/>
                </a:lnTo>
                <a:lnTo>
                  <a:pt x="537706" y="36522"/>
                </a:lnTo>
                <a:lnTo>
                  <a:pt x="582825" y="23615"/>
                </a:lnTo>
                <a:lnTo>
                  <a:pt x="629023" y="13419"/>
                </a:lnTo>
                <a:lnTo>
                  <a:pt x="676210" y="6024"/>
                </a:lnTo>
                <a:lnTo>
                  <a:pt x="724294" y="1521"/>
                </a:lnTo>
                <a:lnTo>
                  <a:pt x="773186" y="0"/>
                </a:lnTo>
                <a:lnTo>
                  <a:pt x="3866265" y="0"/>
                </a:lnTo>
                <a:lnTo>
                  <a:pt x="3915174" y="1521"/>
                </a:lnTo>
                <a:lnTo>
                  <a:pt x="3963274" y="6024"/>
                </a:lnTo>
                <a:lnTo>
                  <a:pt x="4010474" y="13419"/>
                </a:lnTo>
                <a:lnTo>
                  <a:pt x="4056684" y="23615"/>
                </a:lnTo>
                <a:lnTo>
                  <a:pt x="4101814" y="36522"/>
                </a:lnTo>
                <a:lnTo>
                  <a:pt x="4145773" y="52048"/>
                </a:lnTo>
                <a:lnTo>
                  <a:pt x="4188470" y="70104"/>
                </a:lnTo>
                <a:lnTo>
                  <a:pt x="4229815" y="90599"/>
                </a:lnTo>
                <a:lnTo>
                  <a:pt x="4269717" y="113442"/>
                </a:lnTo>
                <a:lnTo>
                  <a:pt x="4308086" y="138542"/>
                </a:lnTo>
                <a:lnTo>
                  <a:pt x="4344831" y="165810"/>
                </a:lnTo>
                <a:lnTo>
                  <a:pt x="4379862" y="195155"/>
                </a:lnTo>
                <a:lnTo>
                  <a:pt x="4413088" y="226485"/>
                </a:lnTo>
                <a:lnTo>
                  <a:pt x="4444419" y="259711"/>
                </a:lnTo>
                <a:lnTo>
                  <a:pt x="4473763" y="294742"/>
                </a:lnTo>
                <a:lnTo>
                  <a:pt x="4501031" y="331487"/>
                </a:lnTo>
                <a:lnTo>
                  <a:pt x="4526131" y="369856"/>
                </a:lnTo>
                <a:lnTo>
                  <a:pt x="4548974" y="409758"/>
                </a:lnTo>
                <a:lnTo>
                  <a:pt x="4569469" y="451103"/>
                </a:lnTo>
                <a:lnTo>
                  <a:pt x="4587525" y="493800"/>
                </a:lnTo>
                <a:lnTo>
                  <a:pt x="4603051" y="537759"/>
                </a:lnTo>
                <a:lnTo>
                  <a:pt x="4615958" y="582889"/>
                </a:lnTo>
                <a:lnTo>
                  <a:pt x="4626154" y="629099"/>
                </a:lnTo>
                <a:lnTo>
                  <a:pt x="4633549" y="676300"/>
                </a:lnTo>
                <a:lnTo>
                  <a:pt x="4638052" y="724399"/>
                </a:lnTo>
                <a:lnTo>
                  <a:pt x="4639574" y="773308"/>
                </a:lnTo>
                <a:lnTo>
                  <a:pt x="4639574" y="4536195"/>
                </a:lnTo>
                <a:lnTo>
                  <a:pt x="4638052" y="4585101"/>
                </a:lnTo>
                <a:lnTo>
                  <a:pt x="4633549" y="4633199"/>
                </a:lnTo>
                <a:lnTo>
                  <a:pt x="4626154" y="4680398"/>
                </a:lnTo>
                <a:lnTo>
                  <a:pt x="4615958" y="4726607"/>
                </a:lnTo>
                <a:lnTo>
                  <a:pt x="4603051" y="4771736"/>
                </a:lnTo>
                <a:lnTo>
                  <a:pt x="4587525" y="4815694"/>
                </a:lnTo>
                <a:lnTo>
                  <a:pt x="4569469" y="4858391"/>
                </a:lnTo>
                <a:lnTo>
                  <a:pt x="4548974" y="4899735"/>
                </a:lnTo>
                <a:lnTo>
                  <a:pt x="4526131" y="4939637"/>
                </a:lnTo>
                <a:lnTo>
                  <a:pt x="4501031" y="4978005"/>
                </a:lnTo>
                <a:lnTo>
                  <a:pt x="4473763" y="5014750"/>
                </a:lnTo>
                <a:lnTo>
                  <a:pt x="4444419" y="5049781"/>
                </a:lnTo>
                <a:lnTo>
                  <a:pt x="4413088" y="5083007"/>
                </a:lnTo>
                <a:lnTo>
                  <a:pt x="4379862" y="5114337"/>
                </a:lnTo>
                <a:lnTo>
                  <a:pt x="4344831" y="5143682"/>
                </a:lnTo>
                <a:lnTo>
                  <a:pt x="4308086" y="5170949"/>
                </a:lnTo>
                <a:lnTo>
                  <a:pt x="4269717" y="5196050"/>
                </a:lnTo>
                <a:lnTo>
                  <a:pt x="4229815" y="5218893"/>
                </a:lnTo>
                <a:lnTo>
                  <a:pt x="4188470" y="5239388"/>
                </a:lnTo>
                <a:lnTo>
                  <a:pt x="4145773" y="5257444"/>
                </a:lnTo>
                <a:lnTo>
                  <a:pt x="4101814" y="5272971"/>
                </a:lnTo>
                <a:lnTo>
                  <a:pt x="4056684" y="5285877"/>
                </a:lnTo>
                <a:lnTo>
                  <a:pt x="4010474" y="5296074"/>
                </a:lnTo>
                <a:lnTo>
                  <a:pt x="3963274" y="5303469"/>
                </a:lnTo>
                <a:lnTo>
                  <a:pt x="3915174" y="5307972"/>
                </a:lnTo>
                <a:lnTo>
                  <a:pt x="3866265" y="5309493"/>
                </a:lnTo>
                <a:lnTo>
                  <a:pt x="773186" y="5309493"/>
                </a:lnTo>
                <a:lnTo>
                  <a:pt x="724294" y="5307972"/>
                </a:lnTo>
                <a:lnTo>
                  <a:pt x="676210" y="5303469"/>
                </a:lnTo>
                <a:lnTo>
                  <a:pt x="629023" y="5296074"/>
                </a:lnTo>
                <a:lnTo>
                  <a:pt x="582825" y="5285877"/>
                </a:lnTo>
                <a:lnTo>
                  <a:pt x="537706" y="5272971"/>
                </a:lnTo>
                <a:lnTo>
                  <a:pt x="493757" y="5257444"/>
                </a:lnTo>
                <a:lnTo>
                  <a:pt x="451069" y="5239388"/>
                </a:lnTo>
                <a:lnTo>
                  <a:pt x="409731" y="5218893"/>
                </a:lnTo>
                <a:lnTo>
                  <a:pt x="369835" y="5196050"/>
                </a:lnTo>
                <a:lnTo>
                  <a:pt x="331472" y="5170949"/>
                </a:lnTo>
                <a:lnTo>
                  <a:pt x="294731" y="5143682"/>
                </a:lnTo>
                <a:lnTo>
                  <a:pt x="259704" y="5114337"/>
                </a:lnTo>
                <a:lnTo>
                  <a:pt x="226481" y="5083007"/>
                </a:lnTo>
                <a:lnTo>
                  <a:pt x="195153" y="5049781"/>
                </a:lnTo>
                <a:lnTo>
                  <a:pt x="165810" y="5014750"/>
                </a:lnTo>
                <a:lnTo>
                  <a:pt x="138544" y="4978005"/>
                </a:lnTo>
                <a:lnTo>
                  <a:pt x="113444" y="4939637"/>
                </a:lnTo>
                <a:lnTo>
                  <a:pt x="90601" y="4899735"/>
                </a:lnTo>
                <a:lnTo>
                  <a:pt x="70107" y="4858391"/>
                </a:lnTo>
                <a:lnTo>
                  <a:pt x="52051" y="4815694"/>
                </a:lnTo>
                <a:lnTo>
                  <a:pt x="36524" y="4771736"/>
                </a:lnTo>
                <a:lnTo>
                  <a:pt x="23617" y="4726607"/>
                </a:lnTo>
                <a:lnTo>
                  <a:pt x="13420" y="4680398"/>
                </a:lnTo>
                <a:lnTo>
                  <a:pt x="6025" y="4633199"/>
                </a:lnTo>
                <a:lnTo>
                  <a:pt x="1521" y="4585101"/>
                </a:lnTo>
                <a:lnTo>
                  <a:pt x="0" y="4536195"/>
                </a:lnTo>
                <a:lnTo>
                  <a:pt x="0" y="773308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4632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/>
        </p:nvSpPr>
        <p:spPr>
          <a:xfrm>
            <a:off x="6587661" y="3156964"/>
            <a:ext cx="110144" cy="2867281"/>
          </a:xfrm>
          <a:custGeom>
            <a:avLst/>
            <a:gdLst/>
            <a:ahLst/>
            <a:cxnLst/>
            <a:rect l="l" t="t" r="r" b="b"/>
            <a:pathLst>
              <a:path w="114300" h="4593590">
                <a:moveTo>
                  <a:pt x="76199" y="95249"/>
                </a:moveTo>
                <a:lnTo>
                  <a:pt x="38099" y="95249"/>
                </a:lnTo>
                <a:lnTo>
                  <a:pt x="38099" y="4593579"/>
                </a:lnTo>
                <a:lnTo>
                  <a:pt x="76199" y="4593579"/>
                </a:lnTo>
                <a:lnTo>
                  <a:pt x="76199" y="95249"/>
                </a:lnTo>
                <a:close/>
              </a:path>
              <a:path w="114300" h="459359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9"/>
                </a:lnTo>
                <a:lnTo>
                  <a:pt x="104774" y="95249"/>
                </a:lnTo>
                <a:lnTo>
                  <a:pt x="57149" y="0"/>
                </a:lnTo>
                <a:close/>
              </a:path>
              <a:path w="114300" h="4593590">
                <a:moveTo>
                  <a:pt x="104774" y="95249"/>
                </a:moveTo>
                <a:lnTo>
                  <a:pt x="76199" y="95249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/>
          <p:cNvSpPr/>
          <p:nvPr/>
        </p:nvSpPr>
        <p:spPr>
          <a:xfrm>
            <a:off x="6830969" y="5989299"/>
            <a:ext cx="5043355" cy="71345"/>
          </a:xfrm>
          <a:custGeom>
            <a:avLst/>
            <a:gdLst/>
            <a:ahLst/>
            <a:cxnLst/>
            <a:rect l="l" t="t" r="r" b="b"/>
            <a:pathLst>
              <a:path w="5233670" h="114300">
                <a:moveTo>
                  <a:pt x="5119115" y="0"/>
                </a:moveTo>
                <a:lnTo>
                  <a:pt x="5119115" y="114299"/>
                </a:lnTo>
                <a:lnTo>
                  <a:pt x="5195315" y="76199"/>
                </a:lnTo>
                <a:lnTo>
                  <a:pt x="5138165" y="76199"/>
                </a:lnTo>
                <a:lnTo>
                  <a:pt x="5138165" y="38099"/>
                </a:lnTo>
                <a:lnTo>
                  <a:pt x="5195315" y="38099"/>
                </a:lnTo>
                <a:lnTo>
                  <a:pt x="5119115" y="0"/>
                </a:lnTo>
                <a:close/>
              </a:path>
              <a:path w="5233670" h="114300">
                <a:moveTo>
                  <a:pt x="511911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119115" y="76199"/>
                </a:lnTo>
                <a:lnTo>
                  <a:pt x="5119115" y="38099"/>
                </a:lnTo>
                <a:close/>
              </a:path>
              <a:path w="5233670" h="114300">
                <a:moveTo>
                  <a:pt x="5195315" y="38099"/>
                </a:moveTo>
                <a:lnTo>
                  <a:pt x="5138165" y="38099"/>
                </a:lnTo>
                <a:lnTo>
                  <a:pt x="5138165" y="76199"/>
                </a:lnTo>
                <a:lnTo>
                  <a:pt x="5195315" y="76199"/>
                </a:lnTo>
                <a:lnTo>
                  <a:pt x="5233415" y="57149"/>
                </a:lnTo>
                <a:lnTo>
                  <a:pt x="5195315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 flipV="1">
            <a:off x="6496149" y="1684360"/>
            <a:ext cx="300447" cy="45719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/>
          <p:nvPr/>
        </p:nvSpPr>
        <p:spPr>
          <a:xfrm flipV="1">
            <a:off x="6490260" y="1684360"/>
            <a:ext cx="312686" cy="45719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/>
          <p:cNvSpPr/>
          <p:nvPr/>
        </p:nvSpPr>
        <p:spPr>
          <a:xfrm flipV="1">
            <a:off x="6496149" y="5495551"/>
            <a:ext cx="300447" cy="45719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63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/>
          <p:cNvSpPr/>
          <p:nvPr/>
        </p:nvSpPr>
        <p:spPr>
          <a:xfrm flipV="1">
            <a:off x="6490260" y="5495551"/>
            <a:ext cx="312686" cy="45719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63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/>
          <p:cNvSpPr txBox="1"/>
          <p:nvPr/>
        </p:nvSpPr>
        <p:spPr>
          <a:xfrm>
            <a:off x="6237657" y="1422063"/>
            <a:ext cx="1474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6241205" y="5504227"/>
            <a:ext cx="1474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221672" y="127875"/>
            <a:ext cx="11748655" cy="695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/>
          <p:cNvSpPr/>
          <p:nvPr/>
        </p:nvSpPr>
        <p:spPr>
          <a:xfrm>
            <a:off x="221672" y="110832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/>
          <p:cNvSpPr/>
          <p:nvPr/>
        </p:nvSpPr>
        <p:spPr>
          <a:xfrm>
            <a:off x="1600888" y="126371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/>
          <p:cNvSpPr txBox="1">
            <a:spLocks noGrp="1"/>
          </p:cNvSpPr>
          <p:nvPr>
            <p:ph type="title"/>
          </p:nvPr>
        </p:nvSpPr>
        <p:spPr>
          <a:xfrm>
            <a:off x="1636510" y="100865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32843" y="189060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41989" y="221617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66171" y="139443"/>
            <a:ext cx="2056015" cy="4459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76528" y="187055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67265" y="221617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83424" y="138228"/>
            <a:ext cx="2000943" cy="4280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956162" y="154974"/>
            <a:ext cx="1909156" cy="4875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73250" y="187055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359198" y="189361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51129" y="159345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51129" y="161651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0" name="object 20"/>
          <p:cNvSpPr/>
          <p:nvPr/>
        </p:nvSpPr>
        <p:spPr>
          <a:xfrm>
            <a:off x="342900" y="708315"/>
            <a:ext cx="4895850" cy="55721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21"/>
          <p:cNvSpPr/>
          <p:nvPr/>
        </p:nvSpPr>
        <p:spPr>
          <a:xfrm>
            <a:off x="469559" y="837078"/>
            <a:ext cx="4639945" cy="5309870"/>
          </a:xfrm>
          <a:custGeom>
            <a:avLst/>
            <a:gdLst/>
            <a:ahLst/>
            <a:cxnLst/>
            <a:rect l="l" t="t" r="r" b="b"/>
            <a:pathLst>
              <a:path w="4639945" h="5309870">
                <a:moveTo>
                  <a:pt x="3866342" y="0"/>
                </a:moveTo>
                <a:lnTo>
                  <a:pt x="773286" y="0"/>
                </a:lnTo>
                <a:lnTo>
                  <a:pt x="724382" y="1521"/>
                </a:lnTo>
                <a:lnTo>
                  <a:pt x="676286" y="6024"/>
                </a:lnTo>
                <a:lnTo>
                  <a:pt x="629090" y="13419"/>
                </a:lnTo>
                <a:lnTo>
                  <a:pt x="582882" y="23615"/>
                </a:lnTo>
                <a:lnTo>
                  <a:pt x="537755" y="36522"/>
                </a:lnTo>
                <a:lnTo>
                  <a:pt x="493798" y="52048"/>
                </a:lnTo>
                <a:lnTo>
                  <a:pt x="451103" y="70104"/>
                </a:lnTo>
                <a:lnTo>
                  <a:pt x="409759" y="90599"/>
                </a:lnTo>
                <a:lnTo>
                  <a:pt x="369858" y="113442"/>
                </a:lnTo>
                <a:lnTo>
                  <a:pt x="331490" y="138542"/>
                </a:lnTo>
                <a:lnTo>
                  <a:pt x="294745" y="165810"/>
                </a:lnTo>
                <a:lnTo>
                  <a:pt x="259715" y="195155"/>
                </a:lnTo>
                <a:lnTo>
                  <a:pt x="226489" y="226485"/>
                </a:lnTo>
                <a:lnTo>
                  <a:pt x="195159" y="259711"/>
                </a:lnTo>
                <a:lnTo>
                  <a:pt x="165814" y="294742"/>
                </a:lnTo>
                <a:lnTo>
                  <a:pt x="138546" y="331487"/>
                </a:lnTo>
                <a:lnTo>
                  <a:pt x="113445" y="369856"/>
                </a:lnTo>
                <a:lnTo>
                  <a:pt x="90602" y="409758"/>
                </a:lnTo>
                <a:lnTo>
                  <a:pt x="70107" y="451103"/>
                </a:lnTo>
                <a:lnTo>
                  <a:pt x="52050" y="493800"/>
                </a:lnTo>
                <a:lnTo>
                  <a:pt x="36523" y="537759"/>
                </a:lnTo>
                <a:lnTo>
                  <a:pt x="23616" y="582889"/>
                </a:lnTo>
                <a:lnTo>
                  <a:pt x="13420" y="629099"/>
                </a:lnTo>
                <a:lnTo>
                  <a:pt x="6024" y="676300"/>
                </a:lnTo>
                <a:lnTo>
                  <a:pt x="1521" y="724399"/>
                </a:lnTo>
                <a:lnTo>
                  <a:pt x="0" y="773308"/>
                </a:lnTo>
                <a:lnTo>
                  <a:pt x="0" y="4536161"/>
                </a:lnTo>
                <a:lnTo>
                  <a:pt x="1521" y="4585065"/>
                </a:lnTo>
                <a:lnTo>
                  <a:pt x="6024" y="4633161"/>
                </a:lnTo>
                <a:lnTo>
                  <a:pt x="13420" y="4680357"/>
                </a:lnTo>
                <a:lnTo>
                  <a:pt x="23616" y="4726564"/>
                </a:lnTo>
                <a:lnTo>
                  <a:pt x="36523" y="4771691"/>
                </a:lnTo>
                <a:lnTo>
                  <a:pt x="52050" y="4815648"/>
                </a:lnTo>
                <a:lnTo>
                  <a:pt x="70107" y="4858342"/>
                </a:lnTo>
                <a:lnTo>
                  <a:pt x="90602" y="4899685"/>
                </a:lnTo>
                <a:lnTo>
                  <a:pt x="113445" y="4939586"/>
                </a:lnTo>
                <a:lnTo>
                  <a:pt x="138546" y="4977954"/>
                </a:lnTo>
                <a:lnTo>
                  <a:pt x="165814" y="5014698"/>
                </a:lnTo>
                <a:lnTo>
                  <a:pt x="195159" y="5049728"/>
                </a:lnTo>
                <a:lnTo>
                  <a:pt x="226489" y="5082953"/>
                </a:lnTo>
                <a:lnTo>
                  <a:pt x="259715" y="5114282"/>
                </a:lnTo>
                <a:lnTo>
                  <a:pt x="294745" y="5143626"/>
                </a:lnTo>
                <a:lnTo>
                  <a:pt x="331490" y="5170894"/>
                </a:lnTo>
                <a:lnTo>
                  <a:pt x="369858" y="5195994"/>
                </a:lnTo>
                <a:lnTo>
                  <a:pt x="409759" y="5218837"/>
                </a:lnTo>
                <a:lnTo>
                  <a:pt x="451103" y="5239332"/>
                </a:lnTo>
                <a:lnTo>
                  <a:pt x="493798" y="5257388"/>
                </a:lnTo>
                <a:lnTo>
                  <a:pt x="537755" y="5272914"/>
                </a:lnTo>
                <a:lnTo>
                  <a:pt x="582882" y="5285821"/>
                </a:lnTo>
                <a:lnTo>
                  <a:pt x="629090" y="5296017"/>
                </a:lnTo>
                <a:lnTo>
                  <a:pt x="676286" y="5303412"/>
                </a:lnTo>
                <a:lnTo>
                  <a:pt x="724382" y="5307915"/>
                </a:lnTo>
                <a:lnTo>
                  <a:pt x="773286" y="5309437"/>
                </a:lnTo>
                <a:lnTo>
                  <a:pt x="3866342" y="5309437"/>
                </a:lnTo>
                <a:lnTo>
                  <a:pt x="3915250" y="5307915"/>
                </a:lnTo>
                <a:lnTo>
                  <a:pt x="3963350" y="5303412"/>
                </a:lnTo>
                <a:lnTo>
                  <a:pt x="4010550" y="5296017"/>
                </a:lnTo>
                <a:lnTo>
                  <a:pt x="4056760" y="5285821"/>
                </a:lnTo>
                <a:lnTo>
                  <a:pt x="4101890" y="5272914"/>
                </a:lnTo>
                <a:lnTo>
                  <a:pt x="4145849" y="5257388"/>
                </a:lnTo>
                <a:lnTo>
                  <a:pt x="4188546" y="5239332"/>
                </a:lnTo>
                <a:lnTo>
                  <a:pt x="4229891" y="5218837"/>
                </a:lnTo>
                <a:lnTo>
                  <a:pt x="4269793" y="5195994"/>
                </a:lnTo>
                <a:lnTo>
                  <a:pt x="4308162" y="5170894"/>
                </a:lnTo>
                <a:lnTo>
                  <a:pt x="4344908" y="5143626"/>
                </a:lnTo>
                <a:lnTo>
                  <a:pt x="4379938" y="5114282"/>
                </a:lnTo>
                <a:lnTo>
                  <a:pt x="4413164" y="5082953"/>
                </a:lnTo>
                <a:lnTo>
                  <a:pt x="4444495" y="5049728"/>
                </a:lnTo>
                <a:lnTo>
                  <a:pt x="4473839" y="5014698"/>
                </a:lnTo>
                <a:lnTo>
                  <a:pt x="4501107" y="4977954"/>
                </a:lnTo>
                <a:lnTo>
                  <a:pt x="4526208" y="4939586"/>
                </a:lnTo>
                <a:lnTo>
                  <a:pt x="4549050" y="4899685"/>
                </a:lnTo>
                <a:lnTo>
                  <a:pt x="4569545" y="4858342"/>
                </a:lnTo>
                <a:lnTo>
                  <a:pt x="4587601" y="4815648"/>
                </a:lnTo>
                <a:lnTo>
                  <a:pt x="4603127" y="4771691"/>
                </a:lnTo>
                <a:lnTo>
                  <a:pt x="4616034" y="4726564"/>
                </a:lnTo>
                <a:lnTo>
                  <a:pt x="4626230" y="4680357"/>
                </a:lnTo>
                <a:lnTo>
                  <a:pt x="4633625" y="4633161"/>
                </a:lnTo>
                <a:lnTo>
                  <a:pt x="4638128" y="4585065"/>
                </a:lnTo>
                <a:lnTo>
                  <a:pt x="4639650" y="4536161"/>
                </a:lnTo>
                <a:lnTo>
                  <a:pt x="4639650" y="773308"/>
                </a:lnTo>
                <a:lnTo>
                  <a:pt x="4638128" y="724399"/>
                </a:lnTo>
                <a:lnTo>
                  <a:pt x="4633625" y="676300"/>
                </a:lnTo>
                <a:lnTo>
                  <a:pt x="4626230" y="629099"/>
                </a:lnTo>
                <a:lnTo>
                  <a:pt x="4616034" y="582889"/>
                </a:lnTo>
                <a:lnTo>
                  <a:pt x="4603127" y="537759"/>
                </a:lnTo>
                <a:lnTo>
                  <a:pt x="4587601" y="493800"/>
                </a:lnTo>
                <a:lnTo>
                  <a:pt x="4569545" y="451103"/>
                </a:lnTo>
                <a:lnTo>
                  <a:pt x="4549050" y="409758"/>
                </a:lnTo>
                <a:lnTo>
                  <a:pt x="4526208" y="369856"/>
                </a:lnTo>
                <a:lnTo>
                  <a:pt x="4501107" y="331487"/>
                </a:lnTo>
                <a:lnTo>
                  <a:pt x="4473839" y="294742"/>
                </a:lnTo>
                <a:lnTo>
                  <a:pt x="4444495" y="259711"/>
                </a:lnTo>
                <a:lnTo>
                  <a:pt x="4413164" y="226485"/>
                </a:lnTo>
                <a:lnTo>
                  <a:pt x="4379938" y="195155"/>
                </a:lnTo>
                <a:lnTo>
                  <a:pt x="4344908" y="165810"/>
                </a:lnTo>
                <a:lnTo>
                  <a:pt x="4308162" y="138542"/>
                </a:lnTo>
                <a:lnTo>
                  <a:pt x="4269793" y="113442"/>
                </a:lnTo>
                <a:lnTo>
                  <a:pt x="4229891" y="90599"/>
                </a:lnTo>
                <a:lnTo>
                  <a:pt x="4188546" y="70104"/>
                </a:lnTo>
                <a:lnTo>
                  <a:pt x="4145849" y="52048"/>
                </a:lnTo>
                <a:lnTo>
                  <a:pt x="4101890" y="36522"/>
                </a:lnTo>
                <a:lnTo>
                  <a:pt x="4056760" y="23615"/>
                </a:lnTo>
                <a:lnTo>
                  <a:pt x="4010550" y="13419"/>
                </a:lnTo>
                <a:lnTo>
                  <a:pt x="3963350" y="6024"/>
                </a:lnTo>
                <a:lnTo>
                  <a:pt x="3915250" y="1521"/>
                </a:lnTo>
                <a:lnTo>
                  <a:pt x="38663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22"/>
          <p:cNvSpPr/>
          <p:nvPr/>
        </p:nvSpPr>
        <p:spPr>
          <a:xfrm>
            <a:off x="469559" y="837078"/>
            <a:ext cx="4639945" cy="5309870"/>
          </a:xfrm>
          <a:custGeom>
            <a:avLst/>
            <a:gdLst/>
            <a:ahLst/>
            <a:cxnLst/>
            <a:rect l="l" t="t" r="r" b="b"/>
            <a:pathLst>
              <a:path w="4639945" h="5309870">
                <a:moveTo>
                  <a:pt x="0" y="773308"/>
                </a:moveTo>
                <a:lnTo>
                  <a:pt x="1521" y="724399"/>
                </a:lnTo>
                <a:lnTo>
                  <a:pt x="6024" y="676300"/>
                </a:lnTo>
                <a:lnTo>
                  <a:pt x="13420" y="629099"/>
                </a:lnTo>
                <a:lnTo>
                  <a:pt x="23616" y="582889"/>
                </a:lnTo>
                <a:lnTo>
                  <a:pt x="36523" y="537759"/>
                </a:lnTo>
                <a:lnTo>
                  <a:pt x="52050" y="493800"/>
                </a:lnTo>
                <a:lnTo>
                  <a:pt x="70107" y="451103"/>
                </a:lnTo>
                <a:lnTo>
                  <a:pt x="90602" y="409758"/>
                </a:lnTo>
                <a:lnTo>
                  <a:pt x="113445" y="369856"/>
                </a:lnTo>
                <a:lnTo>
                  <a:pt x="138546" y="331487"/>
                </a:lnTo>
                <a:lnTo>
                  <a:pt x="165814" y="294742"/>
                </a:lnTo>
                <a:lnTo>
                  <a:pt x="195159" y="259711"/>
                </a:lnTo>
                <a:lnTo>
                  <a:pt x="226489" y="226485"/>
                </a:lnTo>
                <a:lnTo>
                  <a:pt x="259715" y="195155"/>
                </a:lnTo>
                <a:lnTo>
                  <a:pt x="294745" y="165810"/>
                </a:lnTo>
                <a:lnTo>
                  <a:pt x="331490" y="138542"/>
                </a:lnTo>
                <a:lnTo>
                  <a:pt x="369858" y="113442"/>
                </a:lnTo>
                <a:lnTo>
                  <a:pt x="409759" y="90599"/>
                </a:lnTo>
                <a:lnTo>
                  <a:pt x="451103" y="70104"/>
                </a:lnTo>
                <a:lnTo>
                  <a:pt x="493798" y="52048"/>
                </a:lnTo>
                <a:lnTo>
                  <a:pt x="537755" y="36522"/>
                </a:lnTo>
                <a:lnTo>
                  <a:pt x="582882" y="23615"/>
                </a:lnTo>
                <a:lnTo>
                  <a:pt x="629090" y="13419"/>
                </a:lnTo>
                <a:lnTo>
                  <a:pt x="676286" y="6024"/>
                </a:lnTo>
                <a:lnTo>
                  <a:pt x="724382" y="1521"/>
                </a:lnTo>
                <a:lnTo>
                  <a:pt x="773286" y="0"/>
                </a:lnTo>
                <a:lnTo>
                  <a:pt x="3866342" y="0"/>
                </a:lnTo>
                <a:lnTo>
                  <a:pt x="3915250" y="1521"/>
                </a:lnTo>
                <a:lnTo>
                  <a:pt x="3963350" y="6024"/>
                </a:lnTo>
                <a:lnTo>
                  <a:pt x="4010550" y="13419"/>
                </a:lnTo>
                <a:lnTo>
                  <a:pt x="4056760" y="23615"/>
                </a:lnTo>
                <a:lnTo>
                  <a:pt x="4101890" y="36522"/>
                </a:lnTo>
                <a:lnTo>
                  <a:pt x="4145849" y="52048"/>
                </a:lnTo>
                <a:lnTo>
                  <a:pt x="4188546" y="70104"/>
                </a:lnTo>
                <a:lnTo>
                  <a:pt x="4229891" y="90599"/>
                </a:lnTo>
                <a:lnTo>
                  <a:pt x="4269793" y="113442"/>
                </a:lnTo>
                <a:lnTo>
                  <a:pt x="4308162" y="138542"/>
                </a:lnTo>
                <a:lnTo>
                  <a:pt x="4344908" y="165810"/>
                </a:lnTo>
                <a:lnTo>
                  <a:pt x="4379938" y="195155"/>
                </a:lnTo>
                <a:lnTo>
                  <a:pt x="4413164" y="226485"/>
                </a:lnTo>
                <a:lnTo>
                  <a:pt x="4444495" y="259711"/>
                </a:lnTo>
                <a:lnTo>
                  <a:pt x="4473839" y="294742"/>
                </a:lnTo>
                <a:lnTo>
                  <a:pt x="4501107" y="331487"/>
                </a:lnTo>
                <a:lnTo>
                  <a:pt x="4526208" y="369856"/>
                </a:lnTo>
                <a:lnTo>
                  <a:pt x="4549050" y="409758"/>
                </a:lnTo>
                <a:lnTo>
                  <a:pt x="4569545" y="451103"/>
                </a:lnTo>
                <a:lnTo>
                  <a:pt x="4587601" y="493800"/>
                </a:lnTo>
                <a:lnTo>
                  <a:pt x="4603127" y="537759"/>
                </a:lnTo>
                <a:lnTo>
                  <a:pt x="4616034" y="582889"/>
                </a:lnTo>
                <a:lnTo>
                  <a:pt x="4626230" y="629099"/>
                </a:lnTo>
                <a:lnTo>
                  <a:pt x="4633625" y="676300"/>
                </a:lnTo>
                <a:lnTo>
                  <a:pt x="4638128" y="724399"/>
                </a:lnTo>
                <a:lnTo>
                  <a:pt x="4639650" y="773308"/>
                </a:lnTo>
                <a:lnTo>
                  <a:pt x="4639650" y="4536161"/>
                </a:lnTo>
                <a:lnTo>
                  <a:pt x="4638128" y="4585065"/>
                </a:lnTo>
                <a:lnTo>
                  <a:pt x="4633625" y="4633161"/>
                </a:lnTo>
                <a:lnTo>
                  <a:pt x="4626230" y="4680357"/>
                </a:lnTo>
                <a:lnTo>
                  <a:pt x="4616034" y="4726564"/>
                </a:lnTo>
                <a:lnTo>
                  <a:pt x="4603127" y="4771691"/>
                </a:lnTo>
                <a:lnTo>
                  <a:pt x="4587601" y="4815648"/>
                </a:lnTo>
                <a:lnTo>
                  <a:pt x="4569545" y="4858342"/>
                </a:lnTo>
                <a:lnTo>
                  <a:pt x="4549050" y="4899685"/>
                </a:lnTo>
                <a:lnTo>
                  <a:pt x="4526208" y="4939586"/>
                </a:lnTo>
                <a:lnTo>
                  <a:pt x="4501107" y="4977954"/>
                </a:lnTo>
                <a:lnTo>
                  <a:pt x="4473839" y="5014698"/>
                </a:lnTo>
                <a:lnTo>
                  <a:pt x="4444495" y="5049728"/>
                </a:lnTo>
                <a:lnTo>
                  <a:pt x="4413164" y="5082953"/>
                </a:lnTo>
                <a:lnTo>
                  <a:pt x="4379938" y="5114282"/>
                </a:lnTo>
                <a:lnTo>
                  <a:pt x="4344908" y="5143626"/>
                </a:lnTo>
                <a:lnTo>
                  <a:pt x="4308162" y="5170894"/>
                </a:lnTo>
                <a:lnTo>
                  <a:pt x="4269793" y="5195994"/>
                </a:lnTo>
                <a:lnTo>
                  <a:pt x="4229891" y="5218837"/>
                </a:lnTo>
                <a:lnTo>
                  <a:pt x="4188546" y="5239332"/>
                </a:lnTo>
                <a:lnTo>
                  <a:pt x="4145849" y="5257388"/>
                </a:lnTo>
                <a:lnTo>
                  <a:pt x="4101890" y="5272914"/>
                </a:lnTo>
                <a:lnTo>
                  <a:pt x="4056760" y="5285821"/>
                </a:lnTo>
                <a:lnTo>
                  <a:pt x="4010550" y="5296017"/>
                </a:lnTo>
                <a:lnTo>
                  <a:pt x="3963350" y="5303412"/>
                </a:lnTo>
                <a:lnTo>
                  <a:pt x="3915250" y="5307915"/>
                </a:lnTo>
                <a:lnTo>
                  <a:pt x="3866342" y="5309437"/>
                </a:lnTo>
                <a:lnTo>
                  <a:pt x="773286" y="5309437"/>
                </a:lnTo>
                <a:lnTo>
                  <a:pt x="724382" y="5307915"/>
                </a:lnTo>
                <a:lnTo>
                  <a:pt x="676286" y="5303412"/>
                </a:lnTo>
                <a:lnTo>
                  <a:pt x="629090" y="5296017"/>
                </a:lnTo>
                <a:lnTo>
                  <a:pt x="582882" y="5285821"/>
                </a:lnTo>
                <a:lnTo>
                  <a:pt x="537755" y="5272914"/>
                </a:lnTo>
                <a:lnTo>
                  <a:pt x="493798" y="5257388"/>
                </a:lnTo>
                <a:lnTo>
                  <a:pt x="451103" y="5239332"/>
                </a:lnTo>
                <a:lnTo>
                  <a:pt x="409759" y="5218837"/>
                </a:lnTo>
                <a:lnTo>
                  <a:pt x="369858" y="5195994"/>
                </a:lnTo>
                <a:lnTo>
                  <a:pt x="331490" y="5170894"/>
                </a:lnTo>
                <a:lnTo>
                  <a:pt x="294745" y="5143626"/>
                </a:lnTo>
                <a:lnTo>
                  <a:pt x="259715" y="5114282"/>
                </a:lnTo>
                <a:lnTo>
                  <a:pt x="226489" y="5082953"/>
                </a:lnTo>
                <a:lnTo>
                  <a:pt x="195159" y="5049728"/>
                </a:lnTo>
                <a:lnTo>
                  <a:pt x="165814" y="5014698"/>
                </a:lnTo>
                <a:lnTo>
                  <a:pt x="138546" y="4977954"/>
                </a:lnTo>
                <a:lnTo>
                  <a:pt x="113445" y="4939586"/>
                </a:lnTo>
                <a:lnTo>
                  <a:pt x="90602" y="4899685"/>
                </a:lnTo>
                <a:lnTo>
                  <a:pt x="70107" y="4858342"/>
                </a:lnTo>
                <a:lnTo>
                  <a:pt x="52050" y="4815648"/>
                </a:lnTo>
                <a:lnTo>
                  <a:pt x="36523" y="4771691"/>
                </a:lnTo>
                <a:lnTo>
                  <a:pt x="23616" y="4726564"/>
                </a:lnTo>
                <a:lnTo>
                  <a:pt x="13420" y="4680357"/>
                </a:lnTo>
                <a:lnTo>
                  <a:pt x="6024" y="4633161"/>
                </a:lnTo>
                <a:lnTo>
                  <a:pt x="1521" y="4585065"/>
                </a:lnTo>
                <a:lnTo>
                  <a:pt x="0" y="4536161"/>
                </a:lnTo>
                <a:lnTo>
                  <a:pt x="0" y="773308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23"/>
          <p:cNvSpPr/>
          <p:nvPr/>
        </p:nvSpPr>
        <p:spPr>
          <a:xfrm>
            <a:off x="1150327" y="1185168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24"/>
          <p:cNvSpPr/>
          <p:nvPr/>
        </p:nvSpPr>
        <p:spPr>
          <a:xfrm>
            <a:off x="1150327" y="1854722"/>
            <a:ext cx="486665" cy="4866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25"/>
          <p:cNvSpPr/>
          <p:nvPr/>
        </p:nvSpPr>
        <p:spPr>
          <a:xfrm>
            <a:off x="1150327" y="2481208"/>
            <a:ext cx="486665" cy="4866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26"/>
          <p:cNvSpPr/>
          <p:nvPr/>
        </p:nvSpPr>
        <p:spPr>
          <a:xfrm>
            <a:off x="1149653" y="3088531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27"/>
          <p:cNvSpPr/>
          <p:nvPr/>
        </p:nvSpPr>
        <p:spPr>
          <a:xfrm>
            <a:off x="1150860" y="3762777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28"/>
          <p:cNvSpPr/>
          <p:nvPr/>
        </p:nvSpPr>
        <p:spPr>
          <a:xfrm>
            <a:off x="1149653" y="4389012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29"/>
          <p:cNvSpPr/>
          <p:nvPr/>
        </p:nvSpPr>
        <p:spPr>
          <a:xfrm>
            <a:off x="1149653" y="5024850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30"/>
          <p:cNvSpPr txBox="1"/>
          <p:nvPr/>
        </p:nvSpPr>
        <p:spPr>
          <a:xfrm>
            <a:off x="2468247" y="1269318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1" name="object 31"/>
          <p:cNvSpPr txBox="1"/>
          <p:nvPr/>
        </p:nvSpPr>
        <p:spPr>
          <a:xfrm>
            <a:off x="2460888" y="1945593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5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2" name="object 32"/>
          <p:cNvSpPr txBox="1"/>
          <p:nvPr/>
        </p:nvSpPr>
        <p:spPr>
          <a:xfrm>
            <a:off x="2454030" y="2564088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3" name="object 33"/>
          <p:cNvSpPr txBox="1"/>
          <p:nvPr/>
        </p:nvSpPr>
        <p:spPr>
          <a:xfrm>
            <a:off x="2472057" y="3182321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2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4" name="object 34"/>
          <p:cNvSpPr txBox="1"/>
          <p:nvPr/>
        </p:nvSpPr>
        <p:spPr>
          <a:xfrm>
            <a:off x="2468247" y="3858858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7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5" name="object 35"/>
          <p:cNvSpPr txBox="1"/>
          <p:nvPr/>
        </p:nvSpPr>
        <p:spPr>
          <a:xfrm>
            <a:off x="2460888" y="4481793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4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6" name="object 36"/>
          <p:cNvSpPr txBox="1"/>
          <p:nvPr/>
        </p:nvSpPr>
        <p:spPr>
          <a:xfrm>
            <a:off x="2454031" y="5121874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9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7" name="object 37"/>
          <p:cNvSpPr txBox="1"/>
          <p:nvPr/>
        </p:nvSpPr>
        <p:spPr>
          <a:xfrm>
            <a:off x="4274831" y="1941397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8" name="object 38"/>
          <p:cNvSpPr txBox="1"/>
          <p:nvPr/>
        </p:nvSpPr>
        <p:spPr>
          <a:xfrm>
            <a:off x="4274831" y="2564083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9" name="object 39"/>
          <p:cNvSpPr txBox="1"/>
          <p:nvPr/>
        </p:nvSpPr>
        <p:spPr>
          <a:xfrm>
            <a:off x="4274831" y="318549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0" name="object 40"/>
          <p:cNvSpPr txBox="1"/>
          <p:nvPr/>
        </p:nvSpPr>
        <p:spPr>
          <a:xfrm>
            <a:off x="4265306" y="3858853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1" name="object 41"/>
          <p:cNvSpPr txBox="1"/>
          <p:nvPr/>
        </p:nvSpPr>
        <p:spPr>
          <a:xfrm>
            <a:off x="4257686" y="448647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2" name="object 42"/>
          <p:cNvSpPr txBox="1"/>
          <p:nvPr/>
        </p:nvSpPr>
        <p:spPr>
          <a:xfrm>
            <a:off x="4265306" y="5121868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3" name="object 43"/>
          <p:cNvSpPr/>
          <p:nvPr/>
        </p:nvSpPr>
        <p:spPr>
          <a:xfrm>
            <a:off x="3489959" y="1390046"/>
            <a:ext cx="736600" cy="76200"/>
          </a:xfrm>
          <a:custGeom>
            <a:avLst/>
            <a:gdLst/>
            <a:ahLst/>
            <a:cxnLst/>
            <a:rect l="l" t="t" r="r" b="b"/>
            <a:pathLst>
              <a:path w="736600" h="76200">
                <a:moveTo>
                  <a:pt x="38099" y="0"/>
                </a:moveTo>
                <a:lnTo>
                  <a:pt x="23312" y="2987"/>
                </a:lnTo>
                <a:lnTo>
                  <a:pt x="11197" y="11140"/>
                </a:lnTo>
                <a:lnTo>
                  <a:pt x="3008" y="23248"/>
                </a:lnTo>
                <a:lnTo>
                  <a:pt x="0" y="38099"/>
                </a:lnTo>
                <a:lnTo>
                  <a:pt x="3008" y="52938"/>
                </a:lnTo>
                <a:lnTo>
                  <a:pt x="11197" y="65048"/>
                </a:lnTo>
                <a:lnTo>
                  <a:pt x="23312" y="73208"/>
                </a:lnTo>
                <a:lnTo>
                  <a:pt x="38099" y="76199"/>
                </a:lnTo>
                <a:lnTo>
                  <a:pt x="52951" y="73208"/>
                </a:lnTo>
                <a:lnTo>
                  <a:pt x="65059" y="65048"/>
                </a:lnTo>
                <a:lnTo>
                  <a:pt x="73212" y="52938"/>
                </a:lnTo>
                <a:lnTo>
                  <a:pt x="74285" y="47609"/>
                </a:lnTo>
                <a:lnTo>
                  <a:pt x="38099" y="47609"/>
                </a:lnTo>
                <a:lnTo>
                  <a:pt x="38099" y="28559"/>
                </a:lnTo>
                <a:lnTo>
                  <a:pt x="74281" y="28559"/>
                </a:lnTo>
                <a:lnTo>
                  <a:pt x="73212" y="23248"/>
                </a:lnTo>
                <a:lnTo>
                  <a:pt x="65059" y="11140"/>
                </a:lnTo>
                <a:lnTo>
                  <a:pt x="52951" y="2987"/>
                </a:lnTo>
                <a:lnTo>
                  <a:pt x="38099" y="0"/>
                </a:lnTo>
                <a:close/>
              </a:path>
              <a:path w="736600" h="76200">
                <a:moveTo>
                  <a:pt x="659891" y="0"/>
                </a:moveTo>
                <a:lnTo>
                  <a:pt x="659891" y="76199"/>
                </a:lnTo>
                <a:lnTo>
                  <a:pt x="717072" y="47609"/>
                </a:lnTo>
                <a:lnTo>
                  <a:pt x="672596" y="47609"/>
                </a:lnTo>
                <a:lnTo>
                  <a:pt x="672596" y="28559"/>
                </a:lnTo>
                <a:lnTo>
                  <a:pt x="717011" y="28559"/>
                </a:lnTo>
                <a:lnTo>
                  <a:pt x="659891" y="0"/>
                </a:lnTo>
                <a:close/>
              </a:path>
              <a:path w="736600" h="76200">
                <a:moveTo>
                  <a:pt x="74281" y="28559"/>
                </a:moveTo>
                <a:lnTo>
                  <a:pt x="38099" y="28559"/>
                </a:lnTo>
                <a:lnTo>
                  <a:pt x="38099" y="47609"/>
                </a:lnTo>
                <a:lnTo>
                  <a:pt x="74285" y="47609"/>
                </a:lnTo>
                <a:lnTo>
                  <a:pt x="76199" y="38099"/>
                </a:lnTo>
                <a:lnTo>
                  <a:pt x="74281" y="28559"/>
                </a:lnTo>
                <a:close/>
              </a:path>
              <a:path w="736600" h="76200">
                <a:moveTo>
                  <a:pt x="659891" y="28559"/>
                </a:moveTo>
                <a:lnTo>
                  <a:pt x="74281" y="28559"/>
                </a:lnTo>
                <a:lnTo>
                  <a:pt x="76199" y="38099"/>
                </a:lnTo>
                <a:lnTo>
                  <a:pt x="74285" y="47609"/>
                </a:lnTo>
                <a:lnTo>
                  <a:pt x="659891" y="47609"/>
                </a:lnTo>
                <a:lnTo>
                  <a:pt x="659891" y="28559"/>
                </a:lnTo>
                <a:close/>
              </a:path>
              <a:path w="736600" h="76200">
                <a:moveTo>
                  <a:pt x="717011" y="28559"/>
                </a:moveTo>
                <a:lnTo>
                  <a:pt x="672596" y="28559"/>
                </a:lnTo>
                <a:lnTo>
                  <a:pt x="672596" y="47609"/>
                </a:lnTo>
                <a:lnTo>
                  <a:pt x="717072" y="47609"/>
                </a:lnTo>
                <a:lnTo>
                  <a:pt x="736091" y="38099"/>
                </a:lnTo>
                <a:lnTo>
                  <a:pt x="717011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44"/>
          <p:cNvSpPr/>
          <p:nvPr/>
        </p:nvSpPr>
        <p:spPr>
          <a:xfrm>
            <a:off x="1598925" y="1390046"/>
            <a:ext cx="845819" cy="76835"/>
          </a:xfrm>
          <a:custGeom>
            <a:avLst/>
            <a:gdLst/>
            <a:ahLst/>
            <a:cxnLst/>
            <a:rect l="l" t="t" r="r" b="b"/>
            <a:pathLst>
              <a:path w="845819" h="76835">
                <a:moveTo>
                  <a:pt x="38099" y="365"/>
                </a:moveTo>
                <a:lnTo>
                  <a:pt x="23256" y="3376"/>
                </a:lnTo>
                <a:lnTo>
                  <a:pt x="11147" y="11578"/>
                </a:lnTo>
                <a:lnTo>
                  <a:pt x="2989" y="23730"/>
                </a:lnTo>
                <a:lnTo>
                  <a:pt x="0" y="38587"/>
                </a:lnTo>
                <a:lnTo>
                  <a:pt x="2989" y="53368"/>
                </a:lnTo>
                <a:lnTo>
                  <a:pt x="11147" y="65440"/>
                </a:lnTo>
                <a:lnTo>
                  <a:pt x="23256" y="73580"/>
                </a:lnTo>
                <a:lnTo>
                  <a:pt x="38099" y="76565"/>
                </a:lnTo>
                <a:lnTo>
                  <a:pt x="52948" y="73578"/>
                </a:lnTo>
                <a:lnTo>
                  <a:pt x="65057" y="65425"/>
                </a:lnTo>
                <a:lnTo>
                  <a:pt x="73212" y="53317"/>
                </a:lnTo>
                <a:lnTo>
                  <a:pt x="74280" y="48005"/>
                </a:lnTo>
                <a:lnTo>
                  <a:pt x="38099" y="48005"/>
                </a:lnTo>
                <a:lnTo>
                  <a:pt x="38099" y="28955"/>
                </a:lnTo>
                <a:lnTo>
                  <a:pt x="74262" y="28936"/>
                </a:lnTo>
                <a:lnTo>
                  <a:pt x="73193" y="23678"/>
                </a:lnTo>
                <a:lnTo>
                  <a:pt x="65008" y="11563"/>
                </a:lnTo>
                <a:lnTo>
                  <a:pt x="52893" y="3374"/>
                </a:lnTo>
                <a:lnTo>
                  <a:pt x="38099" y="365"/>
                </a:lnTo>
                <a:close/>
              </a:path>
              <a:path w="845819" h="76835">
                <a:moveTo>
                  <a:pt x="826358" y="28559"/>
                </a:moveTo>
                <a:lnTo>
                  <a:pt x="781943" y="28559"/>
                </a:lnTo>
                <a:lnTo>
                  <a:pt x="781943" y="47609"/>
                </a:lnTo>
                <a:lnTo>
                  <a:pt x="769238" y="47616"/>
                </a:lnTo>
                <a:lnTo>
                  <a:pt x="769238" y="76199"/>
                </a:lnTo>
                <a:lnTo>
                  <a:pt x="845438" y="38099"/>
                </a:lnTo>
                <a:lnTo>
                  <a:pt x="826358" y="28559"/>
                </a:lnTo>
                <a:close/>
              </a:path>
              <a:path w="845819" h="76835">
                <a:moveTo>
                  <a:pt x="74262" y="28936"/>
                </a:moveTo>
                <a:lnTo>
                  <a:pt x="38099" y="28955"/>
                </a:lnTo>
                <a:lnTo>
                  <a:pt x="38099" y="48005"/>
                </a:lnTo>
                <a:lnTo>
                  <a:pt x="74284" y="47986"/>
                </a:lnTo>
                <a:lnTo>
                  <a:pt x="76199" y="38465"/>
                </a:lnTo>
                <a:lnTo>
                  <a:pt x="74262" y="28936"/>
                </a:lnTo>
                <a:close/>
              </a:path>
              <a:path w="845819" h="76835">
                <a:moveTo>
                  <a:pt x="74284" y="47986"/>
                </a:moveTo>
                <a:lnTo>
                  <a:pt x="38099" y="48005"/>
                </a:lnTo>
                <a:lnTo>
                  <a:pt x="74280" y="48005"/>
                </a:lnTo>
                <a:close/>
              </a:path>
              <a:path w="845819" h="76835">
                <a:moveTo>
                  <a:pt x="769238" y="28566"/>
                </a:moveTo>
                <a:lnTo>
                  <a:pt x="74262" y="28936"/>
                </a:lnTo>
                <a:lnTo>
                  <a:pt x="76199" y="38465"/>
                </a:lnTo>
                <a:lnTo>
                  <a:pt x="74284" y="47986"/>
                </a:lnTo>
                <a:lnTo>
                  <a:pt x="769238" y="47616"/>
                </a:lnTo>
                <a:lnTo>
                  <a:pt x="769238" y="28566"/>
                </a:lnTo>
                <a:close/>
              </a:path>
              <a:path w="845819" h="76835">
                <a:moveTo>
                  <a:pt x="781943" y="28559"/>
                </a:moveTo>
                <a:lnTo>
                  <a:pt x="769238" y="28566"/>
                </a:lnTo>
                <a:lnTo>
                  <a:pt x="769238" y="47616"/>
                </a:lnTo>
                <a:lnTo>
                  <a:pt x="781943" y="47609"/>
                </a:lnTo>
                <a:lnTo>
                  <a:pt x="781943" y="28559"/>
                </a:lnTo>
                <a:close/>
              </a:path>
              <a:path w="845819" h="76835">
                <a:moveTo>
                  <a:pt x="769238" y="0"/>
                </a:moveTo>
                <a:lnTo>
                  <a:pt x="769238" y="28566"/>
                </a:lnTo>
                <a:lnTo>
                  <a:pt x="826358" y="28559"/>
                </a:lnTo>
                <a:lnTo>
                  <a:pt x="769238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45"/>
          <p:cNvSpPr/>
          <p:nvPr/>
        </p:nvSpPr>
        <p:spPr>
          <a:xfrm>
            <a:off x="1598925" y="2059966"/>
            <a:ext cx="838200" cy="81280"/>
          </a:xfrm>
          <a:custGeom>
            <a:avLst/>
            <a:gdLst/>
            <a:ahLst/>
            <a:cxnLst/>
            <a:rect l="l" t="t" r="r" b="b"/>
            <a:pathLst>
              <a:path w="838200" h="81280">
                <a:moveTo>
                  <a:pt x="761941" y="52732"/>
                </a:moveTo>
                <a:lnTo>
                  <a:pt x="761750" y="81259"/>
                </a:lnTo>
                <a:lnTo>
                  <a:pt x="819599" y="52821"/>
                </a:lnTo>
                <a:lnTo>
                  <a:pt x="774572" y="52821"/>
                </a:lnTo>
                <a:lnTo>
                  <a:pt x="761941" y="52732"/>
                </a:lnTo>
                <a:close/>
              </a:path>
              <a:path w="838200" h="81280">
                <a:moveTo>
                  <a:pt x="38362" y="0"/>
                </a:moveTo>
                <a:lnTo>
                  <a:pt x="23490" y="2897"/>
                </a:lnTo>
                <a:lnTo>
                  <a:pt x="11322" y="10968"/>
                </a:lnTo>
                <a:lnTo>
                  <a:pt x="3084" y="23012"/>
                </a:lnTo>
                <a:lnTo>
                  <a:pt x="0" y="37825"/>
                </a:lnTo>
                <a:lnTo>
                  <a:pt x="2898" y="52702"/>
                </a:lnTo>
                <a:lnTo>
                  <a:pt x="10973" y="64876"/>
                </a:lnTo>
                <a:lnTo>
                  <a:pt x="23023" y="73118"/>
                </a:lnTo>
                <a:lnTo>
                  <a:pt x="37850" y="76199"/>
                </a:lnTo>
                <a:lnTo>
                  <a:pt x="52665" y="73302"/>
                </a:lnTo>
                <a:lnTo>
                  <a:pt x="64838" y="65227"/>
                </a:lnTo>
                <a:lnTo>
                  <a:pt x="73104" y="53174"/>
                </a:lnTo>
                <a:lnTo>
                  <a:pt x="74212" y="47866"/>
                </a:lnTo>
                <a:lnTo>
                  <a:pt x="37981" y="47609"/>
                </a:lnTo>
                <a:lnTo>
                  <a:pt x="38099" y="28559"/>
                </a:lnTo>
                <a:lnTo>
                  <a:pt x="74285" y="28559"/>
                </a:lnTo>
                <a:lnTo>
                  <a:pt x="73289" y="23471"/>
                </a:lnTo>
                <a:lnTo>
                  <a:pt x="65188" y="11308"/>
                </a:lnTo>
                <a:lnTo>
                  <a:pt x="53133" y="3076"/>
                </a:lnTo>
                <a:lnTo>
                  <a:pt x="38362" y="0"/>
                </a:lnTo>
                <a:close/>
              </a:path>
              <a:path w="838200" h="81280">
                <a:moveTo>
                  <a:pt x="762069" y="33682"/>
                </a:moveTo>
                <a:lnTo>
                  <a:pt x="761941" y="52732"/>
                </a:lnTo>
                <a:lnTo>
                  <a:pt x="774572" y="52821"/>
                </a:lnTo>
                <a:lnTo>
                  <a:pt x="774704" y="33771"/>
                </a:lnTo>
                <a:lnTo>
                  <a:pt x="762069" y="33682"/>
                </a:lnTo>
                <a:close/>
              </a:path>
              <a:path w="838200" h="81280">
                <a:moveTo>
                  <a:pt x="762262" y="5059"/>
                </a:moveTo>
                <a:lnTo>
                  <a:pt x="762069" y="33682"/>
                </a:lnTo>
                <a:lnTo>
                  <a:pt x="774704" y="33771"/>
                </a:lnTo>
                <a:lnTo>
                  <a:pt x="774572" y="52821"/>
                </a:lnTo>
                <a:lnTo>
                  <a:pt x="819599" y="52821"/>
                </a:lnTo>
                <a:lnTo>
                  <a:pt x="838199" y="43677"/>
                </a:lnTo>
                <a:lnTo>
                  <a:pt x="762262" y="5059"/>
                </a:lnTo>
                <a:close/>
              </a:path>
              <a:path w="838200" h="81280">
                <a:moveTo>
                  <a:pt x="74335" y="28816"/>
                </a:moveTo>
                <a:lnTo>
                  <a:pt x="76199" y="38343"/>
                </a:lnTo>
                <a:lnTo>
                  <a:pt x="74212" y="47866"/>
                </a:lnTo>
                <a:lnTo>
                  <a:pt x="761941" y="52732"/>
                </a:lnTo>
                <a:lnTo>
                  <a:pt x="762069" y="33682"/>
                </a:lnTo>
                <a:lnTo>
                  <a:pt x="74335" y="28816"/>
                </a:lnTo>
                <a:close/>
              </a:path>
              <a:path w="838200" h="81280">
                <a:moveTo>
                  <a:pt x="38099" y="28559"/>
                </a:moveTo>
                <a:lnTo>
                  <a:pt x="37981" y="47609"/>
                </a:lnTo>
                <a:lnTo>
                  <a:pt x="74212" y="47866"/>
                </a:lnTo>
                <a:lnTo>
                  <a:pt x="76199" y="38343"/>
                </a:lnTo>
                <a:lnTo>
                  <a:pt x="74335" y="28816"/>
                </a:lnTo>
                <a:lnTo>
                  <a:pt x="38099" y="28559"/>
                </a:lnTo>
                <a:close/>
              </a:path>
              <a:path w="838200" h="81280">
                <a:moveTo>
                  <a:pt x="74285" y="28559"/>
                </a:moveTo>
                <a:lnTo>
                  <a:pt x="38099" y="28559"/>
                </a:lnTo>
                <a:lnTo>
                  <a:pt x="74335" y="28816"/>
                </a:lnTo>
                <a:lnTo>
                  <a:pt x="74285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46"/>
          <p:cNvSpPr/>
          <p:nvPr/>
        </p:nvSpPr>
        <p:spPr>
          <a:xfrm>
            <a:off x="1598925" y="2683404"/>
            <a:ext cx="831215" cy="79375"/>
          </a:xfrm>
          <a:custGeom>
            <a:avLst/>
            <a:gdLst/>
            <a:ahLst/>
            <a:cxnLst/>
            <a:rect l="l" t="t" r="r" b="b"/>
            <a:pathLst>
              <a:path w="831214" h="79375">
                <a:moveTo>
                  <a:pt x="37850" y="3047"/>
                </a:moveTo>
                <a:lnTo>
                  <a:pt x="23078" y="6054"/>
                </a:lnTo>
                <a:lnTo>
                  <a:pt x="11022" y="14249"/>
                </a:lnTo>
                <a:lnTo>
                  <a:pt x="2917" y="26399"/>
                </a:lnTo>
                <a:lnTo>
                  <a:pt x="0" y="41269"/>
                </a:lnTo>
                <a:lnTo>
                  <a:pt x="3008" y="56050"/>
                </a:lnTo>
                <a:lnTo>
                  <a:pt x="11208" y="68122"/>
                </a:lnTo>
                <a:lnTo>
                  <a:pt x="23361" y="76262"/>
                </a:lnTo>
                <a:lnTo>
                  <a:pt x="38231" y="79247"/>
                </a:lnTo>
                <a:lnTo>
                  <a:pt x="53059" y="76167"/>
                </a:lnTo>
                <a:lnTo>
                  <a:pt x="65122" y="67928"/>
                </a:lnTo>
                <a:lnTo>
                  <a:pt x="73232" y="55763"/>
                </a:lnTo>
                <a:lnTo>
                  <a:pt x="74252" y="50657"/>
                </a:lnTo>
                <a:lnTo>
                  <a:pt x="38099" y="50657"/>
                </a:lnTo>
                <a:lnTo>
                  <a:pt x="37981" y="31607"/>
                </a:lnTo>
                <a:lnTo>
                  <a:pt x="74231" y="31450"/>
                </a:lnTo>
                <a:lnTo>
                  <a:pt x="73122" y="26125"/>
                </a:lnTo>
                <a:lnTo>
                  <a:pt x="64887" y="14066"/>
                </a:lnTo>
                <a:lnTo>
                  <a:pt x="52721" y="5962"/>
                </a:lnTo>
                <a:lnTo>
                  <a:pt x="37850" y="3047"/>
                </a:lnTo>
                <a:close/>
              </a:path>
              <a:path w="831214" h="79375">
                <a:moveTo>
                  <a:pt x="812205" y="28437"/>
                </a:moveTo>
                <a:lnTo>
                  <a:pt x="767465" y="28437"/>
                </a:lnTo>
                <a:lnTo>
                  <a:pt x="767465" y="47487"/>
                </a:lnTo>
                <a:lnTo>
                  <a:pt x="754798" y="47542"/>
                </a:lnTo>
                <a:lnTo>
                  <a:pt x="754892" y="76199"/>
                </a:lnTo>
                <a:lnTo>
                  <a:pt x="830960" y="37703"/>
                </a:lnTo>
                <a:lnTo>
                  <a:pt x="812205" y="28437"/>
                </a:lnTo>
                <a:close/>
              </a:path>
              <a:path w="831214" h="79375">
                <a:moveTo>
                  <a:pt x="74231" y="31450"/>
                </a:moveTo>
                <a:lnTo>
                  <a:pt x="37981" y="31607"/>
                </a:lnTo>
                <a:lnTo>
                  <a:pt x="38099" y="50657"/>
                </a:lnTo>
                <a:lnTo>
                  <a:pt x="74283" y="50500"/>
                </a:lnTo>
                <a:lnTo>
                  <a:pt x="76199" y="40904"/>
                </a:lnTo>
                <a:lnTo>
                  <a:pt x="74231" y="31450"/>
                </a:lnTo>
                <a:close/>
              </a:path>
              <a:path w="831214" h="79375">
                <a:moveTo>
                  <a:pt x="74283" y="50500"/>
                </a:moveTo>
                <a:lnTo>
                  <a:pt x="38099" y="50657"/>
                </a:lnTo>
                <a:lnTo>
                  <a:pt x="74252" y="50657"/>
                </a:lnTo>
                <a:lnTo>
                  <a:pt x="74283" y="50500"/>
                </a:lnTo>
                <a:close/>
              </a:path>
              <a:path w="831214" h="79375">
                <a:moveTo>
                  <a:pt x="754735" y="28493"/>
                </a:moveTo>
                <a:lnTo>
                  <a:pt x="74231" y="31450"/>
                </a:lnTo>
                <a:lnTo>
                  <a:pt x="76199" y="40904"/>
                </a:lnTo>
                <a:lnTo>
                  <a:pt x="74283" y="50500"/>
                </a:lnTo>
                <a:lnTo>
                  <a:pt x="754798" y="47542"/>
                </a:lnTo>
                <a:lnTo>
                  <a:pt x="754735" y="28493"/>
                </a:lnTo>
                <a:close/>
              </a:path>
              <a:path w="831214" h="79375">
                <a:moveTo>
                  <a:pt x="767465" y="28437"/>
                </a:moveTo>
                <a:lnTo>
                  <a:pt x="754735" y="28493"/>
                </a:lnTo>
                <a:lnTo>
                  <a:pt x="754798" y="47542"/>
                </a:lnTo>
                <a:lnTo>
                  <a:pt x="767465" y="47487"/>
                </a:lnTo>
                <a:lnTo>
                  <a:pt x="767465" y="28437"/>
                </a:lnTo>
                <a:close/>
              </a:path>
              <a:path w="831214" h="79375">
                <a:moveTo>
                  <a:pt x="754642" y="0"/>
                </a:moveTo>
                <a:lnTo>
                  <a:pt x="754735" y="28493"/>
                </a:lnTo>
                <a:lnTo>
                  <a:pt x="812205" y="28437"/>
                </a:lnTo>
                <a:lnTo>
                  <a:pt x="75464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47"/>
          <p:cNvSpPr/>
          <p:nvPr/>
        </p:nvSpPr>
        <p:spPr>
          <a:xfrm>
            <a:off x="1598163" y="3293766"/>
            <a:ext cx="850265" cy="82550"/>
          </a:xfrm>
          <a:custGeom>
            <a:avLst/>
            <a:gdLst/>
            <a:ahLst/>
            <a:cxnLst/>
            <a:rect l="l" t="t" r="r" b="b"/>
            <a:pathLst>
              <a:path w="850264" h="82550">
                <a:moveTo>
                  <a:pt x="774073" y="6095"/>
                </a:moveTo>
                <a:lnTo>
                  <a:pt x="773831" y="34702"/>
                </a:lnTo>
                <a:lnTo>
                  <a:pt x="786515" y="34808"/>
                </a:lnTo>
                <a:lnTo>
                  <a:pt x="786383" y="53858"/>
                </a:lnTo>
                <a:lnTo>
                  <a:pt x="773669" y="53858"/>
                </a:lnTo>
                <a:lnTo>
                  <a:pt x="773429" y="82295"/>
                </a:lnTo>
                <a:lnTo>
                  <a:pt x="831566" y="53858"/>
                </a:lnTo>
                <a:lnTo>
                  <a:pt x="786383" y="53858"/>
                </a:lnTo>
                <a:lnTo>
                  <a:pt x="831783" y="53752"/>
                </a:lnTo>
                <a:lnTo>
                  <a:pt x="850010" y="44836"/>
                </a:lnTo>
                <a:lnTo>
                  <a:pt x="774073" y="6095"/>
                </a:lnTo>
                <a:close/>
              </a:path>
              <a:path w="850264" h="82550">
                <a:moveTo>
                  <a:pt x="38480" y="0"/>
                </a:moveTo>
                <a:lnTo>
                  <a:pt x="23614" y="2897"/>
                </a:lnTo>
                <a:lnTo>
                  <a:pt x="11436" y="10972"/>
                </a:lnTo>
                <a:lnTo>
                  <a:pt x="3159" y="23025"/>
                </a:lnTo>
                <a:lnTo>
                  <a:pt x="0" y="37856"/>
                </a:lnTo>
                <a:lnTo>
                  <a:pt x="2898" y="52664"/>
                </a:lnTo>
                <a:lnTo>
                  <a:pt x="10973" y="64834"/>
                </a:lnTo>
                <a:lnTo>
                  <a:pt x="23023" y="73101"/>
                </a:lnTo>
                <a:lnTo>
                  <a:pt x="37850" y="76199"/>
                </a:lnTo>
                <a:lnTo>
                  <a:pt x="52721" y="73304"/>
                </a:lnTo>
                <a:lnTo>
                  <a:pt x="64887" y="65242"/>
                </a:lnTo>
                <a:lnTo>
                  <a:pt x="73122" y="53225"/>
                </a:lnTo>
                <a:lnTo>
                  <a:pt x="74230" y="47911"/>
                </a:lnTo>
                <a:lnTo>
                  <a:pt x="38099" y="47609"/>
                </a:lnTo>
                <a:lnTo>
                  <a:pt x="38231" y="28559"/>
                </a:lnTo>
                <a:lnTo>
                  <a:pt x="74323" y="28559"/>
                </a:lnTo>
                <a:lnTo>
                  <a:pt x="73382" y="23587"/>
                </a:lnTo>
                <a:lnTo>
                  <a:pt x="65346" y="11380"/>
                </a:lnTo>
                <a:lnTo>
                  <a:pt x="53307" y="3099"/>
                </a:lnTo>
                <a:lnTo>
                  <a:pt x="38480" y="0"/>
                </a:lnTo>
                <a:close/>
              </a:path>
              <a:path w="850264" h="82550">
                <a:moveTo>
                  <a:pt x="773831" y="34702"/>
                </a:moveTo>
                <a:lnTo>
                  <a:pt x="773670" y="53752"/>
                </a:lnTo>
                <a:lnTo>
                  <a:pt x="786383" y="53858"/>
                </a:lnTo>
                <a:lnTo>
                  <a:pt x="786515" y="34808"/>
                </a:lnTo>
                <a:lnTo>
                  <a:pt x="773831" y="34702"/>
                </a:lnTo>
                <a:close/>
              </a:path>
              <a:path w="850264" h="82550">
                <a:moveTo>
                  <a:pt x="74381" y="28861"/>
                </a:moveTo>
                <a:lnTo>
                  <a:pt x="76199" y="38465"/>
                </a:lnTo>
                <a:lnTo>
                  <a:pt x="74230" y="47911"/>
                </a:lnTo>
                <a:lnTo>
                  <a:pt x="773670" y="53752"/>
                </a:lnTo>
                <a:lnTo>
                  <a:pt x="773831" y="34702"/>
                </a:lnTo>
                <a:lnTo>
                  <a:pt x="74381" y="28861"/>
                </a:lnTo>
                <a:close/>
              </a:path>
              <a:path w="850264" h="82550">
                <a:moveTo>
                  <a:pt x="38231" y="28559"/>
                </a:moveTo>
                <a:lnTo>
                  <a:pt x="38099" y="47609"/>
                </a:lnTo>
                <a:lnTo>
                  <a:pt x="74230" y="47911"/>
                </a:lnTo>
                <a:lnTo>
                  <a:pt x="76199" y="38465"/>
                </a:lnTo>
                <a:lnTo>
                  <a:pt x="74381" y="28861"/>
                </a:lnTo>
                <a:lnTo>
                  <a:pt x="38231" y="28559"/>
                </a:lnTo>
                <a:close/>
              </a:path>
              <a:path w="850264" h="82550">
                <a:moveTo>
                  <a:pt x="74323" y="28559"/>
                </a:moveTo>
                <a:lnTo>
                  <a:pt x="38231" y="28559"/>
                </a:lnTo>
                <a:lnTo>
                  <a:pt x="74381" y="28861"/>
                </a:lnTo>
                <a:lnTo>
                  <a:pt x="74323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48"/>
          <p:cNvSpPr/>
          <p:nvPr/>
        </p:nvSpPr>
        <p:spPr>
          <a:xfrm>
            <a:off x="1599437" y="3968004"/>
            <a:ext cx="845185" cy="83820"/>
          </a:xfrm>
          <a:custGeom>
            <a:avLst/>
            <a:gdLst/>
            <a:ahLst/>
            <a:cxnLst/>
            <a:rect l="l" t="t" r="r" b="b"/>
            <a:pathLst>
              <a:path w="845185" h="83820">
                <a:moveTo>
                  <a:pt x="769107" y="7238"/>
                </a:moveTo>
                <a:lnTo>
                  <a:pt x="768822" y="35818"/>
                </a:lnTo>
                <a:lnTo>
                  <a:pt x="781562" y="35945"/>
                </a:lnTo>
                <a:lnTo>
                  <a:pt x="781430" y="54995"/>
                </a:lnTo>
                <a:lnTo>
                  <a:pt x="768630" y="54995"/>
                </a:lnTo>
                <a:lnTo>
                  <a:pt x="768345" y="83438"/>
                </a:lnTo>
                <a:lnTo>
                  <a:pt x="826685" y="54995"/>
                </a:lnTo>
                <a:lnTo>
                  <a:pt x="781430" y="54995"/>
                </a:lnTo>
                <a:lnTo>
                  <a:pt x="826945" y="54868"/>
                </a:lnTo>
                <a:lnTo>
                  <a:pt x="844926" y="46100"/>
                </a:lnTo>
                <a:lnTo>
                  <a:pt x="769107" y="7238"/>
                </a:lnTo>
                <a:close/>
              </a:path>
              <a:path w="845185" h="83820">
                <a:moveTo>
                  <a:pt x="38480" y="0"/>
                </a:moveTo>
                <a:lnTo>
                  <a:pt x="23607" y="2824"/>
                </a:lnTo>
                <a:lnTo>
                  <a:pt x="11426" y="10863"/>
                </a:lnTo>
                <a:lnTo>
                  <a:pt x="3152" y="22899"/>
                </a:lnTo>
                <a:lnTo>
                  <a:pt x="0" y="37718"/>
                </a:lnTo>
                <a:lnTo>
                  <a:pt x="2822" y="52536"/>
                </a:lnTo>
                <a:lnTo>
                  <a:pt x="10858" y="64723"/>
                </a:lnTo>
                <a:lnTo>
                  <a:pt x="22894" y="73028"/>
                </a:lnTo>
                <a:lnTo>
                  <a:pt x="37718" y="76199"/>
                </a:lnTo>
                <a:lnTo>
                  <a:pt x="52592" y="73308"/>
                </a:lnTo>
                <a:lnTo>
                  <a:pt x="64773" y="65247"/>
                </a:lnTo>
                <a:lnTo>
                  <a:pt x="73047" y="53233"/>
                </a:lnTo>
                <a:lnTo>
                  <a:pt x="74169" y="47983"/>
                </a:lnTo>
                <a:lnTo>
                  <a:pt x="37968" y="47624"/>
                </a:lnTo>
                <a:lnTo>
                  <a:pt x="38231" y="28574"/>
                </a:lnTo>
                <a:lnTo>
                  <a:pt x="74321" y="28574"/>
                </a:lnTo>
                <a:lnTo>
                  <a:pt x="73377" y="23596"/>
                </a:lnTo>
                <a:lnTo>
                  <a:pt x="65341" y="11386"/>
                </a:lnTo>
                <a:lnTo>
                  <a:pt x="53305" y="3104"/>
                </a:lnTo>
                <a:lnTo>
                  <a:pt x="38480" y="0"/>
                </a:lnTo>
                <a:close/>
              </a:path>
              <a:path w="845185" h="83820">
                <a:moveTo>
                  <a:pt x="768822" y="35818"/>
                </a:moveTo>
                <a:lnTo>
                  <a:pt x="768631" y="54868"/>
                </a:lnTo>
                <a:lnTo>
                  <a:pt x="781430" y="54995"/>
                </a:lnTo>
                <a:lnTo>
                  <a:pt x="781562" y="35945"/>
                </a:lnTo>
                <a:lnTo>
                  <a:pt x="768822" y="35818"/>
                </a:lnTo>
                <a:close/>
              </a:path>
              <a:path w="845185" h="83820">
                <a:moveTo>
                  <a:pt x="74389" y="28933"/>
                </a:moveTo>
                <a:lnTo>
                  <a:pt x="76199" y="38480"/>
                </a:lnTo>
                <a:lnTo>
                  <a:pt x="74169" y="47983"/>
                </a:lnTo>
                <a:lnTo>
                  <a:pt x="768631" y="54868"/>
                </a:lnTo>
                <a:lnTo>
                  <a:pt x="768822" y="35818"/>
                </a:lnTo>
                <a:lnTo>
                  <a:pt x="74389" y="28933"/>
                </a:lnTo>
                <a:close/>
              </a:path>
              <a:path w="845185" h="83820">
                <a:moveTo>
                  <a:pt x="38231" y="28574"/>
                </a:moveTo>
                <a:lnTo>
                  <a:pt x="37968" y="47624"/>
                </a:lnTo>
                <a:lnTo>
                  <a:pt x="74169" y="47983"/>
                </a:lnTo>
                <a:lnTo>
                  <a:pt x="76199" y="38480"/>
                </a:lnTo>
                <a:lnTo>
                  <a:pt x="74389" y="28933"/>
                </a:lnTo>
                <a:lnTo>
                  <a:pt x="38231" y="28574"/>
                </a:lnTo>
                <a:close/>
              </a:path>
              <a:path w="845185" h="83820">
                <a:moveTo>
                  <a:pt x="74321" y="28574"/>
                </a:moveTo>
                <a:lnTo>
                  <a:pt x="38231" y="28574"/>
                </a:lnTo>
                <a:lnTo>
                  <a:pt x="74389" y="28933"/>
                </a:lnTo>
                <a:lnTo>
                  <a:pt x="74321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49"/>
          <p:cNvSpPr/>
          <p:nvPr/>
        </p:nvSpPr>
        <p:spPr>
          <a:xfrm>
            <a:off x="1598163" y="4594250"/>
            <a:ext cx="839469" cy="80010"/>
          </a:xfrm>
          <a:custGeom>
            <a:avLst/>
            <a:gdLst/>
            <a:ahLst/>
            <a:cxnLst/>
            <a:rect l="l" t="t" r="r" b="b"/>
            <a:pathLst>
              <a:path w="839469" h="80010">
                <a:moveTo>
                  <a:pt x="762655" y="51111"/>
                </a:moveTo>
                <a:lnTo>
                  <a:pt x="762512" y="79747"/>
                </a:lnTo>
                <a:lnTo>
                  <a:pt x="820246" y="51172"/>
                </a:lnTo>
                <a:lnTo>
                  <a:pt x="775334" y="51172"/>
                </a:lnTo>
                <a:lnTo>
                  <a:pt x="762655" y="51111"/>
                </a:lnTo>
                <a:close/>
              </a:path>
              <a:path w="839469" h="80010">
                <a:moveTo>
                  <a:pt x="38362" y="0"/>
                </a:moveTo>
                <a:lnTo>
                  <a:pt x="23490" y="2912"/>
                </a:lnTo>
                <a:lnTo>
                  <a:pt x="11322" y="11028"/>
                </a:lnTo>
                <a:lnTo>
                  <a:pt x="3084" y="23122"/>
                </a:lnTo>
                <a:lnTo>
                  <a:pt x="0" y="37968"/>
                </a:lnTo>
                <a:lnTo>
                  <a:pt x="2969" y="52764"/>
                </a:lnTo>
                <a:lnTo>
                  <a:pt x="11083" y="64893"/>
                </a:lnTo>
                <a:lnTo>
                  <a:pt x="23150" y="73117"/>
                </a:lnTo>
                <a:lnTo>
                  <a:pt x="37981" y="76199"/>
                </a:lnTo>
                <a:lnTo>
                  <a:pt x="52843" y="73282"/>
                </a:lnTo>
                <a:lnTo>
                  <a:pt x="64993" y="65177"/>
                </a:lnTo>
                <a:lnTo>
                  <a:pt x="73191" y="53121"/>
                </a:lnTo>
                <a:lnTo>
                  <a:pt x="74275" y="47799"/>
                </a:lnTo>
                <a:lnTo>
                  <a:pt x="38099" y="47624"/>
                </a:lnTo>
                <a:lnTo>
                  <a:pt x="38231" y="28574"/>
                </a:lnTo>
                <a:lnTo>
                  <a:pt x="74298" y="28574"/>
                </a:lnTo>
                <a:lnTo>
                  <a:pt x="73306" y="23478"/>
                </a:lnTo>
                <a:lnTo>
                  <a:pt x="65232" y="11312"/>
                </a:lnTo>
                <a:lnTo>
                  <a:pt x="53183" y="3077"/>
                </a:lnTo>
                <a:lnTo>
                  <a:pt x="38362" y="0"/>
                </a:lnTo>
                <a:close/>
              </a:path>
              <a:path w="839469" h="80010">
                <a:moveTo>
                  <a:pt x="762750" y="32061"/>
                </a:moveTo>
                <a:lnTo>
                  <a:pt x="762655" y="51111"/>
                </a:lnTo>
                <a:lnTo>
                  <a:pt x="775334" y="51172"/>
                </a:lnTo>
                <a:lnTo>
                  <a:pt x="775466" y="32122"/>
                </a:lnTo>
                <a:lnTo>
                  <a:pt x="762750" y="32061"/>
                </a:lnTo>
                <a:close/>
              </a:path>
              <a:path w="839469" h="80010">
                <a:moveTo>
                  <a:pt x="762893" y="3547"/>
                </a:moveTo>
                <a:lnTo>
                  <a:pt x="762750" y="32061"/>
                </a:lnTo>
                <a:lnTo>
                  <a:pt x="775466" y="32122"/>
                </a:lnTo>
                <a:lnTo>
                  <a:pt x="775334" y="51172"/>
                </a:lnTo>
                <a:lnTo>
                  <a:pt x="820246" y="51172"/>
                </a:lnTo>
                <a:lnTo>
                  <a:pt x="838961" y="41909"/>
                </a:lnTo>
                <a:lnTo>
                  <a:pt x="762893" y="3547"/>
                </a:lnTo>
                <a:close/>
              </a:path>
              <a:path w="839469" h="80010">
                <a:moveTo>
                  <a:pt x="74331" y="28748"/>
                </a:moveTo>
                <a:lnTo>
                  <a:pt x="76199" y="38349"/>
                </a:lnTo>
                <a:lnTo>
                  <a:pt x="74275" y="47799"/>
                </a:lnTo>
                <a:lnTo>
                  <a:pt x="762655" y="51111"/>
                </a:lnTo>
                <a:lnTo>
                  <a:pt x="762750" y="32061"/>
                </a:lnTo>
                <a:lnTo>
                  <a:pt x="74331" y="28748"/>
                </a:lnTo>
                <a:close/>
              </a:path>
              <a:path w="839469" h="80010">
                <a:moveTo>
                  <a:pt x="38231" y="28574"/>
                </a:moveTo>
                <a:lnTo>
                  <a:pt x="38099" y="47624"/>
                </a:lnTo>
                <a:lnTo>
                  <a:pt x="74275" y="47799"/>
                </a:lnTo>
                <a:lnTo>
                  <a:pt x="76199" y="38349"/>
                </a:lnTo>
                <a:lnTo>
                  <a:pt x="74331" y="28748"/>
                </a:lnTo>
                <a:lnTo>
                  <a:pt x="38231" y="28574"/>
                </a:lnTo>
                <a:close/>
              </a:path>
              <a:path w="839469" h="80010">
                <a:moveTo>
                  <a:pt x="74298" y="28574"/>
                </a:moveTo>
                <a:lnTo>
                  <a:pt x="38231" y="28574"/>
                </a:lnTo>
                <a:lnTo>
                  <a:pt x="74331" y="28748"/>
                </a:lnTo>
                <a:lnTo>
                  <a:pt x="74298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50"/>
          <p:cNvSpPr/>
          <p:nvPr/>
        </p:nvSpPr>
        <p:spPr>
          <a:xfrm>
            <a:off x="1598163" y="5230078"/>
            <a:ext cx="831850" cy="83185"/>
          </a:xfrm>
          <a:custGeom>
            <a:avLst/>
            <a:gdLst/>
            <a:ahLst/>
            <a:cxnLst/>
            <a:rect l="l" t="t" r="r" b="b"/>
            <a:pathLst>
              <a:path w="831850" h="83185">
                <a:moveTo>
                  <a:pt x="755903" y="6443"/>
                </a:moveTo>
                <a:lnTo>
                  <a:pt x="755618" y="35022"/>
                </a:lnTo>
                <a:lnTo>
                  <a:pt x="768358" y="35137"/>
                </a:lnTo>
                <a:lnTo>
                  <a:pt x="768095" y="54187"/>
                </a:lnTo>
                <a:lnTo>
                  <a:pt x="755426" y="54187"/>
                </a:lnTo>
                <a:lnTo>
                  <a:pt x="755141" y="82643"/>
                </a:lnTo>
                <a:lnTo>
                  <a:pt x="813391" y="54187"/>
                </a:lnTo>
                <a:lnTo>
                  <a:pt x="768095" y="54187"/>
                </a:lnTo>
                <a:lnTo>
                  <a:pt x="813625" y="54073"/>
                </a:lnTo>
                <a:lnTo>
                  <a:pt x="831722" y="45232"/>
                </a:lnTo>
                <a:lnTo>
                  <a:pt x="755903" y="6443"/>
                </a:lnTo>
                <a:close/>
              </a:path>
              <a:path w="831850" h="83185">
                <a:moveTo>
                  <a:pt x="38480" y="0"/>
                </a:moveTo>
                <a:lnTo>
                  <a:pt x="23614" y="2868"/>
                </a:lnTo>
                <a:lnTo>
                  <a:pt x="11436" y="10928"/>
                </a:lnTo>
                <a:lnTo>
                  <a:pt x="3159" y="22966"/>
                </a:lnTo>
                <a:lnTo>
                  <a:pt x="0" y="37767"/>
                </a:lnTo>
                <a:lnTo>
                  <a:pt x="2898" y="52621"/>
                </a:lnTo>
                <a:lnTo>
                  <a:pt x="10973" y="64802"/>
                </a:lnTo>
                <a:lnTo>
                  <a:pt x="23023" y="73073"/>
                </a:lnTo>
                <a:lnTo>
                  <a:pt x="37850" y="76199"/>
                </a:lnTo>
                <a:lnTo>
                  <a:pt x="52665" y="73342"/>
                </a:lnTo>
                <a:lnTo>
                  <a:pt x="64838" y="65289"/>
                </a:lnTo>
                <a:lnTo>
                  <a:pt x="73104" y="53253"/>
                </a:lnTo>
                <a:lnTo>
                  <a:pt x="74213" y="47949"/>
                </a:lnTo>
                <a:lnTo>
                  <a:pt x="38099" y="47624"/>
                </a:lnTo>
                <a:lnTo>
                  <a:pt x="38231" y="28574"/>
                </a:lnTo>
                <a:lnTo>
                  <a:pt x="74327" y="28574"/>
                </a:lnTo>
                <a:lnTo>
                  <a:pt x="73382" y="23590"/>
                </a:lnTo>
                <a:lnTo>
                  <a:pt x="65346" y="11405"/>
                </a:lnTo>
                <a:lnTo>
                  <a:pt x="53307" y="3129"/>
                </a:lnTo>
                <a:lnTo>
                  <a:pt x="38480" y="0"/>
                </a:lnTo>
                <a:close/>
              </a:path>
              <a:path w="831850" h="83185">
                <a:moveTo>
                  <a:pt x="755618" y="35022"/>
                </a:moveTo>
                <a:lnTo>
                  <a:pt x="755427" y="54073"/>
                </a:lnTo>
                <a:lnTo>
                  <a:pt x="768095" y="54187"/>
                </a:lnTo>
                <a:lnTo>
                  <a:pt x="768358" y="35137"/>
                </a:lnTo>
                <a:lnTo>
                  <a:pt x="755618" y="35022"/>
                </a:lnTo>
                <a:close/>
              </a:path>
              <a:path w="831850" h="83185">
                <a:moveTo>
                  <a:pt x="74389" y="28899"/>
                </a:moveTo>
                <a:lnTo>
                  <a:pt x="76199" y="38447"/>
                </a:lnTo>
                <a:lnTo>
                  <a:pt x="74213" y="47949"/>
                </a:lnTo>
                <a:lnTo>
                  <a:pt x="755427" y="54073"/>
                </a:lnTo>
                <a:lnTo>
                  <a:pt x="755618" y="35022"/>
                </a:lnTo>
                <a:lnTo>
                  <a:pt x="74389" y="28899"/>
                </a:lnTo>
                <a:close/>
              </a:path>
              <a:path w="831850" h="83185">
                <a:moveTo>
                  <a:pt x="38231" y="28574"/>
                </a:moveTo>
                <a:lnTo>
                  <a:pt x="38099" y="47624"/>
                </a:lnTo>
                <a:lnTo>
                  <a:pt x="74213" y="47949"/>
                </a:lnTo>
                <a:lnTo>
                  <a:pt x="76199" y="38447"/>
                </a:lnTo>
                <a:lnTo>
                  <a:pt x="74389" y="28899"/>
                </a:lnTo>
                <a:lnTo>
                  <a:pt x="38231" y="28574"/>
                </a:lnTo>
                <a:close/>
              </a:path>
              <a:path w="831850" h="83185">
                <a:moveTo>
                  <a:pt x="74327" y="28574"/>
                </a:moveTo>
                <a:lnTo>
                  <a:pt x="38231" y="28574"/>
                </a:lnTo>
                <a:lnTo>
                  <a:pt x="74389" y="28899"/>
                </a:lnTo>
                <a:lnTo>
                  <a:pt x="74327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51"/>
          <p:cNvSpPr/>
          <p:nvPr/>
        </p:nvSpPr>
        <p:spPr>
          <a:xfrm>
            <a:off x="3482736" y="2061734"/>
            <a:ext cx="743585" cy="80010"/>
          </a:xfrm>
          <a:custGeom>
            <a:avLst/>
            <a:gdLst/>
            <a:ahLst/>
            <a:cxnLst/>
            <a:rect l="l" t="t" r="r" b="b"/>
            <a:pathLst>
              <a:path w="743585" h="80010">
                <a:moveTo>
                  <a:pt x="37825" y="3809"/>
                </a:moveTo>
                <a:lnTo>
                  <a:pt x="23008" y="6890"/>
                </a:lnTo>
                <a:lnTo>
                  <a:pt x="10957" y="15129"/>
                </a:lnTo>
                <a:lnTo>
                  <a:pt x="2884" y="27294"/>
                </a:lnTo>
                <a:lnTo>
                  <a:pt x="0" y="42153"/>
                </a:lnTo>
                <a:lnTo>
                  <a:pt x="3076" y="56984"/>
                </a:lnTo>
                <a:lnTo>
                  <a:pt x="11308" y="69037"/>
                </a:lnTo>
                <a:lnTo>
                  <a:pt x="23471" y="77112"/>
                </a:lnTo>
                <a:lnTo>
                  <a:pt x="38343" y="80009"/>
                </a:lnTo>
                <a:lnTo>
                  <a:pt x="53109" y="76929"/>
                </a:lnTo>
                <a:lnTo>
                  <a:pt x="65170" y="68690"/>
                </a:lnTo>
                <a:lnTo>
                  <a:pt x="73281" y="56525"/>
                </a:lnTo>
                <a:lnTo>
                  <a:pt x="74278" y="51450"/>
                </a:lnTo>
                <a:lnTo>
                  <a:pt x="38099" y="51450"/>
                </a:lnTo>
                <a:lnTo>
                  <a:pt x="37947" y="32400"/>
                </a:lnTo>
                <a:lnTo>
                  <a:pt x="74213" y="32176"/>
                </a:lnTo>
                <a:lnTo>
                  <a:pt x="73105" y="26887"/>
                </a:lnTo>
                <a:lnTo>
                  <a:pt x="64865" y="14828"/>
                </a:lnTo>
                <a:lnTo>
                  <a:pt x="52698" y="6724"/>
                </a:lnTo>
                <a:lnTo>
                  <a:pt x="37825" y="3809"/>
                </a:lnTo>
                <a:close/>
              </a:path>
              <a:path w="743585" h="80010">
                <a:moveTo>
                  <a:pt x="724745" y="28437"/>
                </a:moveTo>
                <a:lnTo>
                  <a:pt x="679825" y="28437"/>
                </a:lnTo>
                <a:lnTo>
                  <a:pt x="679947" y="47487"/>
                </a:lnTo>
                <a:lnTo>
                  <a:pt x="667222" y="47566"/>
                </a:lnTo>
                <a:lnTo>
                  <a:pt x="667359" y="76199"/>
                </a:lnTo>
                <a:lnTo>
                  <a:pt x="743315" y="37581"/>
                </a:lnTo>
                <a:lnTo>
                  <a:pt x="724745" y="28437"/>
                </a:lnTo>
                <a:close/>
              </a:path>
              <a:path w="743585" h="80010">
                <a:moveTo>
                  <a:pt x="74213" y="32176"/>
                </a:moveTo>
                <a:lnTo>
                  <a:pt x="37947" y="32400"/>
                </a:lnTo>
                <a:lnTo>
                  <a:pt x="38099" y="51450"/>
                </a:lnTo>
                <a:lnTo>
                  <a:pt x="74321" y="51226"/>
                </a:lnTo>
                <a:lnTo>
                  <a:pt x="76199" y="41666"/>
                </a:lnTo>
                <a:lnTo>
                  <a:pt x="74213" y="32176"/>
                </a:lnTo>
                <a:close/>
              </a:path>
              <a:path w="743585" h="80010">
                <a:moveTo>
                  <a:pt x="74321" y="51226"/>
                </a:moveTo>
                <a:lnTo>
                  <a:pt x="38099" y="51450"/>
                </a:lnTo>
                <a:lnTo>
                  <a:pt x="74278" y="51450"/>
                </a:lnTo>
                <a:lnTo>
                  <a:pt x="74321" y="51226"/>
                </a:lnTo>
                <a:close/>
              </a:path>
              <a:path w="743585" h="80010">
                <a:moveTo>
                  <a:pt x="667130" y="28516"/>
                </a:moveTo>
                <a:lnTo>
                  <a:pt x="74213" y="32176"/>
                </a:lnTo>
                <a:lnTo>
                  <a:pt x="76199" y="41666"/>
                </a:lnTo>
                <a:lnTo>
                  <a:pt x="74321" y="51226"/>
                </a:lnTo>
                <a:lnTo>
                  <a:pt x="667222" y="47566"/>
                </a:lnTo>
                <a:lnTo>
                  <a:pt x="667130" y="28516"/>
                </a:lnTo>
                <a:close/>
              </a:path>
              <a:path w="743585" h="80010">
                <a:moveTo>
                  <a:pt x="679825" y="28437"/>
                </a:moveTo>
                <a:lnTo>
                  <a:pt x="667130" y="28516"/>
                </a:lnTo>
                <a:lnTo>
                  <a:pt x="667222" y="47566"/>
                </a:lnTo>
                <a:lnTo>
                  <a:pt x="679947" y="47487"/>
                </a:lnTo>
                <a:lnTo>
                  <a:pt x="679825" y="28437"/>
                </a:lnTo>
                <a:close/>
              </a:path>
              <a:path w="743585" h="80010">
                <a:moveTo>
                  <a:pt x="666993" y="0"/>
                </a:moveTo>
                <a:lnTo>
                  <a:pt x="667130" y="28516"/>
                </a:lnTo>
                <a:lnTo>
                  <a:pt x="724745" y="28437"/>
                </a:lnTo>
                <a:lnTo>
                  <a:pt x="666993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52"/>
          <p:cNvSpPr/>
          <p:nvPr/>
        </p:nvSpPr>
        <p:spPr>
          <a:xfrm>
            <a:off x="3475482" y="2683007"/>
            <a:ext cx="750570" cy="76200"/>
          </a:xfrm>
          <a:custGeom>
            <a:avLst/>
            <a:gdLst/>
            <a:ahLst/>
            <a:cxnLst/>
            <a:rect l="l" t="t" r="r" b="b"/>
            <a:pathLst>
              <a:path w="750570" h="76200">
                <a:moveTo>
                  <a:pt x="38099" y="0"/>
                </a:moveTo>
                <a:lnTo>
                  <a:pt x="23248" y="2991"/>
                </a:lnTo>
                <a:lnTo>
                  <a:pt x="11140" y="11151"/>
                </a:lnTo>
                <a:lnTo>
                  <a:pt x="2987" y="23261"/>
                </a:lnTo>
                <a:lnTo>
                  <a:pt x="0" y="38099"/>
                </a:lnTo>
                <a:lnTo>
                  <a:pt x="2987" y="52951"/>
                </a:lnTo>
                <a:lnTo>
                  <a:pt x="11140" y="65059"/>
                </a:lnTo>
                <a:lnTo>
                  <a:pt x="23248" y="73212"/>
                </a:lnTo>
                <a:lnTo>
                  <a:pt x="38099" y="76199"/>
                </a:lnTo>
                <a:lnTo>
                  <a:pt x="52951" y="73212"/>
                </a:lnTo>
                <a:lnTo>
                  <a:pt x="65059" y="65059"/>
                </a:lnTo>
                <a:lnTo>
                  <a:pt x="73212" y="52951"/>
                </a:lnTo>
                <a:lnTo>
                  <a:pt x="74281" y="47640"/>
                </a:lnTo>
                <a:lnTo>
                  <a:pt x="38099" y="47640"/>
                </a:lnTo>
                <a:lnTo>
                  <a:pt x="38099" y="28590"/>
                </a:lnTo>
                <a:lnTo>
                  <a:pt x="74285" y="28590"/>
                </a:lnTo>
                <a:lnTo>
                  <a:pt x="73212" y="23261"/>
                </a:lnTo>
                <a:lnTo>
                  <a:pt x="65059" y="11151"/>
                </a:lnTo>
                <a:lnTo>
                  <a:pt x="52951" y="2991"/>
                </a:lnTo>
                <a:lnTo>
                  <a:pt x="38099" y="0"/>
                </a:lnTo>
                <a:close/>
              </a:path>
              <a:path w="750570" h="76200">
                <a:moveTo>
                  <a:pt x="674369" y="0"/>
                </a:moveTo>
                <a:lnTo>
                  <a:pt x="674369" y="76199"/>
                </a:lnTo>
                <a:lnTo>
                  <a:pt x="731489" y="47640"/>
                </a:lnTo>
                <a:lnTo>
                  <a:pt x="687074" y="47640"/>
                </a:lnTo>
                <a:lnTo>
                  <a:pt x="687074" y="28590"/>
                </a:lnTo>
                <a:lnTo>
                  <a:pt x="731550" y="28590"/>
                </a:lnTo>
                <a:lnTo>
                  <a:pt x="674369" y="0"/>
                </a:lnTo>
                <a:close/>
              </a:path>
              <a:path w="750570" h="76200">
                <a:moveTo>
                  <a:pt x="74285" y="28590"/>
                </a:moveTo>
                <a:lnTo>
                  <a:pt x="38099" y="28590"/>
                </a:lnTo>
                <a:lnTo>
                  <a:pt x="38099" y="47640"/>
                </a:lnTo>
                <a:lnTo>
                  <a:pt x="74281" y="47640"/>
                </a:lnTo>
                <a:lnTo>
                  <a:pt x="76199" y="38099"/>
                </a:lnTo>
                <a:lnTo>
                  <a:pt x="74285" y="28590"/>
                </a:lnTo>
                <a:close/>
              </a:path>
              <a:path w="750570" h="76200">
                <a:moveTo>
                  <a:pt x="674369" y="28590"/>
                </a:moveTo>
                <a:lnTo>
                  <a:pt x="74285" y="28590"/>
                </a:lnTo>
                <a:lnTo>
                  <a:pt x="76199" y="38099"/>
                </a:lnTo>
                <a:lnTo>
                  <a:pt x="74281" y="47640"/>
                </a:lnTo>
                <a:lnTo>
                  <a:pt x="674369" y="47640"/>
                </a:lnTo>
                <a:lnTo>
                  <a:pt x="674369" y="28590"/>
                </a:lnTo>
                <a:close/>
              </a:path>
              <a:path w="750570" h="76200">
                <a:moveTo>
                  <a:pt x="731550" y="28590"/>
                </a:moveTo>
                <a:lnTo>
                  <a:pt x="687074" y="28590"/>
                </a:lnTo>
                <a:lnTo>
                  <a:pt x="687074" y="47640"/>
                </a:lnTo>
                <a:lnTo>
                  <a:pt x="731489" y="47640"/>
                </a:lnTo>
                <a:lnTo>
                  <a:pt x="750569" y="38099"/>
                </a:lnTo>
                <a:lnTo>
                  <a:pt x="731550" y="2859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53"/>
          <p:cNvSpPr/>
          <p:nvPr/>
        </p:nvSpPr>
        <p:spPr>
          <a:xfrm>
            <a:off x="3493770" y="3300502"/>
            <a:ext cx="732790" cy="78740"/>
          </a:xfrm>
          <a:custGeom>
            <a:avLst/>
            <a:gdLst/>
            <a:ahLst/>
            <a:cxnLst/>
            <a:rect l="l" t="t" r="r" b="b"/>
            <a:pathLst>
              <a:path w="732789" h="78739">
                <a:moveTo>
                  <a:pt x="656096" y="50238"/>
                </a:moveTo>
                <a:lnTo>
                  <a:pt x="655960" y="78729"/>
                </a:lnTo>
                <a:lnTo>
                  <a:pt x="713525" y="50291"/>
                </a:lnTo>
                <a:lnTo>
                  <a:pt x="668792" y="50291"/>
                </a:lnTo>
                <a:lnTo>
                  <a:pt x="656096" y="50238"/>
                </a:lnTo>
                <a:close/>
              </a:path>
              <a:path w="732789" h="78739">
                <a:moveTo>
                  <a:pt x="38221" y="0"/>
                </a:moveTo>
                <a:lnTo>
                  <a:pt x="23364" y="2916"/>
                </a:lnTo>
                <a:lnTo>
                  <a:pt x="11212" y="11033"/>
                </a:lnTo>
                <a:lnTo>
                  <a:pt x="3010" y="23128"/>
                </a:lnTo>
                <a:lnTo>
                  <a:pt x="0" y="37978"/>
                </a:lnTo>
                <a:lnTo>
                  <a:pt x="2914" y="52767"/>
                </a:lnTo>
                <a:lnTo>
                  <a:pt x="11018" y="64895"/>
                </a:lnTo>
                <a:lnTo>
                  <a:pt x="23077" y="73121"/>
                </a:lnTo>
                <a:lnTo>
                  <a:pt x="37856" y="76199"/>
                </a:lnTo>
                <a:lnTo>
                  <a:pt x="52715" y="73283"/>
                </a:lnTo>
                <a:lnTo>
                  <a:pt x="64880" y="65166"/>
                </a:lnTo>
                <a:lnTo>
                  <a:pt x="73119" y="53071"/>
                </a:lnTo>
                <a:lnTo>
                  <a:pt x="74220" y="47763"/>
                </a:lnTo>
                <a:lnTo>
                  <a:pt x="37978" y="47609"/>
                </a:lnTo>
                <a:lnTo>
                  <a:pt x="38099" y="28559"/>
                </a:lnTo>
                <a:lnTo>
                  <a:pt x="74269" y="28559"/>
                </a:lnTo>
                <a:lnTo>
                  <a:pt x="73232" y="23368"/>
                </a:lnTo>
                <a:lnTo>
                  <a:pt x="65120" y="11247"/>
                </a:lnTo>
                <a:lnTo>
                  <a:pt x="53054" y="3057"/>
                </a:lnTo>
                <a:lnTo>
                  <a:pt x="38221" y="0"/>
                </a:lnTo>
                <a:close/>
              </a:path>
              <a:path w="732789" h="78739">
                <a:moveTo>
                  <a:pt x="656188" y="31187"/>
                </a:moveTo>
                <a:lnTo>
                  <a:pt x="656096" y="50238"/>
                </a:lnTo>
                <a:lnTo>
                  <a:pt x="668792" y="50291"/>
                </a:lnTo>
                <a:lnTo>
                  <a:pt x="668914" y="31241"/>
                </a:lnTo>
                <a:lnTo>
                  <a:pt x="656188" y="31187"/>
                </a:lnTo>
                <a:close/>
              </a:path>
              <a:path w="732789" h="78739">
                <a:moveTo>
                  <a:pt x="656325" y="2529"/>
                </a:moveTo>
                <a:lnTo>
                  <a:pt x="656188" y="31187"/>
                </a:lnTo>
                <a:lnTo>
                  <a:pt x="668914" y="31241"/>
                </a:lnTo>
                <a:lnTo>
                  <a:pt x="668792" y="50291"/>
                </a:lnTo>
                <a:lnTo>
                  <a:pt x="713525" y="50291"/>
                </a:lnTo>
                <a:lnTo>
                  <a:pt x="732281" y="41026"/>
                </a:lnTo>
                <a:lnTo>
                  <a:pt x="656325" y="2529"/>
                </a:lnTo>
                <a:close/>
              </a:path>
              <a:path w="732789" h="78739">
                <a:moveTo>
                  <a:pt x="74300" y="28713"/>
                </a:moveTo>
                <a:lnTo>
                  <a:pt x="76199" y="38221"/>
                </a:lnTo>
                <a:lnTo>
                  <a:pt x="74220" y="47763"/>
                </a:lnTo>
                <a:lnTo>
                  <a:pt x="656096" y="50238"/>
                </a:lnTo>
                <a:lnTo>
                  <a:pt x="656188" y="31187"/>
                </a:lnTo>
                <a:lnTo>
                  <a:pt x="74300" y="28713"/>
                </a:lnTo>
                <a:close/>
              </a:path>
              <a:path w="732789" h="78739">
                <a:moveTo>
                  <a:pt x="38099" y="28559"/>
                </a:moveTo>
                <a:lnTo>
                  <a:pt x="37978" y="47609"/>
                </a:lnTo>
                <a:lnTo>
                  <a:pt x="74220" y="47763"/>
                </a:lnTo>
                <a:lnTo>
                  <a:pt x="76199" y="38221"/>
                </a:lnTo>
                <a:lnTo>
                  <a:pt x="74300" y="28713"/>
                </a:lnTo>
                <a:lnTo>
                  <a:pt x="38099" y="28559"/>
                </a:lnTo>
                <a:close/>
              </a:path>
              <a:path w="732789" h="78739">
                <a:moveTo>
                  <a:pt x="74269" y="28559"/>
                </a:moveTo>
                <a:lnTo>
                  <a:pt x="38099" y="28559"/>
                </a:lnTo>
                <a:lnTo>
                  <a:pt x="74300" y="28713"/>
                </a:lnTo>
                <a:lnTo>
                  <a:pt x="74269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54"/>
          <p:cNvSpPr/>
          <p:nvPr/>
        </p:nvSpPr>
        <p:spPr>
          <a:xfrm>
            <a:off x="3489959" y="3976005"/>
            <a:ext cx="727075" cy="76200"/>
          </a:xfrm>
          <a:custGeom>
            <a:avLst/>
            <a:gdLst/>
            <a:ahLst/>
            <a:cxnLst/>
            <a:rect l="l" t="t" r="r" b="b"/>
            <a:pathLst>
              <a:path w="727075" h="76200">
                <a:moveTo>
                  <a:pt x="38099" y="0"/>
                </a:moveTo>
                <a:lnTo>
                  <a:pt x="23312" y="2989"/>
                </a:lnTo>
                <a:lnTo>
                  <a:pt x="11197" y="11147"/>
                </a:lnTo>
                <a:lnTo>
                  <a:pt x="3008" y="23256"/>
                </a:lnTo>
                <a:lnTo>
                  <a:pt x="0" y="38099"/>
                </a:lnTo>
                <a:lnTo>
                  <a:pt x="3008" y="52948"/>
                </a:lnTo>
                <a:lnTo>
                  <a:pt x="11197" y="65057"/>
                </a:lnTo>
                <a:lnTo>
                  <a:pt x="23312" y="73212"/>
                </a:lnTo>
                <a:lnTo>
                  <a:pt x="38099" y="76199"/>
                </a:lnTo>
                <a:lnTo>
                  <a:pt x="52951" y="73212"/>
                </a:lnTo>
                <a:lnTo>
                  <a:pt x="65059" y="65057"/>
                </a:lnTo>
                <a:lnTo>
                  <a:pt x="73212" y="52948"/>
                </a:lnTo>
                <a:lnTo>
                  <a:pt x="74283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3" y="28574"/>
                </a:lnTo>
                <a:lnTo>
                  <a:pt x="73212" y="23256"/>
                </a:lnTo>
                <a:lnTo>
                  <a:pt x="65059" y="11147"/>
                </a:lnTo>
                <a:lnTo>
                  <a:pt x="52951" y="2989"/>
                </a:lnTo>
                <a:lnTo>
                  <a:pt x="38099" y="0"/>
                </a:lnTo>
                <a:close/>
              </a:path>
              <a:path w="727075" h="76200">
                <a:moveTo>
                  <a:pt x="650382" y="0"/>
                </a:moveTo>
                <a:lnTo>
                  <a:pt x="650382" y="76199"/>
                </a:lnTo>
                <a:lnTo>
                  <a:pt x="707532" y="47624"/>
                </a:lnTo>
                <a:lnTo>
                  <a:pt x="663071" y="47624"/>
                </a:lnTo>
                <a:lnTo>
                  <a:pt x="663071" y="28574"/>
                </a:lnTo>
                <a:lnTo>
                  <a:pt x="707532" y="28574"/>
                </a:lnTo>
                <a:lnTo>
                  <a:pt x="650382" y="0"/>
                </a:lnTo>
                <a:close/>
              </a:path>
              <a:path w="727075" h="76200">
                <a:moveTo>
                  <a:pt x="74283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3" y="47624"/>
                </a:lnTo>
                <a:lnTo>
                  <a:pt x="76199" y="38099"/>
                </a:lnTo>
                <a:lnTo>
                  <a:pt x="74283" y="28574"/>
                </a:lnTo>
                <a:close/>
              </a:path>
              <a:path w="727075" h="76200">
                <a:moveTo>
                  <a:pt x="650382" y="28574"/>
                </a:moveTo>
                <a:lnTo>
                  <a:pt x="74283" y="28574"/>
                </a:lnTo>
                <a:lnTo>
                  <a:pt x="76199" y="38099"/>
                </a:lnTo>
                <a:lnTo>
                  <a:pt x="74283" y="47624"/>
                </a:lnTo>
                <a:lnTo>
                  <a:pt x="650382" y="47624"/>
                </a:lnTo>
                <a:lnTo>
                  <a:pt x="650382" y="28574"/>
                </a:lnTo>
                <a:close/>
              </a:path>
              <a:path w="727075" h="76200">
                <a:moveTo>
                  <a:pt x="707532" y="28574"/>
                </a:moveTo>
                <a:lnTo>
                  <a:pt x="663071" y="28574"/>
                </a:lnTo>
                <a:lnTo>
                  <a:pt x="663071" y="47624"/>
                </a:lnTo>
                <a:lnTo>
                  <a:pt x="707532" y="47624"/>
                </a:lnTo>
                <a:lnTo>
                  <a:pt x="726582" y="38099"/>
                </a:lnTo>
                <a:lnTo>
                  <a:pt x="707532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55"/>
          <p:cNvSpPr/>
          <p:nvPr/>
        </p:nvSpPr>
        <p:spPr>
          <a:xfrm>
            <a:off x="3482736" y="4598178"/>
            <a:ext cx="727075" cy="80645"/>
          </a:xfrm>
          <a:custGeom>
            <a:avLst/>
            <a:gdLst/>
            <a:ahLst/>
            <a:cxnLst/>
            <a:rect l="l" t="t" r="r" b="b"/>
            <a:pathLst>
              <a:path w="727075" h="80645">
                <a:moveTo>
                  <a:pt x="650290" y="51987"/>
                </a:moveTo>
                <a:lnTo>
                  <a:pt x="650107" y="80522"/>
                </a:lnTo>
                <a:lnTo>
                  <a:pt x="707955" y="52078"/>
                </a:lnTo>
                <a:lnTo>
                  <a:pt x="662939" y="52078"/>
                </a:lnTo>
                <a:lnTo>
                  <a:pt x="650290" y="51987"/>
                </a:lnTo>
                <a:close/>
              </a:path>
              <a:path w="727075" h="80645">
                <a:moveTo>
                  <a:pt x="38343" y="0"/>
                </a:moveTo>
                <a:lnTo>
                  <a:pt x="23471" y="2841"/>
                </a:lnTo>
                <a:lnTo>
                  <a:pt x="11308" y="10907"/>
                </a:lnTo>
                <a:lnTo>
                  <a:pt x="3076" y="22949"/>
                </a:lnTo>
                <a:lnTo>
                  <a:pt x="0" y="37718"/>
                </a:lnTo>
                <a:lnTo>
                  <a:pt x="2884" y="52590"/>
                </a:lnTo>
                <a:lnTo>
                  <a:pt x="10957" y="64758"/>
                </a:lnTo>
                <a:lnTo>
                  <a:pt x="23008" y="72996"/>
                </a:lnTo>
                <a:lnTo>
                  <a:pt x="37825" y="76081"/>
                </a:lnTo>
                <a:lnTo>
                  <a:pt x="52647" y="73239"/>
                </a:lnTo>
                <a:lnTo>
                  <a:pt x="64819" y="65173"/>
                </a:lnTo>
                <a:lnTo>
                  <a:pt x="73088" y="53131"/>
                </a:lnTo>
                <a:lnTo>
                  <a:pt x="74194" y="47883"/>
                </a:lnTo>
                <a:lnTo>
                  <a:pt x="37947" y="47624"/>
                </a:lnTo>
                <a:lnTo>
                  <a:pt x="38099" y="28574"/>
                </a:lnTo>
                <a:lnTo>
                  <a:pt x="74293" y="28574"/>
                </a:lnTo>
                <a:lnTo>
                  <a:pt x="73302" y="23490"/>
                </a:lnTo>
                <a:lnTo>
                  <a:pt x="65227" y="11322"/>
                </a:lnTo>
                <a:lnTo>
                  <a:pt x="53174" y="3084"/>
                </a:lnTo>
                <a:lnTo>
                  <a:pt x="38343" y="0"/>
                </a:lnTo>
                <a:close/>
              </a:path>
              <a:path w="727075" h="80645">
                <a:moveTo>
                  <a:pt x="650412" y="32937"/>
                </a:moveTo>
                <a:lnTo>
                  <a:pt x="650290" y="51987"/>
                </a:lnTo>
                <a:lnTo>
                  <a:pt x="662939" y="52078"/>
                </a:lnTo>
                <a:lnTo>
                  <a:pt x="663061" y="33028"/>
                </a:lnTo>
                <a:lnTo>
                  <a:pt x="650412" y="32937"/>
                </a:lnTo>
                <a:close/>
              </a:path>
              <a:path w="727075" h="80645">
                <a:moveTo>
                  <a:pt x="650595" y="4322"/>
                </a:moveTo>
                <a:lnTo>
                  <a:pt x="650412" y="32937"/>
                </a:lnTo>
                <a:lnTo>
                  <a:pt x="663061" y="33028"/>
                </a:lnTo>
                <a:lnTo>
                  <a:pt x="662939" y="52078"/>
                </a:lnTo>
                <a:lnTo>
                  <a:pt x="707955" y="52078"/>
                </a:lnTo>
                <a:lnTo>
                  <a:pt x="726551" y="42934"/>
                </a:lnTo>
                <a:lnTo>
                  <a:pt x="650595" y="4322"/>
                </a:lnTo>
                <a:close/>
              </a:path>
              <a:path w="727075" h="80645">
                <a:moveTo>
                  <a:pt x="74343" y="28833"/>
                </a:moveTo>
                <a:lnTo>
                  <a:pt x="76199" y="38362"/>
                </a:lnTo>
                <a:lnTo>
                  <a:pt x="74194" y="47883"/>
                </a:lnTo>
                <a:lnTo>
                  <a:pt x="650290" y="51987"/>
                </a:lnTo>
                <a:lnTo>
                  <a:pt x="650412" y="32937"/>
                </a:lnTo>
                <a:lnTo>
                  <a:pt x="74343" y="28833"/>
                </a:lnTo>
                <a:close/>
              </a:path>
              <a:path w="727075" h="80645">
                <a:moveTo>
                  <a:pt x="38099" y="28574"/>
                </a:moveTo>
                <a:lnTo>
                  <a:pt x="37947" y="47624"/>
                </a:lnTo>
                <a:lnTo>
                  <a:pt x="74194" y="47883"/>
                </a:lnTo>
                <a:lnTo>
                  <a:pt x="76199" y="38362"/>
                </a:lnTo>
                <a:lnTo>
                  <a:pt x="74343" y="28833"/>
                </a:lnTo>
                <a:lnTo>
                  <a:pt x="38099" y="28574"/>
                </a:lnTo>
                <a:close/>
              </a:path>
              <a:path w="727075" h="80645">
                <a:moveTo>
                  <a:pt x="74293" y="28574"/>
                </a:moveTo>
                <a:lnTo>
                  <a:pt x="38099" y="28574"/>
                </a:lnTo>
                <a:lnTo>
                  <a:pt x="74343" y="28833"/>
                </a:lnTo>
                <a:lnTo>
                  <a:pt x="74293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56"/>
          <p:cNvSpPr/>
          <p:nvPr/>
        </p:nvSpPr>
        <p:spPr>
          <a:xfrm>
            <a:off x="3475482" y="5237210"/>
            <a:ext cx="741680" cy="76200"/>
          </a:xfrm>
          <a:custGeom>
            <a:avLst/>
            <a:gdLst/>
            <a:ahLst/>
            <a:cxnLst/>
            <a:rect l="l" t="t" r="r" b="b"/>
            <a:pathLst>
              <a:path w="741679" h="76200">
                <a:moveTo>
                  <a:pt x="38099" y="0"/>
                </a:moveTo>
                <a:lnTo>
                  <a:pt x="23248" y="2993"/>
                </a:lnTo>
                <a:lnTo>
                  <a:pt x="11140" y="11156"/>
                </a:lnTo>
                <a:lnTo>
                  <a:pt x="2987" y="23266"/>
                </a:lnTo>
                <a:lnTo>
                  <a:pt x="0" y="38099"/>
                </a:lnTo>
                <a:lnTo>
                  <a:pt x="2987" y="52924"/>
                </a:lnTo>
                <a:lnTo>
                  <a:pt x="11140" y="65035"/>
                </a:lnTo>
                <a:lnTo>
                  <a:pt x="23248" y="73203"/>
                </a:lnTo>
                <a:lnTo>
                  <a:pt x="38099" y="76199"/>
                </a:lnTo>
                <a:lnTo>
                  <a:pt x="52951" y="73203"/>
                </a:lnTo>
                <a:lnTo>
                  <a:pt x="65059" y="65035"/>
                </a:lnTo>
                <a:lnTo>
                  <a:pt x="73212" y="52924"/>
                </a:lnTo>
                <a:lnTo>
                  <a:pt x="74280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1" y="28574"/>
                </a:lnTo>
                <a:lnTo>
                  <a:pt x="73212" y="23266"/>
                </a:lnTo>
                <a:lnTo>
                  <a:pt x="65059" y="11156"/>
                </a:lnTo>
                <a:lnTo>
                  <a:pt x="52951" y="2993"/>
                </a:lnTo>
                <a:lnTo>
                  <a:pt x="38099" y="0"/>
                </a:lnTo>
                <a:close/>
              </a:path>
              <a:path w="741679" h="76200">
                <a:moveTo>
                  <a:pt x="664860" y="0"/>
                </a:moveTo>
                <a:lnTo>
                  <a:pt x="664860" y="76199"/>
                </a:lnTo>
                <a:lnTo>
                  <a:pt x="722010" y="47624"/>
                </a:lnTo>
                <a:lnTo>
                  <a:pt x="677549" y="47624"/>
                </a:lnTo>
                <a:lnTo>
                  <a:pt x="677549" y="28574"/>
                </a:lnTo>
                <a:lnTo>
                  <a:pt x="722010" y="28574"/>
                </a:lnTo>
                <a:lnTo>
                  <a:pt x="664860" y="0"/>
                </a:lnTo>
                <a:close/>
              </a:path>
              <a:path w="741679" h="76200">
                <a:moveTo>
                  <a:pt x="74281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0" y="47624"/>
                </a:lnTo>
                <a:lnTo>
                  <a:pt x="76199" y="38099"/>
                </a:lnTo>
                <a:lnTo>
                  <a:pt x="74281" y="28574"/>
                </a:lnTo>
                <a:close/>
              </a:path>
              <a:path w="741679" h="76200">
                <a:moveTo>
                  <a:pt x="664860" y="28574"/>
                </a:moveTo>
                <a:lnTo>
                  <a:pt x="74281" y="28574"/>
                </a:lnTo>
                <a:lnTo>
                  <a:pt x="76199" y="38099"/>
                </a:lnTo>
                <a:lnTo>
                  <a:pt x="74280" y="47624"/>
                </a:lnTo>
                <a:lnTo>
                  <a:pt x="664860" y="47624"/>
                </a:lnTo>
                <a:lnTo>
                  <a:pt x="664860" y="28574"/>
                </a:lnTo>
                <a:close/>
              </a:path>
              <a:path w="741679" h="76200">
                <a:moveTo>
                  <a:pt x="722010" y="28574"/>
                </a:moveTo>
                <a:lnTo>
                  <a:pt x="677549" y="28574"/>
                </a:lnTo>
                <a:lnTo>
                  <a:pt x="677549" y="47624"/>
                </a:lnTo>
                <a:lnTo>
                  <a:pt x="722010" y="47624"/>
                </a:lnTo>
                <a:lnTo>
                  <a:pt x="741060" y="38099"/>
                </a:lnTo>
                <a:lnTo>
                  <a:pt x="722010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57"/>
          <p:cNvSpPr txBox="1"/>
          <p:nvPr/>
        </p:nvSpPr>
        <p:spPr>
          <a:xfrm>
            <a:off x="3459228" y="845524"/>
            <a:ext cx="1217930" cy="72390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800">
              <a:latin typeface="Arial"/>
              <a:cs typeface="Arial"/>
            </a:endParaRPr>
          </a:p>
          <a:p>
            <a:pPr marR="254635" algn="r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8" name="object 58"/>
          <p:cNvSpPr/>
          <p:nvPr/>
        </p:nvSpPr>
        <p:spPr>
          <a:xfrm>
            <a:off x="2561082" y="850580"/>
            <a:ext cx="393649" cy="39364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59"/>
          <p:cNvSpPr/>
          <p:nvPr/>
        </p:nvSpPr>
        <p:spPr>
          <a:xfrm>
            <a:off x="1149653" y="5659330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60"/>
          <p:cNvSpPr/>
          <p:nvPr/>
        </p:nvSpPr>
        <p:spPr>
          <a:xfrm>
            <a:off x="1598163" y="5864562"/>
            <a:ext cx="831850" cy="83185"/>
          </a:xfrm>
          <a:custGeom>
            <a:avLst/>
            <a:gdLst/>
            <a:ahLst/>
            <a:cxnLst/>
            <a:rect l="l" t="t" r="r" b="b"/>
            <a:pathLst>
              <a:path w="831850" h="83185">
                <a:moveTo>
                  <a:pt x="755903" y="6443"/>
                </a:moveTo>
                <a:lnTo>
                  <a:pt x="755618" y="35010"/>
                </a:lnTo>
                <a:lnTo>
                  <a:pt x="768358" y="35125"/>
                </a:lnTo>
                <a:lnTo>
                  <a:pt x="768095" y="54175"/>
                </a:lnTo>
                <a:lnTo>
                  <a:pt x="755426" y="54175"/>
                </a:lnTo>
                <a:lnTo>
                  <a:pt x="755141" y="82643"/>
                </a:lnTo>
                <a:lnTo>
                  <a:pt x="813397" y="54175"/>
                </a:lnTo>
                <a:lnTo>
                  <a:pt x="768095" y="54175"/>
                </a:lnTo>
                <a:lnTo>
                  <a:pt x="813630" y="54061"/>
                </a:lnTo>
                <a:lnTo>
                  <a:pt x="831722" y="45220"/>
                </a:lnTo>
                <a:lnTo>
                  <a:pt x="755903" y="6443"/>
                </a:lnTo>
                <a:close/>
              </a:path>
              <a:path w="831850" h="83185">
                <a:moveTo>
                  <a:pt x="38480" y="0"/>
                </a:moveTo>
                <a:lnTo>
                  <a:pt x="23614" y="2868"/>
                </a:lnTo>
                <a:lnTo>
                  <a:pt x="11436" y="10927"/>
                </a:lnTo>
                <a:lnTo>
                  <a:pt x="3159" y="22961"/>
                </a:lnTo>
                <a:lnTo>
                  <a:pt x="0" y="37755"/>
                </a:lnTo>
                <a:lnTo>
                  <a:pt x="2898" y="52616"/>
                </a:lnTo>
                <a:lnTo>
                  <a:pt x="10973" y="64800"/>
                </a:lnTo>
                <a:lnTo>
                  <a:pt x="23023" y="73073"/>
                </a:lnTo>
                <a:lnTo>
                  <a:pt x="37850" y="76199"/>
                </a:lnTo>
                <a:lnTo>
                  <a:pt x="52665" y="73340"/>
                </a:lnTo>
                <a:lnTo>
                  <a:pt x="64838" y="65284"/>
                </a:lnTo>
                <a:lnTo>
                  <a:pt x="73104" y="53248"/>
                </a:lnTo>
                <a:lnTo>
                  <a:pt x="74212" y="47949"/>
                </a:lnTo>
                <a:lnTo>
                  <a:pt x="38099" y="47624"/>
                </a:lnTo>
                <a:lnTo>
                  <a:pt x="38231" y="28574"/>
                </a:lnTo>
                <a:lnTo>
                  <a:pt x="74328" y="28574"/>
                </a:lnTo>
                <a:lnTo>
                  <a:pt x="73382" y="23586"/>
                </a:lnTo>
                <a:lnTo>
                  <a:pt x="65346" y="11402"/>
                </a:lnTo>
                <a:lnTo>
                  <a:pt x="53307" y="3128"/>
                </a:lnTo>
                <a:lnTo>
                  <a:pt x="38480" y="0"/>
                </a:lnTo>
                <a:close/>
              </a:path>
              <a:path w="831850" h="83185">
                <a:moveTo>
                  <a:pt x="755618" y="35010"/>
                </a:moveTo>
                <a:lnTo>
                  <a:pt x="755427" y="54061"/>
                </a:lnTo>
                <a:lnTo>
                  <a:pt x="768095" y="54175"/>
                </a:lnTo>
                <a:lnTo>
                  <a:pt x="768358" y="35125"/>
                </a:lnTo>
                <a:lnTo>
                  <a:pt x="755618" y="35010"/>
                </a:lnTo>
                <a:close/>
              </a:path>
              <a:path w="831850" h="83185">
                <a:moveTo>
                  <a:pt x="74389" y="28899"/>
                </a:moveTo>
                <a:lnTo>
                  <a:pt x="76199" y="38447"/>
                </a:lnTo>
                <a:lnTo>
                  <a:pt x="74212" y="47949"/>
                </a:lnTo>
                <a:lnTo>
                  <a:pt x="755427" y="54061"/>
                </a:lnTo>
                <a:lnTo>
                  <a:pt x="755618" y="35010"/>
                </a:lnTo>
                <a:lnTo>
                  <a:pt x="74389" y="28899"/>
                </a:lnTo>
                <a:close/>
              </a:path>
              <a:path w="831850" h="83185">
                <a:moveTo>
                  <a:pt x="38231" y="28574"/>
                </a:moveTo>
                <a:lnTo>
                  <a:pt x="38099" y="47624"/>
                </a:lnTo>
                <a:lnTo>
                  <a:pt x="74212" y="47949"/>
                </a:lnTo>
                <a:lnTo>
                  <a:pt x="76199" y="38447"/>
                </a:lnTo>
                <a:lnTo>
                  <a:pt x="74389" y="28899"/>
                </a:lnTo>
                <a:lnTo>
                  <a:pt x="38231" y="28574"/>
                </a:lnTo>
                <a:close/>
              </a:path>
              <a:path w="831850" h="83185">
                <a:moveTo>
                  <a:pt x="74328" y="28574"/>
                </a:moveTo>
                <a:lnTo>
                  <a:pt x="38231" y="28574"/>
                </a:lnTo>
                <a:lnTo>
                  <a:pt x="74389" y="28899"/>
                </a:lnTo>
                <a:lnTo>
                  <a:pt x="74328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61"/>
          <p:cNvSpPr/>
          <p:nvPr/>
        </p:nvSpPr>
        <p:spPr>
          <a:xfrm>
            <a:off x="3475482" y="5871682"/>
            <a:ext cx="741680" cy="76200"/>
          </a:xfrm>
          <a:custGeom>
            <a:avLst/>
            <a:gdLst/>
            <a:ahLst/>
            <a:cxnLst/>
            <a:rect l="l" t="t" r="r" b="b"/>
            <a:pathLst>
              <a:path w="741679" h="76200">
                <a:moveTo>
                  <a:pt x="38099" y="0"/>
                </a:moveTo>
                <a:lnTo>
                  <a:pt x="23248" y="2994"/>
                </a:lnTo>
                <a:lnTo>
                  <a:pt x="11140" y="11161"/>
                </a:lnTo>
                <a:lnTo>
                  <a:pt x="2987" y="23271"/>
                </a:lnTo>
                <a:lnTo>
                  <a:pt x="0" y="38099"/>
                </a:lnTo>
                <a:lnTo>
                  <a:pt x="2987" y="52929"/>
                </a:lnTo>
                <a:lnTo>
                  <a:pt x="11140" y="65040"/>
                </a:lnTo>
                <a:lnTo>
                  <a:pt x="23248" y="73205"/>
                </a:lnTo>
                <a:lnTo>
                  <a:pt x="38099" y="76199"/>
                </a:lnTo>
                <a:lnTo>
                  <a:pt x="52951" y="73205"/>
                </a:lnTo>
                <a:lnTo>
                  <a:pt x="65059" y="65040"/>
                </a:lnTo>
                <a:lnTo>
                  <a:pt x="73212" y="52929"/>
                </a:lnTo>
                <a:lnTo>
                  <a:pt x="74281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1" y="28574"/>
                </a:lnTo>
                <a:lnTo>
                  <a:pt x="73212" y="23271"/>
                </a:lnTo>
                <a:lnTo>
                  <a:pt x="65059" y="11161"/>
                </a:lnTo>
                <a:lnTo>
                  <a:pt x="52951" y="2994"/>
                </a:lnTo>
                <a:lnTo>
                  <a:pt x="38099" y="0"/>
                </a:lnTo>
                <a:close/>
              </a:path>
              <a:path w="741679" h="76200">
                <a:moveTo>
                  <a:pt x="664860" y="0"/>
                </a:moveTo>
                <a:lnTo>
                  <a:pt x="664860" y="76199"/>
                </a:lnTo>
                <a:lnTo>
                  <a:pt x="722010" y="47624"/>
                </a:lnTo>
                <a:lnTo>
                  <a:pt x="677549" y="47624"/>
                </a:lnTo>
                <a:lnTo>
                  <a:pt x="677549" y="28574"/>
                </a:lnTo>
                <a:lnTo>
                  <a:pt x="722010" y="28574"/>
                </a:lnTo>
                <a:lnTo>
                  <a:pt x="664860" y="0"/>
                </a:lnTo>
                <a:close/>
              </a:path>
              <a:path w="741679" h="76200">
                <a:moveTo>
                  <a:pt x="74281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1" y="47624"/>
                </a:lnTo>
                <a:lnTo>
                  <a:pt x="76199" y="38099"/>
                </a:lnTo>
                <a:lnTo>
                  <a:pt x="74281" y="28574"/>
                </a:lnTo>
                <a:close/>
              </a:path>
              <a:path w="741679" h="76200">
                <a:moveTo>
                  <a:pt x="664860" y="28574"/>
                </a:moveTo>
                <a:lnTo>
                  <a:pt x="74281" y="28574"/>
                </a:lnTo>
                <a:lnTo>
                  <a:pt x="76199" y="38099"/>
                </a:lnTo>
                <a:lnTo>
                  <a:pt x="74281" y="47624"/>
                </a:lnTo>
                <a:lnTo>
                  <a:pt x="664860" y="47624"/>
                </a:lnTo>
                <a:lnTo>
                  <a:pt x="664860" y="28574"/>
                </a:lnTo>
                <a:close/>
              </a:path>
              <a:path w="741679" h="76200">
                <a:moveTo>
                  <a:pt x="722010" y="28574"/>
                </a:moveTo>
                <a:lnTo>
                  <a:pt x="677549" y="28574"/>
                </a:lnTo>
                <a:lnTo>
                  <a:pt x="677549" y="47624"/>
                </a:lnTo>
                <a:lnTo>
                  <a:pt x="722010" y="47624"/>
                </a:lnTo>
                <a:lnTo>
                  <a:pt x="741060" y="38099"/>
                </a:lnTo>
                <a:lnTo>
                  <a:pt x="722010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86"/>
          <p:cNvSpPr txBox="1"/>
          <p:nvPr/>
        </p:nvSpPr>
        <p:spPr>
          <a:xfrm>
            <a:off x="2454022" y="5778872"/>
            <a:ext cx="826769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8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3" name="object 87"/>
          <p:cNvSpPr txBox="1"/>
          <p:nvPr/>
        </p:nvSpPr>
        <p:spPr>
          <a:xfrm>
            <a:off x="4265330" y="5778872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304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0"/>
          <p:cNvSpPr/>
          <p:nvPr/>
        </p:nvSpPr>
        <p:spPr>
          <a:xfrm>
            <a:off x="221672" y="127875"/>
            <a:ext cx="11748655" cy="695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/>
          <p:cNvSpPr/>
          <p:nvPr/>
        </p:nvSpPr>
        <p:spPr>
          <a:xfrm>
            <a:off x="221672" y="110832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/>
          <p:cNvSpPr/>
          <p:nvPr/>
        </p:nvSpPr>
        <p:spPr>
          <a:xfrm>
            <a:off x="1600888" y="126371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/>
          <p:cNvSpPr txBox="1">
            <a:spLocks noGrp="1"/>
          </p:cNvSpPr>
          <p:nvPr>
            <p:ph type="title"/>
          </p:nvPr>
        </p:nvSpPr>
        <p:spPr>
          <a:xfrm>
            <a:off x="1636510" y="100865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32843" y="189060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41989" y="221617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66171" y="139443"/>
            <a:ext cx="2056015" cy="4459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76528" y="187055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67265" y="221617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83424" y="138228"/>
            <a:ext cx="2000943" cy="4280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956162" y="154974"/>
            <a:ext cx="1909156" cy="4875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73250" y="187055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359198" y="189361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51129" y="159345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51129" y="161651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0" name="object 20"/>
          <p:cNvSpPr/>
          <p:nvPr/>
        </p:nvSpPr>
        <p:spPr>
          <a:xfrm>
            <a:off x="342900" y="708315"/>
            <a:ext cx="4895850" cy="55721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21"/>
          <p:cNvSpPr/>
          <p:nvPr/>
        </p:nvSpPr>
        <p:spPr>
          <a:xfrm>
            <a:off x="469559" y="837078"/>
            <a:ext cx="4639945" cy="5309870"/>
          </a:xfrm>
          <a:custGeom>
            <a:avLst/>
            <a:gdLst/>
            <a:ahLst/>
            <a:cxnLst/>
            <a:rect l="l" t="t" r="r" b="b"/>
            <a:pathLst>
              <a:path w="4639945" h="5309870">
                <a:moveTo>
                  <a:pt x="3866342" y="0"/>
                </a:moveTo>
                <a:lnTo>
                  <a:pt x="773286" y="0"/>
                </a:lnTo>
                <a:lnTo>
                  <a:pt x="724382" y="1521"/>
                </a:lnTo>
                <a:lnTo>
                  <a:pt x="676286" y="6024"/>
                </a:lnTo>
                <a:lnTo>
                  <a:pt x="629090" y="13419"/>
                </a:lnTo>
                <a:lnTo>
                  <a:pt x="582882" y="23615"/>
                </a:lnTo>
                <a:lnTo>
                  <a:pt x="537755" y="36522"/>
                </a:lnTo>
                <a:lnTo>
                  <a:pt x="493798" y="52048"/>
                </a:lnTo>
                <a:lnTo>
                  <a:pt x="451103" y="70104"/>
                </a:lnTo>
                <a:lnTo>
                  <a:pt x="409759" y="90599"/>
                </a:lnTo>
                <a:lnTo>
                  <a:pt x="369858" y="113442"/>
                </a:lnTo>
                <a:lnTo>
                  <a:pt x="331490" y="138542"/>
                </a:lnTo>
                <a:lnTo>
                  <a:pt x="294745" y="165810"/>
                </a:lnTo>
                <a:lnTo>
                  <a:pt x="259715" y="195155"/>
                </a:lnTo>
                <a:lnTo>
                  <a:pt x="226489" y="226485"/>
                </a:lnTo>
                <a:lnTo>
                  <a:pt x="195159" y="259711"/>
                </a:lnTo>
                <a:lnTo>
                  <a:pt x="165814" y="294742"/>
                </a:lnTo>
                <a:lnTo>
                  <a:pt x="138546" y="331487"/>
                </a:lnTo>
                <a:lnTo>
                  <a:pt x="113445" y="369856"/>
                </a:lnTo>
                <a:lnTo>
                  <a:pt x="90602" y="409758"/>
                </a:lnTo>
                <a:lnTo>
                  <a:pt x="70107" y="451103"/>
                </a:lnTo>
                <a:lnTo>
                  <a:pt x="52050" y="493800"/>
                </a:lnTo>
                <a:lnTo>
                  <a:pt x="36523" y="537759"/>
                </a:lnTo>
                <a:lnTo>
                  <a:pt x="23616" y="582889"/>
                </a:lnTo>
                <a:lnTo>
                  <a:pt x="13420" y="629099"/>
                </a:lnTo>
                <a:lnTo>
                  <a:pt x="6024" y="676300"/>
                </a:lnTo>
                <a:lnTo>
                  <a:pt x="1521" y="724399"/>
                </a:lnTo>
                <a:lnTo>
                  <a:pt x="0" y="773308"/>
                </a:lnTo>
                <a:lnTo>
                  <a:pt x="0" y="4536161"/>
                </a:lnTo>
                <a:lnTo>
                  <a:pt x="1521" y="4585065"/>
                </a:lnTo>
                <a:lnTo>
                  <a:pt x="6024" y="4633161"/>
                </a:lnTo>
                <a:lnTo>
                  <a:pt x="13420" y="4680357"/>
                </a:lnTo>
                <a:lnTo>
                  <a:pt x="23616" y="4726564"/>
                </a:lnTo>
                <a:lnTo>
                  <a:pt x="36523" y="4771691"/>
                </a:lnTo>
                <a:lnTo>
                  <a:pt x="52050" y="4815648"/>
                </a:lnTo>
                <a:lnTo>
                  <a:pt x="70107" y="4858342"/>
                </a:lnTo>
                <a:lnTo>
                  <a:pt x="90602" y="4899685"/>
                </a:lnTo>
                <a:lnTo>
                  <a:pt x="113445" y="4939586"/>
                </a:lnTo>
                <a:lnTo>
                  <a:pt x="138546" y="4977954"/>
                </a:lnTo>
                <a:lnTo>
                  <a:pt x="165814" y="5014698"/>
                </a:lnTo>
                <a:lnTo>
                  <a:pt x="195159" y="5049728"/>
                </a:lnTo>
                <a:lnTo>
                  <a:pt x="226489" y="5082953"/>
                </a:lnTo>
                <a:lnTo>
                  <a:pt x="259715" y="5114282"/>
                </a:lnTo>
                <a:lnTo>
                  <a:pt x="294745" y="5143626"/>
                </a:lnTo>
                <a:lnTo>
                  <a:pt x="331490" y="5170894"/>
                </a:lnTo>
                <a:lnTo>
                  <a:pt x="369858" y="5195994"/>
                </a:lnTo>
                <a:lnTo>
                  <a:pt x="409759" y="5218837"/>
                </a:lnTo>
                <a:lnTo>
                  <a:pt x="451103" y="5239332"/>
                </a:lnTo>
                <a:lnTo>
                  <a:pt x="493798" y="5257388"/>
                </a:lnTo>
                <a:lnTo>
                  <a:pt x="537755" y="5272914"/>
                </a:lnTo>
                <a:lnTo>
                  <a:pt x="582882" y="5285821"/>
                </a:lnTo>
                <a:lnTo>
                  <a:pt x="629090" y="5296017"/>
                </a:lnTo>
                <a:lnTo>
                  <a:pt x="676286" y="5303412"/>
                </a:lnTo>
                <a:lnTo>
                  <a:pt x="724382" y="5307915"/>
                </a:lnTo>
                <a:lnTo>
                  <a:pt x="773286" y="5309437"/>
                </a:lnTo>
                <a:lnTo>
                  <a:pt x="3866342" y="5309437"/>
                </a:lnTo>
                <a:lnTo>
                  <a:pt x="3915250" y="5307915"/>
                </a:lnTo>
                <a:lnTo>
                  <a:pt x="3963350" y="5303412"/>
                </a:lnTo>
                <a:lnTo>
                  <a:pt x="4010550" y="5296017"/>
                </a:lnTo>
                <a:lnTo>
                  <a:pt x="4056760" y="5285821"/>
                </a:lnTo>
                <a:lnTo>
                  <a:pt x="4101890" y="5272914"/>
                </a:lnTo>
                <a:lnTo>
                  <a:pt x="4145849" y="5257388"/>
                </a:lnTo>
                <a:lnTo>
                  <a:pt x="4188546" y="5239332"/>
                </a:lnTo>
                <a:lnTo>
                  <a:pt x="4229891" y="5218837"/>
                </a:lnTo>
                <a:lnTo>
                  <a:pt x="4269793" y="5195994"/>
                </a:lnTo>
                <a:lnTo>
                  <a:pt x="4308162" y="5170894"/>
                </a:lnTo>
                <a:lnTo>
                  <a:pt x="4344908" y="5143626"/>
                </a:lnTo>
                <a:lnTo>
                  <a:pt x="4379938" y="5114282"/>
                </a:lnTo>
                <a:lnTo>
                  <a:pt x="4413164" y="5082953"/>
                </a:lnTo>
                <a:lnTo>
                  <a:pt x="4444495" y="5049728"/>
                </a:lnTo>
                <a:lnTo>
                  <a:pt x="4473839" y="5014698"/>
                </a:lnTo>
                <a:lnTo>
                  <a:pt x="4501107" y="4977954"/>
                </a:lnTo>
                <a:lnTo>
                  <a:pt x="4526208" y="4939586"/>
                </a:lnTo>
                <a:lnTo>
                  <a:pt x="4549050" y="4899685"/>
                </a:lnTo>
                <a:lnTo>
                  <a:pt x="4569545" y="4858342"/>
                </a:lnTo>
                <a:lnTo>
                  <a:pt x="4587601" y="4815648"/>
                </a:lnTo>
                <a:lnTo>
                  <a:pt x="4603127" y="4771691"/>
                </a:lnTo>
                <a:lnTo>
                  <a:pt x="4616034" y="4726564"/>
                </a:lnTo>
                <a:lnTo>
                  <a:pt x="4626230" y="4680357"/>
                </a:lnTo>
                <a:lnTo>
                  <a:pt x="4633625" y="4633161"/>
                </a:lnTo>
                <a:lnTo>
                  <a:pt x="4638128" y="4585065"/>
                </a:lnTo>
                <a:lnTo>
                  <a:pt x="4639650" y="4536161"/>
                </a:lnTo>
                <a:lnTo>
                  <a:pt x="4639650" y="773308"/>
                </a:lnTo>
                <a:lnTo>
                  <a:pt x="4638128" y="724399"/>
                </a:lnTo>
                <a:lnTo>
                  <a:pt x="4633625" y="676300"/>
                </a:lnTo>
                <a:lnTo>
                  <a:pt x="4626230" y="629099"/>
                </a:lnTo>
                <a:lnTo>
                  <a:pt x="4616034" y="582889"/>
                </a:lnTo>
                <a:lnTo>
                  <a:pt x="4603127" y="537759"/>
                </a:lnTo>
                <a:lnTo>
                  <a:pt x="4587601" y="493800"/>
                </a:lnTo>
                <a:lnTo>
                  <a:pt x="4569545" y="451103"/>
                </a:lnTo>
                <a:lnTo>
                  <a:pt x="4549050" y="409758"/>
                </a:lnTo>
                <a:lnTo>
                  <a:pt x="4526208" y="369856"/>
                </a:lnTo>
                <a:lnTo>
                  <a:pt x="4501107" y="331487"/>
                </a:lnTo>
                <a:lnTo>
                  <a:pt x="4473839" y="294742"/>
                </a:lnTo>
                <a:lnTo>
                  <a:pt x="4444495" y="259711"/>
                </a:lnTo>
                <a:lnTo>
                  <a:pt x="4413164" y="226485"/>
                </a:lnTo>
                <a:lnTo>
                  <a:pt x="4379938" y="195155"/>
                </a:lnTo>
                <a:lnTo>
                  <a:pt x="4344908" y="165810"/>
                </a:lnTo>
                <a:lnTo>
                  <a:pt x="4308162" y="138542"/>
                </a:lnTo>
                <a:lnTo>
                  <a:pt x="4269793" y="113442"/>
                </a:lnTo>
                <a:lnTo>
                  <a:pt x="4229891" y="90599"/>
                </a:lnTo>
                <a:lnTo>
                  <a:pt x="4188546" y="70104"/>
                </a:lnTo>
                <a:lnTo>
                  <a:pt x="4145849" y="52048"/>
                </a:lnTo>
                <a:lnTo>
                  <a:pt x="4101890" y="36522"/>
                </a:lnTo>
                <a:lnTo>
                  <a:pt x="4056760" y="23615"/>
                </a:lnTo>
                <a:lnTo>
                  <a:pt x="4010550" y="13419"/>
                </a:lnTo>
                <a:lnTo>
                  <a:pt x="3963350" y="6024"/>
                </a:lnTo>
                <a:lnTo>
                  <a:pt x="3915250" y="1521"/>
                </a:lnTo>
                <a:lnTo>
                  <a:pt x="38663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22"/>
          <p:cNvSpPr/>
          <p:nvPr/>
        </p:nvSpPr>
        <p:spPr>
          <a:xfrm>
            <a:off x="469559" y="837078"/>
            <a:ext cx="4639945" cy="5309870"/>
          </a:xfrm>
          <a:custGeom>
            <a:avLst/>
            <a:gdLst/>
            <a:ahLst/>
            <a:cxnLst/>
            <a:rect l="l" t="t" r="r" b="b"/>
            <a:pathLst>
              <a:path w="4639945" h="5309870">
                <a:moveTo>
                  <a:pt x="0" y="773308"/>
                </a:moveTo>
                <a:lnTo>
                  <a:pt x="1521" y="724399"/>
                </a:lnTo>
                <a:lnTo>
                  <a:pt x="6024" y="676300"/>
                </a:lnTo>
                <a:lnTo>
                  <a:pt x="13420" y="629099"/>
                </a:lnTo>
                <a:lnTo>
                  <a:pt x="23616" y="582889"/>
                </a:lnTo>
                <a:lnTo>
                  <a:pt x="36523" y="537759"/>
                </a:lnTo>
                <a:lnTo>
                  <a:pt x="52050" y="493800"/>
                </a:lnTo>
                <a:lnTo>
                  <a:pt x="70107" y="451103"/>
                </a:lnTo>
                <a:lnTo>
                  <a:pt x="90602" y="409758"/>
                </a:lnTo>
                <a:lnTo>
                  <a:pt x="113445" y="369856"/>
                </a:lnTo>
                <a:lnTo>
                  <a:pt x="138546" y="331487"/>
                </a:lnTo>
                <a:lnTo>
                  <a:pt x="165814" y="294742"/>
                </a:lnTo>
                <a:lnTo>
                  <a:pt x="195159" y="259711"/>
                </a:lnTo>
                <a:lnTo>
                  <a:pt x="226489" y="226485"/>
                </a:lnTo>
                <a:lnTo>
                  <a:pt x="259715" y="195155"/>
                </a:lnTo>
                <a:lnTo>
                  <a:pt x="294745" y="165810"/>
                </a:lnTo>
                <a:lnTo>
                  <a:pt x="331490" y="138542"/>
                </a:lnTo>
                <a:lnTo>
                  <a:pt x="369858" y="113442"/>
                </a:lnTo>
                <a:lnTo>
                  <a:pt x="409759" y="90599"/>
                </a:lnTo>
                <a:lnTo>
                  <a:pt x="451103" y="70104"/>
                </a:lnTo>
                <a:lnTo>
                  <a:pt x="493798" y="52048"/>
                </a:lnTo>
                <a:lnTo>
                  <a:pt x="537755" y="36522"/>
                </a:lnTo>
                <a:lnTo>
                  <a:pt x="582882" y="23615"/>
                </a:lnTo>
                <a:lnTo>
                  <a:pt x="629090" y="13419"/>
                </a:lnTo>
                <a:lnTo>
                  <a:pt x="676286" y="6024"/>
                </a:lnTo>
                <a:lnTo>
                  <a:pt x="724382" y="1521"/>
                </a:lnTo>
                <a:lnTo>
                  <a:pt x="773286" y="0"/>
                </a:lnTo>
                <a:lnTo>
                  <a:pt x="3866342" y="0"/>
                </a:lnTo>
                <a:lnTo>
                  <a:pt x="3915250" y="1521"/>
                </a:lnTo>
                <a:lnTo>
                  <a:pt x="3963350" y="6024"/>
                </a:lnTo>
                <a:lnTo>
                  <a:pt x="4010550" y="13419"/>
                </a:lnTo>
                <a:lnTo>
                  <a:pt x="4056760" y="23615"/>
                </a:lnTo>
                <a:lnTo>
                  <a:pt x="4101890" y="36522"/>
                </a:lnTo>
                <a:lnTo>
                  <a:pt x="4145849" y="52048"/>
                </a:lnTo>
                <a:lnTo>
                  <a:pt x="4188546" y="70104"/>
                </a:lnTo>
                <a:lnTo>
                  <a:pt x="4229891" y="90599"/>
                </a:lnTo>
                <a:lnTo>
                  <a:pt x="4269793" y="113442"/>
                </a:lnTo>
                <a:lnTo>
                  <a:pt x="4308162" y="138542"/>
                </a:lnTo>
                <a:lnTo>
                  <a:pt x="4344908" y="165810"/>
                </a:lnTo>
                <a:lnTo>
                  <a:pt x="4379938" y="195155"/>
                </a:lnTo>
                <a:lnTo>
                  <a:pt x="4413164" y="226485"/>
                </a:lnTo>
                <a:lnTo>
                  <a:pt x="4444495" y="259711"/>
                </a:lnTo>
                <a:lnTo>
                  <a:pt x="4473839" y="294742"/>
                </a:lnTo>
                <a:lnTo>
                  <a:pt x="4501107" y="331487"/>
                </a:lnTo>
                <a:lnTo>
                  <a:pt x="4526208" y="369856"/>
                </a:lnTo>
                <a:lnTo>
                  <a:pt x="4549050" y="409758"/>
                </a:lnTo>
                <a:lnTo>
                  <a:pt x="4569545" y="451103"/>
                </a:lnTo>
                <a:lnTo>
                  <a:pt x="4587601" y="493800"/>
                </a:lnTo>
                <a:lnTo>
                  <a:pt x="4603127" y="537759"/>
                </a:lnTo>
                <a:lnTo>
                  <a:pt x="4616034" y="582889"/>
                </a:lnTo>
                <a:lnTo>
                  <a:pt x="4626230" y="629099"/>
                </a:lnTo>
                <a:lnTo>
                  <a:pt x="4633625" y="676300"/>
                </a:lnTo>
                <a:lnTo>
                  <a:pt x="4638128" y="724399"/>
                </a:lnTo>
                <a:lnTo>
                  <a:pt x="4639650" y="773308"/>
                </a:lnTo>
                <a:lnTo>
                  <a:pt x="4639650" y="4536161"/>
                </a:lnTo>
                <a:lnTo>
                  <a:pt x="4638128" y="4585065"/>
                </a:lnTo>
                <a:lnTo>
                  <a:pt x="4633625" y="4633161"/>
                </a:lnTo>
                <a:lnTo>
                  <a:pt x="4626230" y="4680357"/>
                </a:lnTo>
                <a:lnTo>
                  <a:pt x="4616034" y="4726564"/>
                </a:lnTo>
                <a:lnTo>
                  <a:pt x="4603127" y="4771691"/>
                </a:lnTo>
                <a:lnTo>
                  <a:pt x="4587601" y="4815648"/>
                </a:lnTo>
                <a:lnTo>
                  <a:pt x="4569545" y="4858342"/>
                </a:lnTo>
                <a:lnTo>
                  <a:pt x="4549050" y="4899685"/>
                </a:lnTo>
                <a:lnTo>
                  <a:pt x="4526208" y="4939586"/>
                </a:lnTo>
                <a:lnTo>
                  <a:pt x="4501107" y="4977954"/>
                </a:lnTo>
                <a:lnTo>
                  <a:pt x="4473839" y="5014698"/>
                </a:lnTo>
                <a:lnTo>
                  <a:pt x="4444495" y="5049728"/>
                </a:lnTo>
                <a:lnTo>
                  <a:pt x="4413164" y="5082953"/>
                </a:lnTo>
                <a:lnTo>
                  <a:pt x="4379938" y="5114282"/>
                </a:lnTo>
                <a:lnTo>
                  <a:pt x="4344908" y="5143626"/>
                </a:lnTo>
                <a:lnTo>
                  <a:pt x="4308162" y="5170894"/>
                </a:lnTo>
                <a:lnTo>
                  <a:pt x="4269793" y="5195994"/>
                </a:lnTo>
                <a:lnTo>
                  <a:pt x="4229891" y="5218837"/>
                </a:lnTo>
                <a:lnTo>
                  <a:pt x="4188546" y="5239332"/>
                </a:lnTo>
                <a:lnTo>
                  <a:pt x="4145849" y="5257388"/>
                </a:lnTo>
                <a:lnTo>
                  <a:pt x="4101890" y="5272914"/>
                </a:lnTo>
                <a:lnTo>
                  <a:pt x="4056760" y="5285821"/>
                </a:lnTo>
                <a:lnTo>
                  <a:pt x="4010550" y="5296017"/>
                </a:lnTo>
                <a:lnTo>
                  <a:pt x="3963350" y="5303412"/>
                </a:lnTo>
                <a:lnTo>
                  <a:pt x="3915250" y="5307915"/>
                </a:lnTo>
                <a:lnTo>
                  <a:pt x="3866342" y="5309437"/>
                </a:lnTo>
                <a:lnTo>
                  <a:pt x="773286" y="5309437"/>
                </a:lnTo>
                <a:lnTo>
                  <a:pt x="724382" y="5307915"/>
                </a:lnTo>
                <a:lnTo>
                  <a:pt x="676286" y="5303412"/>
                </a:lnTo>
                <a:lnTo>
                  <a:pt x="629090" y="5296017"/>
                </a:lnTo>
                <a:lnTo>
                  <a:pt x="582882" y="5285821"/>
                </a:lnTo>
                <a:lnTo>
                  <a:pt x="537755" y="5272914"/>
                </a:lnTo>
                <a:lnTo>
                  <a:pt x="493798" y="5257388"/>
                </a:lnTo>
                <a:lnTo>
                  <a:pt x="451103" y="5239332"/>
                </a:lnTo>
                <a:lnTo>
                  <a:pt x="409759" y="5218837"/>
                </a:lnTo>
                <a:lnTo>
                  <a:pt x="369858" y="5195994"/>
                </a:lnTo>
                <a:lnTo>
                  <a:pt x="331490" y="5170894"/>
                </a:lnTo>
                <a:lnTo>
                  <a:pt x="294745" y="5143626"/>
                </a:lnTo>
                <a:lnTo>
                  <a:pt x="259715" y="5114282"/>
                </a:lnTo>
                <a:lnTo>
                  <a:pt x="226489" y="5082953"/>
                </a:lnTo>
                <a:lnTo>
                  <a:pt x="195159" y="5049728"/>
                </a:lnTo>
                <a:lnTo>
                  <a:pt x="165814" y="5014698"/>
                </a:lnTo>
                <a:lnTo>
                  <a:pt x="138546" y="4977954"/>
                </a:lnTo>
                <a:lnTo>
                  <a:pt x="113445" y="4939586"/>
                </a:lnTo>
                <a:lnTo>
                  <a:pt x="90602" y="4899685"/>
                </a:lnTo>
                <a:lnTo>
                  <a:pt x="70107" y="4858342"/>
                </a:lnTo>
                <a:lnTo>
                  <a:pt x="52050" y="4815648"/>
                </a:lnTo>
                <a:lnTo>
                  <a:pt x="36523" y="4771691"/>
                </a:lnTo>
                <a:lnTo>
                  <a:pt x="23616" y="4726564"/>
                </a:lnTo>
                <a:lnTo>
                  <a:pt x="13420" y="4680357"/>
                </a:lnTo>
                <a:lnTo>
                  <a:pt x="6024" y="4633161"/>
                </a:lnTo>
                <a:lnTo>
                  <a:pt x="1521" y="4585065"/>
                </a:lnTo>
                <a:lnTo>
                  <a:pt x="0" y="4536161"/>
                </a:lnTo>
                <a:lnTo>
                  <a:pt x="0" y="773308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23"/>
          <p:cNvSpPr/>
          <p:nvPr/>
        </p:nvSpPr>
        <p:spPr>
          <a:xfrm>
            <a:off x="1150327" y="1185168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24"/>
          <p:cNvSpPr/>
          <p:nvPr/>
        </p:nvSpPr>
        <p:spPr>
          <a:xfrm>
            <a:off x="1150327" y="1854722"/>
            <a:ext cx="486665" cy="4866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25"/>
          <p:cNvSpPr/>
          <p:nvPr/>
        </p:nvSpPr>
        <p:spPr>
          <a:xfrm>
            <a:off x="1150327" y="2481208"/>
            <a:ext cx="486665" cy="4866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26"/>
          <p:cNvSpPr/>
          <p:nvPr/>
        </p:nvSpPr>
        <p:spPr>
          <a:xfrm>
            <a:off x="1149653" y="3088531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27"/>
          <p:cNvSpPr/>
          <p:nvPr/>
        </p:nvSpPr>
        <p:spPr>
          <a:xfrm>
            <a:off x="1150860" y="3762777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28"/>
          <p:cNvSpPr/>
          <p:nvPr/>
        </p:nvSpPr>
        <p:spPr>
          <a:xfrm>
            <a:off x="1149653" y="4389012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29"/>
          <p:cNvSpPr/>
          <p:nvPr/>
        </p:nvSpPr>
        <p:spPr>
          <a:xfrm>
            <a:off x="1149653" y="5024850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30"/>
          <p:cNvSpPr txBox="1"/>
          <p:nvPr/>
        </p:nvSpPr>
        <p:spPr>
          <a:xfrm>
            <a:off x="2468247" y="1269318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1" name="object 31"/>
          <p:cNvSpPr txBox="1"/>
          <p:nvPr/>
        </p:nvSpPr>
        <p:spPr>
          <a:xfrm>
            <a:off x="2460888" y="1945593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5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2" name="object 32"/>
          <p:cNvSpPr txBox="1"/>
          <p:nvPr/>
        </p:nvSpPr>
        <p:spPr>
          <a:xfrm>
            <a:off x="2454030" y="2564088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3" name="object 33"/>
          <p:cNvSpPr txBox="1"/>
          <p:nvPr/>
        </p:nvSpPr>
        <p:spPr>
          <a:xfrm>
            <a:off x="2472057" y="3182321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2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4" name="object 34"/>
          <p:cNvSpPr txBox="1"/>
          <p:nvPr/>
        </p:nvSpPr>
        <p:spPr>
          <a:xfrm>
            <a:off x="2468247" y="3858858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7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5" name="object 35"/>
          <p:cNvSpPr txBox="1"/>
          <p:nvPr/>
        </p:nvSpPr>
        <p:spPr>
          <a:xfrm>
            <a:off x="2460888" y="4481793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4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6" name="object 36"/>
          <p:cNvSpPr txBox="1"/>
          <p:nvPr/>
        </p:nvSpPr>
        <p:spPr>
          <a:xfrm>
            <a:off x="2454031" y="5121874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9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7" name="object 37"/>
          <p:cNvSpPr txBox="1"/>
          <p:nvPr/>
        </p:nvSpPr>
        <p:spPr>
          <a:xfrm>
            <a:off x="4274831" y="1941397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8" name="object 38"/>
          <p:cNvSpPr txBox="1"/>
          <p:nvPr/>
        </p:nvSpPr>
        <p:spPr>
          <a:xfrm>
            <a:off x="4274831" y="2564083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9" name="object 39"/>
          <p:cNvSpPr txBox="1"/>
          <p:nvPr/>
        </p:nvSpPr>
        <p:spPr>
          <a:xfrm>
            <a:off x="4274831" y="318549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0" name="object 40"/>
          <p:cNvSpPr txBox="1"/>
          <p:nvPr/>
        </p:nvSpPr>
        <p:spPr>
          <a:xfrm>
            <a:off x="4265306" y="3858853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1" name="object 41"/>
          <p:cNvSpPr txBox="1"/>
          <p:nvPr/>
        </p:nvSpPr>
        <p:spPr>
          <a:xfrm>
            <a:off x="4257686" y="448647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2" name="object 42"/>
          <p:cNvSpPr txBox="1"/>
          <p:nvPr/>
        </p:nvSpPr>
        <p:spPr>
          <a:xfrm>
            <a:off x="4265306" y="5121868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3" name="object 43"/>
          <p:cNvSpPr/>
          <p:nvPr/>
        </p:nvSpPr>
        <p:spPr>
          <a:xfrm>
            <a:off x="3489959" y="1390046"/>
            <a:ext cx="736600" cy="76200"/>
          </a:xfrm>
          <a:custGeom>
            <a:avLst/>
            <a:gdLst/>
            <a:ahLst/>
            <a:cxnLst/>
            <a:rect l="l" t="t" r="r" b="b"/>
            <a:pathLst>
              <a:path w="736600" h="76200">
                <a:moveTo>
                  <a:pt x="38099" y="0"/>
                </a:moveTo>
                <a:lnTo>
                  <a:pt x="23312" y="2987"/>
                </a:lnTo>
                <a:lnTo>
                  <a:pt x="11197" y="11140"/>
                </a:lnTo>
                <a:lnTo>
                  <a:pt x="3008" y="23248"/>
                </a:lnTo>
                <a:lnTo>
                  <a:pt x="0" y="38099"/>
                </a:lnTo>
                <a:lnTo>
                  <a:pt x="3008" y="52938"/>
                </a:lnTo>
                <a:lnTo>
                  <a:pt x="11197" y="65048"/>
                </a:lnTo>
                <a:lnTo>
                  <a:pt x="23312" y="73208"/>
                </a:lnTo>
                <a:lnTo>
                  <a:pt x="38099" y="76199"/>
                </a:lnTo>
                <a:lnTo>
                  <a:pt x="52951" y="73208"/>
                </a:lnTo>
                <a:lnTo>
                  <a:pt x="65059" y="65048"/>
                </a:lnTo>
                <a:lnTo>
                  <a:pt x="73212" y="52938"/>
                </a:lnTo>
                <a:lnTo>
                  <a:pt x="74285" y="47609"/>
                </a:lnTo>
                <a:lnTo>
                  <a:pt x="38099" y="47609"/>
                </a:lnTo>
                <a:lnTo>
                  <a:pt x="38099" y="28559"/>
                </a:lnTo>
                <a:lnTo>
                  <a:pt x="74281" y="28559"/>
                </a:lnTo>
                <a:lnTo>
                  <a:pt x="73212" y="23248"/>
                </a:lnTo>
                <a:lnTo>
                  <a:pt x="65059" y="11140"/>
                </a:lnTo>
                <a:lnTo>
                  <a:pt x="52951" y="2987"/>
                </a:lnTo>
                <a:lnTo>
                  <a:pt x="38099" y="0"/>
                </a:lnTo>
                <a:close/>
              </a:path>
              <a:path w="736600" h="76200">
                <a:moveTo>
                  <a:pt x="659891" y="0"/>
                </a:moveTo>
                <a:lnTo>
                  <a:pt x="659891" y="76199"/>
                </a:lnTo>
                <a:lnTo>
                  <a:pt x="717072" y="47609"/>
                </a:lnTo>
                <a:lnTo>
                  <a:pt x="672596" y="47609"/>
                </a:lnTo>
                <a:lnTo>
                  <a:pt x="672596" y="28559"/>
                </a:lnTo>
                <a:lnTo>
                  <a:pt x="717011" y="28559"/>
                </a:lnTo>
                <a:lnTo>
                  <a:pt x="659891" y="0"/>
                </a:lnTo>
                <a:close/>
              </a:path>
              <a:path w="736600" h="76200">
                <a:moveTo>
                  <a:pt x="74281" y="28559"/>
                </a:moveTo>
                <a:lnTo>
                  <a:pt x="38099" y="28559"/>
                </a:lnTo>
                <a:lnTo>
                  <a:pt x="38099" y="47609"/>
                </a:lnTo>
                <a:lnTo>
                  <a:pt x="74285" y="47609"/>
                </a:lnTo>
                <a:lnTo>
                  <a:pt x="76199" y="38099"/>
                </a:lnTo>
                <a:lnTo>
                  <a:pt x="74281" y="28559"/>
                </a:lnTo>
                <a:close/>
              </a:path>
              <a:path w="736600" h="76200">
                <a:moveTo>
                  <a:pt x="659891" y="28559"/>
                </a:moveTo>
                <a:lnTo>
                  <a:pt x="74281" y="28559"/>
                </a:lnTo>
                <a:lnTo>
                  <a:pt x="76199" y="38099"/>
                </a:lnTo>
                <a:lnTo>
                  <a:pt x="74285" y="47609"/>
                </a:lnTo>
                <a:lnTo>
                  <a:pt x="659891" y="47609"/>
                </a:lnTo>
                <a:lnTo>
                  <a:pt x="659891" y="28559"/>
                </a:lnTo>
                <a:close/>
              </a:path>
              <a:path w="736600" h="76200">
                <a:moveTo>
                  <a:pt x="717011" y="28559"/>
                </a:moveTo>
                <a:lnTo>
                  <a:pt x="672596" y="28559"/>
                </a:lnTo>
                <a:lnTo>
                  <a:pt x="672596" y="47609"/>
                </a:lnTo>
                <a:lnTo>
                  <a:pt x="717072" y="47609"/>
                </a:lnTo>
                <a:lnTo>
                  <a:pt x="736091" y="38099"/>
                </a:lnTo>
                <a:lnTo>
                  <a:pt x="717011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44"/>
          <p:cNvSpPr/>
          <p:nvPr/>
        </p:nvSpPr>
        <p:spPr>
          <a:xfrm>
            <a:off x="1598925" y="1390046"/>
            <a:ext cx="845819" cy="76835"/>
          </a:xfrm>
          <a:custGeom>
            <a:avLst/>
            <a:gdLst/>
            <a:ahLst/>
            <a:cxnLst/>
            <a:rect l="l" t="t" r="r" b="b"/>
            <a:pathLst>
              <a:path w="845819" h="76835">
                <a:moveTo>
                  <a:pt x="38099" y="365"/>
                </a:moveTo>
                <a:lnTo>
                  <a:pt x="23256" y="3376"/>
                </a:lnTo>
                <a:lnTo>
                  <a:pt x="11147" y="11578"/>
                </a:lnTo>
                <a:lnTo>
                  <a:pt x="2989" y="23730"/>
                </a:lnTo>
                <a:lnTo>
                  <a:pt x="0" y="38587"/>
                </a:lnTo>
                <a:lnTo>
                  <a:pt x="2989" y="53368"/>
                </a:lnTo>
                <a:lnTo>
                  <a:pt x="11147" y="65440"/>
                </a:lnTo>
                <a:lnTo>
                  <a:pt x="23256" y="73580"/>
                </a:lnTo>
                <a:lnTo>
                  <a:pt x="38099" y="76565"/>
                </a:lnTo>
                <a:lnTo>
                  <a:pt x="52948" y="73578"/>
                </a:lnTo>
                <a:lnTo>
                  <a:pt x="65057" y="65425"/>
                </a:lnTo>
                <a:lnTo>
                  <a:pt x="73212" y="53317"/>
                </a:lnTo>
                <a:lnTo>
                  <a:pt x="74280" y="48005"/>
                </a:lnTo>
                <a:lnTo>
                  <a:pt x="38099" y="48005"/>
                </a:lnTo>
                <a:lnTo>
                  <a:pt x="38099" y="28955"/>
                </a:lnTo>
                <a:lnTo>
                  <a:pt x="74262" y="28936"/>
                </a:lnTo>
                <a:lnTo>
                  <a:pt x="73193" y="23678"/>
                </a:lnTo>
                <a:lnTo>
                  <a:pt x="65008" y="11563"/>
                </a:lnTo>
                <a:lnTo>
                  <a:pt x="52893" y="3374"/>
                </a:lnTo>
                <a:lnTo>
                  <a:pt x="38099" y="365"/>
                </a:lnTo>
                <a:close/>
              </a:path>
              <a:path w="845819" h="76835">
                <a:moveTo>
                  <a:pt x="826358" y="28559"/>
                </a:moveTo>
                <a:lnTo>
                  <a:pt x="781943" y="28559"/>
                </a:lnTo>
                <a:lnTo>
                  <a:pt x="781943" y="47609"/>
                </a:lnTo>
                <a:lnTo>
                  <a:pt x="769238" y="47616"/>
                </a:lnTo>
                <a:lnTo>
                  <a:pt x="769238" y="76199"/>
                </a:lnTo>
                <a:lnTo>
                  <a:pt x="845438" y="38099"/>
                </a:lnTo>
                <a:lnTo>
                  <a:pt x="826358" y="28559"/>
                </a:lnTo>
                <a:close/>
              </a:path>
              <a:path w="845819" h="76835">
                <a:moveTo>
                  <a:pt x="74262" y="28936"/>
                </a:moveTo>
                <a:lnTo>
                  <a:pt x="38099" y="28955"/>
                </a:lnTo>
                <a:lnTo>
                  <a:pt x="38099" y="48005"/>
                </a:lnTo>
                <a:lnTo>
                  <a:pt x="74284" y="47986"/>
                </a:lnTo>
                <a:lnTo>
                  <a:pt x="76199" y="38465"/>
                </a:lnTo>
                <a:lnTo>
                  <a:pt x="74262" y="28936"/>
                </a:lnTo>
                <a:close/>
              </a:path>
              <a:path w="845819" h="76835">
                <a:moveTo>
                  <a:pt x="74284" y="47986"/>
                </a:moveTo>
                <a:lnTo>
                  <a:pt x="38099" y="48005"/>
                </a:lnTo>
                <a:lnTo>
                  <a:pt x="74280" y="48005"/>
                </a:lnTo>
                <a:close/>
              </a:path>
              <a:path w="845819" h="76835">
                <a:moveTo>
                  <a:pt x="769238" y="28566"/>
                </a:moveTo>
                <a:lnTo>
                  <a:pt x="74262" y="28936"/>
                </a:lnTo>
                <a:lnTo>
                  <a:pt x="76199" y="38465"/>
                </a:lnTo>
                <a:lnTo>
                  <a:pt x="74284" y="47986"/>
                </a:lnTo>
                <a:lnTo>
                  <a:pt x="769238" y="47616"/>
                </a:lnTo>
                <a:lnTo>
                  <a:pt x="769238" y="28566"/>
                </a:lnTo>
                <a:close/>
              </a:path>
              <a:path w="845819" h="76835">
                <a:moveTo>
                  <a:pt x="781943" y="28559"/>
                </a:moveTo>
                <a:lnTo>
                  <a:pt x="769238" y="28566"/>
                </a:lnTo>
                <a:lnTo>
                  <a:pt x="769238" y="47616"/>
                </a:lnTo>
                <a:lnTo>
                  <a:pt x="781943" y="47609"/>
                </a:lnTo>
                <a:lnTo>
                  <a:pt x="781943" y="28559"/>
                </a:lnTo>
                <a:close/>
              </a:path>
              <a:path w="845819" h="76835">
                <a:moveTo>
                  <a:pt x="769238" y="0"/>
                </a:moveTo>
                <a:lnTo>
                  <a:pt x="769238" y="28566"/>
                </a:lnTo>
                <a:lnTo>
                  <a:pt x="826358" y="28559"/>
                </a:lnTo>
                <a:lnTo>
                  <a:pt x="769238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45"/>
          <p:cNvSpPr/>
          <p:nvPr/>
        </p:nvSpPr>
        <p:spPr>
          <a:xfrm>
            <a:off x="1598925" y="2059966"/>
            <a:ext cx="838200" cy="81280"/>
          </a:xfrm>
          <a:custGeom>
            <a:avLst/>
            <a:gdLst/>
            <a:ahLst/>
            <a:cxnLst/>
            <a:rect l="l" t="t" r="r" b="b"/>
            <a:pathLst>
              <a:path w="838200" h="81280">
                <a:moveTo>
                  <a:pt x="761941" y="52732"/>
                </a:moveTo>
                <a:lnTo>
                  <a:pt x="761750" y="81259"/>
                </a:lnTo>
                <a:lnTo>
                  <a:pt x="819599" y="52821"/>
                </a:lnTo>
                <a:lnTo>
                  <a:pt x="774572" y="52821"/>
                </a:lnTo>
                <a:lnTo>
                  <a:pt x="761941" y="52732"/>
                </a:lnTo>
                <a:close/>
              </a:path>
              <a:path w="838200" h="81280">
                <a:moveTo>
                  <a:pt x="38362" y="0"/>
                </a:moveTo>
                <a:lnTo>
                  <a:pt x="23490" y="2897"/>
                </a:lnTo>
                <a:lnTo>
                  <a:pt x="11322" y="10968"/>
                </a:lnTo>
                <a:lnTo>
                  <a:pt x="3084" y="23012"/>
                </a:lnTo>
                <a:lnTo>
                  <a:pt x="0" y="37825"/>
                </a:lnTo>
                <a:lnTo>
                  <a:pt x="2898" y="52702"/>
                </a:lnTo>
                <a:lnTo>
                  <a:pt x="10973" y="64876"/>
                </a:lnTo>
                <a:lnTo>
                  <a:pt x="23023" y="73118"/>
                </a:lnTo>
                <a:lnTo>
                  <a:pt x="37850" y="76199"/>
                </a:lnTo>
                <a:lnTo>
                  <a:pt x="52665" y="73302"/>
                </a:lnTo>
                <a:lnTo>
                  <a:pt x="64838" y="65227"/>
                </a:lnTo>
                <a:lnTo>
                  <a:pt x="73104" y="53174"/>
                </a:lnTo>
                <a:lnTo>
                  <a:pt x="74212" y="47866"/>
                </a:lnTo>
                <a:lnTo>
                  <a:pt x="37981" y="47609"/>
                </a:lnTo>
                <a:lnTo>
                  <a:pt x="38099" y="28559"/>
                </a:lnTo>
                <a:lnTo>
                  <a:pt x="74285" y="28559"/>
                </a:lnTo>
                <a:lnTo>
                  <a:pt x="73289" y="23471"/>
                </a:lnTo>
                <a:lnTo>
                  <a:pt x="65188" y="11308"/>
                </a:lnTo>
                <a:lnTo>
                  <a:pt x="53133" y="3076"/>
                </a:lnTo>
                <a:lnTo>
                  <a:pt x="38362" y="0"/>
                </a:lnTo>
                <a:close/>
              </a:path>
              <a:path w="838200" h="81280">
                <a:moveTo>
                  <a:pt x="762069" y="33682"/>
                </a:moveTo>
                <a:lnTo>
                  <a:pt x="761941" y="52732"/>
                </a:lnTo>
                <a:lnTo>
                  <a:pt x="774572" y="52821"/>
                </a:lnTo>
                <a:lnTo>
                  <a:pt x="774704" y="33771"/>
                </a:lnTo>
                <a:lnTo>
                  <a:pt x="762069" y="33682"/>
                </a:lnTo>
                <a:close/>
              </a:path>
              <a:path w="838200" h="81280">
                <a:moveTo>
                  <a:pt x="762262" y="5059"/>
                </a:moveTo>
                <a:lnTo>
                  <a:pt x="762069" y="33682"/>
                </a:lnTo>
                <a:lnTo>
                  <a:pt x="774704" y="33771"/>
                </a:lnTo>
                <a:lnTo>
                  <a:pt x="774572" y="52821"/>
                </a:lnTo>
                <a:lnTo>
                  <a:pt x="819599" y="52821"/>
                </a:lnTo>
                <a:lnTo>
                  <a:pt x="838199" y="43677"/>
                </a:lnTo>
                <a:lnTo>
                  <a:pt x="762262" y="5059"/>
                </a:lnTo>
                <a:close/>
              </a:path>
              <a:path w="838200" h="81280">
                <a:moveTo>
                  <a:pt x="74335" y="28816"/>
                </a:moveTo>
                <a:lnTo>
                  <a:pt x="76199" y="38343"/>
                </a:lnTo>
                <a:lnTo>
                  <a:pt x="74212" y="47866"/>
                </a:lnTo>
                <a:lnTo>
                  <a:pt x="761941" y="52732"/>
                </a:lnTo>
                <a:lnTo>
                  <a:pt x="762069" y="33682"/>
                </a:lnTo>
                <a:lnTo>
                  <a:pt x="74335" y="28816"/>
                </a:lnTo>
                <a:close/>
              </a:path>
              <a:path w="838200" h="81280">
                <a:moveTo>
                  <a:pt x="38099" y="28559"/>
                </a:moveTo>
                <a:lnTo>
                  <a:pt x="37981" y="47609"/>
                </a:lnTo>
                <a:lnTo>
                  <a:pt x="74212" y="47866"/>
                </a:lnTo>
                <a:lnTo>
                  <a:pt x="76199" y="38343"/>
                </a:lnTo>
                <a:lnTo>
                  <a:pt x="74335" y="28816"/>
                </a:lnTo>
                <a:lnTo>
                  <a:pt x="38099" y="28559"/>
                </a:lnTo>
                <a:close/>
              </a:path>
              <a:path w="838200" h="81280">
                <a:moveTo>
                  <a:pt x="74285" y="28559"/>
                </a:moveTo>
                <a:lnTo>
                  <a:pt x="38099" y="28559"/>
                </a:lnTo>
                <a:lnTo>
                  <a:pt x="74335" y="28816"/>
                </a:lnTo>
                <a:lnTo>
                  <a:pt x="74285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46"/>
          <p:cNvSpPr/>
          <p:nvPr/>
        </p:nvSpPr>
        <p:spPr>
          <a:xfrm>
            <a:off x="1598925" y="2683404"/>
            <a:ext cx="831215" cy="79375"/>
          </a:xfrm>
          <a:custGeom>
            <a:avLst/>
            <a:gdLst/>
            <a:ahLst/>
            <a:cxnLst/>
            <a:rect l="l" t="t" r="r" b="b"/>
            <a:pathLst>
              <a:path w="831214" h="79375">
                <a:moveTo>
                  <a:pt x="37850" y="3047"/>
                </a:moveTo>
                <a:lnTo>
                  <a:pt x="23078" y="6054"/>
                </a:lnTo>
                <a:lnTo>
                  <a:pt x="11022" y="14249"/>
                </a:lnTo>
                <a:lnTo>
                  <a:pt x="2917" y="26399"/>
                </a:lnTo>
                <a:lnTo>
                  <a:pt x="0" y="41269"/>
                </a:lnTo>
                <a:lnTo>
                  <a:pt x="3008" y="56050"/>
                </a:lnTo>
                <a:lnTo>
                  <a:pt x="11208" y="68122"/>
                </a:lnTo>
                <a:lnTo>
                  <a:pt x="23361" y="76262"/>
                </a:lnTo>
                <a:lnTo>
                  <a:pt x="38231" y="79247"/>
                </a:lnTo>
                <a:lnTo>
                  <a:pt x="53059" y="76167"/>
                </a:lnTo>
                <a:lnTo>
                  <a:pt x="65122" y="67928"/>
                </a:lnTo>
                <a:lnTo>
                  <a:pt x="73232" y="55763"/>
                </a:lnTo>
                <a:lnTo>
                  <a:pt x="74252" y="50657"/>
                </a:lnTo>
                <a:lnTo>
                  <a:pt x="38099" y="50657"/>
                </a:lnTo>
                <a:lnTo>
                  <a:pt x="37981" y="31607"/>
                </a:lnTo>
                <a:lnTo>
                  <a:pt x="74231" y="31450"/>
                </a:lnTo>
                <a:lnTo>
                  <a:pt x="73122" y="26125"/>
                </a:lnTo>
                <a:lnTo>
                  <a:pt x="64887" y="14066"/>
                </a:lnTo>
                <a:lnTo>
                  <a:pt x="52721" y="5962"/>
                </a:lnTo>
                <a:lnTo>
                  <a:pt x="37850" y="3047"/>
                </a:lnTo>
                <a:close/>
              </a:path>
              <a:path w="831214" h="79375">
                <a:moveTo>
                  <a:pt x="812205" y="28437"/>
                </a:moveTo>
                <a:lnTo>
                  <a:pt x="767465" y="28437"/>
                </a:lnTo>
                <a:lnTo>
                  <a:pt x="767465" y="47487"/>
                </a:lnTo>
                <a:lnTo>
                  <a:pt x="754798" y="47542"/>
                </a:lnTo>
                <a:lnTo>
                  <a:pt x="754892" y="76199"/>
                </a:lnTo>
                <a:lnTo>
                  <a:pt x="830960" y="37703"/>
                </a:lnTo>
                <a:lnTo>
                  <a:pt x="812205" y="28437"/>
                </a:lnTo>
                <a:close/>
              </a:path>
              <a:path w="831214" h="79375">
                <a:moveTo>
                  <a:pt x="74231" y="31450"/>
                </a:moveTo>
                <a:lnTo>
                  <a:pt x="37981" y="31607"/>
                </a:lnTo>
                <a:lnTo>
                  <a:pt x="38099" y="50657"/>
                </a:lnTo>
                <a:lnTo>
                  <a:pt x="74283" y="50500"/>
                </a:lnTo>
                <a:lnTo>
                  <a:pt x="76199" y="40904"/>
                </a:lnTo>
                <a:lnTo>
                  <a:pt x="74231" y="31450"/>
                </a:lnTo>
                <a:close/>
              </a:path>
              <a:path w="831214" h="79375">
                <a:moveTo>
                  <a:pt x="74283" y="50500"/>
                </a:moveTo>
                <a:lnTo>
                  <a:pt x="38099" y="50657"/>
                </a:lnTo>
                <a:lnTo>
                  <a:pt x="74252" y="50657"/>
                </a:lnTo>
                <a:lnTo>
                  <a:pt x="74283" y="50500"/>
                </a:lnTo>
                <a:close/>
              </a:path>
              <a:path w="831214" h="79375">
                <a:moveTo>
                  <a:pt x="754735" y="28493"/>
                </a:moveTo>
                <a:lnTo>
                  <a:pt x="74231" y="31450"/>
                </a:lnTo>
                <a:lnTo>
                  <a:pt x="76199" y="40904"/>
                </a:lnTo>
                <a:lnTo>
                  <a:pt x="74283" y="50500"/>
                </a:lnTo>
                <a:lnTo>
                  <a:pt x="754798" y="47542"/>
                </a:lnTo>
                <a:lnTo>
                  <a:pt x="754735" y="28493"/>
                </a:lnTo>
                <a:close/>
              </a:path>
              <a:path w="831214" h="79375">
                <a:moveTo>
                  <a:pt x="767465" y="28437"/>
                </a:moveTo>
                <a:lnTo>
                  <a:pt x="754735" y="28493"/>
                </a:lnTo>
                <a:lnTo>
                  <a:pt x="754798" y="47542"/>
                </a:lnTo>
                <a:lnTo>
                  <a:pt x="767465" y="47487"/>
                </a:lnTo>
                <a:lnTo>
                  <a:pt x="767465" y="28437"/>
                </a:lnTo>
                <a:close/>
              </a:path>
              <a:path w="831214" h="79375">
                <a:moveTo>
                  <a:pt x="754642" y="0"/>
                </a:moveTo>
                <a:lnTo>
                  <a:pt x="754735" y="28493"/>
                </a:lnTo>
                <a:lnTo>
                  <a:pt x="812205" y="28437"/>
                </a:lnTo>
                <a:lnTo>
                  <a:pt x="75464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47"/>
          <p:cNvSpPr/>
          <p:nvPr/>
        </p:nvSpPr>
        <p:spPr>
          <a:xfrm>
            <a:off x="1598163" y="3293766"/>
            <a:ext cx="850265" cy="82550"/>
          </a:xfrm>
          <a:custGeom>
            <a:avLst/>
            <a:gdLst/>
            <a:ahLst/>
            <a:cxnLst/>
            <a:rect l="l" t="t" r="r" b="b"/>
            <a:pathLst>
              <a:path w="850264" h="82550">
                <a:moveTo>
                  <a:pt x="774073" y="6095"/>
                </a:moveTo>
                <a:lnTo>
                  <a:pt x="773831" y="34702"/>
                </a:lnTo>
                <a:lnTo>
                  <a:pt x="786515" y="34808"/>
                </a:lnTo>
                <a:lnTo>
                  <a:pt x="786383" y="53858"/>
                </a:lnTo>
                <a:lnTo>
                  <a:pt x="773669" y="53858"/>
                </a:lnTo>
                <a:lnTo>
                  <a:pt x="773429" y="82295"/>
                </a:lnTo>
                <a:lnTo>
                  <a:pt x="831566" y="53858"/>
                </a:lnTo>
                <a:lnTo>
                  <a:pt x="786383" y="53858"/>
                </a:lnTo>
                <a:lnTo>
                  <a:pt x="831783" y="53752"/>
                </a:lnTo>
                <a:lnTo>
                  <a:pt x="850010" y="44836"/>
                </a:lnTo>
                <a:lnTo>
                  <a:pt x="774073" y="6095"/>
                </a:lnTo>
                <a:close/>
              </a:path>
              <a:path w="850264" h="82550">
                <a:moveTo>
                  <a:pt x="38480" y="0"/>
                </a:moveTo>
                <a:lnTo>
                  <a:pt x="23614" y="2897"/>
                </a:lnTo>
                <a:lnTo>
                  <a:pt x="11436" y="10972"/>
                </a:lnTo>
                <a:lnTo>
                  <a:pt x="3159" y="23025"/>
                </a:lnTo>
                <a:lnTo>
                  <a:pt x="0" y="37856"/>
                </a:lnTo>
                <a:lnTo>
                  <a:pt x="2898" y="52664"/>
                </a:lnTo>
                <a:lnTo>
                  <a:pt x="10973" y="64834"/>
                </a:lnTo>
                <a:lnTo>
                  <a:pt x="23023" y="73101"/>
                </a:lnTo>
                <a:lnTo>
                  <a:pt x="37850" y="76199"/>
                </a:lnTo>
                <a:lnTo>
                  <a:pt x="52721" y="73304"/>
                </a:lnTo>
                <a:lnTo>
                  <a:pt x="64887" y="65242"/>
                </a:lnTo>
                <a:lnTo>
                  <a:pt x="73122" y="53225"/>
                </a:lnTo>
                <a:lnTo>
                  <a:pt x="74230" y="47911"/>
                </a:lnTo>
                <a:lnTo>
                  <a:pt x="38099" y="47609"/>
                </a:lnTo>
                <a:lnTo>
                  <a:pt x="38231" y="28559"/>
                </a:lnTo>
                <a:lnTo>
                  <a:pt x="74323" y="28559"/>
                </a:lnTo>
                <a:lnTo>
                  <a:pt x="73382" y="23587"/>
                </a:lnTo>
                <a:lnTo>
                  <a:pt x="65346" y="11380"/>
                </a:lnTo>
                <a:lnTo>
                  <a:pt x="53307" y="3099"/>
                </a:lnTo>
                <a:lnTo>
                  <a:pt x="38480" y="0"/>
                </a:lnTo>
                <a:close/>
              </a:path>
              <a:path w="850264" h="82550">
                <a:moveTo>
                  <a:pt x="773831" y="34702"/>
                </a:moveTo>
                <a:lnTo>
                  <a:pt x="773670" y="53752"/>
                </a:lnTo>
                <a:lnTo>
                  <a:pt x="786383" y="53858"/>
                </a:lnTo>
                <a:lnTo>
                  <a:pt x="786515" y="34808"/>
                </a:lnTo>
                <a:lnTo>
                  <a:pt x="773831" y="34702"/>
                </a:lnTo>
                <a:close/>
              </a:path>
              <a:path w="850264" h="82550">
                <a:moveTo>
                  <a:pt x="74381" y="28861"/>
                </a:moveTo>
                <a:lnTo>
                  <a:pt x="76199" y="38465"/>
                </a:lnTo>
                <a:lnTo>
                  <a:pt x="74230" y="47911"/>
                </a:lnTo>
                <a:lnTo>
                  <a:pt x="773670" y="53752"/>
                </a:lnTo>
                <a:lnTo>
                  <a:pt x="773831" y="34702"/>
                </a:lnTo>
                <a:lnTo>
                  <a:pt x="74381" y="28861"/>
                </a:lnTo>
                <a:close/>
              </a:path>
              <a:path w="850264" h="82550">
                <a:moveTo>
                  <a:pt x="38231" y="28559"/>
                </a:moveTo>
                <a:lnTo>
                  <a:pt x="38099" y="47609"/>
                </a:lnTo>
                <a:lnTo>
                  <a:pt x="74230" y="47911"/>
                </a:lnTo>
                <a:lnTo>
                  <a:pt x="76199" y="38465"/>
                </a:lnTo>
                <a:lnTo>
                  <a:pt x="74381" y="28861"/>
                </a:lnTo>
                <a:lnTo>
                  <a:pt x="38231" y="28559"/>
                </a:lnTo>
                <a:close/>
              </a:path>
              <a:path w="850264" h="82550">
                <a:moveTo>
                  <a:pt x="74323" y="28559"/>
                </a:moveTo>
                <a:lnTo>
                  <a:pt x="38231" y="28559"/>
                </a:lnTo>
                <a:lnTo>
                  <a:pt x="74381" y="28861"/>
                </a:lnTo>
                <a:lnTo>
                  <a:pt x="74323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48"/>
          <p:cNvSpPr/>
          <p:nvPr/>
        </p:nvSpPr>
        <p:spPr>
          <a:xfrm>
            <a:off x="1599437" y="3968004"/>
            <a:ext cx="845185" cy="83820"/>
          </a:xfrm>
          <a:custGeom>
            <a:avLst/>
            <a:gdLst/>
            <a:ahLst/>
            <a:cxnLst/>
            <a:rect l="l" t="t" r="r" b="b"/>
            <a:pathLst>
              <a:path w="845185" h="83820">
                <a:moveTo>
                  <a:pt x="769107" y="7238"/>
                </a:moveTo>
                <a:lnTo>
                  <a:pt x="768822" y="35818"/>
                </a:lnTo>
                <a:lnTo>
                  <a:pt x="781562" y="35945"/>
                </a:lnTo>
                <a:lnTo>
                  <a:pt x="781430" y="54995"/>
                </a:lnTo>
                <a:lnTo>
                  <a:pt x="768630" y="54995"/>
                </a:lnTo>
                <a:lnTo>
                  <a:pt x="768345" y="83438"/>
                </a:lnTo>
                <a:lnTo>
                  <a:pt x="826685" y="54995"/>
                </a:lnTo>
                <a:lnTo>
                  <a:pt x="781430" y="54995"/>
                </a:lnTo>
                <a:lnTo>
                  <a:pt x="826945" y="54868"/>
                </a:lnTo>
                <a:lnTo>
                  <a:pt x="844926" y="46100"/>
                </a:lnTo>
                <a:lnTo>
                  <a:pt x="769107" y="7238"/>
                </a:lnTo>
                <a:close/>
              </a:path>
              <a:path w="845185" h="83820">
                <a:moveTo>
                  <a:pt x="38480" y="0"/>
                </a:moveTo>
                <a:lnTo>
                  <a:pt x="23607" y="2824"/>
                </a:lnTo>
                <a:lnTo>
                  <a:pt x="11426" y="10863"/>
                </a:lnTo>
                <a:lnTo>
                  <a:pt x="3152" y="22899"/>
                </a:lnTo>
                <a:lnTo>
                  <a:pt x="0" y="37718"/>
                </a:lnTo>
                <a:lnTo>
                  <a:pt x="2822" y="52536"/>
                </a:lnTo>
                <a:lnTo>
                  <a:pt x="10858" y="64723"/>
                </a:lnTo>
                <a:lnTo>
                  <a:pt x="22894" y="73028"/>
                </a:lnTo>
                <a:lnTo>
                  <a:pt x="37718" y="76199"/>
                </a:lnTo>
                <a:lnTo>
                  <a:pt x="52592" y="73308"/>
                </a:lnTo>
                <a:lnTo>
                  <a:pt x="64773" y="65247"/>
                </a:lnTo>
                <a:lnTo>
                  <a:pt x="73047" y="53233"/>
                </a:lnTo>
                <a:lnTo>
                  <a:pt x="74169" y="47983"/>
                </a:lnTo>
                <a:lnTo>
                  <a:pt x="37968" y="47624"/>
                </a:lnTo>
                <a:lnTo>
                  <a:pt x="38231" y="28574"/>
                </a:lnTo>
                <a:lnTo>
                  <a:pt x="74321" y="28574"/>
                </a:lnTo>
                <a:lnTo>
                  <a:pt x="73377" y="23596"/>
                </a:lnTo>
                <a:lnTo>
                  <a:pt x="65341" y="11386"/>
                </a:lnTo>
                <a:lnTo>
                  <a:pt x="53305" y="3104"/>
                </a:lnTo>
                <a:lnTo>
                  <a:pt x="38480" y="0"/>
                </a:lnTo>
                <a:close/>
              </a:path>
              <a:path w="845185" h="83820">
                <a:moveTo>
                  <a:pt x="768822" y="35818"/>
                </a:moveTo>
                <a:lnTo>
                  <a:pt x="768631" y="54868"/>
                </a:lnTo>
                <a:lnTo>
                  <a:pt x="781430" y="54995"/>
                </a:lnTo>
                <a:lnTo>
                  <a:pt x="781562" y="35945"/>
                </a:lnTo>
                <a:lnTo>
                  <a:pt x="768822" y="35818"/>
                </a:lnTo>
                <a:close/>
              </a:path>
              <a:path w="845185" h="83820">
                <a:moveTo>
                  <a:pt x="74389" y="28933"/>
                </a:moveTo>
                <a:lnTo>
                  <a:pt x="76199" y="38480"/>
                </a:lnTo>
                <a:lnTo>
                  <a:pt x="74169" y="47983"/>
                </a:lnTo>
                <a:lnTo>
                  <a:pt x="768631" y="54868"/>
                </a:lnTo>
                <a:lnTo>
                  <a:pt x="768822" y="35818"/>
                </a:lnTo>
                <a:lnTo>
                  <a:pt x="74389" y="28933"/>
                </a:lnTo>
                <a:close/>
              </a:path>
              <a:path w="845185" h="83820">
                <a:moveTo>
                  <a:pt x="38231" y="28574"/>
                </a:moveTo>
                <a:lnTo>
                  <a:pt x="37968" y="47624"/>
                </a:lnTo>
                <a:lnTo>
                  <a:pt x="74169" y="47983"/>
                </a:lnTo>
                <a:lnTo>
                  <a:pt x="76199" y="38480"/>
                </a:lnTo>
                <a:lnTo>
                  <a:pt x="74389" y="28933"/>
                </a:lnTo>
                <a:lnTo>
                  <a:pt x="38231" y="28574"/>
                </a:lnTo>
                <a:close/>
              </a:path>
              <a:path w="845185" h="83820">
                <a:moveTo>
                  <a:pt x="74321" y="28574"/>
                </a:moveTo>
                <a:lnTo>
                  <a:pt x="38231" y="28574"/>
                </a:lnTo>
                <a:lnTo>
                  <a:pt x="74389" y="28933"/>
                </a:lnTo>
                <a:lnTo>
                  <a:pt x="74321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49"/>
          <p:cNvSpPr/>
          <p:nvPr/>
        </p:nvSpPr>
        <p:spPr>
          <a:xfrm>
            <a:off x="1598163" y="4594250"/>
            <a:ext cx="839469" cy="80010"/>
          </a:xfrm>
          <a:custGeom>
            <a:avLst/>
            <a:gdLst/>
            <a:ahLst/>
            <a:cxnLst/>
            <a:rect l="l" t="t" r="r" b="b"/>
            <a:pathLst>
              <a:path w="839469" h="80010">
                <a:moveTo>
                  <a:pt x="762655" y="51111"/>
                </a:moveTo>
                <a:lnTo>
                  <a:pt x="762512" y="79747"/>
                </a:lnTo>
                <a:lnTo>
                  <a:pt x="820246" y="51172"/>
                </a:lnTo>
                <a:lnTo>
                  <a:pt x="775334" y="51172"/>
                </a:lnTo>
                <a:lnTo>
                  <a:pt x="762655" y="51111"/>
                </a:lnTo>
                <a:close/>
              </a:path>
              <a:path w="839469" h="80010">
                <a:moveTo>
                  <a:pt x="38362" y="0"/>
                </a:moveTo>
                <a:lnTo>
                  <a:pt x="23490" y="2912"/>
                </a:lnTo>
                <a:lnTo>
                  <a:pt x="11322" y="11028"/>
                </a:lnTo>
                <a:lnTo>
                  <a:pt x="3084" y="23122"/>
                </a:lnTo>
                <a:lnTo>
                  <a:pt x="0" y="37968"/>
                </a:lnTo>
                <a:lnTo>
                  <a:pt x="2969" y="52764"/>
                </a:lnTo>
                <a:lnTo>
                  <a:pt x="11083" y="64893"/>
                </a:lnTo>
                <a:lnTo>
                  <a:pt x="23150" y="73117"/>
                </a:lnTo>
                <a:lnTo>
                  <a:pt x="37981" y="76199"/>
                </a:lnTo>
                <a:lnTo>
                  <a:pt x="52843" y="73282"/>
                </a:lnTo>
                <a:lnTo>
                  <a:pt x="64993" y="65177"/>
                </a:lnTo>
                <a:lnTo>
                  <a:pt x="73191" y="53121"/>
                </a:lnTo>
                <a:lnTo>
                  <a:pt x="74275" y="47799"/>
                </a:lnTo>
                <a:lnTo>
                  <a:pt x="38099" y="47624"/>
                </a:lnTo>
                <a:lnTo>
                  <a:pt x="38231" y="28574"/>
                </a:lnTo>
                <a:lnTo>
                  <a:pt x="74298" y="28574"/>
                </a:lnTo>
                <a:lnTo>
                  <a:pt x="73306" y="23478"/>
                </a:lnTo>
                <a:lnTo>
                  <a:pt x="65232" y="11312"/>
                </a:lnTo>
                <a:lnTo>
                  <a:pt x="53183" y="3077"/>
                </a:lnTo>
                <a:lnTo>
                  <a:pt x="38362" y="0"/>
                </a:lnTo>
                <a:close/>
              </a:path>
              <a:path w="839469" h="80010">
                <a:moveTo>
                  <a:pt x="762750" y="32061"/>
                </a:moveTo>
                <a:lnTo>
                  <a:pt x="762655" y="51111"/>
                </a:lnTo>
                <a:lnTo>
                  <a:pt x="775334" y="51172"/>
                </a:lnTo>
                <a:lnTo>
                  <a:pt x="775466" y="32122"/>
                </a:lnTo>
                <a:lnTo>
                  <a:pt x="762750" y="32061"/>
                </a:lnTo>
                <a:close/>
              </a:path>
              <a:path w="839469" h="80010">
                <a:moveTo>
                  <a:pt x="762893" y="3547"/>
                </a:moveTo>
                <a:lnTo>
                  <a:pt x="762750" y="32061"/>
                </a:lnTo>
                <a:lnTo>
                  <a:pt x="775466" y="32122"/>
                </a:lnTo>
                <a:lnTo>
                  <a:pt x="775334" y="51172"/>
                </a:lnTo>
                <a:lnTo>
                  <a:pt x="820246" y="51172"/>
                </a:lnTo>
                <a:lnTo>
                  <a:pt x="838961" y="41909"/>
                </a:lnTo>
                <a:lnTo>
                  <a:pt x="762893" y="3547"/>
                </a:lnTo>
                <a:close/>
              </a:path>
              <a:path w="839469" h="80010">
                <a:moveTo>
                  <a:pt x="74331" y="28748"/>
                </a:moveTo>
                <a:lnTo>
                  <a:pt x="76199" y="38349"/>
                </a:lnTo>
                <a:lnTo>
                  <a:pt x="74275" y="47799"/>
                </a:lnTo>
                <a:lnTo>
                  <a:pt x="762655" y="51111"/>
                </a:lnTo>
                <a:lnTo>
                  <a:pt x="762750" y="32061"/>
                </a:lnTo>
                <a:lnTo>
                  <a:pt x="74331" y="28748"/>
                </a:lnTo>
                <a:close/>
              </a:path>
              <a:path w="839469" h="80010">
                <a:moveTo>
                  <a:pt x="38231" y="28574"/>
                </a:moveTo>
                <a:lnTo>
                  <a:pt x="38099" y="47624"/>
                </a:lnTo>
                <a:lnTo>
                  <a:pt x="74275" y="47799"/>
                </a:lnTo>
                <a:lnTo>
                  <a:pt x="76199" y="38349"/>
                </a:lnTo>
                <a:lnTo>
                  <a:pt x="74331" y="28748"/>
                </a:lnTo>
                <a:lnTo>
                  <a:pt x="38231" y="28574"/>
                </a:lnTo>
                <a:close/>
              </a:path>
              <a:path w="839469" h="80010">
                <a:moveTo>
                  <a:pt x="74298" y="28574"/>
                </a:moveTo>
                <a:lnTo>
                  <a:pt x="38231" y="28574"/>
                </a:lnTo>
                <a:lnTo>
                  <a:pt x="74331" y="28748"/>
                </a:lnTo>
                <a:lnTo>
                  <a:pt x="74298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50"/>
          <p:cNvSpPr/>
          <p:nvPr/>
        </p:nvSpPr>
        <p:spPr>
          <a:xfrm>
            <a:off x="1598163" y="5230078"/>
            <a:ext cx="831850" cy="83185"/>
          </a:xfrm>
          <a:custGeom>
            <a:avLst/>
            <a:gdLst/>
            <a:ahLst/>
            <a:cxnLst/>
            <a:rect l="l" t="t" r="r" b="b"/>
            <a:pathLst>
              <a:path w="831850" h="83185">
                <a:moveTo>
                  <a:pt x="755903" y="6443"/>
                </a:moveTo>
                <a:lnTo>
                  <a:pt x="755618" y="35022"/>
                </a:lnTo>
                <a:lnTo>
                  <a:pt x="768358" y="35137"/>
                </a:lnTo>
                <a:lnTo>
                  <a:pt x="768095" y="54187"/>
                </a:lnTo>
                <a:lnTo>
                  <a:pt x="755426" y="54187"/>
                </a:lnTo>
                <a:lnTo>
                  <a:pt x="755141" y="82643"/>
                </a:lnTo>
                <a:lnTo>
                  <a:pt x="813391" y="54187"/>
                </a:lnTo>
                <a:lnTo>
                  <a:pt x="768095" y="54187"/>
                </a:lnTo>
                <a:lnTo>
                  <a:pt x="813625" y="54073"/>
                </a:lnTo>
                <a:lnTo>
                  <a:pt x="831722" y="45232"/>
                </a:lnTo>
                <a:lnTo>
                  <a:pt x="755903" y="6443"/>
                </a:lnTo>
                <a:close/>
              </a:path>
              <a:path w="831850" h="83185">
                <a:moveTo>
                  <a:pt x="38480" y="0"/>
                </a:moveTo>
                <a:lnTo>
                  <a:pt x="23614" y="2868"/>
                </a:lnTo>
                <a:lnTo>
                  <a:pt x="11436" y="10928"/>
                </a:lnTo>
                <a:lnTo>
                  <a:pt x="3159" y="22966"/>
                </a:lnTo>
                <a:lnTo>
                  <a:pt x="0" y="37767"/>
                </a:lnTo>
                <a:lnTo>
                  <a:pt x="2898" y="52621"/>
                </a:lnTo>
                <a:lnTo>
                  <a:pt x="10973" y="64802"/>
                </a:lnTo>
                <a:lnTo>
                  <a:pt x="23023" y="73073"/>
                </a:lnTo>
                <a:lnTo>
                  <a:pt x="37850" y="76199"/>
                </a:lnTo>
                <a:lnTo>
                  <a:pt x="52665" y="73342"/>
                </a:lnTo>
                <a:lnTo>
                  <a:pt x="64838" y="65289"/>
                </a:lnTo>
                <a:lnTo>
                  <a:pt x="73104" y="53253"/>
                </a:lnTo>
                <a:lnTo>
                  <a:pt x="74213" y="47949"/>
                </a:lnTo>
                <a:lnTo>
                  <a:pt x="38099" y="47624"/>
                </a:lnTo>
                <a:lnTo>
                  <a:pt x="38231" y="28574"/>
                </a:lnTo>
                <a:lnTo>
                  <a:pt x="74327" y="28574"/>
                </a:lnTo>
                <a:lnTo>
                  <a:pt x="73382" y="23590"/>
                </a:lnTo>
                <a:lnTo>
                  <a:pt x="65346" y="11405"/>
                </a:lnTo>
                <a:lnTo>
                  <a:pt x="53307" y="3129"/>
                </a:lnTo>
                <a:lnTo>
                  <a:pt x="38480" y="0"/>
                </a:lnTo>
                <a:close/>
              </a:path>
              <a:path w="831850" h="83185">
                <a:moveTo>
                  <a:pt x="755618" y="35022"/>
                </a:moveTo>
                <a:lnTo>
                  <a:pt x="755427" y="54073"/>
                </a:lnTo>
                <a:lnTo>
                  <a:pt x="768095" y="54187"/>
                </a:lnTo>
                <a:lnTo>
                  <a:pt x="768358" y="35137"/>
                </a:lnTo>
                <a:lnTo>
                  <a:pt x="755618" y="35022"/>
                </a:lnTo>
                <a:close/>
              </a:path>
              <a:path w="831850" h="83185">
                <a:moveTo>
                  <a:pt x="74389" y="28899"/>
                </a:moveTo>
                <a:lnTo>
                  <a:pt x="76199" y="38447"/>
                </a:lnTo>
                <a:lnTo>
                  <a:pt x="74213" y="47949"/>
                </a:lnTo>
                <a:lnTo>
                  <a:pt x="755427" y="54073"/>
                </a:lnTo>
                <a:lnTo>
                  <a:pt x="755618" y="35022"/>
                </a:lnTo>
                <a:lnTo>
                  <a:pt x="74389" y="28899"/>
                </a:lnTo>
                <a:close/>
              </a:path>
              <a:path w="831850" h="83185">
                <a:moveTo>
                  <a:pt x="38231" y="28574"/>
                </a:moveTo>
                <a:lnTo>
                  <a:pt x="38099" y="47624"/>
                </a:lnTo>
                <a:lnTo>
                  <a:pt x="74213" y="47949"/>
                </a:lnTo>
                <a:lnTo>
                  <a:pt x="76199" y="38447"/>
                </a:lnTo>
                <a:lnTo>
                  <a:pt x="74389" y="28899"/>
                </a:lnTo>
                <a:lnTo>
                  <a:pt x="38231" y="28574"/>
                </a:lnTo>
                <a:close/>
              </a:path>
              <a:path w="831850" h="83185">
                <a:moveTo>
                  <a:pt x="74327" y="28574"/>
                </a:moveTo>
                <a:lnTo>
                  <a:pt x="38231" y="28574"/>
                </a:lnTo>
                <a:lnTo>
                  <a:pt x="74389" y="28899"/>
                </a:lnTo>
                <a:lnTo>
                  <a:pt x="74327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51"/>
          <p:cNvSpPr/>
          <p:nvPr/>
        </p:nvSpPr>
        <p:spPr>
          <a:xfrm>
            <a:off x="3482736" y="2061734"/>
            <a:ext cx="743585" cy="80010"/>
          </a:xfrm>
          <a:custGeom>
            <a:avLst/>
            <a:gdLst/>
            <a:ahLst/>
            <a:cxnLst/>
            <a:rect l="l" t="t" r="r" b="b"/>
            <a:pathLst>
              <a:path w="743585" h="80010">
                <a:moveTo>
                  <a:pt x="37825" y="3809"/>
                </a:moveTo>
                <a:lnTo>
                  <a:pt x="23008" y="6890"/>
                </a:lnTo>
                <a:lnTo>
                  <a:pt x="10957" y="15129"/>
                </a:lnTo>
                <a:lnTo>
                  <a:pt x="2884" y="27294"/>
                </a:lnTo>
                <a:lnTo>
                  <a:pt x="0" y="42153"/>
                </a:lnTo>
                <a:lnTo>
                  <a:pt x="3076" y="56984"/>
                </a:lnTo>
                <a:lnTo>
                  <a:pt x="11308" y="69037"/>
                </a:lnTo>
                <a:lnTo>
                  <a:pt x="23471" y="77112"/>
                </a:lnTo>
                <a:lnTo>
                  <a:pt x="38343" y="80009"/>
                </a:lnTo>
                <a:lnTo>
                  <a:pt x="53109" y="76929"/>
                </a:lnTo>
                <a:lnTo>
                  <a:pt x="65170" y="68690"/>
                </a:lnTo>
                <a:lnTo>
                  <a:pt x="73281" y="56525"/>
                </a:lnTo>
                <a:lnTo>
                  <a:pt x="74278" y="51450"/>
                </a:lnTo>
                <a:lnTo>
                  <a:pt x="38099" y="51450"/>
                </a:lnTo>
                <a:lnTo>
                  <a:pt x="37947" y="32400"/>
                </a:lnTo>
                <a:lnTo>
                  <a:pt x="74213" y="32176"/>
                </a:lnTo>
                <a:lnTo>
                  <a:pt x="73105" y="26887"/>
                </a:lnTo>
                <a:lnTo>
                  <a:pt x="64865" y="14828"/>
                </a:lnTo>
                <a:lnTo>
                  <a:pt x="52698" y="6724"/>
                </a:lnTo>
                <a:lnTo>
                  <a:pt x="37825" y="3809"/>
                </a:lnTo>
                <a:close/>
              </a:path>
              <a:path w="743585" h="80010">
                <a:moveTo>
                  <a:pt x="724745" y="28437"/>
                </a:moveTo>
                <a:lnTo>
                  <a:pt x="679825" y="28437"/>
                </a:lnTo>
                <a:lnTo>
                  <a:pt x="679947" y="47487"/>
                </a:lnTo>
                <a:lnTo>
                  <a:pt x="667222" y="47566"/>
                </a:lnTo>
                <a:lnTo>
                  <a:pt x="667359" y="76199"/>
                </a:lnTo>
                <a:lnTo>
                  <a:pt x="743315" y="37581"/>
                </a:lnTo>
                <a:lnTo>
                  <a:pt x="724745" y="28437"/>
                </a:lnTo>
                <a:close/>
              </a:path>
              <a:path w="743585" h="80010">
                <a:moveTo>
                  <a:pt x="74213" y="32176"/>
                </a:moveTo>
                <a:lnTo>
                  <a:pt x="37947" y="32400"/>
                </a:lnTo>
                <a:lnTo>
                  <a:pt x="38099" y="51450"/>
                </a:lnTo>
                <a:lnTo>
                  <a:pt x="74321" y="51226"/>
                </a:lnTo>
                <a:lnTo>
                  <a:pt x="76199" y="41666"/>
                </a:lnTo>
                <a:lnTo>
                  <a:pt x="74213" y="32176"/>
                </a:lnTo>
                <a:close/>
              </a:path>
              <a:path w="743585" h="80010">
                <a:moveTo>
                  <a:pt x="74321" y="51226"/>
                </a:moveTo>
                <a:lnTo>
                  <a:pt x="38099" y="51450"/>
                </a:lnTo>
                <a:lnTo>
                  <a:pt x="74278" y="51450"/>
                </a:lnTo>
                <a:lnTo>
                  <a:pt x="74321" y="51226"/>
                </a:lnTo>
                <a:close/>
              </a:path>
              <a:path w="743585" h="80010">
                <a:moveTo>
                  <a:pt x="667130" y="28516"/>
                </a:moveTo>
                <a:lnTo>
                  <a:pt x="74213" y="32176"/>
                </a:lnTo>
                <a:lnTo>
                  <a:pt x="76199" y="41666"/>
                </a:lnTo>
                <a:lnTo>
                  <a:pt x="74321" y="51226"/>
                </a:lnTo>
                <a:lnTo>
                  <a:pt x="667222" y="47566"/>
                </a:lnTo>
                <a:lnTo>
                  <a:pt x="667130" y="28516"/>
                </a:lnTo>
                <a:close/>
              </a:path>
              <a:path w="743585" h="80010">
                <a:moveTo>
                  <a:pt x="679825" y="28437"/>
                </a:moveTo>
                <a:lnTo>
                  <a:pt x="667130" y="28516"/>
                </a:lnTo>
                <a:lnTo>
                  <a:pt x="667222" y="47566"/>
                </a:lnTo>
                <a:lnTo>
                  <a:pt x="679947" y="47487"/>
                </a:lnTo>
                <a:lnTo>
                  <a:pt x="679825" y="28437"/>
                </a:lnTo>
                <a:close/>
              </a:path>
              <a:path w="743585" h="80010">
                <a:moveTo>
                  <a:pt x="666993" y="0"/>
                </a:moveTo>
                <a:lnTo>
                  <a:pt x="667130" y="28516"/>
                </a:lnTo>
                <a:lnTo>
                  <a:pt x="724745" y="28437"/>
                </a:lnTo>
                <a:lnTo>
                  <a:pt x="666993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52"/>
          <p:cNvSpPr/>
          <p:nvPr/>
        </p:nvSpPr>
        <p:spPr>
          <a:xfrm>
            <a:off x="3475482" y="2683007"/>
            <a:ext cx="750570" cy="76200"/>
          </a:xfrm>
          <a:custGeom>
            <a:avLst/>
            <a:gdLst/>
            <a:ahLst/>
            <a:cxnLst/>
            <a:rect l="l" t="t" r="r" b="b"/>
            <a:pathLst>
              <a:path w="750570" h="76200">
                <a:moveTo>
                  <a:pt x="38099" y="0"/>
                </a:moveTo>
                <a:lnTo>
                  <a:pt x="23248" y="2991"/>
                </a:lnTo>
                <a:lnTo>
                  <a:pt x="11140" y="11151"/>
                </a:lnTo>
                <a:lnTo>
                  <a:pt x="2987" y="23261"/>
                </a:lnTo>
                <a:lnTo>
                  <a:pt x="0" y="38099"/>
                </a:lnTo>
                <a:lnTo>
                  <a:pt x="2987" y="52951"/>
                </a:lnTo>
                <a:lnTo>
                  <a:pt x="11140" y="65059"/>
                </a:lnTo>
                <a:lnTo>
                  <a:pt x="23248" y="73212"/>
                </a:lnTo>
                <a:lnTo>
                  <a:pt x="38099" y="76199"/>
                </a:lnTo>
                <a:lnTo>
                  <a:pt x="52951" y="73212"/>
                </a:lnTo>
                <a:lnTo>
                  <a:pt x="65059" y="65059"/>
                </a:lnTo>
                <a:lnTo>
                  <a:pt x="73212" y="52951"/>
                </a:lnTo>
                <a:lnTo>
                  <a:pt x="74281" y="47640"/>
                </a:lnTo>
                <a:lnTo>
                  <a:pt x="38099" y="47640"/>
                </a:lnTo>
                <a:lnTo>
                  <a:pt x="38099" y="28590"/>
                </a:lnTo>
                <a:lnTo>
                  <a:pt x="74285" y="28590"/>
                </a:lnTo>
                <a:lnTo>
                  <a:pt x="73212" y="23261"/>
                </a:lnTo>
                <a:lnTo>
                  <a:pt x="65059" y="11151"/>
                </a:lnTo>
                <a:lnTo>
                  <a:pt x="52951" y="2991"/>
                </a:lnTo>
                <a:lnTo>
                  <a:pt x="38099" y="0"/>
                </a:lnTo>
                <a:close/>
              </a:path>
              <a:path w="750570" h="76200">
                <a:moveTo>
                  <a:pt x="674369" y="0"/>
                </a:moveTo>
                <a:lnTo>
                  <a:pt x="674369" y="76199"/>
                </a:lnTo>
                <a:lnTo>
                  <a:pt x="731489" y="47640"/>
                </a:lnTo>
                <a:lnTo>
                  <a:pt x="687074" y="47640"/>
                </a:lnTo>
                <a:lnTo>
                  <a:pt x="687074" y="28590"/>
                </a:lnTo>
                <a:lnTo>
                  <a:pt x="731550" y="28590"/>
                </a:lnTo>
                <a:lnTo>
                  <a:pt x="674369" y="0"/>
                </a:lnTo>
                <a:close/>
              </a:path>
              <a:path w="750570" h="76200">
                <a:moveTo>
                  <a:pt x="74285" y="28590"/>
                </a:moveTo>
                <a:lnTo>
                  <a:pt x="38099" y="28590"/>
                </a:lnTo>
                <a:lnTo>
                  <a:pt x="38099" y="47640"/>
                </a:lnTo>
                <a:lnTo>
                  <a:pt x="74281" y="47640"/>
                </a:lnTo>
                <a:lnTo>
                  <a:pt x="76199" y="38099"/>
                </a:lnTo>
                <a:lnTo>
                  <a:pt x="74285" y="28590"/>
                </a:lnTo>
                <a:close/>
              </a:path>
              <a:path w="750570" h="76200">
                <a:moveTo>
                  <a:pt x="674369" y="28590"/>
                </a:moveTo>
                <a:lnTo>
                  <a:pt x="74285" y="28590"/>
                </a:lnTo>
                <a:lnTo>
                  <a:pt x="76199" y="38099"/>
                </a:lnTo>
                <a:lnTo>
                  <a:pt x="74281" y="47640"/>
                </a:lnTo>
                <a:lnTo>
                  <a:pt x="674369" y="47640"/>
                </a:lnTo>
                <a:lnTo>
                  <a:pt x="674369" y="28590"/>
                </a:lnTo>
                <a:close/>
              </a:path>
              <a:path w="750570" h="76200">
                <a:moveTo>
                  <a:pt x="731550" y="28590"/>
                </a:moveTo>
                <a:lnTo>
                  <a:pt x="687074" y="28590"/>
                </a:lnTo>
                <a:lnTo>
                  <a:pt x="687074" y="47640"/>
                </a:lnTo>
                <a:lnTo>
                  <a:pt x="731489" y="47640"/>
                </a:lnTo>
                <a:lnTo>
                  <a:pt x="750569" y="38099"/>
                </a:lnTo>
                <a:lnTo>
                  <a:pt x="731550" y="2859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53"/>
          <p:cNvSpPr/>
          <p:nvPr/>
        </p:nvSpPr>
        <p:spPr>
          <a:xfrm>
            <a:off x="3493770" y="3300502"/>
            <a:ext cx="732790" cy="78740"/>
          </a:xfrm>
          <a:custGeom>
            <a:avLst/>
            <a:gdLst/>
            <a:ahLst/>
            <a:cxnLst/>
            <a:rect l="l" t="t" r="r" b="b"/>
            <a:pathLst>
              <a:path w="732789" h="78739">
                <a:moveTo>
                  <a:pt x="656096" y="50238"/>
                </a:moveTo>
                <a:lnTo>
                  <a:pt x="655960" y="78729"/>
                </a:lnTo>
                <a:lnTo>
                  <a:pt x="713525" y="50291"/>
                </a:lnTo>
                <a:lnTo>
                  <a:pt x="668792" y="50291"/>
                </a:lnTo>
                <a:lnTo>
                  <a:pt x="656096" y="50238"/>
                </a:lnTo>
                <a:close/>
              </a:path>
              <a:path w="732789" h="78739">
                <a:moveTo>
                  <a:pt x="38221" y="0"/>
                </a:moveTo>
                <a:lnTo>
                  <a:pt x="23364" y="2916"/>
                </a:lnTo>
                <a:lnTo>
                  <a:pt x="11212" y="11033"/>
                </a:lnTo>
                <a:lnTo>
                  <a:pt x="3010" y="23128"/>
                </a:lnTo>
                <a:lnTo>
                  <a:pt x="0" y="37978"/>
                </a:lnTo>
                <a:lnTo>
                  <a:pt x="2914" y="52767"/>
                </a:lnTo>
                <a:lnTo>
                  <a:pt x="11018" y="64895"/>
                </a:lnTo>
                <a:lnTo>
                  <a:pt x="23077" y="73121"/>
                </a:lnTo>
                <a:lnTo>
                  <a:pt x="37856" y="76199"/>
                </a:lnTo>
                <a:lnTo>
                  <a:pt x="52715" y="73283"/>
                </a:lnTo>
                <a:lnTo>
                  <a:pt x="64880" y="65166"/>
                </a:lnTo>
                <a:lnTo>
                  <a:pt x="73119" y="53071"/>
                </a:lnTo>
                <a:lnTo>
                  <a:pt x="74220" y="47763"/>
                </a:lnTo>
                <a:lnTo>
                  <a:pt x="37978" y="47609"/>
                </a:lnTo>
                <a:lnTo>
                  <a:pt x="38099" y="28559"/>
                </a:lnTo>
                <a:lnTo>
                  <a:pt x="74269" y="28559"/>
                </a:lnTo>
                <a:lnTo>
                  <a:pt x="73232" y="23368"/>
                </a:lnTo>
                <a:lnTo>
                  <a:pt x="65120" y="11247"/>
                </a:lnTo>
                <a:lnTo>
                  <a:pt x="53054" y="3057"/>
                </a:lnTo>
                <a:lnTo>
                  <a:pt x="38221" y="0"/>
                </a:lnTo>
                <a:close/>
              </a:path>
              <a:path w="732789" h="78739">
                <a:moveTo>
                  <a:pt x="656188" y="31187"/>
                </a:moveTo>
                <a:lnTo>
                  <a:pt x="656096" y="50238"/>
                </a:lnTo>
                <a:lnTo>
                  <a:pt x="668792" y="50291"/>
                </a:lnTo>
                <a:lnTo>
                  <a:pt x="668914" y="31241"/>
                </a:lnTo>
                <a:lnTo>
                  <a:pt x="656188" y="31187"/>
                </a:lnTo>
                <a:close/>
              </a:path>
              <a:path w="732789" h="78739">
                <a:moveTo>
                  <a:pt x="656325" y="2529"/>
                </a:moveTo>
                <a:lnTo>
                  <a:pt x="656188" y="31187"/>
                </a:lnTo>
                <a:lnTo>
                  <a:pt x="668914" y="31241"/>
                </a:lnTo>
                <a:lnTo>
                  <a:pt x="668792" y="50291"/>
                </a:lnTo>
                <a:lnTo>
                  <a:pt x="713525" y="50291"/>
                </a:lnTo>
                <a:lnTo>
                  <a:pt x="732281" y="41026"/>
                </a:lnTo>
                <a:lnTo>
                  <a:pt x="656325" y="2529"/>
                </a:lnTo>
                <a:close/>
              </a:path>
              <a:path w="732789" h="78739">
                <a:moveTo>
                  <a:pt x="74300" y="28713"/>
                </a:moveTo>
                <a:lnTo>
                  <a:pt x="76199" y="38221"/>
                </a:lnTo>
                <a:lnTo>
                  <a:pt x="74220" y="47763"/>
                </a:lnTo>
                <a:lnTo>
                  <a:pt x="656096" y="50238"/>
                </a:lnTo>
                <a:lnTo>
                  <a:pt x="656188" y="31187"/>
                </a:lnTo>
                <a:lnTo>
                  <a:pt x="74300" y="28713"/>
                </a:lnTo>
                <a:close/>
              </a:path>
              <a:path w="732789" h="78739">
                <a:moveTo>
                  <a:pt x="38099" y="28559"/>
                </a:moveTo>
                <a:lnTo>
                  <a:pt x="37978" y="47609"/>
                </a:lnTo>
                <a:lnTo>
                  <a:pt x="74220" y="47763"/>
                </a:lnTo>
                <a:lnTo>
                  <a:pt x="76199" y="38221"/>
                </a:lnTo>
                <a:lnTo>
                  <a:pt x="74300" y="28713"/>
                </a:lnTo>
                <a:lnTo>
                  <a:pt x="38099" y="28559"/>
                </a:lnTo>
                <a:close/>
              </a:path>
              <a:path w="732789" h="78739">
                <a:moveTo>
                  <a:pt x="74269" y="28559"/>
                </a:moveTo>
                <a:lnTo>
                  <a:pt x="38099" y="28559"/>
                </a:lnTo>
                <a:lnTo>
                  <a:pt x="74300" y="28713"/>
                </a:lnTo>
                <a:lnTo>
                  <a:pt x="74269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54"/>
          <p:cNvSpPr/>
          <p:nvPr/>
        </p:nvSpPr>
        <p:spPr>
          <a:xfrm>
            <a:off x="3489959" y="3976005"/>
            <a:ext cx="727075" cy="76200"/>
          </a:xfrm>
          <a:custGeom>
            <a:avLst/>
            <a:gdLst/>
            <a:ahLst/>
            <a:cxnLst/>
            <a:rect l="l" t="t" r="r" b="b"/>
            <a:pathLst>
              <a:path w="727075" h="76200">
                <a:moveTo>
                  <a:pt x="38099" y="0"/>
                </a:moveTo>
                <a:lnTo>
                  <a:pt x="23312" y="2989"/>
                </a:lnTo>
                <a:lnTo>
                  <a:pt x="11197" y="11147"/>
                </a:lnTo>
                <a:lnTo>
                  <a:pt x="3008" y="23256"/>
                </a:lnTo>
                <a:lnTo>
                  <a:pt x="0" y="38099"/>
                </a:lnTo>
                <a:lnTo>
                  <a:pt x="3008" y="52948"/>
                </a:lnTo>
                <a:lnTo>
                  <a:pt x="11197" y="65057"/>
                </a:lnTo>
                <a:lnTo>
                  <a:pt x="23312" y="73212"/>
                </a:lnTo>
                <a:lnTo>
                  <a:pt x="38099" y="76199"/>
                </a:lnTo>
                <a:lnTo>
                  <a:pt x="52951" y="73212"/>
                </a:lnTo>
                <a:lnTo>
                  <a:pt x="65059" y="65057"/>
                </a:lnTo>
                <a:lnTo>
                  <a:pt x="73212" y="52948"/>
                </a:lnTo>
                <a:lnTo>
                  <a:pt x="74283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3" y="28574"/>
                </a:lnTo>
                <a:lnTo>
                  <a:pt x="73212" y="23256"/>
                </a:lnTo>
                <a:lnTo>
                  <a:pt x="65059" y="11147"/>
                </a:lnTo>
                <a:lnTo>
                  <a:pt x="52951" y="2989"/>
                </a:lnTo>
                <a:lnTo>
                  <a:pt x="38099" y="0"/>
                </a:lnTo>
                <a:close/>
              </a:path>
              <a:path w="727075" h="76200">
                <a:moveTo>
                  <a:pt x="650382" y="0"/>
                </a:moveTo>
                <a:lnTo>
                  <a:pt x="650382" y="76199"/>
                </a:lnTo>
                <a:lnTo>
                  <a:pt x="707532" y="47624"/>
                </a:lnTo>
                <a:lnTo>
                  <a:pt x="663071" y="47624"/>
                </a:lnTo>
                <a:lnTo>
                  <a:pt x="663071" y="28574"/>
                </a:lnTo>
                <a:lnTo>
                  <a:pt x="707532" y="28574"/>
                </a:lnTo>
                <a:lnTo>
                  <a:pt x="650382" y="0"/>
                </a:lnTo>
                <a:close/>
              </a:path>
              <a:path w="727075" h="76200">
                <a:moveTo>
                  <a:pt x="74283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3" y="47624"/>
                </a:lnTo>
                <a:lnTo>
                  <a:pt x="76199" y="38099"/>
                </a:lnTo>
                <a:lnTo>
                  <a:pt x="74283" y="28574"/>
                </a:lnTo>
                <a:close/>
              </a:path>
              <a:path w="727075" h="76200">
                <a:moveTo>
                  <a:pt x="650382" y="28574"/>
                </a:moveTo>
                <a:lnTo>
                  <a:pt x="74283" y="28574"/>
                </a:lnTo>
                <a:lnTo>
                  <a:pt x="76199" y="38099"/>
                </a:lnTo>
                <a:lnTo>
                  <a:pt x="74283" y="47624"/>
                </a:lnTo>
                <a:lnTo>
                  <a:pt x="650382" y="47624"/>
                </a:lnTo>
                <a:lnTo>
                  <a:pt x="650382" y="28574"/>
                </a:lnTo>
                <a:close/>
              </a:path>
              <a:path w="727075" h="76200">
                <a:moveTo>
                  <a:pt x="707532" y="28574"/>
                </a:moveTo>
                <a:lnTo>
                  <a:pt x="663071" y="28574"/>
                </a:lnTo>
                <a:lnTo>
                  <a:pt x="663071" y="47624"/>
                </a:lnTo>
                <a:lnTo>
                  <a:pt x="707532" y="47624"/>
                </a:lnTo>
                <a:lnTo>
                  <a:pt x="726582" y="38099"/>
                </a:lnTo>
                <a:lnTo>
                  <a:pt x="707532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55"/>
          <p:cNvSpPr/>
          <p:nvPr/>
        </p:nvSpPr>
        <p:spPr>
          <a:xfrm>
            <a:off x="3482736" y="4598178"/>
            <a:ext cx="727075" cy="80645"/>
          </a:xfrm>
          <a:custGeom>
            <a:avLst/>
            <a:gdLst/>
            <a:ahLst/>
            <a:cxnLst/>
            <a:rect l="l" t="t" r="r" b="b"/>
            <a:pathLst>
              <a:path w="727075" h="80645">
                <a:moveTo>
                  <a:pt x="650290" y="51987"/>
                </a:moveTo>
                <a:lnTo>
                  <a:pt x="650107" y="80522"/>
                </a:lnTo>
                <a:lnTo>
                  <a:pt x="707955" y="52078"/>
                </a:lnTo>
                <a:lnTo>
                  <a:pt x="662939" y="52078"/>
                </a:lnTo>
                <a:lnTo>
                  <a:pt x="650290" y="51987"/>
                </a:lnTo>
                <a:close/>
              </a:path>
              <a:path w="727075" h="80645">
                <a:moveTo>
                  <a:pt x="38343" y="0"/>
                </a:moveTo>
                <a:lnTo>
                  <a:pt x="23471" y="2841"/>
                </a:lnTo>
                <a:lnTo>
                  <a:pt x="11308" y="10907"/>
                </a:lnTo>
                <a:lnTo>
                  <a:pt x="3076" y="22949"/>
                </a:lnTo>
                <a:lnTo>
                  <a:pt x="0" y="37718"/>
                </a:lnTo>
                <a:lnTo>
                  <a:pt x="2884" y="52590"/>
                </a:lnTo>
                <a:lnTo>
                  <a:pt x="10957" y="64758"/>
                </a:lnTo>
                <a:lnTo>
                  <a:pt x="23008" y="72996"/>
                </a:lnTo>
                <a:lnTo>
                  <a:pt x="37825" y="76081"/>
                </a:lnTo>
                <a:lnTo>
                  <a:pt x="52647" y="73239"/>
                </a:lnTo>
                <a:lnTo>
                  <a:pt x="64819" y="65173"/>
                </a:lnTo>
                <a:lnTo>
                  <a:pt x="73088" y="53131"/>
                </a:lnTo>
                <a:lnTo>
                  <a:pt x="74194" y="47883"/>
                </a:lnTo>
                <a:lnTo>
                  <a:pt x="37947" y="47624"/>
                </a:lnTo>
                <a:lnTo>
                  <a:pt x="38099" y="28574"/>
                </a:lnTo>
                <a:lnTo>
                  <a:pt x="74293" y="28574"/>
                </a:lnTo>
                <a:lnTo>
                  <a:pt x="73302" y="23490"/>
                </a:lnTo>
                <a:lnTo>
                  <a:pt x="65227" y="11322"/>
                </a:lnTo>
                <a:lnTo>
                  <a:pt x="53174" y="3084"/>
                </a:lnTo>
                <a:lnTo>
                  <a:pt x="38343" y="0"/>
                </a:lnTo>
                <a:close/>
              </a:path>
              <a:path w="727075" h="80645">
                <a:moveTo>
                  <a:pt x="650412" y="32937"/>
                </a:moveTo>
                <a:lnTo>
                  <a:pt x="650290" y="51987"/>
                </a:lnTo>
                <a:lnTo>
                  <a:pt x="662939" y="52078"/>
                </a:lnTo>
                <a:lnTo>
                  <a:pt x="663061" y="33028"/>
                </a:lnTo>
                <a:lnTo>
                  <a:pt x="650412" y="32937"/>
                </a:lnTo>
                <a:close/>
              </a:path>
              <a:path w="727075" h="80645">
                <a:moveTo>
                  <a:pt x="650595" y="4322"/>
                </a:moveTo>
                <a:lnTo>
                  <a:pt x="650412" y="32937"/>
                </a:lnTo>
                <a:lnTo>
                  <a:pt x="663061" y="33028"/>
                </a:lnTo>
                <a:lnTo>
                  <a:pt x="662939" y="52078"/>
                </a:lnTo>
                <a:lnTo>
                  <a:pt x="707955" y="52078"/>
                </a:lnTo>
                <a:lnTo>
                  <a:pt x="726551" y="42934"/>
                </a:lnTo>
                <a:lnTo>
                  <a:pt x="650595" y="4322"/>
                </a:lnTo>
                <a:close/>
              </a:path>
              <a:path w="727075" h="80645">
                <a:moveTo>
                  <a:pt x="74343" y="28833"/>
                </a:moveTo>
                <a:lnTo>
                  <a:pt x="76199" y="38362"/>
                </a:lnTo>
                <a:lnTo>
                  <a:pt x="74194" y="47883"/>
                </a:lnTo>
                <a:lnTo>
                  <a:pt x="650290" y="51987"/>
                </a:lnTo>
                <a:lnTo>
                  <a:pt x="650412" y="32937"/>
                </a:lnTo>
                <a:lnTo>
                  <a:pt x="74343" y="28833"/>
                </a:lnTo>
                <a:close/>
              </a:path>
              <a:path w="727075" h="80645">
                <a:moveTo>
                  <a:pt x="38099" y="28574"/>
                </a:moveTo>
                <a:lnTo>
                  <a:pt x="37947" y="47624"/>
                </a:lnTo>
                <a:lnTo>
                  <a:pt x="74194" y="47883"/>
                </a:lnTo>
                <a:lnTo>
                  <a:pt x="76199" y="38362"/>
                </a:lnTo>
                <a:lnTo>
                  <a:pt x="74343" y="28833"/>
                </a:lnTo>
                <a:lnTo>
                  <a:pt x="38099" y="28574"/>
                </a:lnTo>
                <a:close/>
              </a:path>
              <a:path w="727075" h="80645">
                <a:moveTo>
                  <a:pt x="74293" y="28574"/>
                </a:moveTo>
                <a:lnTo>
                  <a:pt x="38099" y="28574"/>
                </a:lnTo>
                <a:lnTo>
                  <a:pt x="74343" y="28833"/>
                </a:lnTo>
                <a:lnTo>
                  <a:pt x="74293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56"/>
          <p:cNvSpPr/>
          <p:nvPr/>
        </p:nvSpPr>
        <p:spPr>
          <a:xfrm>
            <a:off x="3475482" y="5237210"/>
            <a:ext cx="741680" cy="76200"/>
          </a:xfrm>
          <a:custGeom>
            <a:avLst/>
            <a:gdLst/>
            <a:ahLst/>
            <a:cxnLst/>
            <a:rect l="l" t="t" r="r" b="b"/>
            <a:pathLst>
              <a:path w="741679" h="76200">
                <a:moveTo>
                  <a:pt x="38099" y="0"/>
                </a:moveTo>
                <a:lnTo>
                  <a:pt x="23248" y="2993"/>
                </a:lnTo>
                <a:lnTo>
                  <a:pt x="11140" y="11156"/>
                </a:lnTo>
                <a:lnTo>
                  <a:pt x="2987" y="23266"/>
                </a:lnTo>
                <a:lnTo>
                  <a:pt x="0" y="38099"/>
                </a:lnTo>
                <a:lnTo>
                  <a:pt x="2987" y="52924"/>
                </a:lnTo>
                <a:lnTo>
                  <a:pt x="11140" y="65035"/>
                </a:lnTo>
                <a:lnTo>
                  <a:pt x="23248" y="73203"/>
                </a:lnTo>
                <a:lnTo>
                  <a:pt x="38099" y="76199"/>
                </a:lnTo>
                <a:lnTo>
                  <a:pt x="52951" y="73203"/>
                </a:lnTo>
                <a:lnTo>
                  <a:pt x="65059" y="65035"/>
                </a:lnTo>
                <a:lnTo>
                  <a:pt x="73212" y="52924"/>
                </a:lnTo>
                <a:lnTo>
                  <a:pt x="74280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1" y="28574"/>
                </a:lnTo>
                <a:lnTo>
                  <a:pt x="73212" y="23266"/>
                </a:lnTo>
                <a:lnTo>
                  <a:pt x="65059" y="11156"/>
                </a:lnTo>
                <a:lnTo>
                  <a:pt x="52951" y="2993"/>
                </a:lnTo>
                <a:lnTo>
                  <a:pt x="38099" y="0"/>
                </a:lnTo>
                <a:close/>
              </a:path>
              <a:path w="741679" h="76200">
                <a:moveTo>
                  <a:pt x="664860" y="0"/>
                </a:moveTo>
                <a:lnTo>
                  <a:pt x="664860" y="76199"/>
                </a:lnTo>
                <a:lnTo>
                  <a:pt x="722010" y="47624"/>
                </a:lnTo>
                <a:lnTo>
                  <a:pt x="677549" y="47624"/>
                </a:lnTo>
                <a:lnTo>
                  <a:pt x="677549" y="28574"/>
                </a:lnTo>
                <a:lnTo>
                  <a:pt x="722010" y="28574"/>
                </a:lnTo>
                <a:lnTo>
                  <a:pt x="664860" y="0"/>
                </a:lnTo>
                <a:close/>
              </a:path>
              <a:path w="741679" h="76200">
                <a:moveTo>
                  <a:pt x="74281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0" y="47624"/>
                </a:lnTo>
                <a:lnTo>
                  <a:pt x="76199" y="38099"/>
                </a:lnTo>
                <a:lnTo>
                  <a:pt x="74281" y="28574"/>
                </a:lnTo>
                <a:close/>
              </a:path>
              <a:path w="741679" h="76200">
                <a:moveTo>
                  <a:pt x="664860" y="28574"/>
                </a:moveTo>
                <a:lnTo>
                  <a:pt x="74281" y="28574"/>
                </a:lnTo>
                <a:lnTo>
                  <a:pt x="76199" y="38099"/>
                </a:lnTo>
                <a:lnTo>
                  <a:pt x="74280" y="47624"/>
                </a:lnTo>
                <a:lnTo>
                  <a:pt x="664860" y="47624"/>
                </a:lnTo>
                <a:lnTo>
                  <a:pt x="664860" y="28574"/>
                </a:lnTo>
                <a:close/>
              </a:path>
              <a:path w="741679" h="76200">
                <a:moveTo>
                  <a:pt x="722010" y="28574"/>
                </a:moveTo>
                <a:lnTo>
                  <a:pt x="677549" y="28574"/>
                </a:lnTo>
                <a:lnTo>
                  <a:pt x="677549" y="47624"/>
                </a:lnTo>
                <a:lnTo>
                  <a:pt x="722010" y="47624"/>
                </a:lnTo>
                <a:lnTo>
                  <a:pt x="741060" y="38099"/>
                </a:lnTo>
                <a:lnTo>
                  <a:pt x="722010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57"/>
          <p:cNvSpPr txBox="1"/>
          <p:nvPr/>
        </p:nvSpPr>
        <p:spPr>
          <a:xfrm>
            <a:off x="3459228" y="845524"/>
            <a:ext cx="1217930" cy="72390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800">
              <a:latin typeface="Arial"/>
              <a:cs typeface="Arial"/>
            </a:endParaRPr>
          </a:p>
          <a:p>
            <a:pPr marR="254635" algn="r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8" name="object 58"/>
          <p:cNvSpPr/>
          <p:nvPr/>
        </p:nvSpPr>
        <p:spPr>
          <a:xfrm>
            <a:off x="2561082" y="850580"/>
            <a:ext cx="393649" cy="39364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59"/>
          <p:cNvSpPr/>
          <p:nvPr/>
        </p:nvSpPr>
        <p:spPr>
          <a:xfrm>
            <a:off x="1149653" y="5659330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60"/>
          <p:cNvSpPr/>
          <p:nvPr/>
        </p:nvSpPr>
        <p:spPr>
          <a:xfrm>
            <a:off x="1598163" y="5864562"/>
            <a:ext cx="831850" cy="83185"/>
          </a:xfrm>
          <a:custGeom>
            <a:avLst/>
            <a:gdLst/>
            <a:ahLst/>
            <a:cxnLst/>
            <a:rect l="l" t="t" r="r" b="b"/>
            <a:pathLst>
              <a:path w="831850" h="83185">
                <a:moveTo>
                  <a:pt x="755903" y="6443"/>
                </a:moveTo>
                <a:lnTo>
                  <a:pt x="755618" y="35010"/>
                </a:lnTo>
                <a:lnTo>
                  <a:pt x="768358" y="35125"/>
                </a:lnTo>
                <a:lnTo>
                  <a:pt x="768095" y="54175"/>
                </a:lnTo>
                <a:lnTo>
                  <a:pt x="755426" y="54175"/>
                </a:lnTo>
                <a:lnTo>
                  <a:pt x="755141" y="82643"/>
                </a:lnTo>
                <a:lnTo>
                  <a:pt x="813397" y="54175"/>
                </a:lnTo>
                <a:lnTo>
                  <a:pt x="768095" y="54175"/>
                </a:lnTo>
                <a:lnTo>
                  <a:pt x="813630" y="54061"/>
                </a:lnTo>
                <a:lnTo>
                  <a:pt x="831722" y="45220"/>
                </a:lnTo>
                <a:lnTo>
                  <a:pt x="755903" y="6443"/>
                </a:lnTo>
                <a:close/>
              </a:path>
              <a:path w="831850" h="83185">
                <a:moveTo>
                  <a:pt x="38480" y="0"/>
                </a:moveTo>
                <a:lnTo>
                  <a:pt x="23614" y="2868"/>
                </a:lnTo>
                <a:lnTo>
                  <a:pt x="11436" y="10927"/>
                </a:lnTo>
                <a:lnTo>
                  <a:pt x="3159" y="22961"/>
                </a:lnTo>
                <a:lnTo>
                  <a:pt x="0" y="37755"/>
                </a:lnTo>
                <a:lnTo>
                  <a:pt x="2898" y="52616"/>
                </a:lnTo>
                <a:lnTo>
                  <a:pt x="10973" y="64800"/>
                </a:lnTo>
                <a:lnTo>
                  <a:pt x="23023" y="73073"/>
                </a:lnTo>
                <a:lnTo>
                  <a:pt x="37850" y="76199"/>
                </a:lnTo>
                <a:lnTo>
                  <a:pt x="52665" y="73340"/>
                </a:lnTo>
                <a:lnTo>
                  <a:pt x="64838" y="65284"/>
                </a:lnTo>
                <a:lnTo>
                  <a:pt x="73104" y="53248"/>
                </a:lnTo>
                <a:lnTo>
                  <a:pt x="74212" y="47949"/>
                </a:lnTo>
                <a:lnTo>
                  <a:pt x="38099" y="47624"/>
                </a:lnTo>
                <a:lnTo>
                  <a:pt x="38231" y="28574"/>
                </a:lnTo>
                <a:lnTo>
                  <a:pt x="74328" y="28574"/>
                </a:lnTo>
                <a:lnTo>
                  <a:pt x="73382" y="23586"/>
                </a:lnTo>
                <a:lnTo>
                  <a:pt x="65346" y="11402"/>
                </a:lnTo>
                <a:lnTo>
                  <a:pt x="53307" y="3128"/>
                </a:lnTo>
                <a:lnTo>
                  <a:pt x="38480" y="0"/>
                </a:lnTo>
                <a:close/>
              </a:path>
              <a:path w="831850" h="83185">
                <a:moveTo>
                  <a:pt x="755618" y="35010"/>
                </a:moveTo>
                <a:lnTo>
                  <a:pt x="755427" y="54061"/>
                </a:lnTo>
                <a:lnTo>
                  <a:pt x="768095" y="54175"/>
                </a:lnTo>
                <a:lnTo>
                  <a:pt x="768358" y="35125"/>
                </a:lnTo>
                <a:lnTo>
                  <a:pt x="755618" y="35010"/>
                </a:lnTo>
                <a:close/>
              </a:path>
              <a:path w="831850" h="83185">
                <a:moveTo>
                  <a:pt x="74389" y="28899"/>
                </a:moveTo>
                <a:lnTo>
                  <a:pt x="76199" y="38447"/>
                </a:lnTo>
                <a:lnTo>
                  <a:pt x="74212" y="47949"/>
                </a:lnTo>
                <a:lnTo>
                  <a:pt x="755427" y="54061"/>
                </a:lnTo>
                <a:lnTo>
                  <a:pt x="755618" y="35010"/>
                </a:lnTo>
                <a:lnTo>
                  <a:pt x="74389" y="28899"/>
                </a:lnTo>
                <a:close/>
              </a:path>
              <a:path w="831850" h="83185">
                <a:moveTo>
                  <a:pt x="38231" y="28574"/>
                </a:moveTo>
                <a:lnTo>
                  <a:pt x="38099" y="47624"/>
                </a:lnTo>
                <a:lnTo>
                  <a:pt x="74212" y="47949"/>
                </a:lnTo>
                <a:lnTo>
                  <a:pt x="76199" y="38447"/>
                </a:lnTo>
                <a:lnTo>
                  <a:pt x="74389" y="28899"/>
                </a:lnTo>
                <a:lnTo>
                  <a:pt x="38231" y="28574"/>
                </a:lnTo>
                <a:close/>
              </a:path>
              <a:path w="831850" h="83185">
                <a:moveTo>
                  <a:pt x="74328" y="28574"/>
                </a:moveTo>
                <a:lnTo>
                  <a:pt x="38231" y="28574"/>
                </a:lnTo>
                <a:lnTo>
                  <a:pt x="74389" y="28899"/>
                </a:lnTo>
                <a:lnTo>
                  <a:pt x="74328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61"/>
          <p:cNvSpPr/>
          <p:nvPr/>
        </p:nvSpPr>
        <p:spPr>
          <a:xfrm>
            <a:off x="3475482" y="5871682"/>
            <a:ext cx="741680" cy="76200"/>
          </a:xfrm>
          <a:custGeom>
            <a:avLst/>
            <a:gdLst/>
            <a:ahLst/>
            <a:cxnLst/>
            <a:rect l="l" t="t" r="r" b="b"/>
            <a:pathLst>
              <a:path w="741679" h="76200">
                <a:moveTo>
                  <a:pt x="38099" y="0"/>
                </a:moveTo>
                <a:lnTo>
                  <a:pt x="23248" y="2994"/>
                </a:lnTo>
                <a:lnTo>
                  <a:pt x="11140" y="11161"/>
                </a:lnTo>
                <a:lnTo>
                  <a:pt x="2987" y="23271"/>
                </a:lnTo>
                <a:lnTo>
                  <a:pt x="0" y="38099"/>
                </a:lnTo>
                <a:lnTo>
                  <a:pt x="2987" y="52929"/>
                </a:lnTo>
                <a:lnTo>
                  <a:pt x="11140" y="65040"/>
                </a:lnTo>
                <a:lnTo>
                  <a:pt x="23248" y="73205"/>
                </a:lnTo>
                <a:lnTo>
                  <a:pt x="38099" y="76199"/>
                </a:lnTo>
                <a:lnTo>
                  <a:pt x="52951" y="73205"/>
                </a:lnTo>
                <a:lnTo>
                  <a:pt x="65059" y="65040"/>
                </a:lnTo>
                <a:lnTo>
                  <a:pt x="73212" y="52929"/>
                </a:lnTo>
                <a:lnTo>
                  <a:pt x="74281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1" y="28574"/>
                </a:lnTo>
                <a:lnTo>
                  <a:pt x="73212" y="23271"/>
                </a:lnTo>
                <a:lnTo>
                  <a:pt x="65059" y="11161"/>
                </a:lnTo>
                <a:lnTo>
                  <a:pt x="52951" y="2994"/>
                </a:lnTo>
                <a:lnTo>
                  <a:pt x="38099" y="0"/>
                </a:lnTo>
                <a:close/>
              </a:path>
              <a:path w="741679" h="76200">
                <a:moveTo>
                  <a:pt x="664860" y="0"/>
                </a:moveTo>
                <a:lnTo>
                  <a:pt x="664860" y="76199"/>
                </a:lnTo>
                <a:lnTo>
                  <a:pt x="722010" y="47624"/>
                </a:lnTo>
                <a:lnTo>
                  <a:pt x="677549" y="47624"/>
                </a:lnTo>
                <a:lnTo>
                  <a:pt x="677549" y="28574"/>
                </a:lnTo>
                <a:lnTo>
                  <a:pt x="722010" y="28574"/>
                </a:lnTo>
                <a:lnTo>
                  <a:pt x="664860" y="0"/>
                </a:lnTo>
                <a:close/>
              </a:path>
              <a:path w="741679" h="76200">
                <a:moveTo>
                  <a:pt x="74281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1" y="47624"/>
                </a:lnTo>
                <a:lnTo>
                  <a:pt x="76199" y="38099"/>
                </a:lnTo>
                <a:lnTo>
                  <a:pt x="74281" y="28574"/>
                </a:lnTo>
                <a:close/>
              </a:path>
              <a:path w="741679" h="76200">
                <a:moveTo>
                  <a:pt x="664860" y="28574"/>
                </a:moveTo>
                <a:lnTo>
                  <a:pt x="74281" y="28574"/>
                </a:lnTo>
                <a:lnTo>
                  <a:pt x="76199" y="38099"/>
                </a:lnTo>
                <a:lnTo>
                  <a:pt x="74281" y="47624"/>
                </a:lnTo>
                <a:lnTo>
                  <a:pt x="664860" y="47624"/>
                </a:lnTo>
                <a:lnTo>
                  <a:pt x="664860" y="28574"/>
                </a:lnTo>
                <a:close/>
              </a:path>
              <a:path w="741679" h="76200">
                <a:moveTo>
                  <a:pt x="722010" y="28574"/>
                </a:moveTo>
                <a:lnTo>
                  <a:pt x="677549" y="28574"/>
                </a:lnTo>
                <a:lnTo>
                  <a:pt x="677549" y="47624"/>
                </a:lnTo>
                <a:lnTo>
                  <a:pt x="722010" y="47624"/>
                </a:lnTo>
                <a:lnTo>
                  <a:pt x="741060" y="38099"/>
                </a:lnTo>
                <a:lnTo>
                  <a:pt x="722010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86"/>
          <p:cNvSpPr txBox="1"/>
          <p:nvPr/>
        </p:nvSpPr>
        <p:spPr>
          <a:xfrm>
            <a:off x="2454022" y="5778872"/>
            <a:ext cx="826769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8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3" name="object 87"/>
          <p:cNvSpPr txBox="1"/>
          <p:nvPr/>
        </p:nvSpPr>
        <p:spPr>
          <a:xfrm>
            <a:off x="4265330" y="5778872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69" name="object 3"/>
          <p:cNvSpPr/>
          <p:nvPr/>
        </p:nvSpPr>
        <p:spPr>
          <a:xfrm>
            <a:off x="6706483" y="1825070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4"/>
          <p:cNvSpPr/>
          <p:nvPr/>
        </p:nvSpPr>
        <p:spPr>
          <a:xfrm>
            <a:off x="6700133" y="1825070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"/>
          <p:cNvSpPr/>
          <p:nvPr/>
        </p:nvSpPr>
        <p:spPr>
          <a:xfrm>
            <a:off x="6706483" y="5636161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"/>
          <p:cNvSpPr/>
          <p:nvPr/>
        </p:nvSpPr>
        <p:spPr>
          <a:xfrm>
            <a:off x="6700133" y="5636161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"/>
          <p:cNvSpPr/>
          <p:nvPr/>
        </p:nvSpPr>
        <p:spPr>
          <a:xfrm>
            <a:off x="6706483" y="3708856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8"/>
          <p:cNvSpPr/>
          <p:nvPr/>
        </p:nvSpPr>
        <p:spPr>
          <a:xfrm>
            <a:off x="6700133" y="3708856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9"/>
          <p:cNvSpPr txBox="1"/>
          <p:nvPr/>
        </p:nvSpPr>
        <p:spPr>
          <a:xfrm>
            <a:off x="6453764" y="166629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10"/>
          <p:cNvSpPr txBox="1"/>
          <p:nvPr/>
        </p:nvSpPr>
        <p:spPr>
          <a:xfrm>
            <a:off x="6298947" y="3566728"/>
            <a:ext cx="343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800" spc="1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11"/>
          <p:cNvSpPr txBox="1"/>
          <p:nvPr/>
        </p:nvSpPr>
        <p:spPr>
          <a:xfrm>
            <a:off x="6457312" y="5430201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8" name="object 12"/>
          <p:cNvSpPr txBox="1"/>
          <p:nvPr/>
        </p:nvSpPr>
        <p:spPr>
          <a:xfrm>
            <a:off x="5568700" y="2382198"/>
            <a:ext cx="79502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800" spc="-1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if</a:t>
            </a:r>
            <a:endParaRPr sz="1800">
              <a:latin typeface="Arial"/>
              <a:cs typeface="Arial"/>
            </a:endParaRPr>
          </a:p>
          <a:p>
            <a:pPr marL="15875" algn="ct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&gt;=</a:t>
            </a:r>
            <a:r>
              <a:rPr sz="1800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13"/>
          <p:cNvSpPr txBox="1"/>
          <p:nvPr/>
        </p:nvSpPr>
        <p:spPr>
          <a:xfrm>
            <a:off x="5499358" y="4349438"/>
            <a:ext cx="117602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Arial"/>
                <a:cs typeface="Arial"/>
              </a:rPr>
              <a:t>Not </a:t>
            </a:r>
            <a:r>
              <a:rPr sz="1800" spc="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800" spc="-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if</a:t>
            </a:r>
            <a:endParaRPr sz="1800">
              <a:latin typeface="Arial"/>
              <a:cs typeface="Arial"/>
            </a:endParaRPr>
          </a:p>
          <a:p>
            <a:pPr marL="82550" algn="ct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&lt;</a:t>
            </a:r>
            <a:r>
              <a:rPr sz="1800" spc="-1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14"/>
          <p:cNvSpPr/>
          <p:nvPr/>
        </p:nvSpPr>
        <p:spPr>
          <a:xfrm>
            <a:off x="11561429" y="5895164"/>
            <a:ext cx="396124" cy="3961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18"/>
          <p:cNvSpPr/>
          <p:nvPr/>
        </p:nvSpPr>
        <p:spPr>
          <a:xfrm>
            <a:off x="6805177" y="1580144"/>
            <a:ext cx="114300" cy="4593590"/>
          </a:xfrm>
          <a:custGeom>
            <a:avLst/>
            <a:gdLst/>
            <a:ahLst/>
            <a:cxnLst/>
            <a:rect l="l" t="t" r="r" b="b"/>
            <a:pathLst>
              <a:path w="114300" h="4593590">
                <a:moveTo>
                  <a:pt x="76199" y="95249"/>
                </a:moveTo>
                <a:lnTo>
                  <a:pt x="38099" y="95249"/>
                </a:lnTo>
                <a:lnTo>
                  <a:pt x="38099" y="4593518"/>
                </a:lnTo>
                <a:lnTo>
                  <a:pt x="76199" y="4593518"/>
                </a:lnTo>
                <a:lnTo>
                  <a:pt x="76199" y="95249"/>
                </a:lnTo>
                <a:close/>
              </a:path>
              <a:path w="114300" h="459359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9"/>
                </a:lnTo>
                <a:lnTo>
                  <a:pt x="104774" y="95249"/>
                </a:lnTo>
                <a:lnTo>
                  <a:pt x="57149" y="0"/>
                </a:lnTo>
                <a:close/>
              </a:path>
              <a:path w="114300" h="4593590">
                <a:moveTo>
                  <a:pt x="104774" y="95249"/>
                </a:moveTo>
                <a:lnTo>
                  <a:pt x="76199" y="95249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62"/>
          <p:cNvSpPr txBox="1"/>
          <p:nvPr/>
        </p:nvSpPr>
        <p:spPr>
          <a:xfrm>
            <a:off x="5565779" y="1254438"/>
            <a:ext cx="1217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77"/>
          <p:cNvSpPr/>
          <p:nvPr/>
        </p:nvSpPr>
        <p:spPr>
          <a:xfrm>
            <a:off x="7093092" y="5434163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78"/>
          <p:cNvSpPr/>
          <p:nvPr/>
        </p:nvSpPr>
        <p:spPr>
          <a:xfrm>
            <a:off x="7629783" y="5433581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79"/>
          <p:cNvSpPr/>
          <p:nvPr/>
        </p:nvSpPr>
        <p:spPr>
          <a:xfrm>
            <a:off x="8177906" y="5441390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0"/>
          <p:cNvSpPr/>
          <p:nvPr/>
        </p:nvSpPr>
        <p:spPr>
          <a:xfrm>
            <a:off x="10197968" y="1782814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1"/>
          <p:cNvSpPr/>
          <p:nvPr/>
        </p:nvSpPr>
        <p:spPr>
          <a:xfrm>
            <a:off x="10734659" y="1782174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2"/>
          <p:cNvSpPr/>
          <p:nvPr/>
        </p:nvSpPr>
        <p:spPr>
          <a:xfrm>
            <a:off x="9655423" y="1776596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3"/>
          <p:cNvSpPr/>
          <p:nvPr/>
        </p:nvSpPr>
        <p:spPr>
          <a:xfrm>
            <a:off x="7939795" y="1789307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84"/>
          <p:cNvSpPr/>
          <p:nvPr/>
        </p:nvSpPr>
        <p:spPr>
          <a:xfrm>
            <a:off x="10607923" y="5447626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"/>
          <p:cNvSpPr/>
          <p:nvPr/>
        </p:nvSpPr>
        <p:spPr>
          <a:xfrm>
            <a:off x="6862327" y="6086962"/>
            <a:ext cx="5233670" cy="114300"/>
          </a:xfrm>
          <a:custGeom>
            <a:avLst/>
            <a:gdLst/>
            <a:ahLst/>
            <a:cxnLst/>
            <a:rect l="l" t="t" r="r" b="b"/>
            <a:pathLst>
              <a:path w="5233670" h="114300">
                <a:moveTo>
                  <a:pt x="5119115" y="0"/>
                </a:moveTo>
                <a:lnTo>
                  <a:pt x="5119115" y="114299"/>
                </a:lnTo>
                <a:lnTo>
                  <a:pt x="5195315" y="76199"/>
                </a:lnTo>
                <a:lnTo>
                  <a:pt x="5138165" y="76199"/>
                </a:lnTo>
                <a:lnTo>
                  <a:pt x="5138165" y="38099"/>
                </a:lnTo>
                <a:lnTo>
                  <a:pt x="5195315" y="38099"/>
                </a:lnTo>
                <a:lnTo>
                  <a:pt x="5119115" y="0"/>
                </a:lnTo>
                <a:close/>
              </a:path>
              <a:path w="5233670" h="114300">
                <a:moveTo>
                  <a:pt x="511911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119115" y="76199"/>
                </a:lnTo>
                <a:lnTo>
                  <a:pt x="5119115" y="38099"/>
                </a:lnTo>
                <a:close/>
              </a:path>
              <a:path w="5233670" h="114300">
                <a:moveTo>
                  <a:pt x="5195315" y="38099"/>
                </a:moveTo>
                <a:lnTo>
                  <a:pt x="5138165" y="38099"/>
                </a:lnTo>
                <a:lnTo>
                  <a:pt x="5138165" y="76199"/>
                </a:lnTo>
                <a:lnTo>
                  <a:pt x="5195315" y="76199"/>
                </a:lnTo>
                <a:lnTo>
                  <a:pt x="5233415" y="57149"/>
                </a:lnTo>
                <a:lnTo>
                  <a:pt x="5195315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121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0"/>
          <p:cNvSpPr/>
          <p:nvPr/>
        </p:nvSpPr>
        <p:spPr>
          <a:xfrm>
            <a:off x="221672" y="127875"/>
            <a:ext cx="11748655" cy="695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/>
          <p:cNvSpPr/>
          <p:nvPr/>
        </p:nvSpPr>
        <p:spPr>
          <a:xfrm>
            <a:off x="221672" y="110832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/>
          <p:cNvSpPr/>
          <p:nvPr/>
        </p:nvSpPr>
        <p:spPr>
          <a:xfrm>
            <a:off x="1600888" y="126371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/>
          <p:cNvSpPr txBox="1">
            <a:spLocks noGrp="1"/>
          </p:cNvSpPr>
          <p:nvPr>
            <p:ph type="title"/>
          </p:nvPr>
        </p:nvSpPr>
        <p:spPr>
          <a:xfrm>
            <a:off x="1636510" y="100865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32843" y="189060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41989" y="221617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66171" y="139443"/>
            <a:ext cx="2056015" cy="4459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76528" y="187055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67265" y="221617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83424" y="138228"/>
            <a:ext cx="2000943" cy="4280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956162" y="154974"/>
            <a:ext cx="1909156" cy="4875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73250" y="187055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359198" y="189361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51129" y="159345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51129" y="161651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0" name="object 20"/>
          <p:cNvSpPr/>
          <p:nvPr/>
        </p:nvSpPr>
        <p:spPr>
          <a:xfrm>
            <a:off x="342900" y="708315"/>
            <a:ext cx="4895850" cy="55721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21"/>
          <p:cNvSpPr/>
          <p:nvPr/>
        </p:nvSpPr>
        <p:spPr>
          <a:xfrm>
            <a:off x="469559" y="837078"/>
            <a:ext cx="4639945" cy="5309870"/>
          </a:xfrm>
          <a:custGeom>
            <a:avLst/>
            <a:gdLst/>
            <a:ahLst/>
            <a:cxnLst/>
            <a:rect l="l" t="t" r="r" b="b"/>
            <a:pathLst>
              <a:path w="4639945" h="5309870">
                <a:moveTo>
                  <a:pt x="3866342" y="0"/>
                </a:moveTo>
                <a:lnTo>
                  <a:pt x="773286" y="0"/>
                </a:lnTo>
                <a:lnTo>
                  <a:pt x="724382" y="1521"/>
                </a:lnTo>
                <a:lnTo>
                  <a:pt x="676286" y="6024"/>
                </a:lnTo>
                <a:lnTo>
                  <a:pt x="629090" y="13419"/>
                </a:lnTo>
                <a:lnTo>
                  <a:pt x="582882" y="23615"/>
                </a:lnTo>
                <a:lnTo>
                  <a:pt x="537755" y="36522"/>
                </a:lnTo>
                <a:lnTo>
                  <a:pt x="493798" y="52048"/>
                </a:lnTo>
                <a:lnTo>
                  <a:pt x="451103" y="70104"/>
                </a:lnTo>
                <a:lnTo>
                  <a:pt x="409759" y="90599"/>
                </a:lnTo>
                <a:lnTo>
                  <a:pt x="369858" y="113442"/>
                </a:lnTo>
                <a:lnTo>
                  <a:pt x="331490" y="138542"/>
                </a:lnTo>
                <a:lnTo>
                  <a:pt x="294745" y="165810"/>
                </a:lnTo>
                <a:lnTo>
                  <a:pt x="259715" y="195155"/>
                </a:lnTo>
                <a:lnTo>
                  <a:pt x="226489" y="226485"/>
                </a:lnTo>
                <a:lnTo>
                  <a:pt x="195159" y="259711"/>
                </a:lnTo>
                <a:lnTo>
                  <a:pt x="165814" y="294742"/>
                </a:lnTo>
                <a:lnTo>
                  <a:pt x="138546" y="331487"/>
                </a:lnTo>
                <a:lnTo>
                  <a:pt x="113445" y="369856"/>
                </a:lnTo>
                <a:lnTo>
                  <a:pt x="90602" y="409758"/>
                </a:lnTo>
                <a:lnTo>
                  <a:pt x="70107" y="451103"/>
                </a:lnTo>
                <a:lnTo>
                  <a:pt x="52050" y="493800"/>
                </a:lnTo>
                <a:lnTo>
                  <a:pt x="36523" y="537759"/>
                </a:lnTo>
                <a:lnTo>
                  <a:pt x="23616" y="582889"/>
                </a:lnTo>
                <a:lnTo>
                  <a:pt x="13420" y="629099"/>
                </a:lnTo>
                <a:lnTo>
                  <a:pt x="6024" y="676300"/>
                </a:lnTo>
                <a:lnTo>
                  <a:pt x="1521" y="724399"/>
                </a:lnTo>
                <a:lnTo>
                  <a:pt x="0" y="773308"/>
                </a:lnTo>
                <a:lnTo>
                  <a:pt x="0" y="4536161"/>
                </a:lnTo>
                <a:lnTo>
                  <a:pt x="1521" y="4585065"/>
                </a:lnTo>
                <a:lnTo>
                  <a:pt x="6024" y="4633161"/>
                </a:lnTo>
                <a:lnTo>
                  <a:pt x="13420" y="4680357"/>
                </a:lnTo>
                <a:lnTo>
                  <a:pt x="23616" y="4726564"/>
                </a:lnTo>
                <a:lnTo>
                  <a:pt x="36523" y="4771691"/>
                </a:lnTo>
                <a:lnTo>
                  <a:pt x="52050" y="4815648"/>
                </a:lnTo>
                <a:lnTo>
                  <a:pt x="70107" y="4858342"/>
                </a:lnTo>
                <a:lnTo>
                  <a:pt x="90602" y="4899685"/>
                </a:lnTo>
                <a:lnTo>
                  <a:pt x="113445" y="4939586"/>
                </a:lnTo>
                <a:lnTo>
                  <a:pt x="138546" y="4977954"/>
                </a:lnTo>
                <a:lnTo>
                  <a:pt x="165814" y="5014698"/>
                </a:lnTo>
                <a:lnTo>
                  <a:pt x="195159" y="5049728"/>
                </a:lnTo>
                <a:lnTo>
                  <a:pt x="226489" y="5082953"/>
                </a:lnTo>
                <a:lnTo>
                  <a:pt x="259715" y="5114282"/>
                </a:lnTo>
                <a:lnTo>
                  <a:pt x="294745" y="5143626"/>
                </a:lnTo>
                <a:lnTo>
                  <a:pt x="331490" y="5170894"/>
                </a:lnTo>
                <a:lnTo>
                  <a:pt x="369858" y="5195994"/>
                </a:lnTo>
                <a:lnTo>
                  <a:pt x="409759" y="5218837"/>
                </a:lnTo>
                <a:lnTo>
                  <a:pt x="451103" y="5239332"/>
                </a:lnTo>
                <a:lnTo>
                  <a:pt x="493798" y="5257388"/>
                </a:lnTo>
                <a:lnTo>
                  <a:pt x="537755" y="5272914"/>
                </a:lnTo>
                <a:lnTo>
                  <a:pt x="582882" y="5285821"/>
                </a:lnTo>
                <a:lnTo>
                  <a:pt x="629090" y="5296017"/>
                </a:lnTo>
                <a:lnTo>
                  <a:pt x="676286" y="5303412"/>
                </a:lnTo>
                <a:lnTo>
                  <a:pt x="724382" y="5307915"/>
                </a:lnTo>
                <a:lnTo>
                  <a:pt x="773286" y="5309437"/>
                </a:lnTo>
                <a:lnTo>
                  <a:pt x="3866342" y="5309437"/>
                </a:lnTo>
                <a:lnTo>
                  <a:pt x="3915250" y="5307915"/>
                </a:lnTo>
                <a:lnTo>
                  <a:pt x="3963350" y="5303412"/>
                </a:lnTo>
                <a:lnTo>
                  <a:pt x="4010550" y="5296017"/>
                </a:lnTo>
                <a:lnTo>
                  <a:pt x="4056760" y="5285821"/>
                </a:lnTo>
                <a:lnTo>
                  <a:pt x="4101890" y="5272914"/>
                </a:lnTo>
                <a:lnTo>
                  <a:pt x="4145849" y="5257388"/>
                </a:lnTo>
                <a:lnTo>
                  <a:pt x="4188546" y="5239332"/>
                </a:lnTo>
                <a:lnTo>
                  <a:pt x="4229891" y="5218837"/>
                </a:lnTo>
                <a:lnTo>
                  <a:pt x="4269793" y="5195994"/>
                </a:lnTo>
                <a:lnTo>
                  <a:pt x="4308162" y="5170894"/>
                </a:lnTo>
                <a:lnTo>
                  <a:pt x="4344908" y="5143626"/>
                </a:lnTo>
                <a:lnTo>
                  <a:pt x="4379938" y="5114282"/>
                </a:lnTo>
                <a:lnTo>
                  <a:pt x="4413164" y="5082953"/>
                </a:lnTo>
                <a:lnTo>
                  <a:pt x="4444495" y="5049728"/>
                </a:lnTo>
                <a:lnTo>
                  <a:pt x="4473839" y="5014698"/>
                </a:lnTo>
                <a:lnTo>
                  <a:pt x="4501107" y="4977954"/>
                </a:lnTo>
                <a:lnTo>
                  <a:pt x="4526208" y="4939586"/>
                </a:lnTo>
                <a:lnTo>
                  <a:pt x="4549050" y="4899685"/>
                </a:lnTo>
                <a:lnTo>
                  <a:pt x="4569545" y="4858342"/>
                </a:lnTo>
                <a:lnTo>
                  <a:pt x="4587601" y="4815648"/>
                </a:lnTo>
                <a:lnTo>
                  <a:pt x="4603127" y="4771691"/>
                </a:lnTo>
                <a:lnTo>
                  <a:pt x="4616034" y="4726564"/>
                </a:lnTo>
                <a:lnTo>
                  <a:pt x="4626230" y="4680357"/>
                </a:lnTo>
                <a:lnTo>
                  <a:pt x="4633625" y="4633161"/>
                </a:lnTo>
                <a:lnTo>
                  <a:pt x="4638128" y="4585065"/>
                </a:lnTo>
                <a:lnTo>
                  <a:pt x="4639650" y="4536161"/>
                </a:lnTo>
                <a:lnTo>
                  <a:pt x="4639650" y="773308"/>
                </a:lnTo>
                <a:lnTo>
                  <a:pt x="4638128" y="724399"/>
                </a:lnTo>
                <a:lnTo>
                  <a:pt x="4633625" y="676300"/>
                </a:lnTo>
                <a:lnTo>
                  <a:pt x="4626230" y="629099"/>
                </a:lnTo>
                <a:lnTo>
                  <a:pt x="4616034" y="582889"/>
                </a:lnTo>
                <a:lnTo>
                  <a:pt x="4603127" y="537759"/>
                </a:lnTo>
                <a:lnTo>
                  <a:pt x="4587601" y="493800"/>
                </a:lnTo>
                <a:lnTo>
                  <a:pt x="4569545" y="451103"/>
                </a:lnTo>
                <a:lnTo>
                  <a:pt x="4549050" y="409758"/>
                </a:lnTo>
                <a:lnTo>
                  <a:pt x="4526208" y="369856"/>
                </a:lnTo>
                <a:lnTo>
                  <a:pt x="4501107" y="331487"/>
                </a:lnTo>
                <a:lnTo>
                  <a:pt x="4473839" y="294742"/>
                </a:lnTo>
                <a:lnTo>
                  <a:pt x="4444495" y="259711"/>
                </a:lnTo>
                <a:lnTo>
                  <a:pt x="4413164" y="226485"/>
                </a:lnTo>
                <a:lnTo>
                  <a:pt x="4379938" y="195155"/>
                </a:lnTo>
                <a:lnTo>
                  <a:pt x="4344908" y="165810"/>
                </a:lnTo>
                <a:lnTo>
                  <a:pt x="4308162" y="138542"/>
                </a:lnTo>
                <a:lnTo>
                  <a:pt x="4269793" y="113442"/>
                </a:lnTo>
                <a:lnTo>
                  <a:pt x="4229891" y="90599"/>
                </a:lnTo>
                <a:lnTo>
                  <a:pt x="4188546" y="70104"/>
                </a:lnTo>
                <a:lnTo>
                  <a:pt x="4145849" y="52048"/>
                </a:lnTo>
                <a:lnTo>
                  <a:pt x="4101890" y="36522"/>
                </a:lnTo>
                <a:lnTo>
                  <a:pt x="4056760" y="23615"/>
                </a:lnTo>
                <a:lnTo>
                  <a:pt x="4010550" y="13419"/>
                </a:lnTo>
                <a:lnTo>
                  <a:pt x="3963350" y="6024"/>
                </a:lnTo>
                <a:lnTo>
                  <a:pt x="3915250" y="1521"/>
                </a:lnTo>
                <a:lnTo>
                  <a:pt x="38663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22"/>
          <p:cNvSpPr/>
          <p:nvPr/>
        </p:nvSpPr>
        <p:spPr>
          <a:xfrm>
            <a:off x="469559" y="837078"/>
            <a:ext cx="4639945" cy="5309870"/>
          </a:xfrm>
          <a:custGeom>
            <a:avLst/>
            <a:gdLst/>
            <a:ahLst/>
            <a:cxnLst/>
            <a:rect l="l" t="t" r="r" b="b"/>
            <a:pathLst>
              <a:path w="4639945" h="5309870">
                <a:moveTo>
                  <a:pt x="0" y="773308"/>
                </a:moveTo>
                <a:lnTo>
                  <a:pt x="1521" y="724399"/>
                </a:lnTo>
                <a:lnTo>
                  <a:pt x="6024" y="676300"/>
                </a:lnTo>
                <a:lnTo>
                  <a:pt x="13420" y="629099"/>
                </a:lnTo>
                <a:lnTo>
                  <a:pt x="23616" y="582889"/>
                </a:lnTo>
                <a:lnTo>
                  <a:pt x="36523" y="537759"/>
                </a:lnTo>
                <a:lnTo>
                  <a:pt x="52050" y="493800"/>
                </a:lnTo>
                <a:lnTo>
                  <a:pt x="70107" y="451103"/>
                </a:lnTo>
                <a:lnTo>
                  <a:pt x="90602" y="409758"/>
                </a:lnTo>
                <a:lnTo>
                  <a:pt x="113445" y="369856"/>
                </a:lnTo>
                <a:lnTo>
                  <a:pt x="138546" y="331487"/>
                </a:lnTo>
                <a:lnTo>
                  <a:pt x="165814" y="294742"/>
                </a:lnTo>
                <a:lnTo>
                  <a:pt x="195159" y="259711"/>
                </a:lnTo>
                <a:lnTo>
                  <a:pt x="226489" y="226485"/>
                </a:lnTo>
                <a:lnTo>
                  <a:pt x="259715" y="195155"/>
                </a:lnTo>
                <a:lnTo>
                  <a:pt x="294745" y="165810"/>
                </a:lnTo>
                <a:lnTo>
                  <a:pt x="331490" y="138542"/>
                </a:lnTo>
                <a:lnTo>
                  <a:pt x="369858" y="113442"/>
                </a:lnTo>
                <a:lnTo>
                  <a:pt x="409759" y="90599"/>
                </a:lnTo>
                <a:lnTo>
                  <a:pt x="451103" y="70104"/>
                </a:lnTo>
                <a:lnTo>
                  <a:pt x="493798" y="52048"/>
                </a:lnTo>
                <a:lnTo>
                  <a:pt x="537755" y="36522"/>
                </a:lnTo>
                <a:lnTo>
                  <a:pt x="582882" y="23615"/>
                </a:lnTo>
                <a:lnTo>
                  <a:pt x="629090" y="13419"/>
                </a:lnTo>
                <a:lnTo>
                  <a:pt x="676286" y="6024"/>
                </a:lnTo>
                <a:lnTo>
                  <a:pt x="724382" y="1521"/>
                </a:lnTo>
                <a:lnTo>
                  <a:pt x="773286" y="0"/>
                </a:lnTo>
                <a:lnTo>
                  <a:pt x="3866342" y="0"/>
                </a:lnTo>
                <a:lnTo>
                  <a:pt x="3915250" y="1521"/>
                </a:lnTo>
                <a:lnTo>
                  <a:pt x="3963350" y="6024"/>
                </a:lnTo>
                <a:lnTo>
                  <a:pt x="4010550" y="13419"/>
                </a:lnTo>
                <a:lnTo>
                  <a:pt x="4056760" y="23615"/>
                </a:lnTo>
                <a:lnTo>
                  <a:pt x="4101890" y="36522"/>
                </a:lnTo>
                <a:lnTo>
                  <a:pt x="4145849" y="52048"/>
                </a:lnTo>
                <a:lnTo>
                  <a:pt x="4188546" y="70104"/>
                </a:lnTo>
                <a:lnTo>
                  <a:pt x="4229891" y="90599"/>
                </a:lnTo>
                <a:lnTo>
                  <a:pt x="4269793" y="113442"/>
                </a:lnTo>
                <a:lnTo>
                  <a:pt x="4308162" y="138542"/>
                </a:lnTo>
                <a:lnTo>
                  <a:pt x="4344908" y="165810"/>
                </a:lnTo>
                <a:lnTo>
                  <a:pt x="4379938" y="195155"/>
                </a:lnTo>
                <a:lnTo>
                  <a:pt x="4413164" y="226485"/>
                </a:lnTo>
                <a:lnTo>
                  <a:pt x="4444495" y="259711"/>
                </a:lnTo>
                <a:lnTo>
                  <a:pt x="4473839" y="294742"/>
                </a:lnTo>
                <a:lnTo>
                  <a:pt x="4501107" y="331487"/>
                </a:lnTo>
                <a:lnTo>
                  <a:pt x="4526208" y="369856"/>
                </a:lnTo>
                <a:lnTo>
                  <a:pt x="4549050" y="409758"/>
                </a:lnTo>
                <a:lnTo>
                  <a:pt x="4569545" y="451103"/>
                </a:lnTo>
                <a:lnTo>
                  <a:pt x="4587601" y="493800"/>
                </a:lnTo>
                <a:lnTo>
                  <a:pt x="4603127" y="537759"/>
                </a:lnTo>
                <a:lnTo>
                  <a:pt x="4616034" y="582889"/>
                </a:lnTo>
                <a:lnTo>
                  <a:pt x="4626230" y="629099"/>
                </a:lnTo>
                <a:lnTo>
                  <a:pt x="4633625" y="676300"/>
                </a:lnTo>
                <a:lnTo>
                  <a:pt x="4638128" y="724399"/>
                </a:lnTo>
                <a:lnTo>
                  <a:pt x="4639650" y="773308"/>
                </a:lnTo>
                <a:lnTo>
                  <a:pt x="4639650" y="4536161"/>
                </a:lnTo>
                <a:lnTo>
                  <a:pt x="4638128" y="4585065"/>
                </a:lnTo>
                <a:lnTo>
                  <a:pt x="4633625" y="4633161"/>
                </a:lnTo>
                <a:lnTo>
                  <a:pt x="4626230" y="4680357"/>
                </a:lnTo>
                <a:lnTo>
                  <a:pt x="4616034" y="4726564"/>
                </a:lnTo>
                <a:lnTo>
                  <a:pt x="4603127" y="4771691"/>
                </a:lnTo>
                <a:lnTo>
                  <a:pt x="4587601" y="4815648"/>
                </a:lnTo>
                <a:lnTo>
                  <a:pt x="4569545" y="4858342"/>
                </a:lnTo>
                <a:lnTo>
                  <a:pt x="4549050" y="4899685"/>
                </a:lnTo>
                <a:lnTo>
                  <a:pt x="4526208" y="4939586"/>
                </a:lnTo>
                <a:lnTo>
                  <a:pt x="4501107" y="4977954"/>
                </a:lnTo>
                <a:lnTo>
                  <a:pt x="4473839" y="5014698"/>
                </a:lnTo>
                <a:lnTo>
                  <a:pt x="4444495" y="5049728"/>
                </a:lnTo>
                <a:lnTo>
                  <a:pt x="4413164" y="5082953"/>
                </a:lnTo>
                <a:lnTo>
                  <a:pt x="4379938" y="5114282"/>
                </a:lnTo>
                <a:lnTo>
                  <a:pt x="4344908" y="5143626"/>
                </a:lnTo>
                <a:lnTo>
                  <a:pt x="4308162" y="5170894"/>
                </a:lnTo>
                <a:lnTo>
                  <a:pt x="4269793" y="5195994"/>
                </a:lnTo>
                <a:lnTo>
                  <a:pt x="4229891" y="5218837"/>
                </a:lnTo>
                <a:lnTo>
                  <a:pt x="4188546" y="5239332"/>
                </a:lnTo>
                <a:lnTo>
                  <a:pt x="4145849" y="5257388"/>
                </a:lnTo>
                <a:lnTo>
                  <a:pt x="4101890" y="5272914"/>
                </a:lnTo>
                <a:lnTo>
                  <a:pt x="4056760" y="5285821"/>
                </a:lnTo>
                <a:lnTo>
                  <a:pt x="4010550" y="5296017"/>
                </a:lnTo>
                <a:lnTo>
                  <a:pt x="3963350" y="5303412"/>
                </a:lnTo>
                <a:lnTo>
                  <a:pt x="3915250" y="5307915"/>
                </a:lnTo>
                <a:lnTo>
                  <a:pt x="3866342" y="5309437"/>
                </a:lnTo>
                <a:lnTo>
                  <a:pt x="773286" y="5309437"/>
                </a:lnTo>
                <a:lnTo>
                  <a:pt x="724382" y="5307915"/>
                </a:lnTo>
                <a:lnTo>
                  <a:pt x="676286" y="5303412"/>
                </a:lnTo>
                <a:lnTo>
                  <a:pt x="629090" y="5296017"/>
                </a:lnTo>
                <a:lnTo>
                  <a:pt x="582882" y="5285821"/>
                </a:lnTo>
                <a:lnTo>
                  <a:pt x="537755" y="5272914"/>
                </a:lnTo>
                <a:lnTo>
                  <a:pt x="493798" y="5257388"/>
                </a:lnTo>
                <a:lnTo>
                  <a:pt x="451103" y="5239332"/>
                </a:lnTo>
                <a:lnTo>
                  <a:pt x="409759" y="5218837"/>
                </a:lnTo>
                <a:lnTo>
                  <a:pt x="369858" y="5195994"/>
                </a:lnTo>
                <a:lnTo>
                  <a:pt x="331490" y="5170894"/>
                </a:lnTo>
                <a:lnTo>
                  <a:pt x="294745" y="5143626"/>
                </a:lnTo>
                <a:lnTo>
                  <a:pt x="259715" y="5114282"/>
                </a:lnTo>
                <a:lnTo>
                  <a:pt x="226489" y="5082953"/>
                </a:lnTo>
                <a:lnTo>
                  <a:pt x="195159" y="5049728"/>
                </a:lnTo>
                <a:lnTo>
                  <a:pt x="165814" y="5014698"/>
                </a:lnTo>
                <a:lnTo>
                  <a:pt x="138546" y="4977954"/>
                </a:lnTo>
                <a:lnTo>
                  <a:pt x="113445" y="4939586"/>
                </a:lnTo>
                <a:lnTo>
                  <a:pt x="90602" y="4899685"/>
                </a:lnTo>
                <a:lnTo>
                  <a:pt x="70107" y="4858342"/>
                </a:lnTo>
                <a:lnTo>
                  <a:pt x="52050" y="4815648"/>
                </a:lnTo>
                <a:lnTo>
                  <a:pt x="36523" y="4771691"/>
                </a:lnTo>
                <a:lnTo>
                  <a:pt x="23616" y="4726564"/>
                </a:lnTo>
                <a:lnTo>
                  <a:pt x="13420" y="4680357"/>
                </a:lnTo>
                <a:lnTo>
                  <a:pt x="6024" y="4633161"/>
                </a:lnTo>
                <a:lnTo>
                  <a:pt x="1521" y="4585065"/>
                </a:lnTo>
                <a:lnTo>
                  <a:pt x="0" y="4536161"/>
                </a:lnTo>
                <a:lnTo>
                  <a:pt x="0" y="773308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23"/>
          <p:cNvSpPr/>
          <p:nvPr/>
        </p:nvSpPr>
        <p:spPr>
          <a:xfrm>
            <a:off x="1150327" y="1185168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24"/>
          <p:cNvSpPr/>
          <p:nvPr/>
        </p:nvSpPr>
        <p:spPr>
          <a:xfrm>
            <a:off x="1150327" y="1854722"/>
            <a:ext cx="486665" cy="4866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25"/>
          <p:cNvSpPr/>
          <p:nvPr/>
        </p:nvSpPr>
        <p:spPr>
          <a:xfrm>
            <a:off x="1150327" y="2481208"/>
            <a:ext cx="486665" cy="4866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26"/>
          <p:cNvSpPr/>
          <p:nvPr/>
        </p:nvSpPr>
        <p:spPr>
          <a:xfrm>
            <a:off x="1149653" y="3088531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27"/>
          <p:cNvSpPr/>
          <p:nvPr/>
        </p:nvSpPr>
        <p:spPr>
          <a:xfrm>
            <a:off x="1150860" y="3762777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28"/>
          <p:cNvSpPr/>
          <p:nvPr/>
        </p:nvSpPr>
        <p:spPr>
          <a:xfrm>
            <a:off x="1149653" y="4389012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29"/>
          <p:cNvSpPr/>
          <p:nvPr/>
        </p:nvSpPr>
        <p:spPr>
          <a:xfrm>
            <a:off x="1149653" y="5024850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30"/>
          <p:cNvSpPr txBox="1"/>
          <p:nvPr/>
        </p:nvSpPr>
        <p:spPr>
          <a:xfrm>
            <a:off x="2468247" y="1269318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1" name="object 31"/>
          <p:cNvSpPr txBox="1"/>
          <p:nvPr/>
        </p:nvSpPr>
        <p:spPr>
          <a:xfrm>
            <a:off x="2460888" y="1945593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5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2" name="object 32"/>
          <p:cNvSpPr txBox="1"/>
          <p:nvPr/>
        </p:nvSpPr>
        <p:spPr>
          <a:xfrm>
            <a:off x="2454030" y="2564088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3" name="object 33"/>
          <p:cNvSpPr txBox="1"/>
          <p:nvPr/>
        </p:nvSpPr>
        <p:spPr>
          <a:xfrm>
            <a:off x="2472057" y="3182321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2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4" name="object 34"/>
          <p:cNvSpPr txBox="1"/>
          <p:nvPr/>
        </p:nvSpPr>
        <p:spPr>
          <a:xfrm>
            <a:off x="2468247" y="3858858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7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5" name="object 35"/>
          <p:cNvSpPr txBox="1"/>
          <p:nvPr/>
        </p:nvSpPr>
        <p:spPr>
          <a:xfrm>
            <a:off x="2460888" y="4481793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4</a:t>
            </a:r>
            <a:r>
              <a:rPr sz="1800" spc="-9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6" name="object 36"/>
          <p:cNvSpPr txBox="1"/>
          <p:nvPr/>
        </p:nvSpPr>
        <p:spPr>
          <a:xfrm>
            <a:off x="2454031" y="5121874"/>
            <a:ext cx="82676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9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7" name="object 37"/>
          <p:cNvSpPr txBox="1"/>
          <p:nvPr/>
        </p:nvSpPr>
        <p:spPr>
          <a:xfrm>
            <a:off x="4274831" y="1941397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8" name="object 38"/>
          <p:cNvSpPr txBox="1"/>
          <p:nvPr/>
        </p:nvSpPr>
        <p:spPr>
          <a:xfrm>
            <a:off x="4274831" y="2564083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9" name="object 39"/>
          <p:cNvSpPr txBox="1"/>
          <p:nvPr/>
        </p:nvSpPr>
        <p:spPr>
          <a:xfrm>
            <a:off x="4274831" y="318549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0" name="object 40"/>
          <p:cNvSpPr txBox="1"/>
          <p:nvPr/>
        </p:nvSpPr>
        <p:spPr>
          <a:xfrm>
            <a:off x="4265306" y="3858853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1" name="object 41"/>
          <p:cNvSpPr txBox="1"/>
          <p:nvPr/>
        </p:nvSpPr>
        <p:spPr>
          <a:xfrm>
            <a:off x="4257686" y="448647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2" name="object 42"/>
          <p:cNvSpPr txBox="1"/>
          <p:nvPr/>
        </p:nvSpPr>
        <p:spPr>
          <a:xfrm>
            <a:off x="4265306" y="5121868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3" name="object 43"/>
          <p:cNvSpPr/>
          <p:nvPr/>
        </p:nvSpPr>
        <p:spPr>
          <a:xfrm>
            <a:off x="3489959" y="1390046"/>
            <a:ext cx="736600" cy="76200"/>
          </a:xfrm>
          <a:custGeom>
            <a:avLst/>
            <a:gdLst/>
            <a:ahLst/>
            <a:cxnLst/>
            <a:rect l="l" t="t" r="r" b="b"/>
            <a:pathLst>
              <a:path w="736600" h="76200">
                <a:moveTo>
                  <a:pt x="38099" y="0"/>
                </a:moveTo>
                <a:lnTo>
                  <a:pt x="23312" y="2987"/>
                </a:lnTo>
                <a:lnTo>
                  <a:pt x="11197" y="11140"/>
                </a:lnTo>
                <a:lnTo>
                  <a:pt x="3008" y="23248"/>
                </a:lnTo>
                <a:lnTo>
                  <a:pt x="0" y="38099"/>
                </a:lnTo>
                <a:lnTo>
                  <a:pt x="3008" y="52938"/>
                </a:lnTo>
                <a:lnTo>
                  <a:pt x="11197" y="65048"/>
                </a:lnTo>
                <a:lnTo>
                  <a:pt x="23312" y="73208"/>
                </a:lnTo>
                <a:lnTo>
                  <a:pt x="38099" y="76199"/>
                </a:lnTo>
                <a:lnTo>
                  <a:pt x="52951" y="73208"/>
                </a:lnTo>
                <a:lnTo>
                  <a:pt x="65059" y="65048"/>
                </a:lnTo>
                <a:lnTo>
                  <a:pt x="73212" y="52938"/>
                </a:lnTo>
                <a:lnTo>
                  <a:pt x="74285" y="47609"/>
                </a:lnTo>
                <a:lnTo>
                  <a:pt x="38099" y="47609"/>
                </a:lnTo>
                <a:lnTo>
                  <a:pt x="38099" y="28559"/>
                </a:lnTo>
                <a:lnTo>
                  <a:pt x="74281" y="28559"/>
                </a:lnTo>
                <a:lnTo>
                  <a:pt x="73212" y="23248"/>
                </a:lnTo>
                <a:lnTo>
                  <a:pt x="65059" y="11140"/>
                </a:lnTo>
                <a:lnTo>
                  <a:pt x="52951" y="2987"/>
                </a:lnTo>
                <a:lnTo>
                  <a:pt x="38099" y="0"/>
                </a:lnTo>
                <a:close/>
              </a:path>
              <a:path w="736600" h="76200">
                <a:moveTo>
                  <a:pt x="659891" y="0"/>
                </a:moveTo>
                <a:lnTo>
                  <a:pt x="659891" y="76199"/>
                </a:lnTo>
                <a:lnTo>
                  <a:pt x="717072" y="47609"/>
                </a:lnTo>
                <a:lnTo>
                  <a:pt x="672596" y="47609"/>
                </a:lnTo>
                <a:lnTo>
                  <a:pt x="672596" y="28559"/>
                </a:lnTo>
                <a:lnTo>
                  <a:pt x="717011" y="28559"/>
                </a:lnTo>
                <a:lnTo>
                  <a:pt x="659891" y="0"/>
                </a:lnTo>
                <a:close/>
              </a:path>
              <a:path w="736600" h="76200">
                <a:moveTo>
                  <a:pt x="74281" y="28559"/>
                </a:moveTo>
                <a:lnTo>
                  <a:pt x="38099" y="28559"/>
                </a:lnTo>
                <a:lnTo>
                  <a:pt x="38099" y="47609"/>
                </a:lnTo>
                <a:lnTo>
                  <a:pt x="74285" y="47609"/>
                </a:lnTo>
                <a:lnTo>
                  <a:pt x="76199" y="38099"/>
                </a:lnTo>
                <a:lnTo>
                  <a:pt x="74281" y="28559"/>
                </a:lnTo>
                <a:close/>
              </a:path>
              <a:path w="736600" h="76200">
                <a:moveTo>
                  <a:pt x="659891" y="28559"/>
                </a:moveTo>
                <a:lnTo>
                  <a:pt x="74281" y="28559"/>
                </a:lnTo>
                <a:lnTo>
                  <a:pt x="76199" y="38099"/>
                </a:lnTo>
                <a:lnTo>
                  <a:pt x="74285" y="47609"/>
                </a:lnTo>
                <a:lnTo>
                  <a:pt x="659891" y="47609"/>
                </a:lnTo>
                <a:lnTo>
                  <a:pt x="659891" y="28559"/>
                </a:lnTo>
                <a:close/>
              </a:path>
              <a:path w="736600" h="76200">
                <a:moveTo>
                  <a:pt x="717011" y="28559"/>
                </a:moveTo>
                <a:lnTo>
                  <a:pt x="672596" y="28559"/>
                </a:lnTo>
                <a:lnTo>
                  <a:pt x="672596" y="47609"/>
                </a:lnTo>
                <a:lnTo>
                  <a:pt x="717072" y="47609"/>
                </a:lnTo>
                <a:lnTo>
                  <a:pt x="736091" y="38099"/>
                </a:lnTo>
                <a:lnTo>
                  <a:pt x="717011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44"/>
          <p:cNvSpPr/>
          <p:nvPr/>
        </p:nvSpPr>
        <p:spPr>
          <a:xfrm>
            <a:off x="1598925" y="1390046"/>
            <a:ext cx="845819" cy="76835"/>
          </a:xfrm>
          <a:custGeom>
            <a:avLst/>
            <a:gdLst/>
            <a:ahLst/>
            <a:cxnLst/>
            <a:rect l="l" t="t" r="r" b="b"/>
            <a:pathLst>
              <a:path w="845819" h="76835">
                <a:moveTo>
                  <a:pt x="38099" y="365"/>
                </a:moveTo>
                <a:lnTo>
                  <a:pt x="23256" y="3376"/>
                </a:lnTo>
                <a:lnTo>
                  <a:pt x="11147" y="11578"/>
                </a:lnTo>
                <a:lnTo>
                  <a:pt x="2989" y="23730"/>
                </a:lnTo>
                <a:lnTo>
                  <a:pt x="0" y="38587"/>
                </a:lnTo>
                <a:lnTo>
                  <a:pt x="2989" y="53368"/>
                </a:lnTo>
                <a:lnTo>
                  <a:pt x="11147" y="65440"/>
                </a:lnTo>
                <a:lnTo>
                  <a:pt x="23256" y="73580"/>
                </a:lnTo>
                <a:lnTo>
                  <a:pt x="38099" y="76565"/>
                </a:lnTo>
                <a:lnTo>
                  <a:pt x="52948" y="73578"/>
                </a:lnTo>
                <a:lnTo>
                  <a:pt x="65057" y="65425"/>
                </a:lnTo>
                <a:lnTo>
                  <a:pt x="73212" y="53317"/>
                </a:lnTo>
                <a:lnTo>
                  <a:pt x="74280" y="48005"/>
                </a:lnTo>
                <a:lnTo>
                  <a:pt x="38099" y="48005"/>
                </a:lnTo>
                <a:lnTo>
                  <a:pt x="38099" y="28955"/>
                </a:lnTo>
                <a:lnTo>
                  <a:pt x="74262" y="28936"/>
                </a:lnTo>
                <a:lnTo>
                  <a:pt x="73193" y="23678"/>
                </a:lnTo>
                <a:lnTo>
                  <a:pt x="65008" y="11563"/>
                </a:lnTo>
                <a:lnTo>
                  <a:pt x="52893" y="3374"/>
                </a:lnTo>
                <a:lnTo>
                  <a:pt x="38099" y="365"/>
                </a:lnTo>
                <a:close/>
              </a:path>
              <a:path w="845819" h="76835">
                <a:moveTo>
                  <a:pt x="826358" y="28559"/>
                </a:moveTo>
                <a:lnTo>
                  <a:pt x="781943" y="28559"/>
                </a:lnTo>
                <a:lnTo>
                  <a:pt x="781943" y="47609"/>
                </a:lnTo>
                <a:lnTo>
                  <a:pt x="769238" y="47616"/>
                </a:lnTo>
                <a:lnTo>
                  <a:pt x="769238" y="76199"/>
                </a:lnTo>
                <a:lnTo>
                  <a:pt x="845438" y="38099"/>
                </a:lnTo>
                <a:lnTo>
                  <a:pt x="826358" y="28559"/>
                </a:lnTo>
                <a:close/>
              </a:path>
              <a:path w="845819" h="76835">
                <a:moveTo>
                  <a:pt x="74262" y="28936"/>
                </a:moveTo>
                <a:lnTo>
                  <a:pt x="38099" y="28955"/>
                </a:lnTo>
                <a:lnTo>
                  <a:pt x="38099" y="48005"/>
                </a:lnTo>
                <a:lnTo>
                  <a:pt x="74284" y="47986"/>
                </a:lnTo>
                <a:lnTo>
                  <a:pt x="76199" y="38465"/>
                </a:lnTo>
                <a:lnTo>
                  <a:pt x="74262" y="28936"/>
                </a:lnTo>
                <a:close/>
              </a:path>
              <a:path w="845819" h="76835">
                <a:moveTo>
                  <a:pt x="74284" y="47986"/>
                </a:moveTo>
                <a:lnTo>
                  <a:pt x="38099" y="48005"/>
                </a:lnTo>
                <a:lnTo>
                  <a:pt x="74280" y="48005"/>
                </a:lnTo>
                <a:close/>
              </a:path>
              <a:path w="845819" h="76835">
                <a:moveTo>
                  <a:pt x="769238" y="28566"/>
                </a:moveTo>
                <a:lnTo>
                  <a:pt x="74262" y="28936"/>
                </a:lnTo>
                <a:lnTo>
                  <a:pt x="76199" y="38465"/>
                </a:lnTo>
                <a:lnTo>
                  <a:pt x="74284" y="47986"/>
                </a:lnTo>
                <a:lnTo>
                  <a:pt x="769238" y="47616"/>
                </a:lnTo>
                <a:lnTo>
                  <a:pt x="769238" y="28566"/>
                </a:lnTo>
                <a:close/>
              </a:path>
              <a:path w="845819" h="76835">
                <a:moveTo>
                  <a:pt x="781943" y="28559"/>
                </a:moveTo>
                <a:lnTo>
                  <a:pt x="769238" y="28566"/>
                </a:lnTo>
                <a:lnTo>
                  <a:pt x="769238" y="47616"/>
                </a:lnTo>
                <a:lnTo>
                  <a:pt x="781943" y="47609"/>
                </a:lnTo>
                <a:lnTo>
                  <a:pt x="781943" y="28559"/>
                </a:lnTo>
                <a:close/>
              </a:path>
              <a:path w="845819" h="76835">
                <a:moveTo>
                  <a:pt x="769238" y="0"/>
                </a:moveTo>
                <a:lnTo>
                  <a:pt x="769238" y="28566"/>
                </a:lnTo>
                <a:lnTo>
                  <a:pt x="826358" y="28559"/>
                </a:lnTo>
                <a:lnTo>
                  <a:pt x="769238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45"/>
          <p:cNvSpPr/>
          <p:nvPr/>
        </p:nvSpPr>
        <p:spPr>
          <a:xfrm>
            <a:off x="1598925" y="2059966"/>
            <a:ext cx="838200" cy="81280"/>
          </a:xfrm>
          <a:custGeom>
            <a:avLst/>
            <a:gdLst/>
            <a:ahLst/>
            <a:cxnLst/>
            <a:rect l="l" t="t" r="r" b="b"/>
            <a:pathLst>
              <a:path w="838200" h="81280">
                <a:moveTo>
                  <a:pt x="761941" y="52732"/>
                </a:moveTo>
                <a:lnTo>
                  <a:pt x="761750" y="81259"/>
                </a:lnTo>
                <a:lnTo>
                  <a:pt x="819599" y="52821"/>
                </a:lnTo>
                <a:lnTo>
                  <a:pt x="774572" y="52821"/>
                </a:lnTo>
                <a:lnTo>
                  <a:pt x="761941" y="52732"/>
                </a:lnTo>
                <a:close/>
              </a:path>
              <a:path w="838200" h="81280">
                <a:moveTo>
                  <a:pt x="38362" y="0"/>
                </a:moveTo>
                <a:lnTo>
                  <a:pt x="23490" y="2897"/>
                </a:lnTo>
                <a:lnTo>
                  <a:pt x="11322" y="10968"/>
                </a:lnTo>
                <a:lnTo>
                  <a:pt x="3084" y="23012"/>
                </a:lnTo>
                <a:lnTo>
                  <a:pt x="0" y="37825"/>
                </a:lnTo>
                <a:lnTo>
                  <a:pt x="2898" y="52702"/>
                </a:lnTo>
                <a:lnTo>
                  <a:pt x="10973" y="64876"/>
                </a:lnTo>
                <a:lnTo>
                  <a:pt x="23023" y="73118"/>
                </a:lnTo>
                <a:lnTo>
                  <a:pt x="37850" y="76199"/>
                </a:lnTo>
                <a:lnTo>
                  <a:pt x="52665" y="73302"/>
                </a:lnTo>
                <a:lnTo>
                  <a:pt x="64838" y="65227"/>
                </a:lnTo>
                <a:lnTo>
                  <a:pt x="73104" y="53174"/>
                </a:lnTo>
                <a:lnTo>
                  <a:pt x="74212" y="47866"/>
                </a:lnTo>
                <a:lnTo>
                  <a:pt x="37981" y="47609"/>
                </a:lnTo>
                <a:lnTo>
                  <a:pt x="38099" y="28559"/>
                </a:lnTo>
                <a:lnTo>
                  <a:pt x="74285" y="28559"/>
                </a:lnTo>
                <a:lnTo>
                  <a:pt x="73289" y="23471"/>
                </a:lnTo>
                <a:lnTo>
                  <a:pt x="65188" y="11308"/>
                </a:lnTo>
                <a:lnTo>
                  <a:pt x="53133" y="3076"/>
                </a:lnTo>
                <a:lnTo>
                  <a:pt x="38362" y="0"/>
                </a:lnTo>
                <a:close/>
              </a:path>
              <a:path w="838200" h="81280">
                <a:moveTo>
                  <a:pt x="762069" y="33682"/>
                </a:moveTo>
                <a:lnTo>
                  <a:pt x="761941" y="52732"/>
                </a:lnTo>
                <a:lnTo>
                  <a:pt x="774572" y="52821"/>
                </a:lnTo>
                <a:lnTo>
                  <a:pt x="774704" y="33771"/>
                </a:lnTo>
                <a:lnTo>
                  <a:pt x="762069" y="33682"/>
                </a:lnTo>
                <a:close/>
              </a:path>
              <a:path w="838200" h="81280">
                <a:moveTo>
                  <a:pt x="762262" y="5059"/>
                </a:moveTo>
                <a:lnTo>
                  <a:pt x="762069" y="33682"/>
                </a:lnTo>
                <a:lnTo>
                  <a:pt x="774704" y="33771"/>
                </a:lnTo>
                <a:lnTo>
                  <a:pt x="774572" y="52821"/>
                </a:lnTo>
                <a:lnTo>
                  <a:pt x="819599" y="52821"/>
                </a:lnTo>
                <a:lnTo>
                  <a:pt x="838199" y="43677"/>
                </a:lnTo>
                <a:lnTo>
                  <a:pt x="762262" y="5059"/>
                </a:lnTo>
                <a:close/>
              </a:path>
              <a:path w="838200" h="81280">
                <a:moveTo>
                  <a:pt x="74335" y="28816"/>
                </a:moveTo>
                <a:lnTo>
                  <a:pt x="76199" y="38343"/>
                </a:lnTo>
                <a:lnTo>
                  <a:pt x="74212" y="47866"/>
                </a:lnTo>
                <a:lnTo>
                  <a:pt x="761941" y="52732"/>
                </a:lnTo>
                <a:lnTo>
                  <a:pt x="762069" y="33682"/>
                </a:lnTo>
                <a:lnTo>
                  <a:pt x="74335" y="28816"/>
                </a:lnTo>
                <a:close/>
              </a:path>
              <a:path w="838200" h="81280">
                <a:moveTo>
                  <a:pt x="38099" y="28559"/>
                </a:moveTo>
                <a:lnTo>
                  <a:pt x="37981" y="47609"/>
                </a:lnTo>
                <a:lnTo>
                  <a:pt x="74212" y="47866"/>
                </a:lnTo>
                <a:lnTo>
                  <a:pt x="76199" y="38343"/>
                </a:lnTo>
                <a:lnTo>
                  <a:pt x="74335" y="28816"/>
                </a:lnTo>
                <a:lnTo>
                  <a:pt x="38099" y="28559"/>
                </a:lnTo>
                <a:close/>
              </a:path>
              <a:path w="838200" h="81280">
                <a:moveTo>
                  <a:pt x="74285" y="28559"/>
                </a:moveTo>
                <a:lnTo>
                  <a:pt x="38099" y="28559"/>
                </a:lnTo>
                <a:lnTo>
                  <a:pt x="74335" y="28816"/>
                </a:lnTo>
                <a:lnTo>
                  <a:pt x="74285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46"/>
          <p:cNvSpPr/>
          <p:nvPr/>
        </p:nvSpPr>
        <p:spPr>
          <a:xfrm>
            <a:off x="1598925" y="2683404"/>
            <a:ext cx="831215" cy="79375"/>
          </a:xfrm>
          <a:custGeom>
            <a:avLst/>
            <a:gdLst/>
            <a:ahLst/>
            <a:cxnLst/>
            <a:rect l="l" t="t" r="r" b="b"/>
            <a:pathLst>
              <a:path w="831214" h="79375">
                <a:moveTo>
                  <a:pt x="37850" y="3047"/>
                </a:moveTo>
                <a:lnTo>
                  <a:pt x="23078" y="6054"/>
                </a:lnTo>
                <a:lnTo>
                  <a:pt x="11022" y="14249"/>
                </a:lnTo>
                <a:lnTo>
                  <a:pt x="2917" y="26399"/>
                </a:lnTo>
                <a:lnTo>
                  <a:pt x="0" y="41269"/>
                </a:lnTo>
                <a:lnTo>
                  <a:pt x="3008" y="56050"/>
                </a:lnTo>
                <a:lnTo>
                  <a:pt x="11208" y="68122"/>
                </a:lnTo>
                <a:lnTo>
                  <a:pt x="23361" y="76262"/>
                </a:lnTo>
                <a:lnTo>
                  <a:pt x="38231" y="79247"/>
                </a:lnTo>
                <a:lnTo>
                  <a:pt x="53059" y="76167"/>
                </a:lnTo>
                <a:lnTo>
                  <a:pt x="65122" y="67928"/>
                </a:lnTo>
                <a:lnTo>
                  <a:pt x="73232" y="55763"/>
                </a:lnTo>
                <a:lnTo>
                  <a:pt x="74252" y="50657"/>
                </a:lnTo>
                <a:lnTo>
                  <a:pt x="38099" y="50657"/>
                </a:lnTo>
                <a:lnTo>
                  <a:pt x="37981" y="31607"/>
                </a:lnTo>
                <a:lnTo>
                  <a:pt x="74231" y="31450"/>
                </a:lnTo>
                <a:lnTo>
                  <a:pt x="73122" y="26125"/>
                </a:lnTo>
                <a:lnTo>
                  <a:pt x="64887" y="14066"/>
                </a:lnTo>
                <a:lnTo>
                  <a:pt x="52721" y="5962"/>
                </a:lnTo>
                <a:lnTo>
                  <a:pt x="37850" y="3047"/>
                </a:lnTo>
                <a:close/>
              </a:path>
              <a:path w="831214" h="79375">
                <a:moveTo>
                  <a:pt x="812205" y="28437"/>
                </a:moveTo>
                <a:lnTo>
                  <a:pt x="767465" y="28437"/>
                </a:lnTo>
                <a:lnTo>
                  <a:pt x="767465" y="47487"/>
                </a:lnTo>
                <a:lnTo>
                  <a:pt x="754798" y="47542"/>
                </a:lnTo>
                <a:lnTo>
                  <a:pt x="754892" y="76199"/>
                </a:lnTo>
                <a:lnTo>
                  <a:pt x="830960" y="37703"/>
                </a:lnTo>
                <a:lnTo>
                  <a:pt x="812205" y="28437"/>
                </a:lnTo>
                <a:close/>
              </a:path>
              <a:path w="831214" h="79375">
                <a:moveTo>
                  <a:pt x="74231" y="31450"/>
                </a:moveTo>
                <a:lnTo>
                  <a:pt x="37981" y="31607"/>
                </a:lnTo>
                <a:lnTo>
                  <a:pt x="38099" y="50657"/>
                </a:lnTo>
                <a:lnTo>
                  <a:pt x="74283" y="50500"/>
                </a:lnTo>
                <a:lnTo>
                  <a:pt x="76199" y="40904"/>
                </a:lnTo>
                <a:lnTo>
                  <a:pt x="74231" y="31450"/>
                </a:lnTo>
                <a:close/>
              </a:path>
              <a:path w="831214" h="79375">
                <a:moveTo>
                  <a:pt x="74283" y="50500"/>
                </a:moveTo>
                <a:lnTo>
                  <a:pt x="38099" y="50657"/>
                </a:lnTo>
                <a:lnTo>
                  <a:pt x="74252" y="50657"/>
                </a:lnTo>
                <a:lnTo>
                  <a:pt x="74283" y="50500"/>
                </a:lnTo>
                <a:close/>
              </a:path>
              <a:path w="831214" h="79375">
                <a:moveTo>
                  <a:pt x="754735" y="28493"/>
                </a:moveTo>
                <a:lnTo>
                  <a:pt x="74231" y="31450"/>
                </a:lnTo>
                <a:lnTo>
                  <a:pt x="76199" y="40904"/>
                </a:lnTo>
                <a:lnTo>
                  <a:pt x="74283" y="50500"/>
                </a:lnTo>
                <a:lnTo>
                  <a:pt x="754798" y="47542"/>
                </a:lnTo>
                <a:lnTo>
                  <a:pt x="754735" y="28493"/>
                </a:lnTo>
                <a:close/>
              </a:path>
              <a:path w="831214" h="79375">
                <a:moveTo>
                  <a:pt x="767465" y="28437"/>
                </a:moveTo>
                <a:lnTo>
                  <a:pt x="754735" y="28493"/>
                </a:lnTo>
                <a:lnTo>
                  <a:pt x="754798" y="47542"/>
                </a:lnTo>
                <a:lnTo>
                  <a:pt x="767465" y="47487"/>
                </a:lnTo>
                <a:lnTo>
                  <a:pt x="767465" y="28437"/>
                </a:lnTo>
                <a:close/>
              </a:path>
              <a:path w="831214" h="79375">
                <a:moveTo>
                  <a:pt x="754642" y="0"/>
                </a:moveTo>
                <a:lnTo>
                  <a:pt x="754735" y="28493"/>
                </a:lnTo>
                <a:lnTo>
                  <a:pt x="812205" y="28437"/>
                </a:lnTo>
                <a:lnTo>
                  <a:pt x="75464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47"/>
          <p:cNvSpPr/>
          <p:nvPr/>
        </p:nvSpPr>
        <p:spPr>
          <a:xfrm>
            <a:off x="1598163" y="3293766"/>
            <a:ext cx="850265" cy="82550"/>
          </a:xfrm>
          <a:custGeom>
            <a:avLst/>
            <a:gdLst/>
            <a:ahLst/>
            <a:cxnLst/>
            <a:rect l="l" t="t" r="r" b="b"/>
            <a:pathLst>
              <a:path w="850264" h="82550">
                <a:moveTo>
                  <a:pt x="774073" y="6095"/>
                </a:moveTo>
                <a:lnTo>
                  <a:pt x="773831" y="34702"/>
                </a:lnTo>
                <a:lnTo>
                  <a:pt x="786515" y="34808"/>
                </a:lnTo>
                <a:lnTo>
                  <a:pt x="786383" y="53858"/>
                </a:lnTo>
                <a:lnTo>
                  <a:pt x="773669" y="53858"/>
                </a:lnTo>
                <a:lnTo>
                  <a:pt x="773429" y="82295"/>
                </a:lnTo>
                <a:lnTo>
                  <a:pt x="831566" y="53858"/>
                </a:lnTo>
                <a:lnTo>
                  <a:pt x="786383" y="53858"/>
                </a:lnTo>
                <a:lnTo>
                  <a:pt x="831783" y="53752"/>
                </a:lnTo>
                <a:lnTo>
                  <a:pt x="850010" y="44836"/>
                </a:lnTo>
                <a:lnTo>
                  <a:pt x="774073" y="6095"/>
                </a:lnTo>
                <a:close/>
              </a:path>
              <a:path w="850264" h="82550">
                <a:moveTo>
                  <a:pt x="38480" y="0"/>
                </a:moveTo>
                <a:lnTo>
                  <a:pt x="23614" y="2897"/>
                </a:lnTo>
                <a:lnTo>
                  <a:pt x="11436" y="10972"/>
                </a:lnTo>
                <a:lnTo>
                  <a:pt x="3159" y="23025"/>
                </a:lnTo>
                <a:lnTo>
                  <a:pt x="0" y="37856"/>
                </a:lnTo>
                <a:lnTo>
                  <a:pt x="2898" y="52664"/>
                </a:lnTo>
                <a:lnTo>
                  <a:pt x="10973" y="64834"/>
                </a:lnTo>
                <a:lnTo>
                  <a:pt x="23023" y="73101"/>
                </a:lnTo>
                <a:lnTo>
                  <a:pt x="37850" y="76199"/>
                </a:lnTo>
                <a:lnTo>
                  <a:pt x="52721" y="73304"/>
                </a:lnTo>
                <a:lnTo>
                  <a:pt x="64887" y="65242"/>
                </a:lnTo>
                <a:lnTo>
                  <a:pt x="73122" y="53225"/>
                </a:lnTo>
                <a:lnTo>
                  <a:pt x="74230" y="47911"/>
                </a:lnTo>
                <a:lnTo>
                  <a:pt x="38099" y="47609"/>
                </a:lnTo>
                <a:lnTo>
                  <a:pt x="38231" y="28559"/>
                </a:lnTo>
                <a:lnTo>
                  <a:pt x="74323" y="28559"/>
                </a:lnTo>
                <a:lnTo>
                  <a:pt x="73382" y="23587"/>
                </a:lnTo>
                <a:lnTo>
                  <a:pt x="65346" y="11380"/>
                </a:lnTo>
                <a:lnTo>
                  <a:pt x="53307" y="3099"/>
                </a:lnTo>
                <a:lnTo>
                  <a:pt x="38480" y="0"/>
                </a:lnTo>
                <a:close/>
              </a:path>
              <a:path w="850264" h="82550">
                <a:moveTo>
                  <a:pt x="773831" y="34702"/>
                </a:moveTo>
                <a:lnTo>
                  <a:pt x="773670" y="53752"/>
                </a:lnTo>
                <a:lnTo>
                  <a:pt x="786383" y="53858"/>
                </a:lnTo>
                <a:lnTo>
                  <a:pt x="786515" y="34808"/>
                </a:lnTo>
                <a:lnTo>
                  <a:pt x="773831" y="34702"/>
                </a:lnTo>
                <a:close/>
              </a:path>
              <a:path w="850264" h="82550">
                <a:moveTo>
                  <a:pt x="74381" y="28861"/>
                </a:moveTo>
                <a:lnTo>
                  <a:pt x="76199" y="38465"/>
                </a:lnTo>
                <a:lnTo>
                  <a:pt x="74230" y="47911"/>
                </a:lnTo>
                <a:lnTo>
                  <a:pt x="773670" y="53752"/>
                </a:lnTo>
                <a:lnTo>
                  <a:pt x="773831" y="34702"/>
                </a:lnTo>
                <a:lnTo>
                  <a:pt x="74381" y="28861"/>
                </a:lnTo>
                <a:close/>
              </a:path>
              <a:path w="850264" h="82550">
                <a:moveTo>
                  <a:pt x="38231" y="28559"/>
                </a:moveTo>
                <a:lnTo>
                  <a:pt x="38099" y="47609"/>
                </a:lnTo>
                <a:lnTo>
                  <a:pt x="74230" y="47911"/>
                </a:lnTo>
                <a:lnTo>
                  <a:pt x="76199" y="38465"/>
                </a:lnTo>
                <a:lnTo>
                  <a:pt x="74381" y="28861"/>
                </a:lnTo>
                <a:lnTo>
                  <a:pt x="38231" y="28559"/>
                </a:lnTo>
                <a:close/>
              </a:path>
              <a:path w="850264" h="82550">
                <a:moveTo>
                  <a:pt x="74323" y="28559"/>
                </a:moveTo>
                <a:lnTo>
                  <a:pt x="38231" y="28559"/>
                </a:lnTo>
                <a:lnTo>
                  <a:pt x="74381" y="28861"/>
                </a:lnTo>
                <a:lnTo>
                  <a:pt x="74323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48"/>
          <p:cNvSpPr/>
          <p:nvPr/>
        </p:nvSpPr>
        <p:spPr>
          <a:xfrm>
            <a:off x="1599437" y="3968004"/>
            <a:ext cx="845185" cy="83820"/>
          </a:xfrm>
          <a:custGeom>
            <a:avLst/>
            <a:gdLst/>
            <a:ahLst/>
            <a:cxnLst/>
            <a:rect l="l" t="t" r="r" b="b"/>
            <a:pathLst>
              <a:path w="845185" h="83820">
                <a:moveTo>
                  <a:pt x="769107" y="7238"/>
                </a:moveTo>
                <a:lnTo>
                  <a:pt x="768822" y="35818"/>
                </a:lnTo>
                <a:lnTo>
                  <a:pt x="781562" y="35945"/>
                </a:lnTo>
                <a:lnTo>
                  <a:pt x="781430" y="54995"/>
                </a:lnTo>
                <a:lnTo>
                  <a:pt x="768630" y="54995"/>
                </a:lnTo>
                <a:lnTo>
                  <a:pt x="768345" y="83438"/>
                </a:lnTo>
                <a:lnTo>
                  <a:pt x="826685" y="54995"/>
                </a:lnTo>
                <a:lnTo>
                  <a:pt x="781430" y="54995"/>
                </a:lnTo>
                <a:lnTo>
                  <a:pt x="826945" y="54868"/>
                </a:lnTo>
                <a:lnTo>
                  <a:pt x="844926" y="46100"/>
                </a:lnTo>
                <a:lnTo>
                  <a:pt x="769107" y="7238"/>
                </a:lnTo>
                <a:close/>
              </a:path>
              <a:path w="845185" h="83820">
                <a:moveTo>
                  <a:pt x="38480" y="0"/>
                </a:moveTo>
                <a:lnTo>
                  <a:pt x="23607" y="2824"/>
                </a:lnTo>
                <a:lnTo>
                  <a:pt x="11426" y="10863"/>
                </a:lnTo>
                <a:lnTo>
                  <a:pt x="3152" y="22899"/>
                </a:lnTo>
                <a:lnTo>
                  <a:pt x="0" y="37718"/>
                </a:lnTo>
                <a:lnTo>
                  <a:pt x="2822" y="52536"/>
                </a:lnTo>
                <a:lnTo>
                  <a:pt x="10858" y="64723"/>
                </a:lnTo>
                <a:lnTo>
                  <a:pt x="22894" y="73028"/>
                </a:lnTo>
                <a:lnTo>
                  <a:pt x="37718" y="76199"/>
                </a:lnTo>
                <a:lnTo>
                  <a:pt x="52592" y="73308"/>
                </a:lnTo>
                <a:lnTo>
                  <a:pt x="64773" y="65247"/>
                </a:lnTo>
                <a:lnTo>
                  <a:pt x="73047" y="53233"/>
                </a:lnTo>
                <a:lnTo>
                  <a:pt x="74169" y="47983"/>
                </a:lnTo>
                <a:lnTo>
                  <a:pt x="37968" y="47624"/>
                </a:lnTo>
                <a:lnTo>
                  <a:pt x="38231" y="28574"/>
                </a:lnTo>
                <a:lnTo>
                  <a:pt x="74321" y="28574"/>
                </a:lnTo>
                <a:lnTo>
                  <a:pt x="73377" y="23596"/>
                </a:lnTo>
                <a:lnTo>
                  <a:pt x="65341" y="11386"/>
                </a:lnTo>
                <a:lnTo>
                  <a:pt x="53305" y="3104"/>
                </a:lnTo>
                <a:lnTo>
                  <a:pt x="38480" y="0"/>
                </a:lnTo>
                <a:close/>
              </a:path>
              <a:path w="845185" h="83820">
                <a:moveTo>
                  <a:pt x="768822" y="35818"/>
                </a:moveTo>
                <a:lnTo>
                  <a:pt x="768631" y="54868"/>
                </a:lnTo>
                <a:lnTo>
                  <a:pt x="781430" y="54995"/>
                </a:lnTo>
                <a:lnTo>
                  <a:pt x="781562" y="35945"/>
                </a:lnTo>
                <a:lnTo>
                  <a:pt x="768822" y="35818"/>
                </a:lnTo>
                <a:close/>
              </a:path>
              <a:path w="845185" h="83820">
                <a:moveTo>
                  <a:pt x="74389" y="28933"/>
                </a:moveTo>
                <a:lnTo>
                  <a:pt x="76199" y="38480"/>
                </a:lnTo>
                <a:lnTo>
                  <a:pt x="74169" y="47983"/>
                </a:lnTo>
                <a:lnTo>
                  <a:pt x="768631" y="54868"/>
                </a:lnTo>
                <a:lnTo>
                  <a:pt x="768822" y="35818"/>
                </a:lnTo>
                <a:lnTo>
                  <a:pt x="74389" y="28933"/>
                </a:lnTo>
                <a:close/>
              </a:path>
              <a:path w="845185" h="83820">
                <a:moveTo>
                  <a:pt x="38231" y="28574"/>
                </a:moveTo>
                <a:lnTo>
                  <a:pt x="37968" y="47624"/>
                </a:lnTo>
                <a:lnTo>
                  <a:pt x="74169" y="47983"/>
                </a:lnTo>
                <a:lnTo>
                  <a:pt x="76199" y="38480"/>
                </a:lnTo>
                <a:lnTo>
                  <a:pt x="74389" y="28933"/>
                </a:lnTo>
                <a:lnTo>
                  <a:pt x="38231" y="28574"/>
                </a:lnTo>
                <a:close/>
              </a:path>
              <a:path w="845185" h="83820">
                <a:moveTo>
                  <a:pt x="74321" y="28574"/>
                </a:moveTo>
                <a:lnTo>
                  <a:pt x="38231" y="28574"/>
                </a:lnTo>
                <a:lnTo>
                  <a:pt x="74389" y="28933"/>
                </a:lnTo>
                <a:lnTo>
                  <a:pt x="74321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49"/>
          <p:cNvSpPr/>
          <p:nvPr/>
        </p:nvSpPr>
        <p:spPr>
          <a:xfrm>
            <a:off x="1598163" y="4594250"/>
            <a:ext cx="839469" cy="80010"/>
          </a:xfrm>
          <a:custGeom>
            <a:avLst/>
            <a:gdLst/>
            <a:ahLst/>
            <a:cxnLst/>
            <a:rect l="l" t="t" r="r" b="b"/>
            <a:pathLst>
              <a:path w="839469" h="80010">
                <a:moveTo>
                  <a:pt x="762655" y="51111"/>
                </a:moveTo>
                <a:lnTo>
                  <a:pt x="762512" y="79747"/>
                </a:lnTo>
                <a:lnTo>
                  <a:pt x="820246" y="51172"/>
                </a:lnTo>
                <a:lnTo>
                  <a:pt x="775334" y="51172"/>
                </a:lnTo>
                <a:lnTo>
                  <a:pt x="762655" y="51111"/>
                </a:lnTo>
                <a:close/>
              </a:path>
              <a:path w="839469" h="80010">
                <a:moveTo>
                  <a:pt x="38362" y="0"/>
                </a:moveTo>
                <a:lnTo>
                  <a:pt x="23490" y="2912"/>
                </a:lnTo>
                <a:lnTo>
                  <a:pt x="11322" y="11028"/>
                </a:lnTo>
                <a:lnTo>
                  <a:pt x="3084" y="23122"/>
                </a:lnTo>
                <a:lnTo>
                  <a:pt x="0" y="37968"/>
                </a:lnTo>
                <a:lnTo>
                  <a:pt x="2969" y="52764"/>
                </a:lnTo>
                <a:lnTo>
                  <a:pt x="11083" y="64893"/>
                </a:lnTo>
                <a:lnTo>
                  <a:pt x="23150" y="73117"/>
                </a:lnTo>
                <a:lnTo>
                  <a:pt x="37981" y="76199"/>
                </a:lnTo>
                <a:lnTo>
                  <a:pt x="52843" y="73282"/>
                </a:lnTo>
                <a:lnTo>
                  <a:pt x="64993" y="65177"/>
                </a:lnTo>
                <a:lnTo>
                  <a:pt x="73191" y="53121"/>
                </a:lnTo>
                <a:lnTo>
                  <a:pt x="74275" y="47799"/>
                </a:lnTo>
                <a:lnTo>
                  <a:pt x="38099" y="47624"/>
                </a:lnTo>
                <a:lnTo>
                  <a:pt x="38231" y="28574"/>
                </a:lnTo>
                <a:lnTo>
                  <a:pt x="74298" y="28574"/>
                </a:lnTo>
                <a:lnTo>
                  <a:pt x="73306" y="23478"/>
                </a:lnTo>
                <a:lnTo>
                  <a:pt x="65232" y="11312"/>
                </a:lnTo>
                <a:lnTo>
                  <a:pt x="53183" y="3077"/>
                </a:lnTo>
                <a:lnTo>
                  <a:pt x="38362" y="0"/>
                </a:lnTo>
                <a:close/>
              </a:path>
              <a:path w="839469" h="80010">
                <a:moveTo>
                  <a:pt x="762750" y="32061"/>
                </a:moveTo>
                <a:lnTo>
                  <a:pt x="762655" y="51111"/>
                </a:lnTo>
                <a:lnTo>
                  <a:pt x="775334" y="51172"/>
                </a:lnTo>
                <a:lnTo>
                  <a:pt x="775466" y="32122"/>
                </a:lnTo>
                <a:lnTo>
                  <a:pt x="762750" y="32061"/>
                </a:lnTo>
                <a:close/>
              </a:path>
              <a:path w="839469" h="80010">
                <a:moveTo>
                  <a:pt x="762893" y="3547"/>
                </a:moveTo>
                <a:lnTo>
                  <a:pt x="762750" y="32061"/>
                </a:lnTo>
                <a:lnTo>
                  <a:pt x="775466" y="32122"/>
                </a:lnTo>
                <a:lnTo>
                  <a:pt x="775334" y="51172"/>
                </a:lnTo>
                <a:lnTo>
                  <a:pt x="820246" y="51172"/>
                </a:lnTo>
                <a:lnTo>
                  <a:pt x="838961" y="41909"/>
                </a:lnTo>
                <a:lnTo>
                  <a:pt x="762893" y="3547"/>
                </a:lnTo>
                <a:close/>
              </a:path>
              <a:path w="839469" h="80010">
                <a:moveTo>
                  <a:pt x="74331" y="28748"/>
                </a:moveTo>
                <a:lnTo>
                  <a:pt x="76199" y="38349"/>
                </a:lnTo>
                <a:lnTo>
                  <a:pt x="74275" y="47799"/>
                </a:lnTo>
                <a:lnTo>
                  <a:pt x="762655" y="51111"/>
                </a:lnTo>
                <a:lnTo>
                  <a:pt x="762750" y="32061"/>
                </a:lnTo>
                <a:lnTo>
                  <a:pt x="74331" y="28748"/>
                </a:lnTo>
                <a:close/>
              </a:path>
              <a:path w="839469" h="80010">
                <a:moveTo>
                  <a:pt x="38231" y="28574"/>
                </a:moveTo>
                <a:lnTo>
                  <a:pt x="38099" y="47624"/>
                </a:lnTo>
                <a:lnTo>
                  <a:pt x="74275" y="47799"/>
                </a:lnTo>
                <a:lnTo>
                  <a:pt x="76199" y="38349"/>
                </a:lnTo>
                <a:lnTo>
                  <a:pt x="74331" y="28748"/>
                </a:lnTo>
                <a:lnTo>
                  <a:pt x="38231" y="28574"/>
                </a:lnTo>
                <a:close/>
              </a:path>
              <a:path w="839469" h="80010">
                <a:moveTo>
                  <a:pt x="74298" y="28574"/>
                </a:moveTo>
                <a:lnTo>
                  <a:pt x="38231" y="28574"/>
                </a:lnTo>
                <a:lnTo>
                  <a:pt x="74331" y="28748"/>
                </a:lnTo>
                <a:lnTo>
                  <a:pt x="74298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50"/>
          <p:cNvSpPr/>
          <p:nvPr/>
        </p:nvSpPr>
        <p:spPr>
          <a:xfrm>
            <a:off x="1598163" y="5230078"/>
            <a:ext cx="831850" cy="83185"/>
          </a:xfrm>
          <a:custGeom>
            <a:avLst/>
            <a:gdLst/>
            <a:ahLst/>
            <a:cxnLst/>
            <a:rect l="l" t="t" r="r" b="b"/>
            <a:pathLst>
              <a:path w="831850" h="83185">
                <a:moveTo>
                  <a:pt x="755903" y="6443"/>
                </a:moveTo>
                <a:lnTo>
                  <a:pt x="755618" y="35022"/>
                </a:lnTo>
                <a:lnTo>
                  <a:pt x="768358" y="35137"/>
                </a:lnTo>
                <a:lnTo>
                  <a:pt x="768095" y="54187"/>
                </a:lnTo>
                <a:lnTo>
                  <a:pt x="755426" y="54187"/>
                </a:lnTo>
                <a:lnTo>
                  <a:pt x="755141" y="82643"/>
                </a:lnTo>
                <a:lnTo>
                  <a:pt x="813391" y="54187"/>
                </a:lnTo>
                <a:lnTo>
                  <a:pt x="768095" y="54187"/>
                </a:lnTo>
                <a:lnTo>
                  <a:pt x="813625" y="54073"/>
                </a:lnTo>
                <a:lnTo>
                  <a:pt x="831722" y="45232"/>
                </a:lnTo>
                <a:lnTo>
                  <a:pt x="755903" y="6443"/>
                </a:lnTo>
                <a:close/>
              </a:path>
              <a:path w="831850" h="83185">
                <a:moveTo>
                  <a:pt x="38480" y="0"/>
                </a:moveTo>
                <a:lnTo>
                  <a:pt x="23614" y="2868"/>
                </a:lnTo>
                <a:lnTo>
                  <a:pt x="11436" y="10928"/>
                </a:lnTo>
                <a:lnTo>
                  <a:pt x="3159" y="22966"/>
                </a:lnTo>
                <a:lnTo>
                  <a:pt x="0" y="37767"/>
                </a:lnTo>
                <a:lnTo>
                  <a:pt x="2898" y="52621"/>
                </a:lnTo>
                <a:lnTo>
                  <a:pt x="10973" y="64802"/>
                </a:lnTo>
                <a:lnTo>
                  <a:pt x="23023" y="73073"/>
                </a:lnTo>
                <a:lnTo>
                  <a:pt x="37850" y="76199"/>
                </a:lnTo>
                <a:lnTo>
                  <a:pt x="52665" y="73342"/>
                </a:lnTo>
                <a:lnTo>
                  <a:pt x="64838" y="65289"/>
                </a:lnTo>
                <a:lnTo>
                  <a:pt x="73104" y="53253"/>
                </a:lnTo>
                <a:lnTo>
                  <a:pt x="74213" y="47949"/>
                </a:lnTo>
                <a:lnTo>
                  <a:pt x="38099" y="47624"/>
                </a:lnTo>
                <a:lnTo>
                  <a:pt x="38231" y="28574"/>
                </a:lnTo>
                <a:lnTo>
                  <a:pt x="74327" y="28574"/>
                </a:lnTo>
                <a:lnTo>
                  <a:pt x="73382" y="23590"/>
                </a:lnTo>
                <a:lnTo>
                  <a:pt x="65346" y="11405"/>
                </a:lnTo>
                <a:lnTo>
                  <a:pt x="53307" y="3129"/>
                </a:lnTo>
                <a:lnTo>
                  <a:pt x="38480" y="0"/>
                </a:lnTo>
                <a:close/>
              </a:path>
              <a:path w="831850" h="83185">
                <a:moveTo>
                  <a:pt x="755618" y="35022"/>
                </a:moveTo>
                <a:lnTo>
                  <a:pt x="755427" y="54073"/>
                </a:lnTo>
                <a:lnTo>
                  <a:pt x="768095" y="54187"/>
                </a:lnTo>
                <a:lnTo>
                  <a:pt x="768358" y="35137"/>
                </a:lnTo>
                <a:lnTo>
                  <a:pt x="755618" y="35022"/>
                </a:lnTo>
                <a:close/>
              </a:path>
              <a:path w="831850" h="83185">
                <a:moveTo>
                  <a:pt x="74389" y="28899"/>
                </a:moveTo>
                <a:lnTo>
                  <a:pt x="76199" y="38447"/>
                </a:lnTo>
                <a:lnTo>
                  <a:pt x="74213" y="47949"/>
                </a:lnTo>
                <a:lnTo>
                  <a:pt x="755427" y="54073"/>
                </a:lnTo>
                <a:lnTo>
                  <a:pt x="755618" y="35022"/>
                </a:lnTo>
                <a:lnTo>
                  <a:pt x="74389" y="28899"/>
                </a:lnTo>
                <a:close/>
              </a:path>
              <a:path w="831850" h="83185">
                <a:moveTo>
                  <a:pt x="38231" y="28574"/>
                </a:moveTo>
                <a:lnTo>
                  <a:pt x="38099" y="47624"/>
                </a:lnTo>
                <a:lnTo>
                  <a:pt x="74213" y="47949"/>
                </a:lnTo>
                <a:lnTo>
                  <a:pt x="76199" y="38447"/>
                </a:lnTo>
                <a:lnTo>
                  <a:pt x="74389" y="28899"/>
                </a:lnTo>
                <a:lnTo>
                  <a:pt x="38231" y="28574"/>
                </a:lnTo>
                <a:close/>
              </a:path>
              <a:path w="831850" h="83185">
                <a:moveTo>
                  <a:pt x="74327" y="28574"/>
                </a:moveTo>
                <a:lnTo>
                  <a:pt x="38231" y="28574"/>
                </a:lnTo>
                <a:lnTo>
                  <a:pt x="74389" y="28899"/>
                </a:lnTo>
                <a:lnTo>
                  <a:pt x="74327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51"/>
          <p:cNvSpPr/>
          <p:nvPr/>
        </p:nvSpPr>
        <p:spPr>
          <a:xfrm>
            <a:off x="3482736" y="2061734"/>
            <a:ext cx="743585" cy="80010"/>
          </a:xfrm>
          <a:custGeom>
            <a:avLst/>
            <a:gdLst/>
            <a:ahLst/>
            <a:cxnLst/>
            <a:rect l="l" t="t" r="r" b="b"/>
            <a:pathLst>
              <a:path w="743585" h="80010">
                <a:moveTo>
                  <a:pt x="37825" y="3809"/>
                </a:moveTo>
                <a:lnTo>
                  <a:pt x="23008" y="6890"/>
                </a:lnTo>
                <a:lnTo>
                  <a:pt x="10957" y="15129"/>
                </a:lnTo>
                <a:lnTo>
                  <a:pt x="2884" y="27294"/>
                </a:lnTo>
                <a:lnTo>
                  <a:pt x="0" y="42153"/>
                </a:lnTo>
                <a:lnTo>
                  <a:pt x="3076" y="56984"/>
                </a:lnTo>
                <a:lnTo>
                  <a:pt x="11308" y="69037"/>
                </a:lnTo>
                <a:lnTo>
                  <a:pt x="23471" y="77112"/>
                </a:lnTo>
                <a:lnTo>
                  <a:pt x="38343" y="80009"/>
                </a:lnTo>
                <a:lnTo>
                  <a:pt x="53109" y="76929"/>
                </a:lnTo>
                <a:lnTo>
                  <a:pt x="65170" y="68690"/>
                </a:lnTo>
                <a:lnTo>
                  <a:pt x="73281" y="56525"/>
                </a:lnTo>
                <a:lnTo>
                  <a:pt x="74278" y="51450"/>
                </a:lnTo>
                <a:lnTo>
                  <a:pt x="38099" y="51450"/>
                </a:lnTo>
                <a:lnTo>
                  <a:pt x="37947" y="32400"/>
                </a:lnTo>
                <a:lnTo>
                  <a:pt x="74213" y="32176"/>
                </a:lnTo>
                <a:lnTo>
                  <a:pt x="73105" y="26887"/>
                </a:lnTo>
                <a:lnTo>
                  <a:pt x="64865" y="14828"/>
                </a:lnTo>
                <a:lnTo>
                  <a:pt x="52698" y="6724"/>
                </a:lnTo>
                <a:lnTo>
                  <a:pt x="37825" y="3809"/>
                </a:lnTo>
                <a:close/>
              </a:path>
              <a:path w="743585" h="80010">
                <a:moveTo>
                  <a:pt x="724745" y="28437"/>
                </a:moveTo>
                <a:lnTo>
                  <a:pt x="679825" y="28437"/>
                </a:lnTo>
                <a:lnTo>
                  <a:pt x="679947" y="47487"/>
                </a:lnTo>
                <a:lnTo>
                  <a:pt x="667222" y="47566"/>
                </a:lnTo>
                <a:lnTo>
                  <a:pt x="667359" y="76199"/>
                </a:lnTo>
                <a:lnTo>
                  <a:pt x="743315" y="37581"/>
                </a:lnTo>
                <a:lnTo>
                  <a:pt x="724745" y="28437"/>
                </a:lnTo>
                <a:close/>
              </a:path>
              <a:path w="743585" h="80010">
                <a:moveTo>
                  <a:pt x="74213" y="32176"/>
                </a:moveTo>
                <a:lnTo>
                  <a:pt x="37947" y="32400"/>
                </a:lnTo>
                <a:lnTo>
                  <a:pt x="38099" y="51450"/>
                </a:lnTo>
                <a:lnTo>
                  <a:pt x="74321" y="51226"/>
                </a:lnTo>
                <a:lnTo>
                  <a:pt x="76199" y="41666"/>
                </a:lnTo>
                <a:lnTo>
                  <a:pt x="74213" y="32176"/>
                </a:lnTo>
                <a:close/>
              </a:path>
              <a:path w="743585" h="80010">
                <a:moveTo>
                  <a:pt x="74321" y="51226"/>
                </a:moveTo>
                <a:lnTo>
                  <a:pt x="38099" y="51450"/>
                </a:lnTo>
                <a:lnTo>
                  <a:pt x="74278" y="51450"/>
                </a:lnTo>
                <a:lnTo>
                  <a:pt x="74321" y="51226"/>
                </a:lnTo>
                <a:close/>
              </a:path>
              <a:path w="743585" h="80010">
                <a:moveTo>
                  <a:pt x="667130" y="28516"/>
                </a:moveTo>
                <a:lnTo>
                  <a:pt x="74213" y="32176"/>
                </a:lnTo>
                <a:lnTo>
                  <a:pt x="76199" y="41666"/>
                </a:lnTo>
                <a:lnTo>
                  <a:pt x="74321" y="51226"/>
                </a:lnTo>
                <a:lnTo>
                  <a:pt x="667222" y="47566"/>
                </a:lnTo>
                <a:lnTo>
                  <a:pt x="667130" y="28516"/>
                </a:lnTo>
                <a:close/>
              </a:path>
              <a:path w="743585" h="80010">
                <a:moveTo>
                  <a:pt x="679825" y="28437"/>
                </a:moveTo>
                <a:lnTo>
                  <a:pt x="667130" y="28516"/>
                </a:lnTo>
                <a:lnTo>
                  <a:pt x="667222" y="47566"/>
                </a:lnTo>
                <a:lnTo>
                  <a:pt x="679947" y="47487"/>
                </a:lnTo>
                <a:lnTo>
                  <a:pt x="679825" y="28437"/>
                </a:lnTo>
                <a:close/>
              </a:path>
              <a:path w="743585" h="80010">
                <a:moveTo>
                  <a:pt x="666993" y="0"/>
                </a:moveTo>
                <a:lnTo>
                  <a:pt x="667130" y="28516"/>
                </a:lnTo>
                <a:lnTo>
                  <a:pt x="724745" y="28437"/>
                </a:lnTo>
                <a:lnTo>
                  <a:pt x="666993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52"/>
          <p:cNvSpPr/>
          <p:nvPr/>
        </p:nvSpPr>
        <p:spPr>
          <a:xfrm>
            <a:off x="3475482" y="2683007"/>
            <a:ext cx="750570" cy="76200"/>
          </a:xfrm>
          <a:custGeom>
            <a:avLst/>
            <a:gdLst/>
            <a:ahLst/>
            <a:cxnLst/>
            <a:rect l="l" t="t" r="r" b="b"/>
            <a:pathLst>
              <a:path w="750570" h="76200">
                <a:moveTo>
                  <a:pt x="38099" y="0"/>
                </a:moveTo>
                <a:lnTo>
                  <a:pt x="23248" y="2991"/>
                </a:lnTo>
                <a:lnTo>
                  <a:pt x="11140" y="11151"/>
                </a:lnTo>
                <a:lnTo>
                  <a:pt x="2987" y="23261"/>
                </a:lnTo>
                <a:lnTo>
                  <a:pt x="0" y="38099"/>
                </a:lnTo>
                <a:lnTo>
                  <a:pt x="2987" y="52951"/>
                </a:lnTo>
                <a:lnTo>
                  <a:pt x="11140" y="65059"/>
                </a:lnTo>
                <a:lnTo>
                  <a:pt x="23248" y="73212"/>
                </a:lnTo>
                <a:lnTo>
                  <a:pt x="38099" y="76199"/>
                </a:lnTo>
                <a:lnTo>
                  <a:pt x="52951" y="73212"/>
                </a:lnTo>
                <a:lnTo>
                  <a:pt x="65059" y="65059"/>
                </a:lnTo>
                <a:lnTo>
                  <a:pt x="73212" y="52951"/>
                </a:lnTo>
                <a:lnTo>
                  <a:pt x="74281" y="47640"/>
                </a:lnTo>
                <a:lnTo>
                  <a:pt x="38099" y="47640"/>
                </a:lnTo>
                <a:lnTo>
                  <a:pt x="38099" y="28590"/>
                </a:lnTo>
                <a:lnTo>
                  <a:pt x="74285" y="28590"/>
                </a:lnTo>
                <a:lnTo>
                  <a:pt x="73212" y="23261"/>
                </a:lnTo>
                <a:lnTo>
                  <a:pt x="65059" y="11151"/>
                </a:lnTo>
                <a:lnTo>
                  <a:pt x="52951" y="2991"/>
                </a:lnTo>
                <a:lnTo>
                  <a:pt x="38099" y="0"/>
                </a:lnTo>
                <a:close/>
              </a:path>
              <a:path w="750570" h="76200">
                <a:moveTo>
                  <a:pt x="674369" y="0"/>
                </a:moveTo>
                <a:lnTo>
                  <a:pt x="674369" y="76199"/>
                </a:lnTo>
                <a:lnTo>
                  <a:pt x="731489" y="47640"/>
                </a:lnTo>
                <a:lnTo>
                  <a:pt x="687074" y="47640"/>
                </a:lnTo>
                <a:lnTo>
                  <a:pt x="687074" y="28590"/>
                </a:lnTo>
                <a:lnTo>
                  <a:pt x="731550" y="28590"/>
                </a:lnTo>
                <a:lnTo>
                  <a:pt x="674369" y="0"/>
                </a:lnTo>
                <a:close/>
              </a:path>
              <a:path w="750570" h="76200">
                <a:moveTo>
                  <a:pt x="74285" y="28590"/>
                </a:moveTo>
                <a:lnTo>
                  <a:pt x="38099" y="28590"/>
                </a:lnTo>
                <a:lnTo>
                  <a:pt x="38099" y="47640"/>
                </a:lnTo>
                <a:lnTo>
                  <a:pt x="74281" y="47640"/>
                </a:lnTo>
                <a:lnTo>
                  <a:pt x="76199" y="38099"/>
                </a:lnTo>
                <a:lnTo>
                  <a:pt x="74285" y="28590"/>
                </a:lnTo>
                <a:close/>
              </a:path>
              <a:path w="750570" h="76200">
                <a:moveTo>
                  <a:pt x="674369" y="28590"/>
                </a:moveTo>
                <a:lnTo>
                  <a:pt x="74285" y="28590"/>
                </a:lnTo>
                <a:lnTo>
                  <a:pt x="76199" y="38099"/>
                </a:lnTo>
                <a:lnTo>
                  <a:pt x="74281" y="47640"/>
                </a:lnTo>
                <a:lnTo>
                  <a:pt x="674369" y="47640"/>
                </a:lnTo>
                <a:lnTo>
                  <a:pt x="674369" y="28590"/>
                </a:lnTo>
                <a:close/>
              </a:path>
              <a:path w="750570" h="76200">
                <a:moveTo>
                  <a:pt x="731550" y="28590"/>
                </a:moveTo>
                <a:lnTo>
                  <a:pt x="687074" y="28590"/>
                </a:lnTo>
                <a:lnTo>
                  <a:pt x="687074" y="47640"/>
                </a:lnTo>
                <a:lnTo>
                  <a:pt x="731489" y="47640"/>
                </a:lnTo>
                <a:lnTo>
                  <a:pt x="750569" y="38099"/>
                </a:lnTo>
                <a:lnTo>
                  <a:pt x="731550" y="2859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53"/>
          <p:cNvSpPr/>
          <p:nvPr/>
        </p:nvSpPr>
        <p:spPr>
          <a:xfrm>
            <a:off x="3493770" y="3300502"/>
            <a:ext cx="732790" cy="78740"/>
          </a:xfrm>
          <a:custGeom>
            <a:avLst/>
            <a:gdLst/>
            <a:ahLst/>
            <a:cxnLst/>
            <a:rect l="l" t="t" r="r" b="b"/>
            <a:pathLst>
              <a:path w="732789" h="78739">
                <a:moveTo>
                  <a:pt x="656096" y="50238"/>
                </a:moveTo>
                <a:lnTo>
                  <a:pt x="655960" y="78729"/>
                </a:lnTo>
                <a:lnTo>
                  <a:pt x="713525" y="50291"/>
                </a:lnTo>
                <a:lnTo>
                  <a:pt x="668792" y="50291"/>
                </a:lnTo>
                <a:lnTo>
                  <a:pt x="656096" y="50238"/>
                </a:lnTo>
                <a:close/>
              </a:path>
              <a:path w="732789" h="78739">
                <a:moveTo>
                  <a:pt x="38221" y="0"/>
                </a:moveTo>
                <a:lnTo>
                  <a:pt x="23364" y="2916"/>
                </a:lnTo>
                <a:lnTo>
                  <a:pt x="11212" y="11033"/>
                </a:lnTo>
                <a:lnTo>
                  <a:pt x="3010" y="23128"/>
                </a:lnTo>
                <a:lnTo>
                  <a:pt x="0" y="37978"/>
                </a:lnTo>
                <a:lnTo>
                  <a:pt x="2914" y="52767"/>
                </a:lnTo>
                <a:lnTo>
                  <a:pt x="11018" y="64895"/>
                </a:lnTo>
                <a:lnTo>
                  <a:pt x="23077" y="73121"/>
                </a:lnTo>
                <a:lnTo>
                  <a:pt x="37856" y="76199"/>
                </a:lnTo>
                <a:lnTo>
                  <a:pt x="52715" y="73283"/>
                </a:lnTo>
                <a:lnTo>
                  <a:pt x="64880" y="65166"/>
                </a:lnTo>
                <a:lnTo>
                  <a:pt x="73119" y="53071"/>
                </a:lnTo>
                <a:lnTo>
                  <a:pt x="74220" y="47763"/>
                </a:lnTo>
                <a:lnTo>
                  <a:pt x="37978" y="47609"/>
                </a:lnTo>
                <a:lnTo>
                  <a:pt x="38099" y="28559"/>
                </a:lnTo>
                <a:lnTo>
                  <a:pt x="74269" y="28559"/>
                </a:lnTo>
                <a:lnTo>
                  <a:pt x="73232" y="23368"/>
                </a:lnTo>
                <a:lnTo>
                  <a:pt x="65120" y="11247"/>
                </a:lnTo>
                <a:lnTo>
                  <a:pt x="53054" y="3057"/>
                </a:lnTo>
                <a:lnTo>
                  <a:pt x="38221" y="0"/>
                </a:lnTo>
                <a:close/>
              </a:path>
              <a:path w="732789" h="78739">
                <a:moveTo>
                  <a:pt x="656188" y="31187"/>
                </a:moveTo>
                <a:lnTo>
                  <a:pt x="656096" y="50238"/>
                </a:lnTo>
                <a:lnTo>
                  <a:pt x="668792" y="50291"/>
                </a:lnTo>
                <a:lnTo>
                  <a:pt x="668914" y="31241"/>
                </a:lnTo>
                <a:lnTo>
                  <a:pt x="656188" y="31187"/>
                </a:lnTo>
                <a:close/>
              </a:path>
              <a:path w="732789" h="78739">
                <a:moveTo>
                  <a:pt x="656325" y="2529"/>
                </a:moveTo>
                <a:lnTo>
                  <a:pt x="656188" y="31187"/>
                </a:lnTo>
                <a:lnTo>
                  <a:pt x="668914" y="31241"/>
                </a:lnTo>
                <a:lnTo>
                  <a:pt x="668792" y="50291"/>
                </a:lnTo>
                <a:lnTo>
                  <a:pt x="713525" y="50291"/>
                </a:lnTo>
                <a:lnTo>
                  <a:pt x="732281" y="41026"/>
                </a:lnTo>
                <a:lnTo>
                  <a:pt x="656325" y="2529"/>
                </a:lnTo>
                <a:close/>
              </a:path>
              <a:path w="732789" h="78739">
                <a:moveTo>
                  <a:pt x="74300" y="28713"/>
                </a:moveTo>
                <a:lnTo>
                  <a:pt x="76199" y="38221"/>
                </a:lnTo>
                <a:lnTo>
                  <a:pt x="74220" y="47763"/>
                </a:lnTo>
                <a:lnTo>
                  <a:pt x="656096" y="50238"/>
                </a:lnTo>
                <a:lnTo>
                  <a:pt x="656188" y="31187"/>
                </a:lnTo>
                <a:lnTo>
                  <a:pt x="74300" y="28713"/>
                </a:lnTo>
                <a:close/>
              </a:path>
              <a:path w="732789" h="78739">
                <a:moveTo>
                  <a:pt x="38099" y="28559"/>
                </a:moveTo>
                <a:lnTo>
                  <a:pt x="37978" y="47609"/>
                </a:lnTo>
                <a:lnTo>
                  <a:pt x="74220" y="47763"/>
                </a:lnTo>
                <a:lnTo>
                  <a:pt x="76199" y="38221"/>
                </a:lnTo>
                <a:lnTo>
                  <a:pt x="74300" y="28713"/>
                </a:lnTo>
                <a:lnTo>
                  <a:pt x="38099" y="28559"/>
                </a:lnTo>
                <a:close/>
              </a:path>
              <a:path w="732789" h="78739">
                <a:moveTo>
                  <a:pt x="74269" y="28559"/>
                </a:moveTo>
                <a:lnTo>
                  <a:pt x="38099" y="28559"/>
                </a:lnTo>
                <a:lnTo>
                  <a:pt x="74300" y="28713"/>
                </a:lnTo>
                <a:lnTo>
                  <a:pt x="74269" y="2855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54"/>
          <p:cNvSpPr/>
          <p:nvPr/>
        </p:nvSpPr>
        <p:spPr>
          <a:xfrm>
            <a:off x="3489959" y="3976005"/>
            <a:ext cx="727075" cy="76200"/>
          </a:xfrm>
          <a:custGeom>
            <a:avLst/>
            <a:gdLst/>
            <a:ahLst/>
            <a:cxnLst/>
            <a:rect l="l" t="t" r="r" b="b"/>
            <a:pathLst>
              <a:path w="727075" h="76200">
                <a:moveTo>
                  <a:pt x="38099" y="0"/>
                </a:moveTo>
                <a:lnTo>
                  <a:pt x="23312" y="2989"/>
                </a:lnTo>
                <a:lnTo>
                  <a:pt x="11197" y="11147"/>
                </a:lnTo>
                <a:lnTo>
                  <a:pt x="3008" y="23256"/>
                </a:lnTo>
                <a:lnTo>
                  <a:pt x="0" y="38099"/>
                </a:lnTo>
                <a:lnTo>
                  <a:pt x="3008" y="52948"/>
                </a:lnTo>
                <a:lnTo>
                  <a:pt x="11197" y="65057"/>
                </a:lnTo>
                <a:lnTo>
                  <a:pt x="23312" y="73212"/>
                </a:lnTo>
                <a:lnTo>
                  <a:pt x="38099" y="76199"/>
                </a:lnTo>
                <a:lnTo>
                  <a:pt x="52951" y="73212"/>
                </a:lnTo>
                <a:lnTo>
                  <a:pt x="65059" y="65057"/>
                </a:lnTo>
                <a:lnTo>
                  <a:pt x="73212" y="52948"/>
                </a:lnTo>
                <a:lnTo>
                  <a:pt x="74283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3" y="28574"/>
                </a:lnTo>
                <a:lnTo>
                  <a:pt x="73212" y="23256"/>
                </a:lnTo>
                <a:lnTo>
                  <a:pt x="65059" y="11147"/>
                </a:lnTo>
                <a:lnTo>
                  <a:pt x="52951" y="2989"/>
                </a:lnTo>
                <a:lnTo>
                  <a:pt x="38099" y="0"/>
                </a:lnTo>
                <a:close/>
              </a:path>
              <a:path w="727075" h="76200">
                <a:moveTo>
                  <a:pt x="650382" y="0"/>
                </a:moveTo>
                <a:lnTo>
                  <a:pt x="650382" y="76199"/>
                </a:lnTo>
                <a:lnTo>
                  <a:pt x="707532" y="47624"/>
                </a:lnTo>
                <a:lnTo>
                  <a:pt x="663071" y="47624"/>
                </a:lnTo>
                <a:lnTo>
                  <a:pt x="663071" y="28574"/>
                </a:lnTo>
                <a:lnTo>
                  <a:pt x="707532" y="28574"/>
                </a:lnTo>
                <a:lnTo>
                  <a:pt x="650382" y="0"/>
                </a:lnTo>
                <a:close/>
              </a:path>
              <a:path w="727075" h="76200">
                <a:moveTo>
                  <a:pt x="74283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3" y="47624"/>
                </a:lnTo>
                <a:lnTo>
                  <a:pt x="76199" y="38099"/>
                </a:lnTo>
                <a:lnTo>
                  <a:pt x="74283" y="28574"/>
                </a:lnTo>
                <a:close/>
              </a:path>
              <a:path w="727075" h="76200">
                <a:moveTo>
                  <a:pt x="650382" y="28574"/>
                </a:moveTo>
                <a:lnTo>
                  <a:pt x="74283" y="28574"/>
                </a:lnTo>
                <a:lnTo>
                  <a:pt x="76199" y="38099"/>
                </a:lnTo>
                <a:lnTo>
                  <a:pt x="74283" y="47624"/>
                </a:lnTo>
                <a:lnTo>
                  <a:pt x="650382" y="47624"/>
                </a:lnTo>
                <a:lnTo>
                  <a:pt x="650382" y="28574"/>
                </a:lnTo>
                <a:close/>
              </a:path>
              <a:path w="727075" h="76200">
                <a:moveTo>
                  <a:pt x="707532" y="28574"/>
                </a:moveTo>
                <a:lnTo>
                  <a:pt x="663071" y="28574"/>
                </a:lnTo>
                <a:lnTo>
                  <a:pt x="663071" y="47624"/>
                </a:lnTo>
                <a:lnTo>
                  <a:pt x="707532" y="47624"/>
                </a:lnTo>
                <a:lnTo>
                  <a:pt x="726582" y="38099"/>
                </a:lnTo>
                <a:lnTo>
                  <a:pt x="707532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55"/>
          <p:cNvSpPr/>
          <p:nvPr/>
        </p:nvSpPr>
        <p:spPr>
          <a:xfrm>
            <a:off x="3482736" y="4598178"/>
            <a:ext cx="727075" cy="80645"/>
          </a:xfrm>
          <a:custGeom>
            <a:avLst/>
            <a:gdLst/>
            <a:ahLst/>
            <a:cxnLst/>
            <a:rect l="l" t="t" r="r" b="b"/>
            <a:pathLst>
              <a:path w="727075" h="80645">
                <a:moveTo>
                  <a:pt x="650290" y="51987"/>
                </a:moveTo>
                <a:lnTo>
                  <a:pt x="650107" y="80522"/>
                </a:lnTo>
                <a:lnTo>
                  <a:pt x="707955" y="52078"/>
                </a:lnTo>
                <a:lnTo>
                  <a:pt x="662939" y="52078"/>
                </a:lnTo>
                <a:lnTo>
                  <a:pt x="650290" y="51987"/>
                </a:lnTo>
                <a:close/>
              </a:path>
              <a:path w="727075" h="80645">
                <a:moveTo>
                  <a:pt x="38343" y="0"/>
                </a:moveTo>
                <a:lnTo>
                  <a:pt x="23471" y="2841"/>
                </a:lnTo>
                <a:lnTo>
                  <a:pt x="11308" y="10907"/>
                </a:lnTo>
                <a:lnTo>
                  <a:pt x="3076" y="22949"/>
                </a:lnTo>
                <a:lnTo>
                  <a:pt x="0" y="37718"/>
                </a:lnTo>
                <a:lnTo>
                  <a:pt x="2884" y="52590"/>
                </a:lnTo>
                <a:lnTo>
                  <a:pt x="10957" y="64758"/>
                </a:lnTo>
                <a:lnTo>
                  <a:pt x="23008" y="72996"/>
                </a:lnTo>
                <a:lnTo>
                  <a:pt x="37825" y="76081"/>
                </a:lnTo>
                <a:lnTo>
                  <a:pt x="52647" y="73239"/>
                </a:lnTo>
                <a:lnTo>
                  <a:pt x="64819" y="65173"/>
                </a:lnTo>
                <a:lnTo>
                  <a:pt x="73088" y="53131"/>
                </a:lnTo>
                <a:lnTo>
                  <a:pt x="74194" y="47883"/>
                </a:lnTo>
                <a:lnTo>
                  <a:pt x="37947" y="47624"/>
                </a:lnTo>
                <a:lnTo>
                  <a:pt x="38099" y="28574"/>
                </a:lnTo>
                <a:lnTo>
                  <a:pt x="74293" y="28574"/>
                </a:lnTo>
                <a:lnTo>
                  <a:pt x="73302" y="23490"/>
                </a:lnTo>
                <a:lnTo>
                  <a:pt x="65227" y="11322"/>
                </a:lnTo>
                <a:lnTo>
                  <a:pt x="53174" y="3084"/>
                </a:lnTo>
                <a:lnTo>
                  <a:pt x="38343" y="0"/>
                </a:lnTo>
                <a:close/>
              </a:path>
              <a:path w="727075" h="80645">
                <a:moveTo>
                  <a:pt x="650412" y="32937"/>
                </a:moveTo>
                <a:lnTo>
                  <a:pt x="650290" y="51987"/>
                </a:lnTo>
                <a:lnTo>
                  <a:pt x="662939" y="52078"/>
                </a:lnTo>
                <a:lnTo>
                  <a:pt x="663061" y="33028"/>
                </a:lnTo>
                <a:lnTo>
                  <a:pt x="650412" y="32937"/>
                </a:lnTo>
                <a:close/>
              </a:path>
              <a:path w="727075" h="80645">
                <a:moveTo>
                  <a:pt x="650595" y="4322"/>
                </a:moveTo>
                <a:lnTo>
                  <a:pt x="650412" y="32937"/>
                </a:lnTo>
                <a:lnTo>
                  <a:pt x="663061" y="33028"/>
                </a:lnTo>
                <a:lnTo>
                  <a:pt x="662939" y="52078"/>
                </a:lnTo>
                <a:lnTo>
                  <a:pt x="707955" y="52078"/>
                </a:lnTo>
                <a:lnTo>
                  <a:pt x="726551" y="42934"/>
                </a:lnTo>
                <a:lnTo>
                  <a:pt x="650595" y="4322"/>
                </a:lnTo>
                <a:close/>
              </a:path>
              <a:path w="727075" h="80645">
                <a:moveTo>
                  <a:pt x="74343" y="28833"/>
                </a:moveTo>
                <a:lnTo>
                  <a:pt x="76199" y="38362"/>
                </a:lnTo>
                <a:lnTo>
                  <a:pt x="74194" y="47883"/>
                </a:lnTo>
                <a:lnTo>
                  <a:pt x="650290" y="51987"/>
                </a:lnTo>
                <a:lnTo>
                  <a:pt x="650412" y="32937"/>
                </a:lnTo>
                <a:lnTo>
                  <a:pt x="74343" y="28833"/>
                </a:lnTo>
                <a:close/>
              </a:path>
              <a:path w="727075" h="80645">
                <a:moveTo>
                  <a:pt x="38099" y="28574"/>
                </a:moveTo>
                <a:lnTo>
                  <a:pt x="37947" y="47624"/>
                </a:lnTo>
                <a:lnTo>
                  <a:pt x="74194" y="47883"/>
                </a:lnTo>
                <a:lnTo>
                  <a:pt x="76199" y="38362"/>
                </a:lnTo>
                <a:lnTo>
                  <a:pt x="74343" y="28833"/>
                </a:lnTo>
                <a:lnTo>
                  <a:pt x="38099" y="28574"/>
                </a:lnTo>
                <a:close/>
              </a:path>
              <a:path w="727075" h="80645">
                <a:moveTo>
                  <a:pt x="74293" y="28574"/>
                </a:moveTo>
                <a:lnTo>
                  <a:pt x="38099" y="28574"/>
                </a:lnTo>
                <a:lnTo>
                  <a:pt x="74343" y="28833"/>
                </a:lnTo>
                <a:lnTo>
                  <a:pt x="74293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56"/>
          <p:cNvSpPr/>
          <p:nvPr/>
        </p:nvSpPr>
        <p:spPr>
          <a:xfrm>
            <a:off x="3475482" y="5237210"/>
            <a:ext cx="741680" cy="76200"/>
          </a:xfrm>
          <a:custGeom>
            <a:avLst/>
            <a:gdLst/>
            <a:ahLst/>
            <a:cxnLst/>
            <a:rect l="l" t="t" r="r" b="b"/>
            <a:pathLst>
              <a:path w="741679" h="76200">
                <a:moveTo>
                  <a:pt x="38099" y="0"/>
                </a:moveTo>
                <a:lnTo>
                  <a:pt x="23248" y="2993"/>
                </a:lnTo>
                <a:lnTo>
                  <a:pt x="11140" y="11156"/>
                </a:lnTo>
                <a:lnTo>
                  <a:pt x="2987" y="23266"/>
                </a:lnTo>
                <a:lnTo>
                  <a:pt x="0" y="38099"/>
                </a:lnTo>
                <a:lnTo>
                  <a:pt x="2987" y="52924"/>
                </a:lnTo>
                <a:lnTo>
                  <a:pt x="11140" y="65035"/>
                </a:lnTo>
                <a:lnTo>
                  <a:pt x="23248" y="73203"/>
                </a:lnTo>
                <a:lnTo>
                  <a:pt x="38099" y="76199"/>
                </a:lnTo>
                <a:lnTo>
                  <a:pt x="52951" y="73203"/>
                </a:lnTo>
                <a:lnTo>
                  <a:pt x="65059" y="65035"/>
                </a:lnTo>
                <a:lnTo>
                  <a:pt x="73212" y="52924"/>
                </a:lnTo>
                <a:lnTo>
                  <a:pt x="74280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1" y="28574"/>
                </a:lnTo>
                <a:lnTo>
                  <a:pt x="73212" y="23266"/>
                </a:lnTo>
                <a:lnTo>
                  <a:pt x="65059" y="11156"/>
                </a:lnTo>
                <a:lnTo>
                  <a:pt x="52951" y="2993"/>
                </a:lnTo>
                <a:lnTo>
                  <a:pt x="38099" y="0"/>
                </a:lnTo>
                <a:close/>
              </a:path>
              <a:path w="741679" h="76200">
                <a:moveTo>
                  <a:pt x="664860" y="0"/>
                </a:moveTo>
                <a:lnTo>
                  <a:pt x="664860" y="76199"/>
                </a:lnTo>
                <a:lnTo>
                  <a:pt x="722010" y="47624"/>
                </a:lnTo>
                <a:lnTo>
                  <a:pt x="677549" y="47624"/>
                </a:lnTo>
                <a:lnTo>
                  <a:pt x="677549" y="28574"/>
                </a:lnTo>
                <a:lnTo>
                  <a:pt x="722010" y="28574"/>
                </a:lnTo>
                <a:lnTo>
                  <a:pt x="664860" y="0"/>
                </a:lnTo>
                <a:close/>
              </a:path>
              <a:path w="741679" h="76200">
                <a:moveTo>
                  <a:pt x="74281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0" y="47624"/>
                </a:lnTo>
                <a:lnTo>
                  <a:pt x="76199" y="38099"/>
                </a:lnTo>
                <a:lnTo>
                  <a:pt x="74281" y="28574"/>
                </a:lnTo>
                <a:close/>
              </a:path>
              <a:path w="741679" h="76200">
                <a:moveTo>
                  <a:pt x="664860" y="28574"/>
                </a:moveTo>
                <a:lnTo>
                  <a:pt x="74281" y="28574"/>
                </a:lnTo>
                <a:lnTo>
                  <a:pt x="76199" y="38099"/>
                </a:lnTo>
                <a:lnTo>
                  <a:pt x="74280" y="47624"/>
                </a:lnTo>
                <a:lnTo>
                  <a:pt x="664860" y="47624"/>
                </a:lnTo>
                <a:lnTo>
                  <a:pt x="664860" y="28574"/>
                </a:lnTo>
                <a:close/>
              </a:path>
              <a:path w="741679" h="76200">
                <a:moveTo>
                  <a:pt x="722010" y="28574"/>
                </a:moveTo>
                <a:lnTo>
                  <a:pt x="677549" y="28574"/>
                </a:lnTo>
                <a:lnTo>
                  <a:pt x="677549" y="47624"/>
                </a:lnTo>
                <a:lnTo>
                  <a:pt x="722010" y="47624"/>
                </a:lnTo>
                <a:lnTo>
                  <a:pt x="741060" y="38099"/>
                </a:lnTo>
                <a:lnTo>
                  <a:pt x="722010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57"/>
          <p:cNvSpPr txBox="1"/>
          <p:nvPr/>
        </p:nvSpPr>
        <p:spPr>
          <a:xfrm>
            <a:off x="3459228" y="845524"/>
            <a:ext cx="1217930" cy="72390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800">
              <a:latin typeface="Arial"/>
              <a:cs typeface="Arial"/>
            </a:endParaRPr>
          </a:p>
          <a:p>
            <a:pPr marR="254635" algn="r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8" name="object 58"/>
          <p:cNvSpPr/>
          <p:nvPr/>
        </p:nvSpPr>
        <p:spPr>
          <a:xfrm>
            <a:off x="2561082" y="850580"/>
            <a:ext cx="393649" cy="39364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59"/>
          <p:cNvSpPr/>
          <p:nvPr/>
        </p:nvSpPr>
        <p:spPr>
          <a:xfrm>
            <a:off x="1149653" y="5659330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60"/>
          <p:cNvSpPr/>
          <p:nvPr/>
        </p:nvSpPr>
        <p:spPr>
          <a:xfrm>
            <a:off x="1598163" y="5864562"/>
            <a:ext cx="831850" cy="83185"/>
          </a:xfrm>
          <a:custGeom>
            <a:avLst/>
            <a:gdLst/>
            <a:ahLst/>
            <a:cxnLst/>
            <a:rect l="l" t="t" r="r" b="b"/>
            <a:pathLst>
              <a:path w="831850" h="83185">
                <a:moveTo>
                  <a:pt x="755903" y="6443"/>
                </a:moveTo>
                <a:lnTo>
                  <a:pt x="755618" y="35010"/>
                </a:lnTo>
                <a:lnTo>
                  <a:pt x="768358" y="35125"/>
                </a:lnTo>
                <a:lnTo>
                  <a:pt x="768095" y="54175"/>
                </a:lnTo>
                <a:lnTo>
                  <a:pt x="755426" y="54175"/>
                </a:lnTo>
                <a:lnTo>
                  <a:pt x="755141" y="82643"/>
                </a:lnTo>
                <a:lnTo>
                  <a:pt x="813397" y="54175"/>
                </a:lnTo>
                <a:lnTo>
                  <a:pt x="768095" y="54175"/>
                </a:lnTo>
                <a:lnTo>
                  <a:pt x="813630" y="54061"/>
                </a:lnTo>
                <a:lnTo>
                  <a:pt x="831722" y="45220"/>
                </a:lnTo>
                <a:lnTo>
                  <a:pt x="755903" y="6443"/>
                </a:lnTo>
                <a:close/>
              </a:path>
              <a:path w="831850" h="83185">
                <a:moveTo>
                  <a:pt x="38480" y="0"/>
                </a:moveTo>
                <a:lnTo>
                  <a:pt x="23614" y="2868"/>
                </a:lnTo>
                <a:lnTo>
                  <a:pt x="11436" y="10927"/>
                </a:lnTo>
                <a:lnTo>
                  <a:pt x="3159" y="22961"/>
                </a:lnTo>
                <a:lnTo>
                  <a:pt x="0" y="37755"/>
                </a:lnTo>
                <a:lnTo>
                  <a:pt x="2898" y="52616"/>
                </a:lnTo>
                <a:lnTo>
                  <a:pt x="10973" y="64800"/>
                </a:lnTo>
                <a:lnTo>
                  <a:pt x="23023" y="73073"/>
                </a:lnTo>
                <a:lnTo>
                  <a:pt x="37850" y="76199"/>
                </a:lnTo>
                <a:lnTo>
                  <a:pt x="52665" y="73340"/>
                </a:lnTo>
                <a:lnTo>
                  <a:pt x="64838" y="65284"/>
                </a:lnTo>
                <a:lnTo>
                  <a:pt x="73104" y="53248"/>
                </a:lnTo>
                <a:lnTo>
                  <a:pt x="74212" y="47949"/>
                </a:lnTo>
                <a:lnTo>
                  <a:pt x="38099" y="47624"/>
                </a:lnTo>
                <a:lnTo>
                  <a:pt x="38231" y="28574"/>
                </a:lnTo>
                <a:lnTo>
                  <a:pt x="74328" y="28574"/>
                </a:lnTo>
                <a:lnTo>
                  <a:pt x="73382" y="23586"/>
                </a:lnTo>
                <a:lnTo>
                  <a:pt x="65346" y="11402"/>
                </a:lnTo>
                <a:lnTo>
                  <a:pt x="53307" y="3128"/>
                </a:lnTo>
                <a:lnTo>
                  <a:pt x="38480" y="0"/>
                </a:lnTo>
                <a:close/>
              </a:path>
              <a:path w="831850" h="83185">
                <a:moveTo>
                  <a:pt x="755618" y="35010"/>
                </a:moveTo>
                <a:lnTo>
                  <a:pt x="755427" y="54061"/>
                </a:lnTo>
                <a:lnTo>
                  <a:pt x="768095" y="54175"/>
                </a:lnTo>
                <a:lnTo>
                  <a:pt x="768358" y="35125"/>
                </a:lnTo>
                <a:lnTo>
                  <a:pt x="755618" y="35010"/>
                </a:lnTo>
                <a:close/>
              </a:path>
              <a:path w="831850" h="83185">
                <a:moveTo>
                  <a:pt x="74389" y="28899"/>
                </a:moveTo>
                <a:lnTo>
                  <a:pt x="76199" y="38447"/>
                </a:lnTo>
                <a:lnTo>
                  <a:pt x="74212" y="47949"/>
                </a:lnTo>
                <a:lnTo>
                  <a:pt x="755427" y="54061"/>
                </a:lnTo>
                <a:lnTo>
                  <a:pt x="755618" y="35010"/>
                </a:lnTo>
                <a:lnTo>
                  <a:pt x="74389" y="28899"/>
                </a:lnTo>
                <a:close/>
              </a:path>
              <a:path w="831850" h="83185">
                <a:moveTo>
                  <a:pt x="38231" y="28574"/>
                </a:moveTo>
                <a:lnTo>
                  <a:pt x="38099" y="47624"/>
                </a:lnTo>
                <a:lnTo>
                  <a:pt x="74212" y="47949"/>
                </a:lnTo>
                <a:lnTo>
                  <a:pt x="76199" y="38447"/>
                </a:lnTo>
                <a:lnTo>
                  <a:pt x="74389" y="28899"/>
                </a:lnTo>
                <a:lnTo>
                  <a:pt x="38231" y="28574"/>
                </a:lnTo>
                <a:close/>
              </a:path>
              <a:path w="831850" h="83185">
                <a:moveTo>
                  <a:pt x="74328" y="28574"/>
                </a:moveTo>
                <a:lnTo>
                  <a:pt x="38231" y="28574"/>
                </a:lnTo>
                <a:lnTo>
                  <a:pt x="74389" y="28899"/>
                </a:lnTo>
                <a:lnTo>
                  <a:pt x="74328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61"/>
          <p:cNvSpPr/>
          <p:nvPr/>
        </p:nvSpPr>
        <p:spPr>
          <a:xfrm>
            <a:off x="3475482" y="5871682"/>
            <a:ext cx="741680" cy="76200"/>
          </a:xfrm>
          <a:custGeom>
            <a:avLst/>
            <a:gdLst/>
            <a:ahLst/>
            <a:cxnLst/>
            <a:rect l="l" t="t" r="r" b="b"/>
            <a:pathLst>
              <a:path w="741679" h="76200">
                <a:moveTo>
                  <a:pt x="38099" y="0"/>
                </a:moveTo>
                <a:lnTo>
                  <a:pt x="23248" y="2994"/>
                </a:lnTo>
                <a:lnTo>
                  <a:pt x="11140" y="11161"/>
                </a:lnTo>
                <a:lnTo>
                  <a:pt x="2987" y="23271"/>
                </a:lnTo>
                <a:lnTo>
                  <a:pt x="0" y="38099"/>
                </a:lnTo>
                <a:lnTo>
                  <a:pt x="2987" y="52929"/>
                </a:lnTo>
                <a:lnTo>
                  <a:pt x="11140" y="65040"/>
                </a:lnTo>
                <a:lnTo>
                  <a:pt x="23248" y="73205"/>
                </a:lnTo>
                <a:lnTo>
                  <a:pt x="38099" y="76199"/>
                </a:lnTo>
                <a:lnTo>
                  <a:pt x="52951" y="73205"/>
                </a:lnTo>
                <a:lnTo>
                  <a:pt x="65059" y="65040"/>
                </a:lnTo>
                <a:lnTo>
                  <a:pt x="73212" y="52929"/>
                </a:lnTo>
                <a:lnTo>
                  <a:pt x="74281" y="47624"/>
                </a:lnTo>
                <a:lnTo>
                  <a:pt x="38099" y="47624"/>
                </a:lnTo>
                <a:lnTo>
                  <a:pt x="38099" y="28574"/>
                </a:lnTo>
                <a:lnTo>
                  <a:pt x="74281" y="28574"/>
                </a:lnTo>
                <a:lnTo>
                  <a:pt x="73212" y="23271"/>
                </a:lnTo>
                <a:lnTo>
                  <a:pt x="65059" y="11161"/>
                </a:lnTo>
                <a:lnTo>
                  <a:pt x="52951" y="2994"/>
                </a:lnTo>
                <a:lnTo>
                  <a:pt x="38099" y="0"/>
                </a:lnTo>
                <a:close/>
              </a:path>
              <a:path w="741679" h="76200">
                <a:moveTo>
                  <a:pt x="664860" y="0"/>
                </a:moveTo>
                <a:lnTo>
                  <a:pt x="664860" y="76199"/>
                </a:lnTo>
                <a:lnTo>
                  <a:pt x="722010" y="47624"/>
                </a:lnTo>
                <a:lnTo>
                  <a:pt x="677549" y="47624"/>
                </a:lnTo>
                <a:lnTo>
                  <a:pt x="677549" y="28574"/>
                </a:lnTo>
                <a:lnTo>
                  <a:pt x="722010" y="28574"/>
                </a:lnTo>
                <a:lnTo>
                  <a:pt x="664860" y="0"/>
                </a:lnTo>
                <a:close/>
              </a:path>
              <a:path w="741679" h="76200">
                <a:moveTo>
                  <a:pt x="74281" y="28574"/>
                </a:moveTo>
                <a:lnTo>
                  <a:pt x="38099" y="28574"/>
                </a:lnTo>
                <a:lnTo>
                  <a:pt x="38099" y="47624"/>
                </a:lnTo>
                <a:lnTo>
                  <a:pt x="74281" y="47624"/>
                </a:lnTo>
                <a:lnTo>
                  <a:pt x="76199" y="38099"/>
                </a:lnTo>
                <a:lnTo>
                  <a:pt x="74281" y="28574"/>
                </a:lnTo>
                <a:close/>
              </a:path>
              <a:path w="741679" h="76200">
                <a:moveTo>
                  <a:pt x="664860" y="28574"/>
                </a:moveTo>
                <a:lnTo>
                  <a:pt x="74281" y="28574"/>
                </a:lnTo>
                <a:lnTo>
                  <a:pt x="76199" y="38099"/>
                </a:lnTo>
                <a:lnTo>
                  <a:pt x="74281" y="47624"/>
                </a:lnTo>
                <a:lnTo>
                  <a:pt x="664860" y="47624"/>
                </a:lnTo>
                <a:lnTo>
                  <a:pt x="664860" y="28574"/>
                </a:lnTo>
                <a:close/>
              </a:path>
              <a:path w="741679" h="76200">
                <a:moveTo>
                  <a:pt x="722010" y="28574"/>
                </a:moveTo>
                <a:lnTo>
                  <a:pt x="677549" y="28574"/>
                </a:lnTo>
                <a:lnTo>
                  <a:pt x="677549" y="47624"/>
                </a:lnTo>
                <a:lnTo>
                  <a:pt x="722010" y="47624"/>
                </a:lnTo>
                <a:lnTo>
                  <a:pt x="741060" y="38099"/>
                </a:lnTo>
                <a:lnTo>
                  <a:pt x="722010" y="285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86"/>
          <p:cNvSpPr txBox="1"/>
          <p:nvPr/>
        </p:nvSpPr>
        <p:spPr>
          <a:xfrm>
            <a:off x="2454022" y="5778872"/>
            <a:ext cx="826769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8</a:t>
            </a:r>
            <a:r>
              <a:rPr sz="1800" spc="-9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7F7F7F"/>
                </a:solidFill>
                <a:latin typeface="Arial"/>
                <a:cs typeface="Arial"/>
              </a:rPr>
              <a:t>words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3" name="object 87"/>
          <p:cNvSpPr txBox="1"/>
          <p:nvPr/>
        </p:nvSpPr>
        <p:spPr>
          <a:xfrm>
            <a:off x="4265330" y="5778872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69" name="object 3"/>
          <p:cNvSpPr/>
          <p:nvPr/>
        </p:nvSpPr>
        <p:spPr>
          <a:xfrm>
            <a:off x="6706483" y="1825070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4"/>
          <p:cNvSpPr/>
          <p:nvPr/>
        </p:nvSpPr>
        <p:spPr>
          <a:xfrm>
            <a:off x="6700133" y="1825070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"/>
          <p:cNvSpPr/>
          <p:nvPr/>
        </p:nvSpPr>
        <p:spPr>
          <a:xfrm>
            <a:off x="6706483" y="5636161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"/>
          <p:cNvSpPr/>
          <p:nvPr/>
        </p:nvSpPr>
        <p:spPr>
          <a:xfrm>
            <a:off x="6700133" y="5636161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"/>
          <p:cNvSpPr/>
          <p:nvPr/>
        </p:nvSpPr>
        <p:spPr>
          <a:xfrm>
            <a:off x="6706483" y="3708856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8"/>
          <p:cNvSpPr/>
          <p:nvPr/>
        </p:nvSpPr>
        <p:spPr>
          <a:xfrm>
            <a:off x="6700133" y="3708856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9"/>
          <p:cNvSpPr txBox="1"/>
          <p:nvPr/>
        </p:nvSpPr>
        <p:spPr>
          <a:xfrm>
            <a:off x="6453764" y="166629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10"/>
          <p:cNvSpPr txBox="1"/>
          <p:nvPr/>
        </p:nvSpPr>
        <p:spPr>
          <a:xfrm>
            <a:off x="6298947" y="3566728"/>
            <a:ext cx="343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800" spc="1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11"/>
          <p:cNvSpPr txBox="1"/>
          <p:nvPr/>
        </p:nvSpPr>
        <p:spPr>
          <a:xfrm>
            <a:off x="6457312" y="5430201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8" name="object 12"/>
          <p:cNvSpPr txBox="1"/>
          <p:nvPr/>
        </p:nvSpPr>
        <p:spPr>
          <a:xfrm>
            <a:off x="5568700" y="2382198"/>
            <a:ext cx="79502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800" spc="-1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if</a:t>
            </a:r>
            <a:endParaRPr sz="1800">
              <a:latin typeface="Arial"/>
              <a:cs typeface="Arial"/>
            </a:endParaRPr>
          </a:p>
          <a:p>
            <a:pPr marL="15875" algn="ct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&gt;=</a:t>
            </a:r>
            <a:r>
              <a:rPr sz="1800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13"/>
          <p:cNvSpPr txBox="1"/>
          <p:nvPr/>
        </p:nvSpPr>
        <p:spPr>
          <a:xfrm>
            <a:off x="5499358" y="4349438"/>
            <a:ext cx="117602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Arial"/>
                <a:cs typeface="Arial"/>
              </a:rPr>
              <a:t>Not </a:t>
            </a:r>
            <a:r>
              <a:rPr sz="1800" spc="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800" spc="-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if</a:t>
            </a:r>
            <a:endParaRPr sz="1800">
              <a:latin typeface="Arial"/>
              <a:cs typeface="Arial"/>
            </a:endParaRPr>
          </a:p>
          <a:p>
            <a:pPr marL="82550" algn="ct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&lt;</a:t>
            </a:r>
            <a:r>
              <a:rPr sz="1800" spc="-1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14"/>
          <p:cNvSpPr/>
          <p:nvPr/>
        </p:nvSpPr>
        <p:spPr>
          <a:xfrm>
            <a:off x="11561429" y="5895164"/>
            <a:ext cx="396124" cy="3961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18"/>
          <p:cNvSpPr/>
          <p:nvPr/>
        </p:nvSpPr>
        <p:spPr>
          <a:xfrm>
            <a:off x="6805177" y="1580144"/>
            <a:ext cx="114300" cy="4593590"/>
          </a:xfrm>
          <a:custGeom>
            <a:avLst/>
            <a:gdLst/>
            <a:ahLst/>
            <a:cxnLst/>
            <a:rect l="l" t="t" r="r" b="b"/>
            <a:pathLst>
              <a:path w="114300" h="4593590">
                <a:moveTo>
                  <a:pt x="76199" y="95249"/>
                </a:moveTo>
                <a:lnTo>
                  <a:pt x="38099" y="95249"/>
                </a:lnTo>
                <a:lnTo>
                  <a:pt x="38099" y="4593518"/>
                </a:lnTo>
                <a:lnTo>
                  <a:pt x="76199" y="4593518"/>
                </a:lnTo>
                <a:lnTo>
                  <a:pt x="76199" y="95249"/>
                </a:lnTo>
                <a:close/>
              </a:path>
              <a:path w="114300" h="459359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9"/>
                </a:lnTo>
                <a:lnTo>
                  <a:pt x="104774" y="95249"/>
                </a:lnTo>
                <a:lnTo>
                  <a:pt x="57149" y="0"/>
                </a:lnTo>
                <a:close/>
              </a:path>
              <a:path w="114300" h="4593590">
                <a:moveTo>
                  <a:pt x="104774" y="95249"/>
                </a:moveTo>
                <a:lnTo>
                  <a:pt x="76199" y="95249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62"/>
          <p:cNvSpPr txBox="1"/>
          <p:nvPr/>
        </p:nvSpPr>
        <p:spPr>
          <a:xfrm>
            <a:off x="5565779" y="1254438"/>
            <a:ext cx="1217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77"/>
          <p:cNvSpPr/>
          <p:nvPr/>
        </p:nvSpPr>
        <p:spPr>
          <a:xfrm>
            <a:off x="7093092" y="5434163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78"/>
          <p:cNvSpPr/>
          <p:nvPr/>
        </p:nvSpPr>
        <p:spPr>
          <a:xfrm>
            <a:off x="7629783" y="5433581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79"/>
          <p:cNvSpPr/>
          <p:nvPr/>
        </p:nvSpPr>
        <p:spPr>
          <a:xfrm>
            <a:off x="8177906" y="5441390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0"/>
          <p:cNvSpPr/>
          <p:nvPr/>
        </p:nvSpPr>
        <p:spPr>
          <a:xfrm>
            <a:off x="10197968" y="1782814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1"/>
          <p:cNvSpPr/>
          <p:nvPr/>
        </p:nvSpPr>
        <p:spPr>
          <a:xfrm>
            <a:off x="10734659" y="1782174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2"/>
          <p:cNvSpPr/>
          <p:nvPr/>
        </p:nvSpPr>
        <p:spPr>
          <a:xfrm>
            <a:off x="9655423" y="1776596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3"/>
          <p:cNvSpPr/>
          <p:nvPr/>
        </p:nvSpPr>
        <p:spPr>
          <a:xfrm>
            <a:off x="7939795" y="1789307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84"/>
          <p:cNvSpPr/>
          <p:nvPr/>
        </p:nvSpPr>
        <p:spPr>
          <a:xfrm>
            <a:off x="10607923" y="5447626"/>
            <a:ext cx="486665" cy="4866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"/>
          <p:cNvSpPr/>
          <p:nvPr/>
        </p:nvSpPr>
        <p:spPr>
          <a:xfrm>
            <a:off x="6862327" y="6086962"/>
            <a:ext cx="5233670" cy="114300"/>
          </a:xfrm>
          <a:custGeom>
            <a:avLst/>
            <a:gdLst/>
            <a:ahLst/>
            <a:cxnLst/>
            <a:rect l="l" t="t" r="r" b="b"/>
            <a:pathLst>
              <a:path w="5233670" h="114300">
                <a:moveTo>
                  <a:pt x="5119115" y="0"/>
                </a:moveTo>
                <a:lnTo>
                  <a:pt x="5119115" y="114299"/>
                </a:lnTo>
                <a:lnTo>
                  <a:pt x="5195315" y="76199"/>
                </a:lnTo>
                <a:lnTo>
                  <a:pt x="5138165" y="76199"/>
                </a:lnTo>
                <a:lnTo>
                  <a:pt x="5138165" y="38099"/>
                </a:lnTo>
                <a:lnTo>
                  <a:pt x="5195315" y="38099"/>
                </a:lnTo>
                <a:lnTo>
                  <a:pt x="5119115" y="0"/>
                </a:lnTo>
                <a:close/>
              </a:path>
              <a:path w="5233670" h="114300">
                <a:moveTo>
                  <a:pt x="511911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119115" y="76199"/>
                </a:lnTo>
                <a:lnTo>
                  <a:pt x="5119115" y="38099"/>
                </a:lnTo>
                <a:close/>
              </a:path>
              <a:path w="5233670" h="114300">
                <a:moveTo>
                  <a:pt x="5195315" y="38099"/>
                </a:moveTo>
                <a:lnTo>
                  <a:pt x="5138165" y="38099"/>
                </a:lnTo>
                <a:lnTo>
                  <a:pt x="5138165" y="76199"/>
                </a:lnTo>
                <a:lnTo>
                  <a:pt x="5195315" y="76199"/>
                </a:lnTo>
                <a:lnTo>
                  <a:pt x="5233415" y="57149"/>
                </a:lnTo>
                <a:lnTo>
                  <a:pt x="5195315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13"/>
          <p:cNvSpPr/>
          <p:nvPr/>
        </p:nvSpPr>
        <p:spPr>
          <a:xfrm>
            <a:off x="9101449" y="5386209"/>
            <a:ext cx="486665" cy="4866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80"/>
          <p:cNvSpPr/>
          <p:nvPr/>
        </p:nvSpPr>
        <p:spPr>
          <a:xfrm>
            <a:off x="8992361" y="1788666"/>
            <a:ext cx="486665" cy="4866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15"/>
          <p:cNvSpPr/>
          <p:nvPr/>
        </p:nvSpPr>
        <p:spPr>
          <a:xfrm>
            <a:off x="9696735" y="5982375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02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654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0"/>
          <p:cNvSpPr/>
          <p:nvPr/>
        </p:nvSpPr>
        <p:spPr>
          <a:xfrm>
            <a:off x="221672" y="127875"/>
            <a:ext cx="11748655" cy="695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/>
          <p:cNvSpPr/>
          <p:nvPr/>
        </p:nvSpPr>
        <p:spPr>
          <a:xfrm>
            <a:off x="221672" y="110832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/>
          <p:cNvSpPr/>
          <p:nvPr/>
        </p:nvSpPr>
        <p:spPr>
          <a:xfrm>
            <a:off x="1600888" y="126371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/>
          <p:cNvSpPr txBox="1">
            <a:spLocks noGrp="1"/>
          </p:cNvSpPr>
          <p:nvPr>
            <p:ph type="title"/>
          </p:nvPr>
        </p:nvSpPr>
        <p:spPr>
          <a:xfrm>
            <a:off x="1636510" y="100865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32843" y="189060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41989" y="221617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66171" y="139443"/>
            <a:ext cx="2056015" cy="4459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76528" y="187055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67265" y="221617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83424" y="138228"/>
            <a:ext cx="2000943" cy="4280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956162" y="154974"/>
            <a:ext cx="1909156" cy="4875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73250" y="187055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359198" y="189361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51129" y="159345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51129" y="161651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95" name="object 2"/>
          <p:cNvSpPr/>
          <p:nvPr/>
        </p:nvSpPr>
        <p:spPr>
          <a:xfrm>
            <a:off x="390525" y="4190130"/>
            <a:ext cx="4819650" cy="15906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3"/>
          <p:cNvSpPr/>
          <p:nvPr/>
        </p:nvSpPr>
        <p:spPr>
          <a:xfrm>
            <a:off x="481132" y="4280427"/>
            <a:ext cx="4639945" cy="1405890"/>
          </a:xfrm>
          <a:custGeom>
            <a:avLst/>
            <a:gdLst/>
            <a:ahLst/>
            <a:cxnLst/>
            <a:rect l="l" t="t" r="r" b="b"/>
            <a:pathLst>
              <a:path w="4639945" h="1405889">
                <a:moveTo>
                  <a:pt x="4405329" y="0"/>
                </a:moveTo>
                <a:lnTo>
                  <a:pt x="234302" y="0"/>
                </a:lnTo>
                <a:lnTo>
                  <a:pt x="187080" y="4760"/>
                </a:lnTo>
                <a:lnTo>
                  <a:pt x="143098" y="18413"/>
                </a:lnTo>
                <a:lnTo>
                  <a:pt x="103298" y="40017"/>
                </a:lnTo>
                <a:lnTo>
                  <a:pt x="68623" y="68629"/>
                </a:lnTo>
                <a:lnTo>
                  <a:pt x="40013" y="103307"/>
                </a:lnTo>
                <a:lnTo>
                  <a:pt x="18411" y="143108"/>
                </a:lnTo>
                <a:lnTo>
                  <a:pt x="4759" y="187092"/>
                </a:lnTo>
                <a:lnTo>
                  <a:pt x="0" y="234314"/>
                </a:lnTo>
                <a:lnTo>
                  <a:pt x="0" y="1171443"/>
                </a:lnTo>
                <a:lnTo>
                  <a:pt x="4759" y="1218682"/>
                </a:lnTo>
                <a:lnTo>
                  <a:pt x="18411" y="1262678"/>
                </a:lnTo>
                <a:lnTo>
                  <a:pt x="40013" y="1302488"/>
                </a:lnTo>
                <a:lnTo>
                  <a:pt x="68623" y="1337172"/>
                </a:lnTo>
                <a:lnTo>
                  <a:pt x="103298" y="1365787"/>
                </a:lnTo>
                <a:lnTo>
                  <a:pt x="143098" y="1387393"/>
                </a:lnTo>
                <a:lnTo>
                  <a:pt x="187080" y="1401047"/>
                </a:lnTo>
                <a:lnTo>
                  <a:pt x="234302" y="1405807"/>
                </a:lnTo>
                <a:lnTo>
                  <a:pt x="4405329" y="1405807"/>
                </a:lnTo>
                <a:lnTo>
                  <a:pt x="4452553" y="1401047"/>
                </a:lnTo>
                <a:lnTo>
                  <a:pt x="4496536" y="1387393"/>
                </a:lnTo>
                <a:lnTo>
                  <a:pt x="4536336" y="1365787"/>
                </a:lnTo>
                <a:lnTo>
                  <a:pt x="4571010" y="1337172"/>
                </a:lnTo>
                <a:lnTo>
                  <a:pt x="4599618" y="1302488"/>
                </a:lnTo>
                <a:lnTo>
                  <a:pt x="4621219" y="1262678"/>
                </a:lnTo>
                <a:lnTo>
                  <a:pt x="4634869" y="1218682"/>
                </a:lnTo>
                <a:lnTo>
                  <a:pt x="4639628" y="1171443"/>
                </a:lnTo>
                <a:lnTo>
                  <a:pt x="4639628" y="234314"/>
                </a:lnTo>
                <a:lnTo>
                  <a:pt x="4634869" y="187092"/>
                </a:lnTo>
                <a:lnTo>
                  <a:pt x="4621219" y="143108"/>
                </a:lnTo>
                <a:lnTo>
                  <a:pt x="4599618" y="103307"/>
                </a:lnTo>
                <a:lnTo>
                  <a:pt x="4571010" y="68629"/>
                </a:lnTo>
                <a:lnTo>
                  <a:pt x="4536336" y="40017"/>
                </a:lnTo>
                <a:lnTo>
                  <a:pt x="4496536" y="18413"/>
                </a:lnTo>
                <a:lnTo>
                  <a:pt x="4452553" y="4760"/>
                </a:lnTo>
                <a:lnTo>
                  <a:pt x="44053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4"/>
          <p:cNvSpPr/>
          <p:nvPr/>
        </p:nvSpPr>
        <p:spPr>
          <a:xfrm>
            <a:off x="481132" y="4280427"/>
            <a:ext cx="4639945" cy="1405890"/>
          </a:xfrm>
          <a:custGeom>
            <a:avLst/>
            <a:gdLst/>
            <a:ahLst/>
            <a:cxnLst/>
            <a:rect l="l" t="t" r="r" b="b"/>
            <a:pathLst>
              <a:path w="4639945" h="1405889">
                <a:moveTo>
                  <a:pt x="0" y="234314"/>
                </a:moveTo>
                <a:lnTo>
                  <a:pt x="4759" y="187092"/>
                </a:lnTo>
                <a:lnTo>
                  <a:pt x="18411" y="143108"/>
                </a:lnTo>
                <a:lnTo>
                  <a:pt x="40013" y="103307"/>
                </a:lnTo>
                <a:lnTo>
                  <a:pt x="68623" y="68629"/>
                </a:lnTo>
                <a:lnTo>
                  <a:pt x="103298" y="40017"/>
                </a:lnTo>
                <a:lnTo>
                  <a:pt x="143098" y="18413"/>
                </a:lnTo>
                <a:lnTo>
                  <a:pt x="187080" y="4760"/>
                </a:lnTo>
                <a:lnTo>
                  <a:pt x="234302" y="0"/>
                </a:lnTo>
                <a:lnTo>
                  <a:pt x="4405329" y="0"/>
                </a:lnTo>
                <a:lnTo>
                  <a:pt x="4452553" y="4760"/>
                </a:lnTo>
                <a:lnTo>
                  <a:pt x="4496536" y="18413"/>
                </a:lnTo>
                <a:lnTo>
                  <a:pt x="4536336" y="40017"/>
                </a:lnTo>
                <a:lnTo>
                  <a:pt x="4571010" y="68629"/>
                </a:lnTo>
                <a:lnTo>
                  <a:pt x="4599618" y="103307"/>
                </a:lnTo>
                <a:lnTo>
                  <a:pt x="4621219" y="143108"/>
                </a:lnTo>
                <a:lnTo>
                  <a:pt x="4634869" y="187092"/>
                </a:lnTo>
                <a:lnTo>
                  <a:pt x="4639628" y="234314"/>
                </a:lnTo>
                <a:lnTo>
                  <a:pt x="4639628" y="1171443"/>
                </a:lnTo>
                <a:lnTo>
                  <a:pt x="4634869" y="1218682"/>
                </a:lnTo>
                <a:lnTo>
                  <a:pt x="4621219" y="1262678"/>
                </a:lnTo>
                <a:lnTo>
                  <a:pt x="4599618" y="1302488"/>
                </a:lnTo>
                <a:lnTo>
                  <a:pt x="4571010" y="1337172"/>
                </a:lnTo>
                <a:lnTo>
                  <a:pt x="4536336" y="1365787"/>
                </a:lnTo>
                <a:lnTo>
                  <a:pt x="4496536" y="1387393"/>
                </a:lnTo>
                <a:lnTo>
                  <a:pt x="4452553" y="1401047"/>
                </a:lnTo>
                <a:lnTo>
                  <a:pt x="4405329" y="1405807"/>
                </a:lnTo>
                <a:lnTo>
                  <a:pt x="234302" y="1405807"/>
                </a:lnTo>
                <a:lnTo>
                  <a:pt x="187080" y="1401047"/>
                </a:lnTo>
                <a:lnTo>
                  <a:pt x="143098" y="1387393"/>
                </a:lnTo>
                <a:lnTo>
                  <a:pt x="103298" y="1365787"/>
                </a:lnTo>
                <a:lnTo>
                  <a:pt x="68623" y="1337172"/>
                </a:lnTo>
                <a:lnTo>
                  <a:pt x="40013" y="1302488"/>
                </a:lnTo>
                <a:lnTo>
                  <a:pt x="18411" y="1262678"/>
                </a:lnTo>
                <a:lnTo>
                  <a:pt x="4759" y="1218682"/>
                </a:lnTo>
                <a:lnTo>
                  <a:pt x="0" y="1171443"/>
                </a:lnTo>
                <a:lnTo>
                  <a:pt x="0" y="234314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5"/>
          <p:cNvSpPr/>
          <p:nvPr/>
        </p:nvSpPr>
        <p:spPr>
          <a:xfrm>
            <a:off x="381000" y="1542180"/>
            <a:ext cx="4819650" cy="27051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6"/>
          <p:cNvSpPr/>
          <p:nvPr/>
        </p:nvSpPr>
        <p:spPr>
          <a:xfrm>
            <a:off x="469559" y="1630953"/>
            <a:ext cx="4639945" cy="2520950"/>
          </a:xfrm>
          <a:custGeom>
            <a:avLst/>
            <a:gdLst/>
            <a:ahLst/>
            <a:cxnLst/>
            <a:rect l="l" t="t" r="r" b="b"/>
            <a:pathLst>
              <a:path w="4639945" h="2520950">
                <a:moveTo>
                  <a:pt x="4219544" y="0"/>
                </a:moveTo>
                <a:lnTo>
                  <a:pt x="420075" y="0"/>
                </a:lnTo>
                <a:lnTo>
                  <a:pt x="371085" y="2826"/>
                </a:lnTo>
                <a:lnTo>
                  <a:pt x="323754" y="11095"/>
                </a:lnTo>
                <a:lnTo>
                  <a:pt x="278399" y="24492"/>
                </a:lnTo>
                <a:lnTo>
                  <a:pt x="235335" y="42700"/>
                </a:lnTo>
                <a:lnTo>
                  <a:pt x="194876" y="65406"/>
                </a:lnTo>
                <a:lnTo>
                  <a:pt x="157338" y="92293"/>
                </a:lnTo>
                <a:lnTo>
                  <a:pt x="123035" y="123047"/>
                </a:lnTo>
                <a:lnTo>
                  <a:pt x="92284" y="157352"/>
                </a:lnTo>
                <a:lnTo>
                  <a:pt x="65399" y="194893"/>
                </a:lnTo>
                <a:lnTo>
                  <a:pt x="42696" y="235355"/>
                </a:lnTo>
                <a:lnTo>
                  <a:pt x="24489" y="278423"/>
                </a:lnTo>
                <a:lnTo>
                  <a:pt x="11094" y="323780"/>
                </a:lnTo>
                <a:lnTo>
                  <a:pt x="2826" y="371113"/>
                </a:lnTo>
                <a:lnTo>
                  <a:pt x="0" y="420105"/>
                </a:lnTo>
                <a:lnTo>
                  <a:pt x="0" y="2100321"/>
                </a:lnTo>
                <a:lnTo>
                  <a:pt x="2826" y="2149317"/>
                </a:lnTo>
                <a:lnTo>
                  <a:pt x="11094" y="2196652"/>
                </a:lnTo>
                <a:lnTo>
                  <a:pt x="24489" y="2242012"/>
                </a:lnTo>
                <a:lnTo>
                  <a:pt x="42696" y="2285082"/>
                </a:lnTo>
                <a:lnTo>
                  <a:pt x="65399" y="2325545"/>
                </a:lnTo>
                <a:lnTo>
                  <a:pt x="92284" y="2363088"/>
                </a:lnTo>
                <a:lnTo>
                  <a:pt x="123035" y="2397394"/>
                </a:lnTo>
                <a:lnTo>
                  <a:pt x="157338" y="2428149"/>
                </a:lnTo>
                <a:lnTo>
                  <a:pt x="194876" y="2455037"/>
                </a:lnTo>
                <a:lnTo>
                  <a:pt x="235335" y="2477744"/>
                </a:lnTo>
                <a:lnTo>
                  <a:pt x="278399" y="2495953"/>
                </a:lnTo>
                <a:lnTo>
                  <a:pt x="323754" y="2509350"/>
                </a:lnTo>
                <a:lnTo>
                  <a:pt x="371085" y="2517619"/>
                </a:lnTo>
                <a:lnTo>
                  <a:pt x="420075" y="2520446"/>
                </a:lnTo>
                <a:lnTo>
                  <a:pt x="4219544" y="2520446"/>
                </a:lnTo>
                <a:lnTo>
                  <a:pt x="4268536" y="2517619"/>
                </a:lnTo>
                <a:lnTo>
                  <a:pt x="4315869" y="2509350"/>
                </a:lnTo>
                <a:lnTo>
                  <a:pt x="4361227" y="2495953"/>
                </a:lnTo>
                <a:lnTo>
                  <a:pt x="4404294" y="2477744"/>
                </a:lnTo>
                <a:lnTo>
                  <a:pt x="4444756" y="2455037"/>
                </a:lnTo>
                <a:lnTo>
                  <a:pt x="4482297" y="2428149"/>
                </a:lnTo>
                <a:lnTo>
                  <a:pt x="4516602" y="2397394"/>
                </a:lnTo>
                <a:lnTo>
                  <a:pt x="4547356" y="2363088"/>
                </a:lnTo>
                <a:lnTo>
                  <a:pt x="4574243" y="2325545"/>
                </a:lnTo>
                <a:lnTo>
                  <a:pt x="4596949" y="2285082"/>
                </a:lnTo>
                <a:lnTo>
                  <a:pt x="4615158" y="2242012"/>
                </a:lnTo>
                <a:lnTo>
                  <a:pt x="4628554" y="2196652"/>
                </a:lnTo>
                <a:lnTo>
                  <a:pt x="4636823" y="2149317"/>
                </a:lnTo>
                <a:lnTo>
                  <a:pt x="4639650" y="2100321"/>
                </a:lnTo>
                <a:lnTo>
                  <a:pt x="4639650" y="420105"/>
                </a:lnTo>
                <a:lnTo>
                  <a:pt x="4636823" y="371113"/>
                </a:lnTo>
                <a:lnTo>
                  <a:pt x="4628554" y="323780"/>
                </a:lnTo>
                <a:lnTo>
                  <a:pt x="4615158" y="278423"/>
                </a:lnTo>
                <a:lnTo>
                  <a:pt x="4596949" y="235355"/>
                </a:lnTo>
                <a:lnTo>
                  <a:pt x="4574243" y="194893"/>
                </a:lnTo>
                <a:lnTo>
                  <a:pt x="4547356" y="157352"/>
                </a:lnTo>
                <a:lnTo>
                  <a:pt x="4516602" y="123047"/>
                </a:lnTo>
                <a:lnTo>
                  <a:pt x="4482297" y="92293"/>
                </a:lnTo>
                <a:lnTo>
                  <a:pt x="4444756" y="65406"/>
                </a:lnTo>
                <a:lnTo>
                  <a:pt x="4404294" y="42700"/>
                </a:lnTo>
                <a:lnTo>
                  <a:pt x="4361227" y="24492"/>
                </a:lnTo>
                <a:lnTo>
                  <a:pt x="4315869" y="11095"/>
                </a:lnTo>
                <a:lnTo>
                  <a:pt x="4268536" y="2826"/>
                </a:lnTo>
                <a:lnTo>
                  <a:pt x="42195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7"/>
          <p:cNvSpPr/>
          <p:nvPr/>
        </p:nvSpPr>
        <p:spPr>
          <a:xfrm>
            <a:off x="469559" y="1630953"/>
            <a:ext cx="4639945" cy="2520950"/>
          </a:xfrm>
          <a:custGeom>
            <a:avLst/>
            <a:gdLst/>
            <a:ahLst/>
            <a:cxnLst/>
            <a:rect l="l" t="t" r="r" b="b"/>
            <a:pathLst>
              <a:path w="4639945" h="2520950">
                <a:moveTo>
                  <a:pt x="0" y="420105"/>
                </a:moveTo>
                <a:lnTo>
                  <a:pt x="2826" y="371113"/>
                </a:lnTo>
                <a:lnTo>
                  <a:pt x="11094" y="323780"/>
                </a:lnTo>
                <a:lnTo>
                  <a:pt x="24489" y="278423"/>
                </a:lnTo>
                <a:lnTo>
                  <a:pt x="42696" y="235355"/>
                </a:lnTo>
                <a:lnTo>
                  <a:pt x="65399" y="194893"/>
                </a:lnTo>
                <a:lnTo>
                  <a:pt x="92284" y="157352"/>
                </a:lnTo>
                <a:lnTo>
                  <a:pt x="123035" y="123047"/>
                </a:lnTo>
                <a:lnTo>
                  <a:pt x="157338" y="92293"/>
                </a:lnTo>
                <a:lnTo>
                  <a:pt x="194876" y="65406"/>
                </a:lnTo>
                <a:lnTo>
                  <a:pt x="235335" y="42700"/>
                </a:lnTo>
                <a:lnTo>
                  <a:pt x="278399" y="24492"/>
                </a:lnTo>
                <a:lnTo>
                  <a:pt x="323754" y="11095"/>
                </a:lnTo>
                <a:lnTo>
                  <a:pt x="371085" y="2826"/>
                </a:lnTo>
                <a:lnTo>
                  <a:pt x="420075" y="0"/>
                </a:lnTo>
                <a:lnTo>
                  <a:pt x="4219544" y="0"/>
                </a:lnTo>
                <a:lnTo>
                  <a:pt x="4268536" y="2826"/>
                </a:lnTo>
                <a:lnTo>
                  <a:pt x="4315869" y="11095"/>
                </a:lnTo>
                <a:lnTo>
                  <a:pt x="4361227" y="24492"/>
                </a:lnTo>
                <a:lnTo>
                  <a:pt x="4404294" y="42700"/>
                </a:lnTo>
                <a:lnTo>
                  <a:pt x="4444756" y="65406"/>
                </a:lnTo>
                <a:lnTo>
                  <a:pt x="4482297" y="92293"/>
                </a:lnTo>
                <a:lnTo>
                  <a:pt x="4516602" y="123047"/>
                </a:lnTo>
                <a:lnTo>
                  <a:pt x="4547356" y="157352"/>
                </a:lnTo>
                <a:lnTo>
                  <a:pt x="4574243" y="194893"/>
                </a:lnTo>
                <a:lnTo>
                  <a:pt x="4596949" y="235355"/>
                </a:lnTo>
                <a:lnTo>
                  <a:pt x="4615158" y="278423"/>
                </a:lnTo>
                <a:lnTo>
                  <a:pt x="4628554" y="323780"/>
                </a:lnTo>
                <a:lnTo>
                  <a:pt x="4636823" y="371113"/>
                </a:lnTo>
                <a:lnTo>
                  <a:pt x="4639650" y="420105"/>
                </a:lnTo>
                <a:lnTo>
                  <a:pt x="4639650" y="2100321"/>
                </a:lnTo>
                <a:lnTo>
                  <a:pt x="4636823" y="2149317"/>
                </a:lnTo>
                <a:lnTo>
                  <a:pt x="4628554" y="2196652"/>
                </a:lnTo>
                <a:lnTo>
                  <a:pt x="4615158" y="2242012"/>
                </a:lnTo>
                <a:lnTo>
                  <a:pt x="4596949" y="2285082"/>
                </a:lnTo>
                <a:lnTo>
                  <a:pt x="4574243" y="2325545"/>
                </a:lnTo>
                <a:lnTo>
                  <a:pt x="4547356" y="2363088"/>
                </a:lnTo>
                <a:lnTo>
                  <a:pt x="4516602" y="2397394"/>
                </a:lnTo>
                <a:lnTo>
                  <a:pt x="4482297" y="2428149"/>
                </a:lnTo>
                <a:lnTo>
                  <a:pt x="4444756" y="2455037"/>
                </a:lnTo>
                <a:lnTo>
                  <a:pt x="4404294" y="2477744"/>
                </a:lnTo>
                <a:lnTo>
                  <a:pt x="4361227" y="2495953"/>
                </a:lnTo>
                <a:lnTo>
                  <a:pt x="4315869" y="2509350"/>
                </a:lnTo>
                <a:lnTo>
                  <a:pt x="4268536" y="2517619"/>
                </a:lnTo>
                <a:lnTo>
                  <a:pt x="4219544" y="2520446"/>
                </a:lnTo>
                <a:lnTo>
                  <a:pt x="420075" y="2520446"/>
                </a:lnTo>
                <a:lnTo>
                  <a:pt x="371085" y="2517619"/>
                </a:lnTo>
                <a:lnTo>
                  <a:pt x="323754" y="2509350"/>
                </a:lnTo>
                <a:lnTo>
                  <a:pt x="278399" y="2495953"/>
                </a:lnTo>
                <a:lnTo>
                  <a:pt x="235335" y="2477744"/>
                </a:lnTo>
                <a:lnTo>
                  <a:pt x="194876" y="2455037"/>
                </a:lnTo>
                <a:lnTo>
                  <a:pt x="157338" y="2428149"/>
                </a:lnTo>
                <a:lnTo>
                  <a:pt x="123035" y="2397394"/>
                </a:lnTo>
                <a:lnTo>
                  <a:pt x="92284" y="2363088"/>
                </a:lnTo>
                <a:lnTo>
                  <a:pt x="65399" y="2325545"/>
                </a:lnTo>
                <a:lnTo>
                  <a:pt x="42696" y="2285082"/>
                </a:lnTo>
                <a:lnTo>
                  <a:pt x="24489" y="2242012"/>
                </a:lnTo>
                <a:lnTo>
                  <a:pt x="11094" y="2196652"/>
                </a:lnTo>
                <a:lnTo>
                  <a:pt x="2826" y="2149317"/>
                </a:lnTo>
                <a:lnTo>
                  <a:pt x="0" y="2100321"/>
                </a:lnTo>
                <a:lnTo>
                  <a:pt x="0" y="42010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8"/>
          <p:cNvSpPr/>
          <p:nvPr/>
        </p:nvSpPr>
        <p:spPr>
          <a:xfrm>
            <a:off x="6805177" y="1468250"/>
            <a:ext cx="114300" cy="4578350"/>
          </a:xfrm>
          <a:custGeom>
            <a:avLst/>
            <a:gdLst/>
            <a:ahLst/>
            <a:cxnLst/>
            <a:rect l="l" t="t" r="r" b="b"/>
            <a:pathLst>
              <a:path w="114300" h="4578350">
                <a:moveTo>
                  <a:pt x="76199" y="95249"/>
                </a:moveTo>
                <a:lnTo>
                  <a:pt x="38099" y="95249"/>
                </a:lnTo>
                <a:lnTo>
                  <a:pt x="38099" y="4578217"/>
                </a:lnTo>
                <a:lnTo>
                  <a:pt x="76199" y="4578217"/>
                </a:lnTo>
                <a:lnTo>
                  <a:pt x="76199" y="95249"/>
                </a:lnTo>
                <a:close/>
              </a:path>
              <a:path w="114300" h="457835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9"/>
                </a:lnTo>
                <a:lnTo>
                  <a:pt x="104774" y="95249"/>
                </a:lnTo>
                <a:lnTo>
                  <a:pt x="57149" y="0"/>
                </a:lnTo>
                <a:close/>
              </a:path>
              <a:path w="114300" h="4578350">
                <a:moveTo>
                  <a:pt x="104774" y="95249"/>
                </a:moveTo>
                <a:lnTo>
                  <a:pt x="76199" y="95249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9"/>
          <p:cNvSpPr/>
          <p:nvPr/>
        </p:nvSpPr>
        <p:spPr>
          <a:xfrm>
            <a:off x="6862327" y="5968589"/>
            <a:ext cx="5233670" cy="114300"/>
          </a:xfrm>
          <a:custGeom>
            <a:avLst/>
            <a:gdLst/>
            <a:ahLst/>
            <a:cxnLst/>
            <a:rect l="l" t="t" r="r" b="b"/>
            <a:pathLst>
              <a:path w="5233670" h="114300">
                <a:moveTo>
                  <a:pt x="5119115" y="0"/>
                </a:moveTo>
                <a:lnTo>
                  <a:pt x="5119115" y="114299"/>
                </a:lnTo>
                <a:lnTo>
                  <a:pt x="5195315" y="76199"/>
                </a:lnTo>
                <a:lnTo>
                  <a:pt x="5138165" y="76199"/>
                </a:lnTo>
                <a:lnTo>
                  <a:pt x="5138165" y="38099"/>
                </a:lnTo>
                <a:lnTo>
                  <a:pt x="5195315" y="38099"/>
                </a:lnTo>
                <a:lnTo>
                  <a:pt x="5119115" y="0"/>
                </a:lnTo>
                <a:close/>
              </a:path>
              <a:path w="5233670" h="114300">
                <a:moveTo>
                  <a:pt x="5119115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119115" y="76199"/>
                </a:lnTo>
                <a:lnTo>
                  <a:pt x="5119115" y="38099"/>
                </a:lnTo>
                <a:close/>
              </a:path>
              <a:path w="5233670" h="114300">
                <a:moveTo>
                  <a:pt x="5195315" y="38099"/>
                </a:moveTo>
                <a:lnTo>
                  <a:pt x="5138165" y="38099"/>
                </a:lnTo>
                <a:lnTo>
                  <a:pt x="5138165" y="76199"/>
                </a:lnTo>
                <a:lnTo>
                  <a:pt x="5195315" y="76199"/>
                </a:lnTo>
                <a:lnTo>
                  <a:pt x="5233415" y="57149"/>
                </a:lnTo>
                <a:lnTo>
                  <a:pt x="5195315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"/>
          <p:cNvSpPr/>
          <p:nvPr/>
        </p:nvSpPr>
        <p:spPr>
          <a:xfrm>
            <a:off x="6706483" y="1706593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1"/>
          <p:cNvSpPr/>
          <p:nvPr/>
        </p:nvSpPr>
        <p:spPr>
          <a:xfrm>
            <a:off x="6700133" y="1706593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2"/>
          <p:cNvSpPr/>
          <p:nvPr/>
        </p:nvSpPr>
        <p:spPr>
          <a:xfrm>
            <a:off x="6706483" y="5517797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63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3"/>
          <p:cNvSpPr/>
          <p:nvPr/>
        </p:nvSpPr>
        <p:spPr>
          <a:xfrm>
            <a:off x="6700133" y="5517797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63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4"/>
          <p:cNvSpPr/>
          <p:nvPr/>
        </p:nvSpPr>
        <p:spPr>
          <a:xfrm>
            <a:off x="6706483" y="3590379"/>
            <a:ext cx="311785" cy="0"/>
          </a:xfrm>
          <a:custGeom>
            <a:avLst/>
            <a:gdLst/>
            <a:ahLst/>
            <a:cxnLst/>
            <a:rect l="l" t="t" r="r" b="b"/>
            <a:pathLst>
              <a:path w="311784">
                <a:moveTo>
                  <a:pt x="0" y="0"/>
                </a:moveTo>
                <a:lnTo>
                  <a:pt x="311502" y="0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5"/>
          <p:cNvSpPr/>
          <p:nvPr/>
        </p:nvSpPr>
        <p:spPr>
          <a:xfrm>
            <a:off x="6700133" y="3590379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4">
                <a:moveTo>
                  <a:pt x="0" y="0"/>
                </a:moveTo>
                <a:lnTo>
                  <a:pt x="324202" y="0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6"/>
          <p:cNvSpPr txBox="1"/>
          <p:nvPr/>
        </p:nvSpPr>
        <p:spPr>
          <a:xfrm>
            <a:off x="6298947" y="3448383"/>
            <a:ext cx="343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800" spc="1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0" name="object 17"/>
          <p:cNvSpPr txBox="1"/>
          <p:nvPr/>
        </p:nvSpPr>
        <p:spPr>
          <a:xfrm>
            <a:off x="6457312" y="5311856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1" name="object 18"/>
          <p:cNvSpPr/>
          <p:nvPr/>
        </p:nvSpPr>
        <p:spPr>
          <a:xfrm>
            <a:off x="9696735" y="5865850"/>
            <a:ext cx="0" cy="311785"/>
          </a:xfrm>
          <a:custGeom>
            <a:avLst/>
            <a:gdLst/>
            <a:ahLst/>
            <a:cxnLst/>
            <a:rect l="l" t="t" r="r" b="b"/>
            <a:pathLst>
              <a:path h="311785">
                <a:moveTo>
                  <a:pt x="0" y="0"/>
                </a:moveTo>
                <a:lnTo>
                  <a:pt x="0" y="311514"/>
                </a:lnTo>
              </a:path>
            </a:pathLst>
          </a:custGeom>
          <a:ln w="107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9"/>
          <p:cNvSpPr/>
          <p:nvPr/>
        </p:nvSpPr>
        <p:spPr>
          <a:xfrm>
            <a:off x="9696735" y="5859500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14"/>
                </a:lnTo>
              </a:path>
            </a:pathLst>
          </a:custGeom>
          <a:ln w="23451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20"/>
          <p:cNvSpPr txBox="1"/>
          <p:nvPr/>
        </p:nvSpPr>
        <p:spPr>
          <a:xfrm>
            <a:off x="5568700" y="2465530"/>
            <a:ext cx="79502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800" spc="-1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if</a:t>
            </a:r>
            <a:endParaRPr sz="1800">
              <a:latin typeface="Arial"/>
              <a:cs typeface="Arial"/>
            </a:endParaRPr>
          </a:p>
          <a:p>
            <a:pPr marL="15240" algn="ct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&gt;</a:t>
            </a:r>
            <a:r>
              <a:rPr sz="1800" spc="-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4" name="object 21"/>
          <p:cNvSpPr txBox="1"/>
          <p:nvPr/>
        </p:nvSpPr>
        <p:spPr>
          <a:xfrm>
            <a:off x="5499358" y="4231080"/>
            <a:ext cx="117602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F2F9F"/>
                </a:solidFill>
                <a:latin typeface="Arial"/>
                <a:cs typeface="Arial"/>
              </a:rPr>
              <a:t>Not </a:t>
            </a:r>
            <a:r>
              <a:rPr sz="1800" spc="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800" spc="-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if</a:t>
            </a:r>
            <a:endParaRPr sz="1800">
              <a:latin typeface="Arial"/>
              <a:cs typeface="Arial"/>
            </a:endParaRPr>
          </a:p>
          <a:p>
            <a:pPr marL="82550" algn="ct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&lt;</a:t>
            </a:r>
            <a:r>
              <a:rPr sz="1800" spc="-1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5" name="object 22"/>
          <p:cNvSpPr txBox="1"/>
          <p:nvPr/>
        </p:nvSpPr>
        <p:spPr>
          <a:xfrm>
            <a:off x="761051" y="1848313"/>
            <a:ext cx="4016375" cy="18567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50200"/>
              </a:lnSpc>
              <a:spcBef>
                <a:spcPts val="9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Need </a:t>
            </a: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find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regression</a:t>
            </a:r>
            <a:r>
              <a:rPr sz="2000" spc="-3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curve  which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would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the best</a:t>
            </a:r>
            <a:r>
              <a:rPr sz="2000" spc="-3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fit</a:t>
            </a:r>
            <a:endParaRPr sz="2000">
              <a:latin typeface="Arial"/>
              <a:cs typeface="Arial"/>
            </a:endParaRPr>
          </a:p>
          <a:p>
            <a:pPr marL="469900" marR="638175" indent="-457200">
              <a:lnSpc>
                <a:spcPct val="150200"/>
              </a:lnSpc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That would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2000" spc="-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logistic  regression</a:t>
            </a:r>
            <a:r>
              <a:rPr sz="2000" spc="-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curve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6" name="object 23"/>
          <p:cNvSpPr txBox="1"/>
          <p:nvPr/>
        </p:nvSpPr>
        <p:spPr>
          <a:xfrm>
            <a:off x="1046802" y="4233375"/>
            <a:ext cx="372173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6810" marR="5080" indent="-1134745">
              <a:lnSpc>
                <a:spcPct val="148300"/>
              </a:lnSpc>
              <a:spcBef>
                <a:spcPts val="100"/>
              </a:spcBef>
            </a:pPr>
            <a:r>
              <a:rPr sz="2700" b="1" spc="-30" dirty="0">
                <a:solidFill>
                  <a:srgbClr val="6F2F9F"/>
                </a:solidFill>
                <a:latin typeface="Arial"/>
                <a:cs typeface="Arial"/>
              </a:rPr>
              <a:t>But how </a:t>
            </a:r>
            <a:r>
              <a:rPr sz="2700" b="1" dirty="0">
                <a:solidFill>
                  <a:srgbClr val="6F2F9F"/>
                </a:solidFill>
                <a:latin typeface="Arial"/>
                <a:cs typeface="Arial"/>
              </a:rPr>
              <a:t>do </a:t>
            </a:r>
            <a:r>
              <a:rPr sz="2700" b="1" spc="25" dirty="0">
                <a:solidFill>
                  <a:srgbClr val="6F2F9F"/>
                </a:solidFill>
                <a:latin typeface="Arial"/>
                <a:cs typeface="Arial"/>
              </a:rPr>
              <a:t>we </a:t>
            </a:r>
            <a:r>
              <a:rPr sz="2700" b="1" spc="-25" dirty="0">
                <a:solidFill>
                  <a:srgbClr val="6F2F9F"/>
                </a:solidFill>
                <a:latin typeface="Arial"/>
                <a:cs typeface="Arial"/>
              </a:rPr>
              <a:t>find</a:t>
            </a:r>
            <a:r>
              <a:rPr sz="2700" b="1" spc="-2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spc="-30" dirty="0">
                <a:solidFill>
                  <a:srgbClr val="6F2F9F"/>
                </a:solidFill>
                <a:latin typeface="Arial"/>
                <a:cs typeface="Arial"/>
              </a:rPr>
              <a:t>the  </a:t>
            </a:r>
            <a:r>
              <a:rPr sz="2700" b="1" spc="-20" dirty="0">
                <a:solidFill>
                  <a:srgbClr val="6F2F9F"/>
                </a:solidFill>
                <a:latin typeface="Arial"/>
                <a:cs typeface="Arial"/>
              </a:rPr>
              <a:t>best</a:t>
            </a:r>
            <a:r>
              <a:rPr sz="2700" b="1" spc="-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6F2F9F"/>
                </a:solidFill>
                <a:latin typeface="Arial"/>
                <a:cs typeface="Arial"/>
              </a:rPr>
              <a:t>fit?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17" name="object 27"/>
          <p:cNvSpPr/>
          <p:nvPr/>
        </p:nvSpPr>
        <p:spPr>
          <a:xfrm>
            <a:off x="6995281" y="1769390"/>
            <a:ext cx="4712335" cy="3757295"/>
          </a:xfrm>
          <a:custGeom>
            <a:avLst/>
            <a:gdLst/>
            <a:ahLst/>
            <a:cxnLst/>
            <a:rect l="l" t="t" r="r" b="b"/>
            <a:pathLst>
              <a:path w="4712334" h="3757295">
                <a:moveTo>
                  <a:pt x="4711720" y="40389"/>
                </a:moveTo>
                <a:lnTo>
                  <a:pt x="4658782" y="36109"/>
                </a:lnTo>
                <a:lnTo>
                  <a:pt x="4605870" y="31872"/>
                </a:lnTo>
                <a:lnTo>
                  <a:pt x="4553008" y="27722"/>
                </a:lnTo>
                <a:lnTo>
                  <a:pt x="4500221" y="23700"/>
                </a:lnTo>
                <a:lnTo>
                  <a:pt x="4447534" y="19850"/>
                </a:lnTo>
                <a:lnTo>
                  <a:pt x="4394972" y="16215"/>
                </a:lnTo>
                <a:lnTo>
                  <a:pt x="4342559" y="12837"/>
                </a:lnTo>
                <a:lnTo>
                  <a:pt x="4290321" y="9760"/>
                </a:lnTo>
                <a:lnTo>
                  <a:pt x="4238283" y="7026"/>
                </a:lnTo>
                <a:lnTo>
                  <a:pt x="4186468" y="4677"/>
                </a:lnTo>
                <a:lnTo>
                  <a:pt x="4134903" y="2758"/>
                </a:lnTo>
                <a:lnTo>
                  <a:pt x="4083612" y="1310"/>
                </a:lnTo>
                <a:lnTo>
                  <a:pt x="4032619" y="376"/>
                </a:lnTo>
                <a:lnTo>
                  <a:pt x="3981951" y="0"/>
                </a:lnTo>
                <a:lnTo>
                  <a:pt x="3931631" y="223"/>
                </a:lnTo>
                <a:lnTo>
                  <a:pt x="3881685" y="1090"/>
                </a:lnTo>
                <a:lnTo>
                  <a:pt x="3832137" y="2642"/>
                </a:lnTo>
                <a:lnTo>
                  <a:pt x="3783012" y="4923"/>
                </a:lnTo>
                <a:lnTo>
                  <a:pt x="3734336" y="7975"/>
                </a:lnTo>
                <a:lnTo>
                  <a:pt x="3686132" y="11841"/>
                </a:lnTo>
                <a:lnTo>
                  <a:pt x="3638427" y="16565"/>
                </a:lnTo>
                <a:lnTo>
                  <a:pt x="3591244" y="22188"/>
                </a:lnTo>
                <a:lnTo>
                  <a:pt x="3544610" y="28754"/>
                </a:lnTo>
                <a:lnTo>
                  <a:pt x="3498547" y="36306"/>
                </a:lnTo>
                <a:lnTo>
                  <a:pt x="3453082" y="44886"/>
                </a:lnTo>
                <a:lnTo>
                  <a:pt x="3408240" y="54537"/>
                </a:lnTo>
                <a:lnTo>
                  <a:pt x="3364045" y="65302"/>
                </a:lnTo>
                <a:lnTo>
                  <a:pt x="3320521" y="77223"/>
                </a:lnTo>
                <a:lnTo>
                  <a:pt x="3277695" y="90345"/>
                </a:lnTo>
                <a:lnTo>
                  <a:pt x="3235591" y="104709"/>
                </a:lnTo>
                <a:lnTo>
                  <a:pt x="3194233" y="120358"/>
                </a:lnTo>
                <a:lnTo>
                  <a:pt x="3153647" y="137336"/>
                </a:lnTo>
                <a:lnTo>
                  <a:pt x="3113857" y="155684"/>
                </a:lnTo>
                <a:lnTo>
                  <a:pt x="3074889" y="175447"/>
                </a:lnTo>
                <a:lnTo>
                  <a:pt x="3036767" y="196666"/>
                </a:lnTo>
                <a:lnTo>
                  <a:pt x="2999516" y="219384"/>
                </a:lnTo>
                <a:lnTo>
                  <a:pt x="2963161" y="243644"/>
                </a:lnTo>
                <a:lnTo>
                  <a:pt x="2927727" y="269490"/>
                </a:lnTo>
                <a:lnTo>
                  <a:pt x="2893239" y="296964"/>
                </a:lnTo>
                <a:lnTo>
                  <a:pt x="2859721" y="326108"/>
                </a:lnTo>
                <a:lnTo>
                  <a:pt x="2827199" y="356966"/>
                </a:lnTo>
                <a:lnTo>
                  <a:pt x="2795697" y="389581"/>
                </a:lnTo>
                <a:lnTo>
                  <a:pt x="2765240" y="423995"/>
                </a:lnTo>
                <a:lnTo>
                  <a:pt x="2735854" y="460251"/>
                </a:lnTo>
                <a:lnTo>
                  <a:pt x="2697750" y="515804"/>
                </a:lnTo>
                <a:lnTo>
                  <a:pt x="2663829" y="578232"/>
                </a:lnTo>
                <a:lnTo>
                  <a:pt x="2633800" y="647069"/>
                </a:lnTo>
                <a:lnTo>
                  <a:pt x="2620154" y="683745"/>
                </a:lnTo>
                <a:lnTo>
                  <a:pt x="2607373" y="721849"/>
                </a:lnTo>
                <a:lnTo>
                  <a:pt x="2595419" y="761322"/>
                </a:lnTo>
                <a:lnTo>
                  <a:pt x="2584257" y="802107"/>
                </a:lnTo>
                <a:lnTo>
                  <a:pt x="2573850" y="844144"/>
                </a:lnTo>
                <a:lnTo>
                  <a:pt x="2564162" y="887377"/>
                </a:lnTo>
                <a:lnTo>
                  <a:pt x="2555157" y="931746"/>
                </a:lnTo>
                <a:lnTo>
                  <a:pt x="2546799" y="977193"/>
                </a:lnTo>
                <a:lnTo>
                  <a:pt x="2539050" y="1023661"/>
                </a:lnTo>
                <a:lnTo>
                  <a:pt x="2531876" y="1071090"/>
                </a:lnTo>
                <a:lnTo>
                  <a:pt x="2525239" y="1119424"/>
                </a:lnTo>
                <a:lnTo>
                  <a:pt x="2519103" y="1168603"/>
                </a:lnTo>
                <a:lnTo>
                  <a:pt x="2513432" y="1218569"/>
                </a:lnTo>
                <a:lnTo>
                  <a:pt x="2508190" y="1269265"/>
                </a:lnTo>
                <a:lnTo>
                  <a:pt x="2503340" y="1320632"/>
                </a:lnTo>
                <a:lnTo>
                  <a:pt x="2498846" y="1372611"/>
                </a:lnTo>
                <a:lnTo>
                  <a:pt x="2494672" y="1425145"/>
                </a:lnTo>
                <a:lnTo>
                  <a:pt x="2490782" y="1478176"/>
                </a:lnTo>
                <a:lnTo>
                  <a:pt x="2487139" y="1531645"/>
                </a:lnTo>
                <a:lnTo>
                  <a:pt x="2483707" y="1585493"/>
                </a:lnTo>
                <a:lnTo>
                  <a:pt x="2480449" y="1639664"/>
                </a:lnTo>
                <a:lnTo>
                  <a:pt x="2477330" y="1694098"/>
                </a:lnTo>
                <a:lnTo>
                  <a:pt x="2474313" y="1748738"/>
                </a:lnTo>
                <a:lnTo>
                  <a:pt x="2471361" y="1803525"/>
                </a:lnTo>
                <a:lnTo>
                  <a:pt x="2468439" y="1858401"/>
                </a:lnTo>
                <a:lnTo>
                  <a:pt x="2465511" y="1913308"/>
                </a:lnTo>
                <a:lnTo>
                  <a:pt x="2462539" y="1968187"/>
                </a:lnTo>
                <a:lnTo>
                  <a:pt x="2459488" y="2022981"/>
                </a:lnTo>
                <a:lnTo>
                  <a:pt x="2456321" y="2077631"/>
                </a:lnTo>
                <a:lnTo>
                  <a:pt x="2453002" y="2132079"/>
                </a:lnTo>
                <a:lnTo>
                  <a:pt x="2449495" y="2186267"/>
                </a:lnTo>
                <a:lnTo>
                  <a:pt x="2445764" y="2240137"/>
                </a:lnTo>
                <a:lnTo>
                  <a:pt x="2441771" y="2293630"/>
                </a:lnTo>
                <a:lnTo>
                  <a:pt x="2437481" y="2346688"/>
                </a:lnTo>
                <a:lnTo>
                  <a:pt x="2432858" y="2399253"/>
                </a:lnTo>
                <a:lnTo>
                  <a:pt x="2427866" y="2451267"/>
                </a:lnTo>
                <a:lnTo>
                  <a:pt x="2422467" y="2502672"/>
                </a:lnTo>
                <a:lnTo>
                  <a:pt x="2416626" y="2553409"/>
                </a:lnTo>
                <a:lnTo>
                  <a:pt x="2410306" y="2603421"/>
                </a:lnTo>
                <a:lnTo>
                  <a:pt x="2403472" y="2652648"/>
                </a:lnTo>
                <a:lnTo>
                  <a:pt x="2396086" y="2701033"/>
                </a:lnTo>
                <a:lnTo>
                  <a:pt x="2388113" y="2748518"/>
                </a:lnTo>
                <a:lnTo>
                  <a:pt x="2379517" y="2795044"/>
                </a:lnTo>
                <a:lnTo>
                  <a:pt x="2370260" y="2840554"/>
                </a:lnTo>
                <a:lnTo>
                  <a:pt x="2360306" y="2884989"/>
                </a:lnTo>
                <a:lnTo>
                  <a:pt x="2349621" y="2928290"/>
                </a:lnTo>
                <a:lnTo>
                  <a:pt x="2338166" y="2970400"/>
                </a:lnTo>
                <a:lnTo>
                  <a:pt x="2325906" y="3011261"/>
                </a:lnTo>
                <a:lnTo>
                  <a:pt x="2312805" y="3050814"/>
                </a:lnTo>
                <a:lnTo>
                  <a:pt x="2298826" y="3089000"/>
                </a:lnTo>
                <a:lnTo>
                  <a:pt x="2283932" y="3125763"/>
                </a:lnTo>
                <a:lnTo>
                  <a:pt x="2268089" y="3161043"/>
                </a:lnTo>
                <a:lnTo>
                  <a:pt x="2233405" y="3226924"/>
                </a:lnTo>
                <a:lnTo>
                  <a:pt x="2194485" y="3286177"/>
                </a:lnTo>
                <a:lnTo>
                  <a:pt x="1641419" y="3612210"/>
                </a:lnTo>
                <a:lnTo>
                  <a:pt x="915702" y="3735876"/>
                </a:lnTo>
                <a:lnTo>
                  <a:pt x="275471" y="3756808"/>
                </a:lnTo>
                <a:lnTo>
                  <a:pt x="0" y="3747643"/>
                </a:lnTo>
              </a:path>
            </a:pathLst>
          </a:custGeom>
          <a:ln w="2857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28"/>
          <p:cNvSpPr/>
          <p:nvPr/>
        </p:nvSpPr>
        <p:spPr>
          <a:xfrm>
            <a:off x="11561429" y="5757768"/>
            <a:ext cx="396124" cy="3961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44"/>
          <p:cNvSpPr/>
          <p:nvPr/>
        </p:nvSpPr>
        <p:spPr>
          <a:xfrm>
            <a:off x="7093092" y="5309468"/>
            <a:ext cx="486665" cy="4866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45"/>
          <p:cNvSpPr/>
          <p:nvPr/>
        </p:nvSpPr>
        <p:spPr>
          <a:xfrm>
            <a:off x="7629783" y="5308886"/>
            <a:ext cx="486665" cy="4866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46"/>
          <p:cNvSpPr/>
          <p:nvPr/>
        </p:nvSpPr>
        <p:spPr>
          <a:xfrm>
            <a:off x="8177906" y="5316695"/>
            <a:ext cx="486665" cy="4866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47"/>
          <p:cNvSpPr/>
          <p:nvPr/>
        </p:nvSpPr>
        <p:spPr>
          <a:xfrm>
            <a:off x="10197968" y="1658119"/>
            <a:ext cx="486665" cy="4866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48"/>
          <p:cNvSpPr/>
          <p:nvPr/>
        </p:nvSpPr>
        <p:spPr>
          <a:xfrm>
            <a:off x="10734659" y="1657479"/>
            <a:ext cx="486665" cy="4866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49"/>
          <p:cNvSpPr/>
          <p:nvPr/>
        </p:nvSpPr>
        <p:spPr>
          <a:xfrm>
            <a:off x="9655423" y="1651901"/>
            <a:ext cx="486665" cy="4866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50"/>
          <p:cNvSpPr/>
          <p:nvPr/>
        </p:nvSpPr>
        <p:spPr>
          <a:xfrm>
            <a:off x="7939795" y="1664612"/>
            <a:ext cx="486665" cy="48666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51"/>
          <p:cNvSpPr/>
          <p:nvPr/>
        </p:nvSpPr>
        <p:spPr>
          <a:xfrm>
            <a:off x="10607923" y="5322931"/>
            <a:ext cx="486665" cy="48666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510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9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72" name="object 5"/>
          <p:cNvSpPr/>
          <p:nvPr/>
        </p:nvSpPr>
        <p:spPr>
          <a:xfrm>
            <a:off x="375636" y="2908085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08" y="114350"/>
                </a:moveTo>
                <a:lnTo>
                  <a:pt x="38109" y="114401"/>
                </a:lnTo>
                <a:lnTo>
                  <a:pt x="40446" y="2222638"/>
                </a:lnTo>
                <a:lnTo>
                  <a:pt x="78546" y="2222519"/>
                </a:lnTo>
                <a:lnTo>
                  <a:pt x="76208" y="114350"/>
                </a:lnTo>
                <a:close/>
              </a:path>
              <a:path w="114300" h="2223135">
                <a:moveTo>
                  <a:pt x="57018" y="0"/>
                </a:moveTo>
                <a:lnTo>
                  <a:pt x="0" y="114452"/>
                </a:lnTo>
                <a:lnTo>
                  <a:pt x="38109" y="114401"/>
                </a:lnTo>
                <a:lnTo>
                  <a:pt x="38087" y="95249"/>
                </a:lnTo>
                <a:lnTo>
                  <a:pt x="104753" y="95249"/>
                </a:lnTo>
                <a:lnTo>
                  <a:pt x="57018" y="0"/>
                </a:lnTo>
                <a:close/>
              </a:path>
              <a:path w="114300" h="2223135">
                <a:moveTo>
                  <a:pt x="76187" y="95249"/>
                </a:moveTo>
                <a:lnTo>
                  <a:pt x="38087" y="95249"/>
                </a:lnTo>
                <a:lnTo>
                  <a:pt x="38109" y="114401"/>
                </a:lnTo>
                <a:lnTo>
                  <a:pt x="76208" y="114350"/>
                </a:lnTo>
                <a:lnTo>
                  <a:pt x="76187" y="95249"/>
                </a:lnTo>
                <a:close/>
              </a:path>
              <a:path w="114300" h="2223135">
                <a:moveTo>
                  <a:pt x="104753" y="95249"/>
                </a:moveTo>
                <a:lnTo>
                  <a:pt x="76187" y="95249"/>
                </a:lnTo>
                <a:lnTo>
                  <a:pt x="76208" y="114350"/>
                </a:lnTo>
                <a:lnTo>
                  <a:pt x="114299" y="114299"/>
                </a:lnTo>
                <a:lnTo>
                  <a:pt x="104753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6"/>
          <p:cNvSpPr/>
          <p:nvPr/>
        </p:nvSpPr>
        <p:spPr>
          <a:xfrm>
            <a:off x="413498" y="5085647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96" y="0"/>
                </a:moveTo>
                <a:lnTo>
                  <a:pt x="2672596" y="114299"/>
                </a:lnTo>
                <a:lnTo>
                  <a:pt x="2748796" y="76199"/>
                </a:lnTo>
                <a:lnTo>
                  <a:pt x="2691646" y="76199"/>
                </a:lnTo>
                <a:lnTo>
                  <a:pt x="2691646" y="38099"/>
                </a:lnTo>
                <a:lnTo>
                  <a:pt x="2748796" y="38099"/>
                </a:lnTo>
                <a:lnTo>
                  <a:pt x="2672596" y="0"/>
                </a:lnTo>
                <a:close/>
              </a:path>
              <a:path w="2787015" h="114300">
                <a:moveTo>
                  <a:pt x="267259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96" y="76199"/>
                </a:lnTo>
                <a:lnTo>
                  <a:pt x="2672596" y="38099"/>
                </a:lnTo>
                <a:close/>
              </a:path>
              <a:path w="2787015" h="114300">
                <a:moveTo>
                  <a:pt x="2748796" y="38099"/>
                </a:moveTo>
                <a:lnTo>
                  <a:pt x="2691646" y="38099"/>
                </a:lnTo>
                <a:lnTo>
                  <a:pt x="2691646" y="76199"/>
                </a:lnTo>
                <a:lnTo>
                  <a:pt x="2748796" y="76199"/>
                </a:lnTo>
                <a:lnTo>
                  <a:pt x="2786896" y="57149"/>
                </a:lnTo>
                <a:lnTo>
                  <a:pt x="2748796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"/>
          <p:cNvSpPr txBox="1"/>
          <p:nvPr/>
        </p:nvSpPr>
        <p:spPr>
          <a:xfrm>
            <a:off x="141278" y="503567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5" name="object 8"/>
          <p:cNvSpPr/>
          <p:nvPr/>
        </p:nvSpPr>
        <p:spPr>
          <a:xfrm>
            <a:off x="2883275" y="5256077"/>
            <a:ext cx="285343" cy="28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9"/>
          <p:cNvSpPr txBox="1"/>
          <p:nvPr/>
        </p:nvSpPr>
        <p:spPr>
          <a:xfrm>
            <a:off x="91439" y="2557435"/>
            <a:ext cx="2929890" cy="6788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400">
              <a:latin typeface="Arial"/>
              <a:cs typeface="Arial"/>
            </a:endParaRPr>
          </a:p>
          <a:p>
            <a:pPr marL="74295">
              <a:lnSpc>
                <a:spcPct val="100000"/>
              </a:lnSpc>
              <a:spcBef>
                <a:spcPts val="715"/>
              </a:spcBef>
              <a:tabLst>
                <a:tab pos="291655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7" name="object 10"/>
          <p:cNvSpPr/>
          <p:nvPr/>
        </p:nvSpPr>
        <p:spPr>
          <a:xfrm>
            <a:off x="1296028" y="4884641"/>
            <a:ext cx="302348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11"/>
          <p:cNvSpPr/>
          <p:nvPr/>
        </p:nvSpPr>
        <p:spPr>
          <a:xfrm>
            <a:off x="2319903" y="2972136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12"/>
          <p:cNvSpPr/>
          <p:nvPr/>
        </p:nvSpPr>
        <p:spPr>
          <a:xfrm>
            <a:off x="2235257" y="3054450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13"/>
          <p:cNvSpPr/>
          <p:nvPr/>
        </p:nvSpPr>
        <p:spPr>
          <a:xfrm>
            <a:off x="2586094" y="2972777"/>
            <a:ext cx="302348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14"/>
          <p:cNvSpPr/>
          <p:nvPr/>
        </p:nvSpPr>
        <p:spPr>
          <a:xfrm>
            <a:off x="2501576" y="3055090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15"/>
          <p:cNvSpPr/>
          <p:nvPr/>
        </p:nvSpPr>
        <p:spPr>
          <a:xfrm>
            <a:off x="2842507" y="2973539"/>
            <a:ext cx="302348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16"/>
          <p:cNvSpPr/>
          <p:nvPr/>
        </p:nvSpPr>
        <p:spPr>
          <a:xfrm>
            <a:off x="2757995" y="3055852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17"/>
          <p:cNvSpPr/>
          <p:nvPr/>
        </p:nvSpPr>
        <p:spPr>
          <a:xfrm>
            <a:off x="2477385" y="4874607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8"/>
          <p:cNvSpPr/>
          <p:nvPr/>
        </p:nvSpPr>
        <p:spPr>
          <a:xfrm>
            <a:off x="964165" y="4892767"/>
            <a:ext cx="302348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9"/>
          <p:cNvSpPr/>
          <p:nvPr/>
        </p:nvSpPr>
        <p:spPr>
          <a:xfrm>
            <a:off x="1314825" y="2979269"/>
            <a:ext cx="302348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20"/>
          <p:cNvSpPr/>
          <p:nvPr/>
        </p:nvSpPr>
        <p:spPr>
          <a:xfrm>
            <a:off x="1231831" y="3066002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21"/>
          <p:cNvSpPr/>
          <p:nvPr/>
        </p:nvSpPr>
        <p:spPr>
          <a:xfrm>
            <a:off x="632796" y="4889338"/>
            <a:ext cx="302348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22"/>
          <p:cNvSpPr/>
          <p:nvPr/>
        </p:nvSpPr>
        <p:spPr>
          <a:xfrm>
            <a:off x="8584930" y="1870394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23"/>
          <p:cNvSpPr/>
          <p:nvPr/>
        </p:nvSpPr>
        <p:spPr>
          <a:xfrm>
            <a:off x="8655699" y="4041956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83" y="0"/>
                </a:moveTo>
                <a:lnTo>
                  <a:pt x="2672583" y="114299"/>
                </a:lnTo>
                <a:lnTo>
                  <a:pt x="2748783" y="76199"/>
                </a:lnTo>
                <a:lnTo>
                  <a:pt x="2691633" y="76199"/>
                </a:lnTo>
                <a:lnTo>
                  <a:pt x="2691633" y="38099"/>
                </a:lnTo>
                <a:lnTo>
                  <a:pt x="2748783" y="38099"/>
                </a:lnTo>
                <a:lnTo>
                  <a:pt x="2672583" y="0"/>
                </a:lnTo>
                <a:close/>
              </a:path>
              <a:path w="2787015" h="114300">
                <a:moveTo>
                  <a:pt x="267258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83" y="76199"/>
                </a:lnTo>
                <a:lnTo>
                  <a:pt x="2672583" y="38099"/>
                </a:lnTo>
                <a:close/>
              </a:path>
              <a:path w="2787015" h="114300">
                <a:moveTo>
                  <a:pt x="2748783" y="38099"/>
                </a:moveTo>
                <a:lnTo>
                  <a:pt x="2691633" y="38099"/>
                </a:lnTo>
                <a:lnTo>
                  <a:pt x="2691633" y="76199"/>
                </a:lnTo>
                <a:lnTo>
                  <a:pt x="2748783" y="76199"/>
                </a:lnTo>
                <a:lnTo>
                  <a:pt x="2786883" y="57149"/>
                </a:lnTo>
                <a:lnTo>
                  <a:pt x="2748783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4"/>
          <p:cNvSpPr/>
          <p:nvPr/>
        </p:nvSpPr>
        <p:spPr>
          <a:xfrm>
            <a:off x="8555486" y="4106899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391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25"/>
          <p:cNvSpPr/>
          <p:nvPr/>
        </p:nvSpPr>
        <p:spPr>
          <a:xfrm>
            <a:off x="8549136" y="4106899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091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6"/>
          <p:cNvSpPr txBox="1"/>
          <p:nvPr/>
        </p:nvSpPr>
        <p:spPr>
          <a:xfrm>
            <a:off x="8076820" y="1800339"/>
            <a:ext cx="32219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8960" algn="l"/>
                <a:tab pos="320865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4" name="object 27"/>
          <p:cNvSpPr txBox="1"/>
          <p:nvPr/>
        </p:nvSpPr>
        <p:spPr>
          <a:xfrm>
            <a:off x="8376917" y="3925940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95" name="object 28"/>
          <p:cNvSpPr/>
          <p:nvPr/>
        </p:nvSpPr>
        <p:spPr>
          <a:xfrm>
            <a:off x="8585967" y="4005893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81"/>
                </a:moveTo>
                <a:lnTo>
                  <a:pt x="0" y="2132481"/>
                </a:lnTo>
                <a:lnTo>
                  <a:pt x="57149" y="2246781"/>
                </a:lnTo>
                <a:lnTo>
                  <a:pt x="104774" y="2151531"/>
                </a:lnTo>
                <a:lnTo>
                  <a:pt x="38099" y="2151531"/>
                </a:lnTo>
                <a:lnTo>
                  <a:pt x="38099" y="2132481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31"/>
                </a:lnTo>
                <a:lnTo>
                  <a:pt x="76199" y="2151531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81"/>
                </a:moveTo>
                <a:lnTo>
                  <a:pt x="76199" y="2132481"/>
                </a:lnTo>
                <a:lnTo>
                  <a:pt x="76199" y="2151531"/>
                </a:lnTo>
                <a:lnTo>
                  <a:pt x="104774" y="2151531"/>
                </a:lnTo>
                <a:lnTo>
                  <a:pt x="114299" y="2132481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29"/>
          <p:cNvSpPr txBox="1"/>
          <p:nvPr/>
        </p:nvSpPr>
        <p:spPr>
          <a:xfrm>
            <a:off x="8089266" y="5906506"/>
            <a:ext cx="3209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260" algn="l"/>
                <a:tab pos="319595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7" name="object 30"/>
          <p:cNvSpPr/>
          <p:nvPr/>
        </p:nvSpPr>
        <p:spPr>
          <a:xfrm>
            <a:off x="8759824" y="2219512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85" y="3603190"/>
                </a:moveTo>
                <a:lnTo>
                  <a:pt x="0" y="3729874"/>
                </a:lnTo>
                <a:lnTo>
                  <a:pt x="111495" y="3667329"/>
                </a:lnTo>
                <a:lnTo>
                  <a:pt x="103223" y="3661720"/>
                </a:lnTo>
                <a:lnTo>
                  <a:pt x="69220" y="3661720"/>
                </a:lnTo>
                <a:lnTo>
                  <a:pt x="37703" y="3640351"/>
                </a:lnTo>
                <a:lnTo>
                  <a:pt x="48409" y="3624560"/>
                </a:lnTo>
                <a:lnTo>
                  <a:pt x="16885" y="3603190"/>
                </a:lnTo>
                <a:close/>
              </a:path>
              <a:path w="2529204" h="3729990">
                <a:moveTo>
                  <a:pt x="48409" y="3624560"/>
                </a:moveTo>
                <a:lnTo>
                  <a:pt x="37703" y="3640351"/>
                </a:lnTo>
                <a:lnTo>
                  <a:pt x="69220" y="3661720"/>
                </a:lnTo>
                <a:lnTo>
                  <a:pt x="79927" y="3645927"/>
                </a:lnTo>
                <a:lnTo>
                  <a:pt x="48409" y="3624560"/>
                </a:lnTo>
                <a:close/>
              </a:path>
              <a:path w="2529204" h="3729990">
                <a:moveTo>
                  <a:pt x="79927" y="3645927"/>
                </a:moveTo>
                <a:lnTo>
                  <a:pt x="69220" y="3661720"/>
                </a:lnTo>
                <a:lnTo>
                  <a:pt x="103223" y="3661720"/>
                </a:lnTo>
                <a:lnTo>
                  <a:pt x="79927" y="3645927"/>
                </a:lnTo>
                <a:close/>
              </a:path>
              <a:path w="2529204" h="3729990">
                <a:moveTo>
                  <a:pt x="2448884" y="83887"/>
                </a:moveTo>
                <a:lnTo>
                  <a:pt x="48409" y="3624560"/>
                </a:lnTo>
                <a:lnTo>
                  <a:pt x="79927" y="3645927"/>
                </a:lnTo>
                <a:lnTo>
                  <a:pt x="2480423" y="105266"/>
                </a:lnTo>
                <a:lnTo>
                  <a:pt x="2448884" y="83887"/>
                </a:lnTo>
                <a:close/>
              </a:path>
              <a:path w="2529204" h="3729990">
                <a:moveTo>
                  <a:pt x="2519740" y="68061"/>
                </a:moveTo>
                <a:lnTo>
                  <a:pt x="2459614" y="68061"/>
                </a:lnTo>
                <a:lnTo>
                  <a:pt x="2491099" y="89519"/>
                </a:lnTo>
                <a:lnTo>
                  <a:pt x="2480423" y="105266"/>
                </a:lnTo>
                <a:lnTo>
                  <a:pt x="2511917" y="126613"/>
                </a:lnTo>
                <a:lnTo>
                  <a:pt x="2519740" y="68061"/>
                </a:lnTo>
                <a:close/>
              </a:path>
              <a:path w="2529204" h="3729990">
                <a:moveTo>
                  <a:pt x="2459614" y="68061"/>
                </a:moveTo>
                <a:lnTo>
                  <a:pt x="2448884" y="83887"/>
                </a:lnTo>
                <a:lnTo>
                  <a:pt x="2480423" y="105266"/>
                </a:lnTo>
                <a:lnTo>
                  <a:pt x="2491099" y="89519"/>
                </a:lnTo>
                <a:lnTo>
                  <a:pt x="2459614" y="68061"/>
                </a:lnTo>
                <a:close/>
              </a:path>
              <a:path w="2529204" h="3729990">
                <a:moveTo>
                  <a:pt x="2528834" y="0"/>
                </a:moveTo>
                <a:lnTo>
                  <a:pt x="2417307" y="62483"/>
                </a:lnTo>
                <a:lnTo>
                  <a:pt x="2448884" y="83887"/>
                </a:lnTo>
                <a:lnTo>
                  <a:pt x="2459614" y="68061"/>
                </a:lnTo>
                <a:lnTo>
                  <a:pt x="2519740" y="68061"/>
                </a:lnTo>
                <a:lnTo>
                  <a:pt x="2528834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31"/>
          <p:cNvSpPr/>
          <p:nvPr/>
        </p:nvSpPr>
        <p:spPr>
          <a:xfrm>
            <a:off x="10007584" y="1845017"/>
            <a:ext cx="90496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32"/>
          <p:cNvSpPr/>
          <p:nvPr/>
        </p:nvSpPr>
        <p:spPr>
          <a:xfrm>
            <a:off x="8941942" y="5808157"/>
            <a:ext cx="90496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33"/>
          <p:cNvSpPr/>
          <p:nvPr/>
        </p:nvSpPr>
        <p:spPr>
          <a:xfrm>
            <a:off x="11188319" y="4224609"/>
            <a:ext cx="285343" cy="28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34"/>
          <p:cNvSpPr/>
          <p:nvPr/>
        </p:nvSpPr>
        <p:spPr>
          <a:xfrm>
            <a:off x="9450318" y="1849985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35"/>
          <p:cNvSpPr/>
          <p:nvPr/>
        </p:nvSpPr>
        <p:spPr>
          <a:xfrm>
            <a:off x="9365785" y="193226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36"/>
          <p:cNvSpPr/>
          <p:nvPr/>
        </p:nvSpPr>
        <p:spPr>
          <a:xfrm>
            <a:off x="10554335" y="5798215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37"/>
          <p:cNvSpPr/>
          <p:nvPr/>
        </p:nvSpPr>
        <p:spPr>
          <a:xfrm>
            <a:off x="9929543" y="191477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38"/>
          <p:cNvSpPr/>
          <p:nvPr/>
        </p:nvSpPr>
        <p:spPr>
          <a:xfrm>
            <a:off x="10251381" y="191477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39"/>
          <p:cNvSpPr/>
          <p:nvPr/>
        </p:nvSpPr>
        <p:spPr>
          <a:xfrm>
            <a:off x="10539539" y="191477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40"/>
          <p:cNvSpPr/>
          <p:nvPr/>
        </p:nvSpPr>
        <p:spPr>
          <a:xfrm>
            <a:off x="5076804" y="3422070"/>
            <a:ext cx="1647825" cy="13239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41"/>
          <p:cNvSpPr/>
          <p:nvPr/>
        </p:nvSpPr>
        <p:spPr>
          <a:xfrm>
            <a:off x="5194426" y="3498635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903091" y="0"/>
                </a:moveTo>
                <a:lnTo>
                  <a:pt x="0" y="0"/>
                </a:lnTo>
                <a:lnTo>
                  <a:pt x="585856" y="585743"/>
                </a:lnTo>
                <a:lnTo>
                  <a:pt x="0" y="1171590"/>
                </a:lnTo>
                <a:lnTo>
                  <a:pt x="903091" y="1171590"/>
                </a:lnTo>
                <a:lnTo>
                  <a:pt x="1488947" y="585743"/>
                </a:lnTo>
                <a:lnTo>
                  <a:pt x="9030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42"/>
          <p:cNvSpPr/>
          <p:nvPr/>
        </p:nvSpPr>
        <p:spPr>
          <a:xfrm>
            <a:off x="5194426" y="3498635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0" y="0"/>
                </a:moveTo>
                <a:lnTo>
                  <a:pt x="903091" y="0"/>
                </a:lnTo>
                <a:lnTo>
                  <a:pt x="1488947" y="585743"/>
                </a:lnTo>
                <a:lnTo>
                  <a:pt x="903091" y="1171590"/>
                </a:lnTo>
                <a:lnTo>
                  <a:pt x="0" y="1171590"/>
                </a:lnTo>
                <a:lnTo>
                  <a:pt x="585856" y="58574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43"/>
          <p:cNvSpPr/>
          <p:nvPr/>
        </p:nvSpPr>
        <p:spPr>
          <a:xfrm>
            <a:off x="5124445" y="3441120"/>
            <a:ext cx="1609725" cy="12858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44"/>
          <p:cNvSpPr/>
          <p:nvPr/>
        </p:nvSpPr>
        <p:spPr>
          <a:xfrm>
            <a:off x="5219695" y="3583995"/>
            <a:ext cx="1323975" cy="10096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45"/>
          <p:cNvSpPr/>
          <p:nvPr/>
        </p:nvSpPr>
        <p:spPr>
          <a:xfrm>
            <a:off x="5347710" y="3709466"/>
            <a:ext cx="1067435" cy="749935"/>
          </a:xfrm>
          <a:custGeom>
            <a:avLst/>
            <a:gdLst/>
            <a:ahLst/>
            <a:cxnLst/>
            <a:rect l="l" t="t" r="r" b="b"/>
            <a:pathLst>
              <a:path w="1067434" h="749935">
                <a:moveTo>
                  <a:pt x="942075" y="0"/>
                </a:moveTo>
                <a:lnTo>
                  <a:pt x="124967" y="0"/>
                </a:lnTo>
                <a:lnTo>
                  <a:pt x="76355" y="9811"/>
                </a:lnTo>
                <a:lnTo>
                  <a:pt x="36629" y="36579"/>
                </a:lnTo>
                <a:lnTo>
                  <a:pt x="9830" y="76301"/>
                </a:lnTo>
                <a:lnTo>
                  <a:pt x="0" y="124977"/>
                </a:lnTo>
                <a:lnTo>
                  <a:pt x="0" y="624968"/>
                </a:lnTo>
                <a:lnTo>
                  <a:pt x="9830" y="673587"/>
                </a:lnTo>
                <a:lnTo>
                  <a:pt x="36629" y="713312"/>
                </a:lnTo>
                <a:lnTo>
                  <a:pt x="76355" y="740107"/>
                </a:lnTo>
                <a:lnTo>
                  <a:pt x="124967" y="749935"/>
                </a:lnTo>
                <a:lnTo>
                  <a:pt x="942075" y="749935"/>
                </a:lnTo>
                <a:lnTo>
                  <a:pt x="990701" y="740107"/>
                </a:lnTo>
                <a:lnTo>
                  <a:pt x="1030425" y="713312"/>
                </a:lnTo>
                <a:lnTo>
                  <a:pt x="1057217" y="673587"/>
                </a:lnTo>
                <a:lnTo>
                  <a:pt x="1067043" y="624968"/>
                </a:lnTo>
                <a:lnTo>
                  <a:pt x="1067043" y="124977"/>
                </a:lnTo>
                <a:lnTo>
                  <a:pt x="1057217" y="76301"/>
                </a:lnTo>
                <a:lnTo>
                  <a:pt x="1030425" y="36579"/>
                </a:lnTo>
                <a:lnTo>
                  <a:pt x="990701" y="9811"/>
                </a:lnTo>
                <a:lnTo>
                  <a:pt x="942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46"/>
          <p:cNvSpPr/>
          <p:nvPr/>
        </p:nvSpPr>
        <p:spPr>
          <a:xfrm>
            <a:off x="5347710" y="3709466"/>
            <a:ext cx="1067435" cy="749935"/>
          </a:xfrm>
          <a:custGeom>
            <a:avLst/>
            <a:gdLst/>
            <a:ahLst/>
            <a:cxnLst/>
            <a:rect l="l" t="t" r="r" b="b"/>
            <a:pathLst>
              <a:path w="1067434" h="749935">
                <a:moveTo>
                  <a:pt x="0" y="124977"/>
                </a:moveTo>
                <a:lnTo>
                  <a:pt x="9830" y="76301"/>
                </a:lnTo>
                <a:lnTo>
                  <a:pt x="36629" y="36579"/>
                </a:lnTo>
                <a:lnTo>
                  <a:pt x="76355" y="9811"/>
                </a:lnTo>
                <a:lnTo>
                  <a:pt x="124967" y="0"/>
                </a:lnTo>
                <a:lnTo>
                  <a:pt x="942075" y="0"/>
                </a:lnTo>
                <a:lnTo>
                  <a:pt x="990701" y="9811"/>
                </a:lnTo>
                <a:lnTo>
                  <a:pt x="1030425" y="36579"/>
                </a:lnTo>
                <a:lnTo>
                  <a:pt x="1057217" y="76301"/>
                </a:lnTo>
                <a:lnTo>
                  <a:pt x="1067043" y="124977"/>
                </a:lnTo>
                <a:lnTo>
                  <a:pt x="1067043" y="624968"/>
                </a:lnTo>
                <a:lnTo>
                  <a:pt x="1057217" y="673587"/>
                </a:lnTo>
                <a:lnTo>
                  <a:pt x="1030425" y="713312"/>
                </a:lnTo>
                <a:lnTo>
                  <a:pt x="990701" y="740107"/>
                </a:lnTo>
                <a:lnTo>
                  <a:pt x="942075" y="749935"/>
                </a:lnTo>
                <a:lnTo>
                  <a:pt x="124967" y="749935"/>
                </a:lnTo>
                <a:lnTo>
                  <a:pt x="76355" y="740107"/>
                </a:lnTo>
                <a:lnTo>
                  <a:pt x="36629" y="713312"/>
                </a:lnTo>
                <a:lnTo>
                  <a:pt x="9830" y="673587"/>
                </a:lnTo>
                <a:lnTo>
                  <a:pt x="0" y="624968"/>
                </a:lnTo>
                <a:lnTo>
                  <a:pt x="0" y="124977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47"/>
          <p:cNvSpPr txBox="1"/>
          <p:nvPr/>
        </p:nvSpPr>
        <p:spPr>
          <a:xfrm>
            <a:off x="5469000" y="3957055"/>
            <a:ext cx="8559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5" name="object 62"/>
          <p:cNvSpPr txBox="1"/>
          <p:nvPr/>
        </p:nvSpPr>
        <p:spPr>
          <a:xfrm>
            <a:off x="8151242" y="1502397"/>
            <a:ext cx="85851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log(odds)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6" name="object 63"/>
          <p:cNvSpPr txBox="1"/>
          <p:nvPr/>
        </p:nvSpPr>
        <p:spPr>
          <a:xfrm>
            <a:off x="5376544" y="1239189"/>
            <a:ext cx="11525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H</a:t>
            </a:r>
            <a:r>
              <a:rPr sz="3200" b="1" spc="-1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3200" b="1" spc="125" dirty="0">
                <a:solidFill>
                  <a:srgbClr val="6F2F9F"/>
                </a:solidFill>
                <a:latin typeface="Arial"/>
                <a:cs typeface="Arial"/>
              </a:rPr>
              <a:t>w</a:t>
            </a: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282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9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568665" y="1731844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/>
          <p:cNvSpPr/>
          <p:nvPr/>
        </p:nvSpPr>
        <p:spPr>
          <a:xfrm>
            <a:off x="639439" y="3903406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08" y="0"/>
                </a:moveTo>
                <a:lnTo>
                  <a:pt x="2672608" y="114299"/>
                </a:lnTo>
                <a:lnTo>
                  <a:pt x="2748808" y="76199"/>
                </a:lnTo>
                <a:lnTo>
                  <a:pt x="2691658" y="76199"/>
                </a:lnTo>
                <a:lnTo>
                  <a:pt x="2691658" y="38099"/>
                </a:lnTo>
                <a:lnTo>
                  <a:pt x="2748808" y="38099"/>
                </a:lnTo>
                <a:lnTo>
                  <a:pt x="2672608" y="0"/>
                </a:lnTo>
                <a:close/>
              </a:path>
              <a:path w="2787015" h="114300">
                <a:moveTo>
                  <a:pt x="267260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08" y="76199"/>
                </a:lnTo>
                <a:lnTo>
                  <a:pt x="2672608" y="38099"/>
                </a:lnTo>
                <a:close/>
              </a:path>
              <a:path w="2787015" h="114300">
                <a:moveTo>
                  <a:pt x="2748808" y="38099"/>
                </a:moveTo>
                <a:lnTo>
                  <a:pt x="2691658" y="38099"/>
                </a:lnTo>
                <a:lnTo>
                  <a:pt x="2691658" y="76199"/>
                </a:lnTo>
                <a:lnTo>
                  <a:pt x="2748808" y="76199"/>
                </a:lnTo>
                <a:lnTo>
                  <a:pt x="2786908" y="57149"/>
                </a:lnTo>
                <a:lnTo>
                  <a:pt x="2748808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/>
          <p:cNvSpPr/>
          <p:nvPr/>
        </p:nvSpPr>
        <p:spPr>
          <a:xfrm>
            <a:off x="539258" y="3968349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391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532908" y="3968349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091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0"/>
          <p:cNvSpPr txBox="1"/>
          <p:nvPr/>
        </p:nvSpPr>
        <p:spPr>
          <a:xfrm>
            <a:off x="354643" y="3787390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11"/>
          <p:cNvSpPr/>
          <p:nvPr/>
        </p:nvSpPr>
        <p:spPr>
          <a:xfrm>
            <a:off x="569726" y="3867343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81"/>
                </a:moveTo>
                <a:lnTo>
                  <a:pt x="0" y="2132481"/>
                </a:lnTo>
                <a:lnTo>
                  <a:pt x="57149" y="2246781"/>
                </a:lnTo>
                <a:lnTo>
                  <a:pt x="104774" y="2151531"/>
                </a:lnTo>
                <a:lnTo>
                  <a:pt x="38099" y="2151531"/>
                </a:lnTo>
                <a:lnTo>
                  <a:pt x="38099" y="2132481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31"/>
                </a:lnTo>
                <a:lnTo>
                  <a:pt x="76199" y="2151531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81"/>
                </a:moveTo>
                <a:lnTo>
                  <a:pt x="76199" y="2132481"/>
                </a:lnTo>
                <a:lnTo>
                  <a:pt x="76199" y="2151531"/>
                </a:lnTo>
                <a:lnTo>
                  <a:pt x="104774" y="2151531"/>
                </a:lnTo>
                <a:lnTo>
                  <a:pt x="114299" y="2132481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 txBox="1"/>
          <p:nvPr/>
        </p:nvSpPr>
        <p:spPr>
          <a:xfrm>
            <a:off x="66988" y="5767956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13"/>
          <p:cNvSpPr/>
          <p:nvPr/>
        </p:nvSpPr>
        <p:spPr>
          <a:xfrm>
            <a:off x="743651" y="2080962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7" y="3603190"/>
                </a:moveTo>
                <a:lnTo>
                  <a:pt x="0" y="3729874"/>
                </a:lnTo>
                <a:lnTo>
                  <a:pt x="111444" y="3667329"/>
                </a:lnTo>
                <a:lnTo>
                  <a:pt x="103189" y="3661733"/>
                </a:lnTo>
                <a:lnTo>
                  <a:pt x="69213" y="3661733"/>
                </a:lnTo>
                <a:lnTo>
                  <a:pt x="37673" y="3640351"/>
                </a:lnTo>
                <a:lnTo>
                  <a:pt x="48372" y="3624569"/>
                </a:lnTo>
                <a:lnTo>
                  <a:pt x="16837" y="3603190"/>
                </a:lnTo>
                <a:close/>
              </a:path>
              <a:path w="2529204" h="3729990">
                <a:moveTo>
                  <a:pt x="48372" y="3624569"/>
                </a:moveTo>
                <a:lnTo>
                  <a:pt x="37673" y="3640351"/>
                </a:lnTo>
                <a:lnTo>
                  <a:pt x="69213" y="3661733"/>
                </a:lnTo>
                <a:lnTo>
                  <a:pt x="79912" y="3645952"/>
                </a:lnTo>
                <a:lnTo>
                  <a:pt x="48372" y="3624569"/>
                </a:lnTo>
                <a:close/>
              </a:path>
              <a:path w="2529204" h="3729990">
                <a:moveTo>
                  <a:pt x="79912" y="3645952"/>
                </a:moveTo>
                <a:lnTo>
                  <a:pt x="69213" y="3661733"/>
                </a:lnTo>
                <a:lnTo>
                  <a:pt x="103189" y="3661733"/>
                </a:lnTo>
                <a:lnTo>
                  <a:pt x="79912" y="3645952"/>
                </a:lnTo>
                <a:close/>
              </a:path>
              <a:path w="2529204" h="3729990">
                <a:moveTo>
                  <a:pt x="2448849" y="83850"/>
                </a:moveTo>
                <a:lnTo>
                  <a:pt x="48372" y="3624569"/>
                </a:lnTo>
                <a:lnTo>
                  <a:pt x="79912" y="3645952"/>
                </a:lnTo>
                <a:lnTo>
                  <a:pt x="2480376" y="105247"/>
                </a:lnTo>
                <a:lnTo>
                  <a:pt x="2448849" y="83850"/>
                </a:lnTo>
                <a:close/>
              </a:path>
              <a:path w="2529204" h="3729990">
                <a:moveTo>
                  <a:pt x="2519679" y="68061"/>
                </a:moveTo>
                <a:lnTo>
                  <a:pt x="2459553" y="68061"/>
                </a:lnTo>
                <a:lnTo>
                  <a:pt x="2491038" y="89519"/>
                </a:lnTo>
                <a:lnTo>
                  <a:pt x="2480376" y="105247"/>
                </a:lnTo>
                <a:lnTo>
                  <a:pt x="2511856" y="126613"/>
                </a:lnTo>
                <a:lnTo>
                  <a:pt x="2519679" y="68061"/>
                </a:lnTo>
                <a:close/>
              </a:path>
              <a:path w="2529204" h="3729990">
                <a:moveTo>
                  <a:pt x="2459553" y="68061"/>
                </a:moveTo>
                <a:lnTo>
                  <a:pt x="2448849" y="83850"/>
                </a:lnTo>
                <a:lnTo>
                  <a:pt x="2480376" y="105247"/>
                </a:lnTo>
                <a:lnTo>
                  <a:pt x="2491038" y="89519"/>
                </a:lnTo>
                <a:lnTo>
                  <a:pt x="2459553" y="68061"/>
                </a:lnTo>
                <a:close/>
              </a:path>
              <a:path w="2529204" h="3729990">
                <a:moveTo>
                  <a:pt x="2528773" y="0"/>
                </a:moveTo>
                <a:lnTo>
                  <a:pt x="2417368" y="62483"/>
                </a:lnTo>
                <a:lnTo>
                  <a:pt x="2448849" y="83850"/>
                </a:lnTo>
                <a:lnTo>
                  <a:pt x="2459553" y="68061"/>
                </a:lnTo>
                <a:lnTo>
                  <a:pt x="2519679" y="68061"/>
                </a:lnTo>
                <a:lnTo>
                  <a:pt x="252877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/>
          <p:nvPr/>
        </p:nvSpPr>
        <p:spPr>
          <a:xfrm>
            <a:off x="1991359" y="1706467"/>
            <a:ext cx="904965" cy="302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5"/>
          <p:cNvSpPr/>
          <p:nvPr/>
        </p:nvSpPr>
        <p:spPr>
          <a:xfrm>
            <a:off x="925714" y="5669607"/>
            <a:ext cx="904953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6"/>
          <p:cNvSpPr/>
          <p:nvPr/>
        </p:nvSpPr>
        <p:spPr>
          <a:xfrm>
            <a:off x="3172084" y="4086059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7"/>
          <p:cNvSpPr/>
          <p:nvPr/>
        </p:nvSpPr>
        <p:spPr>
          <a:xfrm>
            <a:off x="1434083" y="1711435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8"/>
          <p:cNvSpPr/>
          <p:nvPr/>
        </p:nvSpPr>
        <p:spPr>
          <a:xfrm>
            <a:off x="1349565" y="179371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/>
          <p:cNvSpPr/>
          <p:nvPr/>
        </p:nvSpPr>
        <p:spPr>
          <a:xfrm>
            <a:off x="2538093" y="5659665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0"/>
          <p:cNvSpPr/>
          <p:nvPr/>
        </p:nvSpPr>
        <p:spPr>
          <a:xfrm>
            <a:off x="1913317" y="177622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1"/>
          <p:cNvSpPr/>
          <p:nvPr/>
        </p:nvSpPr>
        <p:spPr>
          <a:xfrm>
            <a:off x="2235137" y="177622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2"/>
          <p:cNvSpPr/>
          <p:nvPr/>
        </p:nvSpPr>
        <p:spPr>
          <a:xfrm>
            <a:off x="2523298" y="177622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3"/>
          <p:cNvSpPr/>
          <p:nvPr/>
        </p:nvSpPr>
        <p:spPr>
          <a:xfrm>
            <a:off x="5219700" y="3283520"/>
            <a:ext cx="1647825" cy="13239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4"/>
          <p:cNvSpPr/>
          <p:nvPr/>
        </p:nvSpPr>
        <p:spPr>
          <a:xfrm>
            <a:off x="5343662" y="3360481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903091" y="0"/>
                </a:moveTo>
                <a:lnTo>
                  <a:pt x="0" y="0"/>
                </a:lnTo>
                <a:lnTo>
                  <a:pt x="585856" y="585846"/>
                </a:lnTo>
                <a:lnTo>
                  <a:pt x="0" y="1171706"/>
                </a:lnTo>
                <a:lnTo>
                  <a:pt x="903091" y="1171706"/>
                </a:lnTo>
                <a:lnTo>
                  <a:pt x="1488947" y="585846"/>
                </a:lnTo>
                <a:lnTo>
                  <a:pt x="9030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5"/>
          <p:cNvSpPr/>
          <p:nvPr/>
        </p:nvSpPr>
        <p:spPr>
          <a:xfrm>
            <a:off x="5343662" y="3360481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0" y="0"/>
                </a:moveTo>
                <a:lnTo>
                  <a:pt x="903091" y="0"/>
                </a:lnTo>
                <a:lnTo>
                  <a:pt x="1488947" y="585846"/>
                </a:lnTo>
                <a:lnTo>
                  <a:pt x="903091" y="1171706"/>
                </a:lnTo>
                <a:lnTo>
                  <a:pt x="0" y="1171706"/>
                </a:lnTo>
                <a:lnTo>
                  <a:pt x="585856" y="5858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6"/>
          <p:cNvSpPr/>
          <p:nvPr/>
        </p:nvSpPr>
        <p:spPr>
          <a:xfrm>
            <a:off x="5267309" y="3302570"/>
            <a:ext cx="1619250" cy="12858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7"/>
          <p:cNvSpPr/>
          <p:nvPr/>
        </p:nvSpPr>
        <p:spPr>
          <a:xfrm>
            <a:off x="5362559" y="3445445"/>
            <a:ext cx="1333500" cy="10096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8"/>
          <p:cNvSpPr/>
          <p:nvPr/>
        </p:nvSpPr>
        <p:spPr>
          <a:xfrm>
            <a:off x="5496945" y="3571312"/>
            <a:ext cx="1067435" cy="750570"/>
          </a:xfrm>
          <a:custGeom>
            <a:avLst/>
            <a:gdLst/>
            <a:ahLst/>
            <a:cxnLst/>
            <a:rect l="l" t="t" r="r" b="b"/>
            <a:pathLst>
              <a:path w="1067434" h="750570">
                <a:moveTo>
                  <a:pt x="942075" y="0"/>
                </a:moveTo>
                <a:lnTo>
                  <a:pt x="125089" y="0"/>
                </a:lnTo>
                <a:lnTo>
                  <a:pt x="76393" y="9827"/>
                </a:lnTo>
                <a:lnTo>
                  <a:pt x="36633" y="36620"/>
                </a:lnTo>
                <a:lnTo>
                  <a:pt x="9828" y="76343"/>
                </a:lnTo>
                <a:lnTo>
                  <a:pt x="0" y="124961"/>
                </a:lnTo>
                <a:lnTo>
                  <a:pt x="0" y="624952"/>
                </a:lnTo>
                <a:lnTo>
                  <a:pt x="9828" y="673647"/>
                </a:lnTo>
                <a:lnTo>
                  <a:pt x="36633" y="713411"/>
                </a:lnTo>
                <a:lnTo>
                  <a:pt x="76393" y="740221"/>
                </a:lnTo>
                <a:lnTo>
                  <a:pt x="125089" y="750051"/>
                </a:lnTo>
                <a:lnTo>
                  <a:pt x="942075" y="750051"/>
                </a:lnTo>
                <a:lnTo>
                  <a:pt x="990752" y="740221"/>
                </a:lnTo>
                <a:lnTo>
                  <a:pt x="1030471" y="713411"/>
                </a:lnTo>
                <a:lnTo>
                  <a:pt x="1057234" y="673647"/>
                </a:lnTo>
                <a:lnTo>
                  <a:pt x="1067043" y="624952"/>
                </a:lnTo>
                <a:lnTo>
                  <a:pt x="1067043" y="124961"/>
                </a:lnTo>
                <a:lnTo>
                  <a:pt x="1057234" y="76343"/>
                </a:lnTo>
                <a:lnTo>
                  <a:pt x="1030471" y="36620"/>
                </a:lnTo>
                <a:lnTo>
                  <a:pt x="990752" y="9827"/>
                </a:lnTo>
                <a:lnTo>
                  <a:pt x="942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9"/>
          <p:cNvSpPr/>
          <p:nvPr/>
        </p:nvSpPr>
        <p:spPr>
          <a:xfrm>
            <a:off x="5496945" y="3571312"/>
            <a:ext cx="1067435" cy="750570"/>
          </a:xfrm>
          <a:custGeom>
            <a:avLst/>
            <a:gdLst/>
            <a:ahLst/>
            <a:cxnLst/>
            <a:rect l="l" t="t" r="r" b="b"/>
            <a:pathLst>
              <a:path w="1067434" h="750570">
                <a:moveTo>
                  <a:pt x="0" y="124961"/>
                </a:moveTo>
                <a:lnTo>
                  <a:pt x="9828" y="76343"/>
                </a:lnTo>
                <a:lnTo>
                  <a:pt x="36633" y="36620"/>
                </a:lnTo>
                <a:lnTo>
                  <a:pt x="76393" y="9827"/>
                </a:lnTo>
                <a:lnTo>
                  <a:pt x="125089" y="0"/>
                </a:lnTo>
                <a:lnTo>
                  <a:pt x="942075" y="0"/>
                </a:lnTo>
                <a:lnTo>
                  <a:pt x="990752" y="9827"/>
                </a:lnTo>
                <a:lnTo>
                  <a:pt x="1030471" y="36620"/>
                </a:lnTo>
                <a:lnTo>
                  <a:pt x="1057234" y="76343"/>
                </a:lnTo>
                <a:lnTo>
                  <a:pt x="1067043" y="124961"/>
                </a:lnTo>
                <a:lnTo>
                  <a:pt x="1067043" y="624952"/>
                </a:lnTo>
                <a:lnTo>
                  <a:pt x="1057234" y="673647"/>
                </a:lnTo>
                <a:lnTo>
                  <a:pt x="1030471" y="713411"/>
                </a:lnTo>
                <a:lnTo>
                  <a:pt x="990752" y="740221"/>
                </a:lnTo>
                <a:lnTo>
                  <a:pt x="942075" y="750051"/>
                </a:lnTo>
                <a:lnTo>
                  <a:pt x="125089" y="750051"/>
                </a:lnTo>
                <a:lnTo>
                  <a:pt x="76393" y="740221"/>
                </a:lnTo>
                <a:lnTo>
                  <a:pt x="36633" y="713411"/>
                </a:lnTo>
                <a:lnTo>
                  <a:pt x="9828" y="673647"/>
                </a:lnTo>
                <a:lnTo>
                  <a:pt x="0" y="624952"/>
                </a:lnTo>
                <a:lnTo>
                  <a:pt x="0" y="124961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30"/>
          <p:cNvSpPr txBox="1"/>
          <p:nvPr/>
        </p:nvSpPr>
        <p:spPr>
          <a:xfrm>
            <a:off x="5663188" y="3518785"/>
            <a:ext cx="802005" cy="674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050">
              <a:lnSpc>
                <a:spcPct val="152000"/>
              </a:lnSpc>
              <a:spcBef>
                <a:spcPts val="90"/>
              </a:spcBef>
            </a:pP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Sigmoid  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Func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31"/>
          <p:cNvSpPr txBox="1"/>
          <p:nvPr/>
        </p:nvSpPr>
        <p:spPr>
          <a:xfrm>
            <a:off x="5528945" y="1100639"/>
            <a:ext cx="11525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H</a:t>
            </a:r>
            <a:r>
              <a:rPr sz="3200" b="1" spc="-1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3200" b="1" spc="125" dirty="0">
                <a:solidFill>
                  <a:srgbClr val="6F2F9F"/>
                </a:solidFill>
                <a:latin typeface="Arial"/>
                <a:cs typeface="Arial"/>
              </a:rPr>
              <a:t>w</a:t>
            </a: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  <p:sp>
        <p:nvSpPr>
          <p:cNvPr id="50" name="object 32"/>
          <p:cNvSpPr/>
          <p:nvPr/>
        </p:nvSpPr>
        <p:spPr>
          <a:xfrm>
            <a:off x="9385310" y="3006404"/>
            <a:ext cx="1677671" cy="19935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3"/>
          <p:cNvSpPr/>
          <p:nvPr/>
        </p:nvSpPr>
        <p:spPr>
          <a:xfrm>
            <a:off x="8797290" y="2764841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099" y="114218"/>
                </a:moveTo>
                <a:lnTo>
                  <a:pt x="37999" y="114259"/>
                </a:lnTo>
                <a:lnTo>
                  <a:pt x="40385" y="2222510"/>
                </a:lnTo>
                <a:lnTo>
                  <a:pt x="78485" y="2222510"/>
                </a:lnTo>
                <a:lnTo>
                  <a:pt x="76099" y="114218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299"/>
                </a:lnTo>
                <a:lnTo>
                  <a:pt x="37999" y="114259"/>
                </a:lnTo>
                <a:lnTo>
                  <a:pt x="37978" y="95249"/>
                </a:lnTo>
                <a:lnTo>
                  <a:pt x="104744" y="95128"/>
                </a:lnTo>
                <a:lnTo>
                  <a:pt x="57028" y="0"/>
                </a:lnTo>
                <a:close/>
              </a:path>
              <a:path w="114300" h="2223135">
                <a:moveTo>
                  <a:pt x="76078" y="95128"/>
                </a:moveTo>
                <a:lnTo>
                  <a:pt x="37978" y="95249"/>
                </a:lnTo>
                <a:lnTo>
                  <a:pt x="37999" y="114259"/>
                </a:lnTo>
                <a:lnTo>
                  <a:pt x="76099" y="114218"/>
                </a:lnTo>
                <a:lnTo>
                  <a:pt x="76078" y="95128"/>
                </a:lnTo>
                <a:close/>
              </a:path>
              <a:path w="114300" h="2223135">
                <a:moveTo>
                  <a:pt x="104744" y="95128"/>
                </a:moveTo>
                <a:lnTo>
                  <a:pt x="76078" y="95128"/>
                </a:lnTo>
                <a:lnTo>
                  <a:pt x="76099" y="114218"/>
                </a:lnTo>
                <a:lnTo>
                  <a:pt x="114299" y="114178"/>
                </a:lnTo>
                <a:lnTo>
                  <a:pt x="104744" y="95128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4"/>
          <p:cNvSpPr/>
          <p:nvPr/>
        </p:nvSpPr>
        <p:spPr>
          <a:xfrm>
            <a:off x="8835139" y="4942262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83" y="0"/>
                </a:moveTo>
                <a:lnTo>
                  <a:pt x="2672583" y="114299"/>
                </a:lnTo>
                <a:lnTo>
                  <a:pt x="2748783" y="76199"/>
                </a:lnTo>
                <a:lnTo>
                  <a:pt x="2691633" y="76199"/>
                </a:lnTo>
                <a:lnTo>
                  <a:pt x="2691633" y="38099"/>
                </a:lnTo>
                <a:lnTo>
                  <a:pt x="2748783" y="38099"/>
                </a:lnTo>
                <a:lnTo>
                  <a:pt x="2672583" y="0"/>
                </a:lnTo>
                <a:close/>
              </a:path>
              <a:path w="2787015" h="114300">
                <a:moveTo>
                  <a:pt x="267258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83" y="76199"/>
                </a:lnTo>
                <a:lnTo>
                  <a:pt x="2672583" y="38099"/>
                </a:lnTo>
                <a:close/>
              </a:path>
              <a:path w="2787015" h="114300">
                <a:moveTo>
                  <a:pt x="2748783" y="38099"/>
                </a:moveTo>
                <a:lnTo>
                  <a:pt x="2691633" y="38099"/>
                </a:lnTo>
                <a:lnTo>
                  <a:pt x="2691633" y="76199"/>
                </a:lnTo>
                <a:lnTo>
                  <a:pt x="2748783" y="76199"/>
                </a:lnTo>
                <a:lnTo>
                  <a:pt x="2786883" y="57149"/>
                </a:lnTo>
                <a:lnTo>
                  <a:pt x="2748783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5"/>
          <p:cNvSpPr txBox="1"/>
          <p:nvPr/>
        </p:nvSpPr>
        <p:spPr>
          <a:xfrm>
            <a:off x="8534787" y="4771641"/>
            <a:ext cx="290830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05"/>
              </a:lnSpc>
              <a:spcBef>
                <a:spcPts val="100"/>
              </a:spcBef>
            </a:pPr>
            <a:r>
              <a:rPr sz="1050" spc="1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spc="0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050" spc="1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  <a:p>
            <a:pPr marL="46990">
              <a:lnSpc>
                <a:spcPts val="2005"/>
              </a:lnSpc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36"/>
          <p:cNvSpPr/>
          <p:nvPr/>
        </p:nvSpPr>
        <p:spPr>
          <a:xfrm>
            <a:off x="11304909" y="5112778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7"/>
          <p:cNvSpPr txBox="1"/>
          <p:nvPr/>
        </p:nvSpPr>
        <p:spPr>
          <a:xfrm>
            <a:off x="8412486" y="2241798"/>
            <a:ext cx="3030855" cy="800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r>
              <a:rPr sz="1400" b="1" spc="-2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3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180975">
              <a:lnSpc>
                <a:spcPct val="100000"/>
              </a:lnSpc>
              <a:spcBef>
                <a:spcPts val="500"/>
              </a:spcBef>
              <a:tabLst>
                <a:tab pos="30175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6" name="object 38"/>
          <p:cNvSpPr/>
          <p:nvPr/>
        </p:nvSpPr>
        <p:spPr>
          <a:xfrm>
            <a:off x="9903317" y="4655538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9"/>
          <p:cNvSpPr/>
          <p:nvPr/>
        </p:nvSpPr>
        <p:spPr>
          <a:xfrm>
            <a:off x="10741517" y="2924143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0"/>
          <p:cNvSpPr/>
          <p:nvPr/>
        </p:nvSpPr>
        <p:spPr>
          <a:xfrm>
            <a:off x="10701088" y="2998440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1"/>
          <p:cNvSpPr/>
          <p:nvPr/>
        </p:nvSpPr>
        <p:spPr>
          <a:xfrm>
            <a:off x="11264127" y="2911189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2"/>
          <p:cNvSpPr/>
          <p:nvPr/>
        </p:nvSpPr>
        <p:spPr>
          <a:xfrm>
            <a:off x="11233604" y="2999964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3"/>
          <p:cNvSpPr/>
          <p:nvPr/>
        </p:nvSpPr>
        <p:spPr>
          <a:xfrm>
            <a:off x="10414772" y="297330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4"/>
          <p:cNvSpPr/>
          <p:nvPr/>
        </p:nvSpPr>
        <p:spPr>
          <a:xfrm>
            <a:off x="9054327" y="4712688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5"/>
          <p:cNvSpPr/>
          <p:nvPr/>
        </p:nvSpPr>
        <p:spPr>
          <a:xfrm>
            <a:off x="9376288" y="4709768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6"/>
          <p:cNvSpPr/>
          <p:nvPr/>
        </p:nvSpPr>
        <p:spPr>
          <a:xfrm>
            <a:off x="9659508" y="4685003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7"/>
          <p:cNvSpPr/>
          <p:nvPr/>
        </p:nvSpPr>
        <p:spPr>
          <a:xfrm>
            <a:off x="9588812" y="4771882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8"/>
          <p:cNvSpPr/>
          <p:nvPr/>
        </p:nvSpPr>
        <p:spPr>
          <a:xfrm>
            <a:off x="10359438" y="3055590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9"/>
          <p:cNvSpPr/>
          <p:nvPr/>
        </p:nvSpPr>
        <p:spPr>
          <a:xfrm>
            <a:off x="11007730" y="2915242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4"/>
          <p:cNvSpPr txBox="1"/>
          <p:nvPr/>
        </p:nvSpPr>
        <p:spPr>
          <a:xfrm>
            <a:off x="128901" y="1363847"/>
            <a:ext cx="8559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535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9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568665" y="1662569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/>
          <p:cNvSpPr/>
          <p:nvPr/>
        </p:nvSpPr>
        <p:spPr>
          <a:xfrm>
            <a:off x="639439" y="3834131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08" y="0"/>
                </a:moveTo>
                <a:lnTo>
                  <a:pt x="2672608" y="114299"/>
                </a:lnTo>
                <a:lnTo>
                  <a:pt x="2748808" y="76199"/>
                </a:lnTo>
                <a:lnTo>
                  <a:pt x="2691658" y="76199"/>
                </a:lnTo>
                <a:lnTo>
                  <a:pt x="2691658" y="38099"/>
                </a:lnTo>
                <a:lnTo>
                  <a:pt x="2748808" y="38099"/>
                </a:lnTo>
                <a:lnTo>
                  <a:pt x="2672608" y="0"/>
                </a:lnTo>
                <a:close/>
              </a:path>
              <a:path w="2787015" h="114300">
                <a:moveTo>
                  <a:pt x="267260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08" y="76199"/>
                </a:lnTo>
                <a:lnTo>
                  <a:pt x="2672608" y="38099"/>
                </a:lnTo>
                <a:close/>
              </a:path>
              <a:path w="2787015" h="114300">
                <a:moveTo>
                  <a:pt x="2748808" y="38099"/>
                </a:moveTo>
                <a:lnTo>
                  <a:pt x="2691658" y="38099"/>
                </a:lnTo>
                <a:lnTo>
                  <a:pt x="2691658" y="76199"/>
                </a:lnTo>
                <a:lnTo>
                  <a:pt x="2748808" y="76199"/>
                </a:lnTo>
                <a:lnTo>
                  <a:pt x="2786908" y="57149"/>
                </a:lnTo>
                <a:lnTo>
                  <a:pt x="2748808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/>
          <p:cNvSpPr/>
          <p:nvPr/>
        </p:nvSpPr>
        <p:spPr>
          <a:xfrm>
            <a:off x="539258" y="3899074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391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532908" y="3899074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091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0"/>
          <p:cNvSpPr txBox="1"/>
          <p:nvPr/>
        </p:nvSpPr>
        <p:spPr>
          <a:xfrm>
            <a:off x="354643" y="371811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11"/>
          <p:cNvSpPr/>
          <p:nvPr/>
        </p:nvSpPr>
        <p:spPr>
          <a:xfrm>
            <a:off x="569726" y="3798068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81"/>
                </a:moveTo>
                <a:lnTo>
                  <a:pt x="0" y="2132481"/>
                </a:lnTo>
                <a:lnTo>
                  <a:pt x="57149" y="2246781"/>
                </a:lnTo>
                <a:lnTo>
                  <a:pt x="104774" y="2151531"/>
                </a:lnTo>
                <a:lnTo>
                  <a:pt x="38099" y="2151531"/>
                </a:lnTo>
                <a:lnTo>
                  <a:pt x="38099" y="2132481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31"/>
                </a:lnTo>
                <a:lnTo>
                  <a:pt x="76199" y="2151531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81"/>
                </a:moveTo>
                <a:lnTo>
                  <a:pt x="76199" y="2132481"/>
                </a:lnTo>
                <a:lnTo>
                  <a:pt x="76199" y="2151531"/>
                </a:lnTo>
                <a:lnTo>
                  <a:pt x="104774" y="2151531"/>
                </a:lnTo>
                <a:lnTo>
                  <a:pt x="114299" y="2132481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 txBox="1"/>
          <p:nvPr/>
        </p:nvSpPr>
        <p:spPr>
          <a:xfrm>
            <a:off x="66988" y="5698681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13"/>
          <p:cNvSpPr/>
          <p:nvPr/>
        </p:nvSpPr>
        <p:spPr>
          <a:xfrm>
            <a:off x="743651" y="2011687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7" y="3603190"/>
                </a:moveTo>
                <a:lnTo>
                  <a:pt x="0" y="3729874"/>
                </a:lnTo>
                <a:lnTo>
                  <a:pt x="111444" y="3667329"/>
                </a:lnTo>
                <a:lnTo>
                  <a:pt x="103189" y="3661733"/>
                </a:lnTo>
                <a:lnTo>
                  <a:pt x="69213" y="3661733"/>
                </a:lnTo>
                <a:lnTo>
                  <a:pt x="37673" y="3640351"/>
                </a:lnTo>
                <a:lnTo>
                  <a:pt x="48372" y="3624569"/>
                </a:lnTo>
                <a:lnTo>
                  <a:pt x="16837" y="3603190"/>
                </a:lnTo>
                <a:close/>
              </a:path>
              <a:path w="2529204" h="3729990">
                <a:moveTo>
                  <a:pt x="48372" y="3624569"/>
                </a:moveTo>
                <a:lnTo>
                  <a:pt x="37673" y="3640351"/>
                </a:lnTo>
                <a:lnTo>
                  <a:pt x="69213" y="3661733"/>
                </a:lnTo>
                <a:lnTo>
                  <a:pt x="79912" y="3645952"/>
                </a:lnTo>
                <a:lnTo>
                  <a:pt x="48372" y="3624569"/>
                </a:lnTo>
                <a:close/>
              </a:path>
              <a:path w="2529204" h="3729990">
                <a:moveTo>
                  <a:pt x="79912" y="3645952"/>
                </a:moveTo>
                <a:lnTo>
                  <a:pt x="69213" y="3661733"/>
                </a:lnTo>
                <a:lnTo>
                  <a:pt x="103189" y="3661733"/>
                </a:lnTo>
                <a:lnTo>
                  <a:pt x="79912" y="3645952"/>
                </a:lnTo>
                <a:close/>
              </a:path>
              <a:path w="2529204" h="3729990">
                <a:moveTo>
                  <a:pt x="2448849" y="83850"/>
                </a:moveTo>
                <a:lnTo>
                  <a:pt x="48372" y="3624569"/>
                </a:lnTo>
                <a:lnTo>
                  <a:pt x="79912" y="3645952"/>
                </a:lnTo>
                <a:lnTo>
                  <a:pt x="2480376" y="105247"/>
                </a:lnTo>
                <a:lnTo>
                  <a:pt x="2448849" y="83850"/>
                </a:lnTo>
                <a:close/>
              </a:path>
              <a:path w="2529204" h="3729990">
                <a:moveTo>
                  <a:pt x="2519679" y="68061"/>
                </a:moveTo>
                <a:lnTo>
                  <a:pt x="2459553" y="68061"/>
                </a:lnTo>
                <a:lnTo>
                  <a:pt x="2491038" y="89519"/>
                </a:lnTo>
                <a:lnTo>
                  <a:pt x="2480376" y="105247"/>
                </a:lnTo>
                <a:lnTo>
                  <a:pt x="2511856" y="126613"/>
                </a:lnTo>
                <a:lnTo>
                  <a:pt x="2519679" y="68061"/>
                </a:lnTo>
                <a:close/>
              </a:path>
              <a:path w="2529204" h="3729990">
                <a:moveTo>
                  <a:pt x="2459553" y="68061"/>
                </a:moveTo>
                <a:lnTo>
                  <a:pt x="2448849" y="83850"/>
                </a:lnTo>
                <a:lnTo>
                  <a:pt x="2480376" y="105247"/>
                </a:lnTo>
                <a:lnTo>
                  <a:pt x="2491038" y="89519"/>
                </a:lnTo>
                <a:lnTo>
                  <a:pt x="2459553" y="68061"/>
                </a:lnTo>
                <a:close/>
              </a:path>
              <a:path w="2529204" h="3729990">
                <a:moveTo>
                  <a:pt x="2528773" y="0"/>
                </a:moveTo>
                <a:lnTo>
                  <a:pt x="2417368" y="62483"/>
                </a:lnTo>
                <a:lnTo>
                  <a:pt x="2448849" y="83850"/>
                </a:lnTo>
                <a:lnTo>
                  <a:pt x="2459553" y="68061"/>
                </a:lnTo>
                <a:lnTo>
                  <a:pt x="2519679" y="68061"/>
                </a:lnTo>
                <a:lnTo>
                  <a:pt x="252877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/>
          <p:nvPr/>
        </p:nvSpPr>
        <p:spPr>
          <a:xfrm>
            <a:off x="1991359" y="1637192"/>
            <a:ext cx="904965" cy="302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5"/>
          <p:cNvSpPr/>
          <p:nvPr/>
        </p:nvSpPr>
        <p:spPr>
          <a:xfrm>
            <a:off x="925714" y="5600332"/>
            <a:ext cx="904953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6"/>
          <p:cNvSpPr/>
          <p:nvPr/>
        </p:nvSpPr>
        <p:spPr>
          <a:xfrm>
            <a:off x="3172084" y="4016784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7"/>
          <p:cNvSpPr/>
          <p:nvPr/>
        </p:nvSpPr>
        <p:spPr>
          <a:xfrm>
            <a:off x="1434083" y="1642160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8"/>
          <p:cNvSpPr/>
          <p:nvPr/>
        </p:nvSpPr>
        <p:spPr>
          <a:xfrm>
            <a:off x="1349565" y="172444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/>
          <p:cNvSpPr/>
          <p:nvPr/>
        </p:nvSpPr>
        <p:spPr>
          <a:xfrm>
            <a:off x="2538093" y="5590390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0"/>
          <p:cNvSpPr/>
          <p:nvPr/>
        </p:nvSpPr>
        <p:spPr>
          <a:xfrm>
            <a:off x="1913317" y="170694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1"/>
          <p:cNvSpPr/>
          <p:nvPr/>
        </p:nvSpPr>
        <p:spPr>
          <a:xfrm>
            <a:off x="2235137" y="170694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2"/>
          <p:cNvSpPr/>
          <p:nvPr/>
        </p:nvSpPr>
        <p:spPr>
          <a:xfrm>
            <a:off x="2523298" y="170694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3"/>
          <p:cNvSpPr/>
          <p:nvPr/>
        </p:nvSpPr>
        <p:spPr>
          <a:xfrm>
            <a:off x="5219700" y="3214245"/>
            <a:ext cx="1647825" cy="13239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4"/>
          <p:cNvSpPr/>
          <p:nvPr/>
        </p:nvSpPr>
        <p:spPr>
          <a:xfrm>
            <a:off x="5343662" y="3291206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903091" y="0"/>
                </a:moveTo>
                <a:lnTo>
                  <a:pt x="0" y="0"/>
                </a:lnTo>
                <a:lnTo>
                  <a:pt x="585856" y="585846"/>
                </a:lnTo>
                <a:lnTo>
                  <a:pt x="0" y="1171706"/>
                </a:lnTo>
                <a:lnTo>
                  <a:pt x="903091" y="1171706"/>
                </a:lnTo>
                <a:lnTo>
                  <a:pt x="1488947" y="585846"/>
                </a:lnTo>
                <a:lnTo>
                  <a:pt x="9030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5"/>
          <p:cNvSpPr/>
          <p:nvPr/>
        </p:nvSpPr>
        <p:spPr>
          <a:xfrm>
            <a:off x="5343662" y="3291206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0" y="0"/>
                </a:moveTo>
                <a:lnTo>
                  <a:pt x="903091" y="0"/>
                </a:lnTo>
                <a:lnTo>
                  <a:pt x="1488947" y="585846"/>
                </a:lnTo>
                <a:lnTo>
                  <a:pt x="903091" y="1171706"/>
                </a:lnTo>
                <a:lnTo>
                  <a:pt x="0" y="1171706"/>
                </a:lnTo>
                <a:lnTo>
                  <a:pt x="585856" y="5858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6"/>
          <p:cNvSpPr/>
          <p:nvPr/>
        </p:nvSpPr>
        <p:spPr>
          <a:xfrm>
            <a:off x="5267309" y="3233295"/>
            <a:ext cx="1619250" cy="12858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7"/>
          <p:cNvSpPr/>
          <p:nvPr/>
        </p:nvSpPr>
        <p:spPr>
          <a:xfrm>
            <a:off x="5362559" y="3376170"/>
            <a:ext cx="1333500" cy="10096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8"/>
          <p:cNvSpPr/>
          <p:nvPr/>
        </p:nvSpPr>
        <p:spPr>
          <a:xfrm>
            <a:off x="5496945" y="3502037"/>
            <a:ext cx="1067435" cy="750570"/>
          </a:xfrm>
          <a:custGeom>
            <a:avLst/>
            <a:gdLst/>
            <a:ahLst/>
            <a:cxnLst/>
            <a:rect l="l" t="t" r="r" b="b"/>
            <a:pathLst>
              <a:path w="1067434" h="750570">
                <a:moveTo>
                  <a:pt x="942075" y="0"/>
                </a:moveTo>
                <a:lnTo>
                  <a:pt x="125089" y="0"/>
                </a:lnTo>
                <a:lnTo>
                  <a:pt x="76393" y="9827"/>
                </a:lnTo>
                <a:lnTo>
                  <a:pt x="36633" y="36620"/>
                </a:lnTo>
                <a:lnTo>
                  <a:pt x="9828" y="76343"/>
                </a:lnTo>
                <a:lnTo>
                  <a:pt x="0" y="124961"/>
                </a:lnTo>
                <a:lnTo>
                  <a:pt x="0" y="624952"/>
                </a:lnTo>
                <a:lnTo>
                  <a:pt x="9828" y="673647"/>
                </a:lnTo>
                <a:lnTo>
                  <a:pt x="36633" y="713411"/>
                </a:lnTo>
                <a:lnTo>
                  <a:pt x="76393" y="740221"/>
                </a:lnTo>
                <a:lnTo>
                  <a:pt x="125089" y="750051"/>
                </a:lnTo>
                <a:lnTo>
                  <a:pt x="942075" y="750051"/>
                </a:lnTo>
                <a:lnTo>
                  <a:pt x="990752" y="740221"/>
                </a:lnTo>
                <a:lnTo>
                  <a:pt x="1030471" y="713411"/>
                </a:lnTo>
                <a:lnTo>
                  <a:pt x="1057234" y="673647"/>
                </a:lnTo>
                <a:lnTo>
                  <a:pt x="1067043" y="624952"/>
                </a:lnTo>
                <a:lnTo>
                  <a:pt x="1067043" y="124961"/>
                </a:lnTo>
                <a:lnTo>
                  <a:pt x="1057234" y="76343"/>
                </a:lnTo>
                <a:lnTo>
                  <a:pt x="1030471" y="36620"/>
                </a:lnTo>
                <a:lnTo>
                  <a:pt x="990752" y="9827"/>
                </a:lnTo>
                <a:lnTo>
                  <a:pt x="942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9"/>
          <p:cNvSpPr/>
          <p:nvPr/>
        </p:nvSpPr>
        <p:spPr>
          <a:xfrm>
            <a:off x="5496945" y="3502037"/>
            <a:ext cx="1067435" cy="750570"/>
          </a:xfrm>
          <a:custGeom>
            <a:avLst/>
            <a:gdLst/>
            <a:ahLst/>
            <a:cxnLst/>
            <a:rect l="l" t="t" r="r" b="b"/>
            <a:pathLst>
              <a:path w="1067434" h="750570">
                <a:moveTo>
                  <a:pt x="0" y="124961"/>
                </a:moveTo>
                <a:lnTo>
                  <a:pt x="9828" y="76343"/>
                </a:lnTo>
                <a:lnTo>
                  <a:pt x="36633" y="36620"/>
                </a:lnTo>
                <a:lnTo>
                  <a:pt x="76393" y="9827"/>
                </a:lnTo>
                <a:lnTo>
                  <a:pt x="125089" y="0"/>
                </a:lnTo>
                <a:lnTo>
                  <a:pt x="942075" y="0"/>
                </a:lnTo>
                <a:lnTo>
                  <a:pt x="990752" y="9827"/>
                </a:lnTo>
                <a:lnTo>
                  <a:pt x="1030471" y="36620"/>
                </a:lnTo>
                <a:lnTo>
                  <a:pt x="1057234" y="76343"/>
                </a:lnTo>
                <a:lnTo>
                  <a:pt x="1067043" y="124961"/>
                </a:lnTo>
                <a:lnTo>
                  <a:pt x="1067043" y="624952"/>
                </a:lnTo>
                <a:lnTo>
                  <a:pt x="1057234" y="673647"/>
                </a:lnTo>
                <a:lnTo>
                  <a:pt x="1030471" y="713411"/>
                </a:lnTo>
                <a:lnTo>
                  <a:pt x="990752" y="740221"/>
                </a:lnTo>
                <a:lnTo>
                  <a:pt x="942075" y="750051"/>
                </a:lnTo>
                <a:lnTo>
                  <a:pt x="125089" y="750051"/>
                </a:lnTo>
                <a:lnTo>
                  <a:pt x="76393" y="740221"/>
                </a:lnTo>
                <a:lnTo>
                  <a:pt x="36633" y="713411"/>
                </a:lnTo>
                <a:lnTo>
                  <a:pt x="9828" y="673647"/>
                </a:lnTo>
                <a:lnTo>
                  <a:pt x="0" y="624952"/>
                </a:lnTo>
                <a:lnTo>
                  <a:pt x="0" y="124961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30"/>
          <p:cNvSpPr txBox="1"/>
          <p:nvPr/>
        </p:nvSpPr>
        <p:spPr>
          <a:xfrm>
            <a:off x="5663188" y="3449510"/>
            <a:ext cx="802005" cy="674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050">
              <a:lnSpc>
                <a:spcPct val="152000"/>
              </a:lnSpc>
              <a:spcBef>
                <a:spcPts val="90"/>
              </a:spcBef>
            </a:pP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Sigmoid  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Func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31"/>
          <p:cNvSpPr txBox="1"/>
          <p:nvPr/>
        </p:nvSpPr>
        <p:spPr>
          <a:xfrm>
            <a:off x="5528945" y="1031364"/>
            <a:ext cx="11525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H</a:t>
            </a:r>
            <a:r>
              <a:rPr sz="3200" b="1" spc="-1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3200" b="1" spc="125" dirty="0">
                <a:solidFill>
                  <a:srgbClr val="6F2F9F"/>
                </a:solidFill>
                <a:latin typeface="Arial"/>
                <a:cs typeface="Arial"/>
              </a:rPr>
              <a:t>w</a:t>
            </a: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  <p:sp>
        <p:nvSpPr>
          <p:cNvPr id="50" name="object 32"/>
          <p:cNvSpPr/>
          <p:nvPr/>
        </p:nvSpPr>
        <p:spPr>
          <a:xfrm>
            <a:off x="9385310" y="2937129"/>
            <a:ext cx="1677671" cy="19935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3"/>
          <p:cNvSpPr/>
          <p:nvPr/>
        </p:nvSpPr>
        <p:spPr>
          <a:xfrm>
            <a:off x="8797290" y="2695566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099" y="114218"/>
                </a:moveTo>
                <a:lnTo>
                  <a:pt x="37999" y="114259"/>
                </a:lnTo>
                <a:lnTo>
                  <a:pt x="40385" y="2222510"/>
                </a:lnTo>
                <a:lnTo>
                  <a:pt x="78485" y="2222510"/>
                </a:lnTo>
                <a:lnTo>
                  <a:pt x="76099" y="114218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299"/>
                </a:lnTo>
                <a:lnTo>
                  <a:pt x="37999" y="114259"/>
                </a:lnTo>
                <a:lnTo>
                  <a:pt x="37978" y="95249"/>
                </a:lnTo>
                <a:lnTo>
                  <a:pt x="104744" y="95128"/>
                </a:lnTo>
                <a:lnTo>
                  <a:pt x="57028" y="0"/>
                </a:lnTo>
                <a:close/>
              </a:path>
              <a:path w="114300" h="2223135">
                <a:moveTo>
                  <a:pt x="76078" y="95128"/>
                </a:moveTo>
                <a:lnTo>
                  <a:pt x="37978" y="95249"/>
                </a:lnTo>
                <a:lnTo>
                  <a:pt x="37999" y="114259"/>
                </a:lnTo>
                <a:lnTo>
                  <a:pt x="76099" y="114218"/>
                </a:lnTo>
                <a:lnTo>
                  <a:pt x="76078" y="95128"/>
                </a:lnTo>
                <a:close/>
              </a:path>
              <a:path w="114300" h="2223135">
                <a:moveTo>
                  <a:pt x="104744" y="95128"/>
                </a:moveTo>
                <a:lnTo>
                  <a:pt x="76078" y="95128"/>
                </a:lnTo>
                <a:lnTo>
                  <a:pt x="76099" y="114218"/>
                </a:lnTo>
                <a:lnTo>
                  <a:pt x="114299" y="114178"/>
                </a:lnTo>
                <a:lnTo>
                  <a:pt x="104744" y="95128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4"/>
          <p:cNvSpPr/>
          <p:nvPr/>
        </p:nvSpPr>
        <p:spPr>
          <a:xfrm>
            <a:off x="8835139" y="4872987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83" y="0"/>
                </a:moveTo>
                <a:lnTo>
                  <a:pt x="2672583" y="114299"/>
                </a:lnTo>
                <a:lnTo>
                  <a:pt x="2748783" y="76199"/>
                </a:lnTo>
                <a:lnTo>
                  <a:pt x="2691633" y="76199"/>
                </a:lnTo>
                <a:lnTo>
                  <a:pt x="2691633" y="38099"/>
                </a:lnTo>
                <a:lnTo>
                  <a:pt x="2748783" y="38099"/>
                </a:lnTo>
                <a:lnTo>
                  <a:pt x="2672583" y="0"/>
                </a:lnTo>
                <a:close/>
              </a:path>
              <a:path w="2787015" h="114300">
                <a:moveTo>
                  <a:pt x="267258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83" y="76199"/>
                </a:lnTo>
                <a:lnTo>
                  <a:pt x="2672583" y="38099"/>
                </a:lnTo>
                <a:close/>
              </a:path>
              <a:path w="2787015" h="114300">
                <a:moveTo>
                  <a:pt x="2748783" y="38099"/>
                </a:moveTo>
                <a:lnTo>
                  <a:pt x="2691633" y="38099"/>
                </a:lnTo>
                <a:lnTo>
                  <a:pt x="2691633" y="76199"/>
                </a:lnTo>
                <a:lnTo>
                  <a:pt x="2748783" y="76199"/>
                </a:lnTo>
                <a:lnTo>
                  <a:pt x="2786883" y="57149"/>
                </a:lnTo>
                <a:lnTo>
                  <a:pt x="2748783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5"/>
          <p:cNvSpPr txBox="1"/>
          <p:nvPr/>
        </p:nvSpPr>
        <p:spPr>
          <a:xfrm>
            <a:off x="8534787" y="4702366"/>
            <a:ext cx="290830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05"/>
              </a:lnSpc>
              <a:spcBef>
                <a:spcPts val="100"/>
              </a:spcBef>
            </a:pPr>
            <a:r>
              <a:rPr sz="1050" spc="1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spc="0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050" spc="1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  <a:p>
            <a:pPr marL="46990">
              <a:lnSpc>
                <a:spcPts val="2005"/>
              </a:lnSpc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36"/>
          <p:cNvSpPr/>
          <p:nvPr/>
        </p:nvSpPr>
        <p:spPr>
          <a:xfrm>
            <a:off x="11304909" y="5043503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7"/>
          <p:cNvSpPr txBox="1"/>
          <p:nvPr/>
        </p:nvSpPr>
        <p:spPr>
          <a:xfrm>
            <a:off x="8412486" y="2172523"/>
            <a:ext cx="3030855" cy="800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r>
              <a:rPr sz="1400" b="1" spc="-2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3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180975">
              <a:lnSpc>
                <a:spcPct val="100000"/>
              </a:lnSpc>
              <a:spcBef>
                <a:spcPts val="500"/>
              </a:spcBef>
              <a:tabLst>
                <a:tab pos="30175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6" name="object 38"/>
          <p:cNvSpPr/>
          <p:nvPr/>
        </p:nvSpPr>
        <p:spPr>
          <a:xfrm>
            <a:off x="9903317" y="4586263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9"/>
          <p:cNvSpPr/>
          <p:nvPr/>
        </p:nvSpPr>
        <p:spPr>
          <a:xfrm>
            <a:off x="10741517" y="2854868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0"/>
          <p:cNvSpPr/>
          <p:nvPr/>
        </p:nvSpPr>
        <p:spPr>
          <a:xfrm>
            <a:off x="10701088" y="2929165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1"/>
          <p:cNvSpPr/>
          <p:nvPr/>
        </p:nvSpPr>
        <p:spPr>
          <a:xfrm>
            <a:off x="11264127" y="2841914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2"/>
          <p:cNvSpPr/>
          <p:nvPr/>
        </p:nvSpPr>
        <p:spPr>
          <a:xfrm>
            <a:off x="11233604" y="2930689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3"/>
          <p:cNvSpPr/>
          <p:nvPr/>
        </p:nvSpPr>
        <p:spPr>
          <a:xfrm>
            <a:off x="10414772" y="2904032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4"/>
          <p:cNvSpPr/>
          <p:nvPr/>
        </p:nvSpPr>
        <p:spPr>
          <a:xfrm>
            <a:off x="9054327" y="4643413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5"/>
          <p:cNvSpPr/>
          <p:nvPr/>
        </p:nvSpPr>
        <p:spPr>
          <a:xfrm>
            <a:off x="9376288" y="4640493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6"/>
          <p:cNvSpPr/>
          <p:nvPr/>
        </p:nvSpPr>
        <p:spPr>
          <a:xfrm>
            <a:off x="9659508" y="4615728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7"/>
          <p:cNvSpPr/>
          <p:nvPr/>
        </p:nvSpPr>
        <p:spPr>
          <a:xfrm>
            <a:off x="9588812" y="4702607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8"/>
          <p:cNvSpPr/>
          <p:nvPr/>
        </p:nvSpPr>
        <p:spPr>
          <a:xfrm>
            <a:off x="10359438" y="2986315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9"/>
          <p:cNvSpPr/>
          <p:nvPr/>
        </p:nvSpPr>
        <p:spPr>
          <a:xfrm>
            <a:off x="11007730" y="284596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4"/>
          <p:cNvSpPr txBox="1"/>
          <p:nvPr/>
        </p:nvSpPr>
        <p:spPr>
          <a:xfrm>
            <a:off x="128901" y="1294572"/>
            <a:ext cx="8559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520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9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4"/>
          <p:cNvSpPr/>
          <p:nvPr/>
        </p:nvSpPr>
        <p:spPr>
          <a:xfrm>
            <a:off x="802827" y="1757590"/>
            <a:ext cx="1648460" cy="4124960"/>
          </a:xfrm>
          <a:custGeom>
            <a:avLst/>
            <a:gdLst/>
            <a:ahLst/>
            <a:cxnLst/>
            <a:rect l="l" t="t" r="r" b="b"/>
            <a:pathLst>
              <a:path w="1648460" h="4124959">
                <a:moveTo>
                  <a:pt x="1373575" y="0"/>
                </a:moveTo>
                <a:lnTo>
                  <a:pt x="274746" y="0"/>
                </a:lnTo>
                <a:lnTo>
                  <a:pt x="225358" y="4428"/>
                </a:lnTo>
                <a:lnTo>
                  <a:pt x="178876" y="17196"/>
                </a:lnTo>
                <a:lnTo>
                  <a:pt x="136074" y="37525"/>
                </a:lnTo>
                <a:lnTo>
                  <a:pt x="97728" y="64637"/>
                </a:lnTo>
                <a:lnTo>
                  <a:pt x="64614" y="97754"/>
                </a:lnTo>
                <a:lnTo>
                  <a:pt x="37509" y="136098"/>
                </a:lnTo>
                <a:lnTo>
                  <a:pt x="17188" y="178892"/>
                </a:lnTo>
                <a:lnTo>
                  <a:pt x="4426" y="225357"/>
                </a:lnTo>
                <a:lnTo>
                  <a:pt x="0" y="274716"/>
                </a:lnTo>
                <a:lnTo>
                  <a:pt x="0" y="3849818"/>
                </a:lnTo>
                <a:lnTo>
                  <a:pt x="4426" y="3899203"/>
                </a:lnTo>
                <a:lnTo>
                  <a:pt x="17188" y="3945683"/>
                </a:lnTo>
                <a:lnTo>
                  <a:pt x="37509" y="3988483"/>
                </a:lnTo>
                <a:lnTo>
                  <a:pt x="64614" y="4026827"/>
                </a:lnTo>
                <a:lnTo>
                  <a:pt x="97728" y="4059940"/>
                </a:lnTo>
                <a:lnTo>
                  <a:pt x="136074" y="4087045"/>
                </a:lnTo>
                <a:lnTo>
                  <a:pt x="178876" y="4107366"/>
                </a:lnTo>
                <a:lnTo>
                  <a:pt x="225358" y="4120128"/>
                </a:lnTo>
                <a:lnTo>
                  <a:pt x="274746" y="4124554"/>
                </a:lnTo>
                <a:lnTo>
                  <a:pt x="1373575" y="4124554"/>
                </a:lnTo>
                <a:lnTo>
                  <a:pt x="1422968" y="4120128"/>
                </a:lnTo>
                <a:lnTo>
                  <a:pt x="1469459" y="4107366"/>
                </a:lnTo>
                <a:lnTo>
                  <a:pt x="1512272" y="4087045"/>
                </a:lnTo>
                <a:lnTo>
                  <a:pt x="1550628" y="4059940"/>
                </a:lnTo>
                <a:lnTo>
                  <a:pt x="1583753" y="4026827"/>
                </a:lnTo>
                <a:lnTo>
                  <a:pt x="1610869" y="3988483"/>
                </a:lnTo>
                <a:lnTo>
                  <a:pt x="1631198" y="3945683"/>
                </a:lnTo>
                <a:lnTo>
                  <a:pt x="1643966" y="3899203"/>
                </a:lnTo>
                <a:lnTo>
                  <a:pt x="1648394" y="3849818"/>
                </a:lnTo>
                <a:lnTo>
                  <a:pt x="1648394" y="274716"/>
                </a:lnTo>
                <a:lnTo>
                  <a:pt x="1643966" y="225357"/>
                </a:lnTo>
                <a:lnTo>
                  <a:pt x="1631198" y="178892"/>
                </a:lnTo>
                <a:lnTo>
                  <a:pt x="1610869" y="136098"/>
                </a:lnTo>
                <a:lnTo>
                  <a:pt x="1583753" y="97754"/>
                </a:lnTo>
                <a:lnTo>
                  <a:pt x="1550628" y="64637"/>
                </a:lnTo>
                <a:lnTo>
                  <a:pt x="1512272" y="37525"/>
                </a:lnTo>
                <a:lnTo>
                  <a:pt x="1469459" y="17196"/>
                </a:lnTo>
                <a:lnTo>
                  <a:pt x="1422968" y="4428"/>
                </a:lnTo>
                <a:lnTo>
                  <a:pt x="13735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/>
          <p:cNvSpPr/>
          <p:nvPr/>
        </p:nvSpPr>
        <p:spPr>
          <a:xfrm>
            <a:off x="802827" y="1771466"/>
            <a:ext cx="1648460" cy="4124960"/>
          </a:xfrm>
          <a:custGeom>
            <a:avLst/>
            <a:gdLst/>
            <a:ahLst/>
            <a:cxnLst/>
            <a:rect l="l" t="t" r="r" b="b"/>
            <a:pathLst>
              <a:path w="1648460" h="4124959">
                <a:moveTo>
                  <a:pt x="0" y="274716"/>
                </a:moveTo>
                <a:lnTo>
                  <a:pt x="4426" y="225357"/>
                </a:lnTo>
                <a:lnTo>
                  <a:pt x="17188" y="178892"/>
                </a:lnTo>
                <a:lnTo>
                  <a:pt x="37509" y="136098"/>
                </a:lnTo>
                <a:lnTo>
                  <a:pt x="64614" y="97754"/>
                </a:lnTo>
                <a:lnTo>
                  <a:pt x="97728" y="64637"/>
                </a:lnTo>
                <a:lnTo>
                  <a:pt x="136074" y="37525"/>
                </a:lnTo>
                <a:lnTo>
                  <a:pt x="178876" y="17196"/>
                </a:lnTo>
                <a:lnTo>
                  <a:pt x="225358" y="4428"/>
                </a:lnTo>
                <a:lnTo>
                  <a:pt x="274746" y="0"/>
                </a:lnTo>
                <a:lnTo>
                  <a:pt x="1373575" y="0"/>
                </a:lnTo>
                <a:lnTo>
                  <a:pt x="1422968" y="4428"/>
                </a:lnTo>
                <a:lnTo>
                  <a:pt x="1469459" y="17196"/>
                </a:lnTo>
                <a:lnTo>
                  <a:pt x="1512272" y="37525"/>
                </a:lnTo>
                <a:lnTo>
                  <a:pt x="1550628" y="64637"/>
                </a:lnTo>
                <a:lnTo>
                  <a:pt x="1583753" y="97754"/>
                </a:lnTo>
                <a:lnTo>
                  <a:pt x="1610869" y="136098"/>
                </a:lnTo>
                <a:lnTo>
                  <a:pt x="1631198" y="178892"/>
                </a:lnTo>
                <a:lnTo>
                  <a:pt x="1643966" y="225357"/>
                </a:lnTo>
                <a:lnTo>
                  <a:pt x="1648394" y="274716"/>
                </a:lnTo>
                <a:lnTo>
                  <a:pt x="1648394" y="3849818"/>
                </a:lnTo>
                <a:lnTo>
                  <a:pt x="1643966" y="3899203"/>
                </a:lnTo>
                <a:lnTo>
                  <a:pt x="1631198" y="3945683"/>
                </a:lnTo>
                <a:lnTo>
                  <a:pt x="1610869" y="3988483"/>
                </a:lnTo>
                <a:lnTo>
                  <a:pt x="1583753" y="4026827"/>
                </a:lnTo>
                <a:lnTo>
                  <a:pt x="1550628" y="4059940"/>
                </a:lnTo>
                <a:lnTo>
                  <a:pt x="1512272" y="4087045"/>
                </a:lnTo>
                <a:lnTo>
                  <a:pt x="1469459" y="4107366"/>
                </a:lnTo>
                <a:lnTo>
                  <a:pt x="1422968" y="4120128"/>
                </a:lnTo>
                <a:lnTo>
                  <a:pt x="1373575" y="4124554"/>
                </a:lnTo>
                <a:lnTo>
                  <a:pt x="274746" y="4124554"/>
                </a:lnTo>
                <a:lnTo>
                  <a:pt x="225358" y="4120128"/>
                </a:lnTo>
                <a:lnTo>
                  <a:pt x="178876" y="4107366"/>
                </a:lnTo>
                <a:lnTo>
                  <a:pt x="136074" y="4087045"/>
                </a:lnTo>
                <a:lnTo>
                  <a:pt x="97728" y="4059940"/>
                </a:lnTo>
                <a:lnTo>
                  <a:pt x="64614" y="4026827"/>
                </a:lnTo>
                <a:lnTo>
                  <a:pt x="37509" y="3988483"/>
                </a:lnTo>
                <a:lnTo>
                  <a:pt x="17188" y="3945683"/>
                </a:lnTo>
                <a:lnTo>
                  <a:pt x="4426" y="3899203"/>
                </a:lnTo>
                <a:lnTo>
                  <a:pt x="0" y="3849818"/>
                </a:lnTo>
                <a:lnTo>
                  <a:pt x="0" y="274716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9"/>
          <p:cNvSpPr/>
          <p:nvPr/>
        </p:nvSpPr>
        <p:spPr>
          <a:xfrm>
            <a:off x="9864333" y="3006404"/>
            <a:ext cx="1677671" cy="1993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0"/>
          <p:cNvSpPr/>
          <p:nvPr/>
        </p:nvSpPr>
        <p:spPr>
          <a:xfrm>
            <a:off x="9276222" y="2764841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1" y="114218"/>
                </a:moveTo>
                <a:lnTo>
                  <a:pt x="38121" y="114259"/>
                </a:lnTo>
                <a:lnTo>
                  <a:pt x="40507" y="2222510"/>
                </a:lnTo>
                <a:lnTo>
                  <a:pt x="78607" y="2222510"/>
                </a:lnTo>
                <a:lnTo>
                  <a:pt x="76221" y="114218"/>
                </a:lnTo>
                <a:close/>
              </a:path>
              <a:path w="114300" h="2223135">
                <a:moveTo>
                  <a:pt x="56997" y="0"/>
                </a:moveTo>
                <a:lnTo>
                  <a:pt x="0" y="114299"/>
                </a:lnTo>
                <a:lnTo>
                  <a:pt x="38121" y="114259"/>
                </a:lnTo>
                <a:lnTo>
                  <a:pt x="38099" y="95249"/>
                </a:lnTo>
                <a:lnTo>
                  <a:pt x="104739" y="95128"/>
                </a:lnTo>
                <a:lnTo>
                  <a:pt x="56997" y="0"/>
                </a:lnTo>
                <a:close/>
              </a:path>
              <a:path w="114300" h="2223135">
                <a:moveTo>
                  <a:pt x="76199" y="95128"/>
                </a:moveTo>
                <a:lnTo>
                  <a:pt x="38099" y="95249"/>
                </a:lnTo>
                <a:lnTo>
                  <a:pt x="38121" y="114259"/>
                </a:lnTo>
                <a:lnTo>
                  <a:pt x="76221" y="114218"/>
                </a:lnTo>
                <a:lnTo>
                  <a:pt x="76199" y="95128"/>
                </a:lnTo>
                <a:close/>
              </a:path>
              <a:path w="114300" h="2223135">
                <a:moveTo>
                  <a:pt x="104739" y="95128"/>
                </a:moveTo>
                <a:lnTo>
                  <a:pt x="76199" y="95128"/>
                </a:lnTo>
                <a:lnTo>
                  <a:pt x="76221" y="114218"/>
                </a:lnTo>
                <a:lnTo>
                  <a:pt x="114299" y="114178"/>
                </a:lnTo>
                <a:lnTo>
                  <a:pt x="104739" y="95128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1"/>
          <p:cNvSpPr/>
          <p:nvPr/>
        </p:nvSpPr>
        <p:spPr>
          <a:xfrm>
            <a:off x="9314063" y="4942262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/>
          <p:cNvSpPr txBox="1"/>
          <p:nvPr/>
        </p:nvSpPr>
        <p:spPr>
          <a:xfrm>
            <a:off x="9014213" y="4771641"/>
            <a:ext cx="290195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05"/>
              </a:lnSpc>
              <a:spcBef>
                <a:spcPts val="100"/>
              </a:spcBef>
            </a:pPr>
            <a:r>
              <a:rPr sz="1050" spc="5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spc="0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050" spc="5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  <a:p>
            <a:pPr marL="46990">
              <a:lnSpc>
                <a:spcPts val="2005"/>
              </a:lnSpc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13"/>
          <p:cNvSpPr/>
          <p:nvPr/>
        </p:nvSpPr>
        <p:spPr>
          <a:xfrm>
            <a:off x="11783811" y="5112778"/>
            <a:ext cx="285343" cy="285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4"/>
          <p:cNvSpPr txBox="1"/>
          <p:nvPr/>
        </p:nvSpPr>
        <p:spPr>
          <a:xfrm>
            <a:off x="8891658" y="2241798"/>
            <a:ext cx="3030220" cy="800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r>
              <a:rPr sz="1400" b="1" spc="-2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29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180975">
              <a:lnSpc>
                <a:spcPct val="100000"/>
              </a:lnSpc>
              <a:spcBef>
                <a:spcPts val="500"/>
              </a:spcBef>
              <a:tabLst>
                <a:tab pos="301688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1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15"/>
          <p:cNvSpPr/>
          <p:nvPr/>
        </p:nvSpPr>
        <p:spPr>
          <a:xfrm>
            <a:off x="10382250" y="4655538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6"/>
          <p:cNvSpPr/>
          <p:nvPr/>
        </p:nvSpPr>
        <p:spPr>
          <a:xfrm>
            <a:off x="11220450" y="2924143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7"/>
          <p:cNvSpPr/>
          <p:nvPr/>
        </p:nvSpPr>
        <p:spPr>
          <a:xfrm>
            <a:off x="11180112" y="2998440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8"/>
          <p:cNvSpPr/>
          <p:nvPr/>
        </p:nvSpPr>
        <p:spPr>
          <a:xfrm>
            <a:off x="11743181" y="2911189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9"/>
          <p:cNvSpPr/>
          <p:nvPr/>
        </p:nvSpPr>
        <p:spPr>
          <a:xfrm>
            <a:off x="11712506" y="2999964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0"/>
          <p:cNvSpPr/>
          <p:nvPr/>
        </p:nvSpPr>
        <p:spPr>
          <a:xfrm>
            <a:off x="9533381" y="4712688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1"/>
          <p:cNvSpPr/>
          <p:nvPr/>
        </p:nvSpPr>
        <p:spPr>
          <a:xfrm>
            <a:off x="9855189" y="4709768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2"/>
          <p:cNvSpPr/>
          <p:nvPr/>
        </p:nvSpPr>
        <p:spPr>
          <a:xfrm>
            <a:off x="10138409" y="4685003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3"/>
          <p:cNvSpPr/>
          <p:nvPr/>
        </p:nvSpPr>
        <p:spPr>
          <a:xfrm>
            <a:off x="10067866" y="4771882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4"/>
          <p:cNvSpPr/>
          <p:nvPr/>
        </p:nvSpPr>
        <p:spPr>
          <a:xfrm>
            <a:off x="10893673" y="2973307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5"/>
          <p:cNvSpPr/>
          <p:nvPr/>
        </p:nvSpPr>
        <p:spPr>
          <a:xfrm>
            <a:off x="10838492" y="3055590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6"/>
          <p:cNvSpPr/>
          <p:nvPr/>
        </p:nvSpPr>
        <p:spPr>
          <a:xfrm>
            <a:off x="11486753" y="2915242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2"/>
          <p:cNvSpPr/>
          <p:nvPr/>
        </p:nvSpPr>
        <p:spPr>
          <a:xfrm>
            <a:off x="3000375" y="3150170"/>
            <a:ext cx="2190750" cy="19335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3"/>
          <p:cNvSpPr/>
          <p:nvPr/>
        </p:nvSpPr>
        <p:spPr>
          <a:xfrm>
            <a:off x="3095609" y="3293045"/>
            <a:ext cx="1885949" cy="16478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4"/>
          <p:cNvSpPr/>
          <p:nvPr/>
        </p:nvSpPr>
        <p:spPr>
          <a:xfrm>
            <a:off x="3222497" y="3425495"/>
            <a:ext cx="1631314" cy="1382395"/>
          </a:xfrm>
          <a:custGeom>
            <a:avLst/>
            <a:gdLst/>
            <a:ahLst/>
            <a:cxnLst/>
            <a:rect l="l" t="t" r="r" b="b"/>
            <a:pathLst>
              <a:path w="1631314" h="1382395">
                <a:moveTo>
                  <a:pt x="1400677" y="0"/>
                </a:moveTo>
                <a:lnTo>
                  <a:pt x="230367" y="0"/>
                </a:lnTo>
                <a:lnTo>
                  <a:pt x="183933" y="4680"/>
                </a:lnTo>
                <a:lnTo>
                  <a:pt x="140687" y="18104"/>
                </a:lnTo>
                <a:lnTo>
                  <a:pt x="101555" y="39345"/>
                </a:lnTo>
                <a:lnTo>
                  <a:pt x="67463" y="67478"/>
                </a:lnTo>
                <a:lnTo>
                  <a:pt x="39336" y="101575"/>
                </a:lnTo>
                <a:lnTo>
                  <a:pt x="18099" y="140710"/>
                </a:lnTo>
                <a:lnTo>
                  <a:pt x="4679" y="183958"/>
                </a:lnTo>
                <a:lnTo>
                  <a:pt x="0" y="230392"/>
                </a:lnTo>
                <a:lnTo>
                  <a:pt x="0" y="1151900"/>
                </a:lnTo>
                <a:lnTo>
                  <a:pt x="4679" y="1198334"/>
                </a:lnTo>
                <a:lnTo>
                  <a:pt x="18099" y="1241581"/>
                </a:lnTo>
                <a:lnTo>
                  <a:pt x="39336" y="1280714"/>
                </a:lnTo>
                <a:lnTo>
                  <a:pt x="67463" y="1314807"/>
                </a:lnTo>
                <a:lnTo>
                  <a:pt x="101555" y="1342935"/>
                </a:lnTo>
                <a:lnTo>
                  <a:pt x="140687" y="1364173"/>
                </a:lnTo>
                <a:lnTo>
                  <a:pt x="183933" y="1377594"/>
                </a:lnTo>
                <a:lnTo>
                  <a:pt x="230367" y="1382274"/>
                </a:lnTo>
                <a:lnTo>
                  <a:pt x="1400677" y="1382274"/>
                </a:lnTo>
                <a:lnTo>
                  <a:pt x="1447113" y="1377594"/>
                </a:lnTo>
                <a:lnTo>
                  <a:pt x="1490362" y="1364173"/>
                </a:lnTo>
                <a:lnTo>
                  <a:pt x="1529499" y="1342935"/>
                </a:lnTo>
                <a:lnTo>
                  <a:pt x="1563597" y="1314807"/>
                </a:lnTo>
                <a:lnTo>
                  <a:pt x="1591730" y="1280714"/>
                </a:lnTo>
                <a:lnTo>
                  <a:pt x="1612971" y="1241581"/>
                </a:lnTo>
                <a:lnTo>
                  <a:pt x="1626395" y="1198334"/>
                </a:lnTo>
                <a:lnTo>
                  <a:pt x="1631076" y="1151900"/>
                </a:lnTo>
                <a:lnTo>
                  <a:pt x="1631076" y="230392"/>
                </a:lnTo>
                <a:lnTo>
                  <a:pt x="1626395" y="183958"/>
                </a:lnTo>
                <a:lnTo>
                  <a:pt x="1612971" y="140710"/>
                </a:lnTo>
                <a:lnTo>
                  <a:pt x="1591730" y="101575"/>
                </a:lnTo>
                <a:lnTo>
                  <a:pt x="1563597" y="67478"/>
                </a:lnTo>
                <a:lnTo>
                  <a:pt x="1529499" y="39345"/>
                </a:lnTo>
                <a:lnTo>
                  <a:pt x="1490362" y="18104"/>
                </a:lnTo>
                <a:lnTo>
                  <a:pt x="1447113" y="4680"/>
                </a:lnTo>
                <a:lnTo>
                  <a:pt x="14006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5"/>
          <p:cNvSpPr/>
          <p:nvPr/>
        </p:nvSpPr>
        <p:spPr>
          <a:xfrm>
            <a:off x="3222497" y="3425495"/>
            <a:ext cx="1631314" cy="1382395"/>
          </a:xfrm>
          <a:custGeom>
            <a:avLst/>
            <a:gdLst/>
            <a:ahLst/>
            <a:cxnLst/>
            <a:rect l="l" t="t" r="r" b="b"/>
            <a:pathLst>
              <a:path w="1631314" h="1382395">
                <a:moveTo>
                  <a:pt x="0" y="230392"/>
                </a:moveTo>
                <a:lnTo>
                  <a:pt x="4679" y="183958"/>
                </a:lnTo>
                <a:lnTo>
                  <a:pt x="18099" y="140710"/>
                </a:lnTo>
                <a:lnTo>
                  <a:pt x="39336" y="101575"/>
                </a:lnTo>
                <a:lnTo>
                  <a:pt x="67463" y="67478"/>
                </a:lnTo>
                <a:lnTo>
                  <a:pt x="101555" y="39345"/>
                </a:lnTo>
                <a:lnTo>
                  <a:pt x="140687" y="18104"/>
                </a:lnTo>
                <a:lnTo>
                  <a:pt x="183933" y="4680"/>
                </a:lnTo>
                <a:lnTo>
                  <a:pt x="230367" y="0"/>
                </a:lnTo>
                <a:lnTo>
                  <a:pt x="1400677" y="0"/>
                </a:lnTo>
                <a:lnTo>
                  <a:pt x="1447113" y="4680"/>
                </a:lnTo>
                <a:lnTo>
                  <a:pt x="1490362" y="18104"/>
                </a:lnTo>
                <a:lnTo>
                  <a:pt x="1529499" y="39345"/>
                </a:lnTo>
                <a:lnTo>
                  <a:pt x="1563597" y="67478"/>
                </a:lnTo>
                <a:lnTo>
                  <a:pt x="1591730" y="101575"/>
                </a:lnTo>
                <a:lnTo>
                  <a:pt x="1612971" y="140710"/>
                </a:lnTo>
                <a:lnTo>
                  <a:pt x="1626395" y="183958"/>
                </a:lnTo>
                <a:lnTo>
                  <a:pt x="1631076" y="230392"/>
                </a:lnTo>
                <a:lnTo>
                  <a:pt x="1631076" y="1151900"/>
                </a:lnTo>
                <a:lnTo>
                  <a:pt x="1626395" y="1198334"/>
                </a:lnTo>
                <a:lnTo>
                  <a:pt x="1612971" y="1241581"/>
                </a:lnTo>
                <a:lnTo>
                  <a:pt x="1591730" y="1280714"/>
                </a:lnTo>
                <a:lnTo>
                  <a:pt x="1563597" y="1314807"/>
                </a:lnTo>
                <a:lnTo>
                  <a:pt x="1529499" y="1342935"/>
                </a:lnTo>
                <a:lnTo>
                  <a:pt x="1490362" y="1364173"/>
                </a:lnTo>
                <a:lnTo>
                  <a:pt x="1447113" y="1377594"/>
                </a:lnTo>
                <a:lnTo>
                  <a:pt x="1400677" y="1382274"/>
                </a:lnTo>
                <a:lnTo>
                  <a:pt x="230367" y="1382274"/>
                </a:lnTo>
                <a:lnTo>
                  <a:pt x="183933" y="1377594"/>
                </a:lnTo>
                <a:lnTo>
                  <a:pt x="140687" y="1364173"/>
                </a:lnTo>
                <a:lnTo>
                  <a:pt x="101555" y="1342935"/>
                </a:lnTo>
                <a:lnTo>
                  <a:pt x="67463" y="1314807"/>
                </a:lnTo>
                <a:lnTo>
                  <a:pt x="39336" y="1280714"/>
                </a:lnTo>
                <a:lnTo>
                  <a:pt x="18099" y="1241581"/>
                </a:lnTo>
                <a:lnTo>
                  <a:pt x="4679" y="1198334"/>
                </a:lnTo>
                <a:lnTo>
                  <a:pt x="0" y="1151900"/>
                </a:lnTo>
                <a:lnTo>
                  <a:pt x="0" y="230392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6"/>
          <p:cNvSpPr txBox="1"/>
          <p:nvPr/>
        </p:nvSpPr>
        <p:spPr>
          <a:xfrm>
            <a:off x="3562098" y="3815965"/>
            <a:ext cx="965200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nd</a:t>
            </a:r>
            <a:r>
              <a:rPr sz="1800" spc="30" dirty="0">
                <a:latin typeface="Calibri"/>
                <a:cs typeface="Calibri"/>
              </a:rPr>
              <a:t>i</a:t>
            </a:r>
            <a:r>
              <a:rPr sz="1800" spc="5" dirty="0">
                <a:latin typeface="Calibri"/>
                <a:cs typeface="Calibri"/>
              </a:rPr>
              <a:t>v</a:t>
            </a:r>
            <a:r>
              <a:rPr sz="1800" spc="30" dirty="0">
                <a:latin typeface="Calibri"/>
                <a:cs typeface="Calibri"/>
              </a:rPr>
              <a:t>i</a:t>
            </a:r>
            <a:r>
              <a:rPr sz="1800" spc="25" dirty="0">
                <a:latin typeface="Calibri"/>
                <a:cs typeface="Calibri"/>
              </a:rPr>
              <a:t>du</a:t>
            </a:r>
            <a:r>
              <a:rPr sz="1800" spc="30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l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libri"/>
                <a:cs typeface="Calibri"/>
              </a:rPr>
              <a:t>likelihood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7"/>
          <p:cNvSpPr/>
          <p:nvPr/>
        </p:nvSpPr>
        <p:spPr>
          <a:xfrm>
            <a:off x="2581275" y="3807395"/>
            <a:ext cx="571500" cy="6191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8"/>
          <p:cNvSpPr/>
          <p:nvPr/>
        </p:nvSpPr>
        <p:spPr>
          <a:xfrm>
            <a:off x="2698373" y="3876106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4" y="0"/>
                </a:moveTo>
                <a:lnTo>
                  <a:pt x="0" y="0"/>
                </a:lnTo>
                <a:lnTo>
                  <a:pt x="208144" y="240529"/>
                </a:lnTo>
                <a:lnTo>
                  <a:pt x="0" y="481071"/>
                </a:lnTo>
                <a:lnTo>
                  <a:pt x="208144" y="481071"/>
                </a:lnTo>
                <a:lnTo>
                  <a:pt x="416439" y="240529"/>
                </a:lnTo>
                <a:lnTo>
                  <a:pt x="2081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9"/>
          <p:cNvSpPr/>
          <p:nvPr/>
        </p:nvSpPr>
        <p:spPr>
          <a:xfrm>
            <a:off x="2698373" y="3876106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4" y="0"/>
                </a:lnTo>
                <a:lnTo>
                  <a:pt x="416439" y="240529"/>
                </a:lnTo>
                <a:lnTo>
                  <a:pt x="208144" y="481071"/>
                </a:lnTo>
                <a:lnTo>
                  <a:pt x="0" y="481071"/>
                </a:lnTo>
                <a:lnTo>
                  <a:pt x="208144" y="24052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0"/>
          <p:cNvSpPr/>
          <p:nvPr/>
        </p:nvSpPr>
        <p:spPr>
          <a:xfrm>
            <a:off x="5362559" y="3150170"/>
            <a:ext cx="2428875" cy="19335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1"/>
          <p:cNvSpPr/>
          <p:nvPr/>
        </p:nvSpPr>
        <p:spPr>
          <a:xfrm>
            <a:off x="5457809" y="3293045"/>
            <a:ext cx="2124075" cy="16478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2"/>
          <p:cNvSpPr/>
          <p:nvPr/>
        </p:nvSpPr>
        <p:spPr>
          <a:xfrm>
            <a:off x="5586465" y="3425495"/>
            <a:ext cx="1862455" cy="1382395"/>
          </a:xfrm>
          <a:custGeom>
            <a:avLst/>
            <a:gdLst/>
            <a:ahLst/>
            <a:cxnLst/>
            <a:rect l="l" t="t" r="r" b="b"/>
            <a:pathLst>
              <a:path w="1862454" h="1382395">
                <a:moveTo>
                  <a:pt x="1631594" y="0"/>
                </a:moveTo>
                <a:lnTo>
                  <a:pt x="230398" y="0"/>
                </a:lnTo>
                <a:lnTo>
                  <a:pt x="183962" y="4680"/>
                </a:lnTo>
                <a:lnTo>
                  <a:pt x="140713" y="18104"/>
                </a:lnTo>
                <a:lnTo>
                  <a:pt x="101576" y="39345"/>
                </a:lnTo>
                <a:lnTo>
                  <a:pt x="67478" y="67478"/>
                </a:lnTo>
                <a:lnTo>
                  <a:pt x="39346" y="101575"/>
                </a:lnTo>
                <a:lnTo>
                  <a:pt x="18104" y="140710"/>
                </a:lnTo>
                <a:lnTo>
                  <a:pt x="4680" y="183958"/>
                </a:lnTo>
                <a:lnTo>
                  <a:pt x="0" y="230392"/>
                </a:lnTo>
                <a:lnTo>
                  <a:pt x="0" y="1151900"/>
                </a:lnTo>
                <a:lnTo>
                  <a:pt x="4680" y="1198334"/>
                </a:lnTo>
                <a:lnTo>
                  <a:pt x="18104" y="1241581"/>
                </a:lnTo>
                <a:lnTo>
                  <a:pt x="39346" y="1280714"/>
                </a:lnTo>
                <a:lnTo>
                  <a:pt x="67478" y="1314807"/>
                </a:lnTo>
                <a:lnTo>
                  <a:pt x="101576" y="1342935"/>
                </a:lnTo>
                <a:lnTo>
                  <a:pt x="140713" y="1364173"/>
                </a:lnTo>
                <a:lnTo>
                  <a:pt x="183962" y="1377594"/>
                </a:lnTo>
                <a:lnTo>
                  <a:pt x="230398" y="1382274"/>
                </a:lnTo>
                <a:lnTo>
                  <a:pt x="1631594" y="1382274"/>
                </a:lnTo>
                <a:lnTo>
                  <a:pt x="1678028" y="1377594"/>
                </a:lnTo>
                <a:lnTo>
                  <a:pt x="1721274" y="1364173"/>
                </a:lnTo>
                <a:lnTo>
                  <a:pt x="1760406" y="1342935"/>
                </a:lnTo>
                <a:lnTo>
                  <a:pt x="1794498" y="1314807"/>
                </a:lnTo>
                <a:lnTo>
                  <a:pt x="1822625" y="1280714"/>
                </a:lnTo>
                <a:lnTo>
                  <a:pt x="1843862" y="1241581"/>
                </a:lnTo>
                <a:lnTo>
                  <a:pt x="1857282" y="1198334"/>
                </a:lnTo>
                <a:lnTo>
                  <a:pt x="1861962" y="1151900"/>
                </a:lnTo>
                <a:lnTo>
                  <a:pt x="1861962" y="230392"/>
                </a:lnTo>
                <a:lnTo>
                  <a:pt x="1857282" y="183958"/>
                </a:lnTo>
                <a:lnTo>
                  <a:pt x="1843862" y="140710"/>
                </a:lnTo>
                <a:lnTo>
                  <a:pt x="1822625" y="101575"/>
                </a:lnTo>
                <a:lnTo>
                  <a:pt x="1794498" y="67478"/>
                </a:lnTo>
                <a:lnTo>
                  <a:pt x="1760406" y="39345"/>
                </a:lnTo>
                <a:lnTo>
                  <a:pt x="1721274" y="18104"/>
                </a:lnTo>
                <a:lnTo>
                  <a:pt x="1678028" y="4680"/>
                </a:lnTo>
                <a:lnTo>
                  <a:pt x="1631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3"/>
          <p:cNvSpPr/>
          <p:nvPr/>
        </p:nvSpPr>
        <p:spPr>
          <a:xfrm>
            <a:off x="5586465" y="3425495"/>
            <a:ext cx="1862455" cy="1382395"/>
          </a:xfrm>
          <a:custGeom>
            <a:avLst/>
            <a:gdLst/>
            <a:ahLst/>
            <a:cxnLst/>
            <a:rect l="l" t="t" r="r" b="b"/>
            <a:pathLst>
              <a:path w="1862454" h="1382395">
                <a:moveTo>
                  <a:pt x="0" y="230392"/>
                </a:moveTo>
                <a:lnTo>
                  <a:pt x="4680" y="183958"/>
                </a:lnTo>
                <a:lnTo>
                  <a:pt x="18104" y="140710"/>
                </a:lnTo>
                <a:lnTo>
                  <a:pt x="39346" y="101575"/>
                </a:lnTo>
                <a:lnTo>
                  <a:pt x="67478" y="67478"/>
                </a:lnTo>
                <a:lnTo>
                  <a:pt x="101576" y="39345"/>
                </a:lnTo>
                <a:lnTo>
                  <a:pt x="140713" y="18104"/>
                </a:lnTo>
                <a:lnTo>
                  <a:pt x="183962" y="4680"/>
                </a:lnTo>
                <a:lnTo>
                  <a:pt x="230398" y="0"/>
                </a:lnTo>
                <a:lnTo>
                  <a:pt x="1631594" y="0"/>
                </a:lnTo>
                <a:lnTo>
                  <a:pt x="1678028" y="4680"/>
                </a:lnTo>
                <a:lnTo>
                  <a:pt x="1721274" y="18104"/>
                </a:lnTo>
                <a:lnTo>
                  <a:pt x="1760406" y="39345"/>
                </a:lnTo>
                <a:lnTo>
                  <a:pt x="1794498" y="67478"/>
                </a:lnTo>
                <a:lnTo>
                  <a:pt x="1822625" y="101575"/>
                </a:lnTo>
                <a:lnTo>
                  <a:pt x="1843862" y="140710"/>
                </a:lnTo>
                <a:lnTo>
                  <a:pt x="1857282" y="183958"/>
                </a:lnTo>
                <a:lnTo>
                  <a:pt x="1861962" y="230392"/>
                </a:lnTo>
                <a:lnTo>
                  <a:pt x="1861962" y="1151900"/>
                </a:lnTo>
                <a:lnTo>
                  <a:pt x="1857282" y="1198334"/>
                </a:lnTo>
                <a:lnTo>
                  <a:pt x="1843862" y="1241581"/>
                </a:lnTo>
                <a:lnTo>
                  <a:pt x="1822625" y="1280714"/>
                </a:lnTo>
                <a:lnTo>
                  <a:pt x="1794498" y="1314807"/>
                </a:lnTo>
                <a:lnTo>
                  <a:pt x="1760406" y="1342935"/>
                </a:lnTo>
                <a:lnTo>
                  <a:pt x="1721274" y="1364173"/>
                </a:lnTo>
                <a:lnTo>
                  <a:pt x="1678028" y="1377594"/>
                </a:lnTo>
                <a:lnTo>
                  <a:pt x="1631594" y="1382274"/>
                </a:lnTo>
                <a:lnTo>
                  <a:pt x="230398" y="1382274"/>
                </a:lnTo>
                <a:lnTo>
                  <a:pt x="183962" y="1377594"/>
                </a:lnTo>
                <a:lnTo>
                  <a:pt x="140713" y="1364173"/>
                </a:lnTo>
                <a:lnTo>
                  <a:pt x="101576" y="1342935"/>
                </a:lnTo>
                <a:lnTo>
                  <a:pt x="67478" y="1314807"/>
                </a:lnTo>
                <a:lnTo>
                  <a:pt x="39346" y="1280714"/>
                </a:lnTo>
                <a:lnTo>
                  <a:pt x="18104" y="1241581"/>
                </a:lnTo>
                <a:lnTo>
                  <a:pt x="4680" y="1198334"/>
                </a:lnTo>
                <a:lnTo>
                  <a:pt x="0" y="1151900"/>
                </a:lnTo>
                <a:lnTo>
                  <a:pt x="0" y="230392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4"/>
          <p:cNvSpPr txBox="1"/>
          <p:nvPr/>
        </p:nvSpPr>
        <p:spPr>
          <a:xfrm>
            <a:off x="5833114" y="3953379"/>
            <a:ext cx="1383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0" dirty="0">
                <a:latin typeface="Calibri"/>
                <a:cs typeface="Calibri"/>
              </a:rPr>
              <a:t>log(likelihood)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5"/>
          <p:cNvSpPr/>
          <p:nvPr/>
        </p:nvSpPr>
        <p:spPr>
          <a:xfrm>
            <a:off x="4943459" y="3807395"/>
            <a:ext cx="571500" cy="6191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6"/>
          <p:cNvSpPr/>
          <p:nvPr/>
        </p:nvSpPr>
        <p:spPr>
          <a:xfrm>
            <a:off x="5062362" y="3876106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29"/>
                </a:lnTo>
                <a:lnTo>
                  <a:pt x="0" y="481071"/>
                </a:lnTo>
                <a:lnTo>
                  <a:pt x="208147" y="481071"/>
                </a:lnTo>
                <a:lnTo>
                  <a:pt x="416417" y="240529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7"/>
          <p:cNvSpPr/>
          <p:nvPr/>
        </p:nvSpPr>
        <p:spPr>
          <a:xfrm>
            <a:off x="5062362" y="3876106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17" y="240529"/>
                </a:lnTo>
                <a:lnTo>
                  <a:pt x="208147" y="481071"/>
                </a:lnTo>
                <a:lnTo>
                  <a:pt x="0" y="481071"/>
                </a:lnTo>
                <a:lnTo>
                  <a:pt x="208147" y="24052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8"/>
          <p:cNvSpPr/>
          <p:nvPr/>
        </p:nvSpPr>
        <p:spPr>
          <a:xfrm>
            <a:off x="7600950" y="3788345"/>
            <a:ext cx="3581400" cy="6096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59"/>
          <p:cNvSpPr/>
          <p:nvPr/>
        </p:nvSpPr>
        <p:spPr>
          <a:xfrm>
            <a:off x="7632710" y="3977190"/>
            <a:ext cx="3206115" cy="238125"/>
          </a:xfrm>
          <a:custGeom>
            <a:avLst/>
            <a:gdLst/>
            <a:ahLst/>
            <a:cxnLst/>
            <a:rect l="l" t="t" r="r" b="b"/>
            <a:pathLst>
              <a:path w="3206115" h="238125">
                <a:moveTo>
                  <a:pt x="79367" y="79379"/>
                </a:moveTo>
                <a:lnTo>
                  <a:pt x="0" y="79379"/>
                </a:lnTo>
                <a:lnTo>
                  <a:pt x="0" y="158758"/>
                </a:lnTo>
                <a:lnTo>
                  <a:pt x="79367" y="158758"/>
                </a:lnTo>
                <a:lnTo>
                  <a:pt x="79367" y="79379"/>
                </a:lnTo>
                <a:close/>
              </a:path>
              <a:path w="3206115" h="238125">
                <a:moveTo>
                  <a:pt x="238118" y="79379"/>
                </a:moveTo>
                <a:lnTo>
                  <a:pt x="158739" y="79379"/>
                </a:lnTo>
                <a:lnTo>
                  <a:pt x="158739" y="158758"/>
                </a:lnTo>
                <a:lnTo>
                  <a:pt x="238118" y="158758"/>
                </a:lnTo>
                <a:lnTo>
                  <a:pt x="238118" y="79379"/>
                </a:lnTo>
                <a:close/>
              </a:path>
              <a:path w="3206115" h="238125">
                <a:moveTo>
                  <a:pt x="396858" y="79379"/>
                </a:moveTo>
                <a:lnTo>
                  <a:pt x="317479" y="79379"/>
                </a:lnTo>
                <a:lnTo>
                  <a:pt x="317479" y="158758"/>
                </a:lnTo>
                <a:lnTo>
                  <a:pt x="396858" y="158758"/>
                </a:lnTo>
                <a:lnTo>
                  <a:pt x="396858" y="79379"/>
                </a:lnTo>
                <a:close/>
              </a:path>
              <a:path w="3206115" h="238125">
                <a:moveTo>
                  <a:pt x="555617" y="79379"/>
                </a:moveTo>
                <a:lnTo>
                  <a:pt x="476249" y="79379"/>
                </a:lnTo>
                <a:lnTo>
                  <a:pt x="476249" y="158758"/>
                </a:lnTo>
                <a:lnTo>
                  <a:pt x="555617" y="158758"/>
                </a:lnTo>
                <a:lnTo>
                  <a:pt x="555617" y="79379"/>
                </a:lnTo>
                <a:close/>
              </a:path>
              <a:path w="3206115" h="238125">
                <a:moveTo>
                  <a:pt x="714368" y="79379"/>
                </a:moveTo>
                <a:lnTo>
                  <a:pt x="634989" y="79379"/>
                </a:lnTo>
                <a:lnTo>
                  <a:pt x="634989" y="158758"/>
                </a:lnTo>
                <a:lnTo>
                  <a:pt x="714368" y="158758"/>
                </a:lnTo>
                <a:lnTo>
                  <a:pt x="714368" y="79379"/>
                </a:lnTo>
                <a:close/>
              </a:path>
              <a:path w="3206115" h="238125">
                <a:moveTo>
                  <a:pt x="873108" y="79379"/>
                </a:moveTo>
                <a:lnTo>
                  <a:pt x="793729" y="79379"/>
                </a:lnTo>
                <a:lnTo>
                  <a:pt x="793729" y="158758"/>
                </a:lnTo>
                <a:lnTo>
                  <a:pt x="873108" y="158758"/>
                </a:lnTo>
                <a:lnTo>
                  <a:pt x="873108" y="79379"/>
                </a:lnTo>
                <a:close/>
              </a:path>
              <a:path w="3206115" h="238125">
                <a:moveTo>
                  <a:pt x="1031867" y="79379"/>
                </a:moveTo>
                <a:lnTo>
                  <a:pt x="952499" y="79379"/>
                </a:lnTo>
                <a:lnTo>
                  <a:pt x="952499" y="158758"/>
                </a:lnTo>
                <a:lnTo>
                  <a:pt x="1031867" y="158758"/>
                </a:lnTo>
                <a:lnTo>
                  <a:pt x="1031867" y="79379"/>
                </a:lnTo>
                <a:close/>
              </a:path>
              <a:path w="3206115" h="238125">
                <a:moveTo>
                  <a:pt x="1190618" y="79379"/>
                </a:moveTo>
                <a:lnTo>
                  <a:pt x="1111239" y="79379"/>
                </a:lnTo>
                <a:lnTo>
                  <a:pt x="1111239" y="158758"/>
                </a:lnTo>
                <a:lnTo>
                  <a:pt x="1190618" y="158758"/>
                </a:lnTo>
                <a:lnTo>
                  <a:pt x="1190618" y="79379"/>
                </a:lnTo>
                <a:close/>
              </a:path>
              <a:path w="3206115" h="238125">
                <a:moveTo>
                  <a:pt x="1349358" y="79379"/>
                </a:moveTo>
                <a:lnTo>
                  <a:pt x="1269979" y="79379"/>
                </a:lnTo>
                <a:lnTo>
                  <a:pt x="1269979" y="158758"/>
                </a:lnTo>
                <a:lnTo>
                  <a:pt x="1349358" y="158758"/>
                </a:lnTo>
                <a:lnTo>
                  <a:pt x="1349358" y="79379"/>
                </a:lnTo>
                <a:close/>
              </a:path>
              <a:path w="3206115" h="238125">
                <a:moveTo>
                  <a:pt x="1508117" y="79379"/>
                </a:moveTo>
                <a:lnTo>
                  <a:pt x="1428749" y="79379"/>
                </a:lnTo>
                <a:lnTo>
                  <a:pt x="1428749" y="158758"/>
                </a:lnTo>
                <a:lnTo>
                  <a:pt x="1508117" y="158758"/>
                </a:lnTo>
                <a:lnTo>
                  <a:pt x="1508117" y="79379"/>
                </a:lnTo>
                <a:close/>
              </a:path>
              <a:path w="3206115" h="238125">
                <a:moveTo>
                  <a:pt x="1666868" y="79379"/>
                </a:moveTo>
                <a:lnTo>
                  <a:pt x="1587489" y="79379"/>
                </a:lnTo>
                <a:lnTo>
                  <a:pt x="1587489" y="158758"/>
                </a:lnTo>
                <a:lnTo>
                  <a:pt x="1666868" y="158758"/>
                </a:lnTo>
                <a:lnTo>
                  <a:pt x="1666868" y="79379"/>
                </a:lnTo>
                <a:close/>
              </a:path>
              <a:path w="3206115" h="238125">
                <a:moveTo>
                  <a:pt x="1825608" y="79379"/>
                </a:moveTo>
                <a:lnTo>
                  <a:pt x="1746229" y="79379"/>
                </a:lnTo>
                <a:lnTo>
                  <a:pt x="1746229" y="158758"/>
                </a:lnTo>
                <a:lnTo>
                  <a:pt x="1825608" y="158758"/>
                </a:lnTo>
                <a:lnTo>
                  <a:pt x="1825608" y="79379"/>
                </a:lnTo>
                <a:close/>
              </a:path>
              <a:path w="3206115" h="238125">
                <a:moveTo>
                  <a:pt x="1984367" y="79379"/>
                </a:moveTo>
                <a:lnTo>
                  <a:pt x="1904999" y="79379"/>
                </a:lnTo>
                <a:lnTo>
                  <a:pt x="1904999" y="158758"/>
                </a:lnTo>
                <a:lnTo>
                  <a:pt x="1984367" y="158758"/>
                </a:lnTo>
                <a:lnTo>
                  <a:pt x="1984367" y="79379"/>
                </a:lnTo>
                <a:close/>
              </a:path>
              <a:path w="3206115" h="238125">
                <a:moveTo>
                  <a:pt x="2143118" y="79379"/>
                </a:moveTo>
                <a:lnTo>
                  <a:pt x="2063739" y="79379"/>
                </a:lnTo>
                <a:lnTo>
                  <a:pt x="2063739" y="158758"/>
                </a:lnTo>
                <a:lnTo>
                  <a:pt x="2143118" y="158758"/>
                </a:lnTo>
                <a:lnTo>
                  <a:pt x="2143118" y="79379"/>
                </a:lnTo>
                <a:close/>
              </a:path>
              <a:path w="3206115" h="238125">
                <a:moveTo>
                  <a:pt x="2301858" y="79379"/>
                </a:moveTo>
                <a:lnTo>
                  <a:pt x="2222479" y="79379"/>
                </a:lnTo>
                <a:lnTo>
                  <a:pt x="2222479" y="158758"/>
                </a:lnTo>
                <a:lnTo>
                  <a:pt x="2301858" y="158758"/>
                </a:lnTo>
                <a:lnTo>
                  <a:pt x="2301858" y="79379"/>
                </a:lnTo>
                <a:close/>
              </a:path>
              <a:path w="3206115" h="238125">
                <a:moveTo>
                  <a:pt x="2460617" y="79379"/>
                </a:moveTo>
                <a:lnTo>
                  <a:pt x="2381249" y="79379"/>
                </a:lnTo>
                <a:lnTo>
                  <a:pt x="2381249" y="158758"/>
                </a:lnTo>
                <a:lnTo>
                  <a:pt x="2460617" y="158758"/>
                </a:lnTo>
                <a:lnTo>
                  <a:pt x="2460617" y="79379"/>
                </a:lnTo>
                <a:close/>
              </a:path>
              <a:path w="3206115" h="238125">
                <a:moveTo>
                  <a:pt x="2619368" y="79379"/>
                </a:moveTo>
                <a:lnTo>
                  <a:pt x="2539989" y="79379"/>
                </a:lnTo>
                <a:lnTo>
                  <a:pt x="2539989" y="158758"/>
                </a:lnTo>
                <a:lnTo>
                  <a:pt x="2619368" y="158758"/>
                </a:lnTo>
                <a:lnTo>
                  <a:pt x="2619368" y="79379"/>
                </a:lnTo>
                <a:close/>
              </a:path>
              <a:path w="3206115" h="238125">
                <a:moveTo>
                  <a:pt x="2778108" y="79379"/>
                </a:moveTo>
                <a:lnTo>
                  <a:pt x="2698729" y="79379"/>
                </a:lnTo>
                <a:lnTo>
                  <a:pt x="2698729" y="158758"/>
                </a:lnTo>
                <a:lnTo>
                  <a:pt x="2778108" y="158758"/>
                </a:lnTo>
                <a:lnTo>
                  <a:pt x="2778108" y="79379"/>
                </a:lnTo>
                <a:close/>
              </a:path>
              <a:path w="3206115" h="238125">
                <a:moveTo>
                  <a:pt x="2936867" y="79379"/>
                </a:moveTo>
                <a:lnTo>
                  <a:pt x="2857499" y="79379"/>
                </a:lnTo>
                <a:lnTo>
                  <a:pt x="2857499" y="158758"/>
                </a:lnTo>
                <a:lnTo>
                  <a:pt x="2936867" y="158758"/>
                </a:lnTo>
                <a:lnTo>
                  <a:pt x="2936867" y="79379"/>
                </a:lnTo>
                <a:close/>
              </a:path>
              <a:path w="3206115" h="238125">
                <a:moveTo>
                  <a:pt x="2967593" y="0"/>
                </a:moveTo>
                <a:lnTo>
                  <a:pt x="2967593" y="238124"/>
                </a:lnTo>
                <a:lnTo>
                  <a:pt x="3205733" y="119134"/>
                </a:lnTo>
                <a:lnTo>
                  <a:pt x="296759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1"/>
          <p:cNvSpPr txBox="1"/>
          <p:nvPr/>
        </p:nvSpPr>
        <p:spPr>
          <a:xfrm>
            <a:off x="5528949" y="1183769"/>
            <a:ext cx="11525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H</a:t>
            </a:r>
            <a:r>
              <a:rPr sz="3200" b="1" spc="-1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3200" b="1" spc="125" dirty="0">
                <a:solidFill>
                  <a:srgbClr val="6F2F9F"/>
                </a:solidFill>
                <a:latin typeface="Arial"/>
                <a:cs typeface="Arial"/>
              </a:rPr>
              <a:t>w</a:t>
            </a: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?</a:t>
            </a:r>
            <a:endParaRPr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970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/>
          <p:cNvSpPr/>
          <p:nvPr/>
        </p:nvSpPr>
        <p:spPr>
          <a:xfrm>
            <a:off x="4682837" y="1328883"/>
            <a:ext cx="6858000" cy="4864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/>
          <p:nvPr/>
        </p:nvSpPr>
        <p:spPr>
          <a:xfrm>
            <a:off x="0" y="272690"/>
            <a:ext cx="3990990" cy="5920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/>
          <p:cNvSpPr/>
          <p:nvPr/>
        </p:nvSpPr>
        <p:spPr>
          <a:xfrm>
            <a:off x="0" y="272690"/>
            <a:ext cx="3886200" cy="1311635"/>
          </a:xfrm>
          <a:custGeom>
            <a:avLst/>
            <a:gdLst/>
            <a:ahLst/>
            <a:cxnLst/>
            <a:rect l="l" t="t" r="r" b="b"/>
            <a:pathLst>
              <a:path w="3886200" h="1584325">
                <a:moveTo>
                  <a:pt x="0" y="1583710"/>
                </a:moveTo>
                <a:lnTo>
                  <a:pt x="3886199" y="1583710"/>
                </a:lnTo>
                <a:lnTo>
                  <a:pt x="3886199" y="0"/>
                </a:lnTo>
                <a:lnTo>
                  <a:pt x="0" y="0"/>
                </a:lnTo>
                <a:lnTo>
                  <a:pt x="0" y="158371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/>
          <p:cNvSpPr/>
          <p:nvPr/>
        </p:nvSpPr>
        <p:spPr>
          <a:xfrm>
            <a:off x="0" y="2570227"/>
            <a:ext cx="3886200" cy="3622756"/>
          </a:xfrm>
          <a:custGeom>
            <a:avLst/>
            <a:gdLst/>
            <a:ahLst/>
            <a:cxnLst/>
            <a:rect l="l" t="t" r="r" b="b"/>
            <a:pathLst>
              <a:path w="3886200" h="4288155">
                <a:moveTo>
                  <a:pt x="0" y="4287773"/>
                </a:moveTo>
                <a:lnTo>
                  <a:pt x="3886199" y="4287773"/>
                </a:lnTo>
                <a:lnTo>
                  <a:pt x="388619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0" y="1583710"/>
            <a:ext cx="3886200" cy="986790"/>
          </a:xfrm>
          <a:custGeom>
            <a:avLst/>
            <a:gdLst/>
            <a:ahLst/>
            <a:cxnLst/>
            <a:rect l="l" t="t" r="r" b="b"/>
            <a:pathLst>
              <a:path w="3886200" h="986789">
                <a:moveTo>
                  <a:pt x="0" y="986515"/>
                </a:moveTo>
                <a:lnTo>
                  <a:pt x="3886199" y="986515"/>
                </a:lnTo>
                <a:lnTo>
                  <a:pt x="3886199" y="0"/>
                </a:lnTo>
                <a:lnTo>
                  <a:pt x="0" y="0"/>
                </a:lnTo>
                <a:lnTo>
                  <a:pt x="0" y="98651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 txBox="1">
            <a:spLocks noGrp="1"/>
          </p:cNvSpPr>
          <p:nvPr>
            <p:ph type="title"/>
          </p:nvPr>
        </p:nvSpPr>
        <p:spPr>
          <a:xfrm>
            <a:off x="-12700" y="1591242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solidFill>
                  <a:schemeClr val="bg1"/>
                </a:solidFill>
              </a:rPr>
              <a:t>STEP:3</a:t>
            </a:r>
          </a:p>
        </p:txBody>
      </p:sp>
      <p:sp>
        <p:nvSpPr>
          <p:cNvPr id="31" name="object 9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/>
          <p:nvPr/>
        </p:nvSpPr>
        <p:spPr>
          <a:xfrm>
            <a:off x="195786" y="274115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13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/>
          <p:cNvSpPr/>
          <p:nvPr/>
        </p:nvSpPr>
        <p:spPr>
          <a:xfrm>
            <a:off x="195786" y="346380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0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2"/>
          <p:cNvSpPr txBox="1"/>
          <p:nvPr/>
        </p:nvSpPr>
        <p:spPr>
          <a:xfrm>
            <a:off x="569277" y="3610290"/>
            <a:ext cx="2552700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17145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  <a:p>
            <a:pPr marL="12700" marR="5080" indent="342900">
              <a:lnSpc>
                <a:spcPct val="289800"/>
              </a:lnSpc>
              <a:spcBef>
                <a:spcPts val="290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line 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45" name="object 23"/>
          <p:cNvSpPr txBox="1"/>
          <p:nvPr/>
        </p:nvSpPr>
        <p:spPr>
          <a:xfrm>
            <a:off x="4926330" y="1865562"/>
            <a:ext cx="614934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" dirty="0">
                <a:solidFill>
                  <a:srgbClr val="6F2F9F"/>
                </a:solidFill>
                <a:latin typeface="Arial"/>
                <a:cs typeface="Arial"/>
              </a:rPr>
              <a:t>What does </a:t>
            </a:r>
            <a:r>
              <a:rPr sz="3600" b="1" spc="-20" dirty="0">
                <a:solidFill>
                  <a:srgbClr val="6F2F9F"/>
                </a:solidFill>
                <a:latin typeface="Arial"/>
                <a:cs typeface="Arial"/>
              </a:rPr>
              <a:t>log(odds)</a:t>
            </a:r>
            <a:r>
              <a:rPr sz="3600" b="1" spc="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6F2F9F"/>
                </a:solidFill>
                <a:latin typeface="Arial"/>
                <a:cs typeface="Arial"/>
              </a:rPr>
              <a:t>mean?</a:t>
            </a:r>
            <a:endParaRPr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140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/>
          <p:cNvSpPr/>
          <p:nvPr/>
        </p:nvSpPr>
        <p:spPr>
          <a:xfrm>
            <a:off x="0" y="272690"/>
            <a:ext cx="3990990" cy="592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/>
          <p:cNvSpPr/>
          <p:nvPr/>
        </p:nvSpPr>
        <p:spPr>
          <a:xfrm>
            <a:off x="0" y="272690"/>
            <a:ext cx="3886200" cy="1311635"/>
          </a:xfrm>
          <a:custGeom>
            <a:avLst/>
            <a:gdLst/>
            <a:ahLst/>
            <a:cxnLst/>
            <a:rect l="l" t="t" r="r" b="b"/>
            <a:pathLst>
              <a:path w="3886200" h="1584325">
                <a:moveTo>
                  <a:pt x="0" y="1583710"/>
                </a:moveTo>
                <a:lnTo>
                  <a:pt x="3886199" y="1583710"/>
                </a:lnTo>
                <a:lnTo>
                  <a:pt x="3886199" y="0"/>
                </a:lnTo>
                <a:lnTo>
                  <a:pt x="0" y="0"/>
                </a:lnTo>
                <a:lnTo>
                  <a:pt x="0" y="158371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/>
          <p:cNvSpPr/>
          <p:nvPr/>
        </p:nvSpPr>
        <p:spPr>
          <a:xfrm>
            <a:off x="0" y="2570227"/>
            <a:ext cx="3886200" cy="3622756"/>
          </a:xfrm>
          <a:custGeom>
            <a:avLst/>
            <a:gdLst/>
            <a:ahLst/>
            <a:cxnLst/>
            <a:rect l="l" t="t" r="r" b="b"/>
            <a:pathLst>
              <a:path w="3886200" h="4288155">
                <a:moveTo>
                  <a:pt x="0" y="4287773"/>
                </a:moveTo>
                <a:lnTo>
                  <a:pt x="3886199" y="4287773"/>
                </a:lnTo>
                <a:lnTo>
                  <a:pt x="388619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0" y="1583710"/>
            <a:ext cx="3886200" cy="986790"/>
          </a:xfrm>
          <a:custGeom>
            <a:avLst/>
            <a:gdLst/>
            <a:ahLst/>
            <a:cxnLst/>
            <a:rect l="l" t="t" r="r" b="b"/>
            <a:pathLst>
              <a:path w="3886200" h="986789">
                <a:moveTo>
                  <a:pt x="0" y="986515"/>
                </a:moveTo>
                <a:lnTo>
                  <a:pt x="3886199" y="986515"/>
                </a:lnTo>
                <a:lnTo>
                  <a:pt x="3886199" y="0"/>
                </a:lnTo>
                <a:lnTo>
                  <a:pt x="0" y="0"/>
                </a:lnTo>
                <a:lnTo>
                  <a:pt x="0" y="98651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 txBox="1">
            <a:spLocks noGrp="1"/>
          </p:cNvSpPr>
          <p:nvPr>
            <p:ph type="title"/>
          </p:nvPr>
        </p:nvSpPr>
        <p:spPr>
          <a:xfrm>
            <a:off x="-12700" y="1591242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solidFill>
                  <a:schemeClr val="bg1"/>
                </a:solidFill>
              </a:rPr>
              <a:t>STEP:3</a:t>
            </a:r>
          </a:p>
        </p:txBody>
      </p:sp>
      <p:sp>
        <p:nvSpPr>
          <p:cNvPr id="31" name="object 9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/>
          <p:nvPr/>
        </p:nvSpPr>
        <p:spPr>
          <a:xfrm>
            <a:off x="195786" y="274115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13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/>
          <p:cNvSpPr/>
          <p:nvPr/>
        </p:nvSpPr>
        <p:spPr>
          <a:xfrm>
            <a:off x="195786" y="346380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0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2"/>
          <p:cNvSpPr txBox="1"/>
          <p:nvPr/>
        </p:nvSpPr>
        <p:spPr>
          <a:xfrm>
            <a:off x="569277" y="3610290"/>
            <a:ext cx="2552700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17145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  <a:p>
            <a:pPr marL="12700" marR="5080" indent="342900">
              <a:lnSpc>
                <a:spcPct val="289800"/>
              </a:lnSpc>
              <a:spcBef>
                <a:spcPts val="290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line 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"/>
          <p:cNvSpPr/>
          <p:nvPr/>
        </p:nvSpPr>
        <p:spPr>
          <a:xfrm>
            <a:off x="4533900" y="4029075"/>
            <a:ext cx="7572390" cy="23145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"/>
          <p:cNvSpPr/>
          <p:nvPr/>
        </p:nvSpPr>
        <p:spPr>
          <a:xfrm>
            <a:off x="4621926" y="4118610"/>
            <a:ext cx="7396480" cy="2134870"/>
          </a:xfrm>
          <a:custGeom>
            <a:avLst/>
            <a:gdLst/>
            <a:ahLst/>
            <a:cxnLst/>
            <a:rect l="l" t="t" r="r" b="b"/>
            <a:pathLst>
              <a:path w="7396480" h="2134870">
                <a:moveTo>
                  <a:pt x="7040117" y="0"/>
                </a:moveTo>
                <a:lnTo>
                  <a:pt x="355701" y="0"/>
                </a:lnTo>
                <a:lnTo>
                  <a:pt x="307436" y="3247"/>
                </a:lnTo>
                <a:lnTo>
                  <a:pt x="261143" y="12706"/>
                </a:lnTo>
                <a:lnTo>
                  <a:pt x="217248" y="27953"/>
                </a:lnTo>
                <a:lnTo>
                  <a:pt x="176174" y="48565"/>
                </a:lnTo>
                <a:lnTo>
                  <a:pt x="138345" y="74117"/>
                </a:lnTo>
                <a:lnTo>
                  <a:pt x="104184" y="104187"/>
                </a:lnTo>
                <a:lnTo>
                  <a:pt x="74116" y="138349"/>
                </a:lnTo>
                <a:lnTo>
                  <a:pt x="48564" y="176180"/>
                </a:lnTo>
                <a:lnTo>
                  <a:pt x="27953" y="217257"/>
                </a:lnTo>
                <a:lnTo>
                  <a:pt x="12706" y="261156"/>
                </a:lnTo>
                <a:lnTo>
                  <a:pt x="3247" y="307452"/>
                </a:lnTo>
                <a:lnTo>
                  <a:pt x="0" y="355722"/>
                </a:lnTo>
                <a:lnTo>
                  <a:pt x="0" y="1778937"/>
                </a:lnTo>
                <a:lnTo>
                  <a:pt x="3247" y="1827219"/>
                </a:lnTo>
                <a:lnTo>
                  <a:pt x="12706" y="1873526"/>
                </a:lnTo>
                <a:lnTo>
                  <a:pt x="27953" y="1917435"/>
                </a:lnTo>
                <a:lnTo>
                  <a:pt x="48564" y="1958521"/>
                </a:lnTo>
                <a:lnTo>
                  <a:pt x="74116" y="1996361"/>
                </a:lnTo>
                <a:lnTo>
                  <a:pt x="104184" y="2030531"/>
                </a:lnTo>
                <a:lnTo>
                  <a:pt x="138345" y="2060607"/>
                </a:lnTo>
                <a:lnTo>
                  <a:pt x="176174" y="2086166"/>
                </a:lnTo>
                <a:lnTo>
                  <a:pt x="217248" y="2106782"/>
                </a:lnTo>
                <a:lnTo>
                  <a:pt x="261143" y="2122033"/>
                </a:lnTo>
                <a:lnTo>
                  <a:pt x="307436" y="2131494"/>
                </a:lnTo>
                <a:lnTo>
                  <a:pt x="355701" y="2134742"/>
                </a:lnTo>
                <a:lnTo>
                  <a:pt x="7040117" y="2134742"/>
                </a:lnTo>
                <a:lnTo>
                  <a:pt x="7088386" y="2131494"/>
                </a:lnTo>
                <a:lnTo>
                  <a:pt x="7134686" y="2122033"/>
                </a:lnTo>
                <a:lnTo>
                  <a:pt x="7178594" y="2106782"/>
                </a:lnTo>
                <a:lnTo>
                  <a:pt x="7219684" y="2086166"/>
                </a:lnTo>
                <a:lnTo>
                  <a:pt x="7257531" y="2060607"/>
                </a:lnTo>
                <a:lnTo>
                  <a:pt x="7291711" y="2030531"/>
                </a:lnTo>
                <a:lnTo>
                  <a:pt x="7321798" y="1996361"/>
                </a:lnTo>
                <a:lnTo>
                  <a:pt x="7347367" y="1958521"/>
                </a:lnTo>
                <a:lnTo>
                  <a:pt x="7367994" y="1917435"/>
                </a:lnTo>
                <a:lnTo>
                  <a:pt x="7383254" y="1873526"/>
                </a:lnTo>
                <a:lnTo>
                  <a:pt x="7392721" y="1827219"/>
                </a:lnTo>
                <a:lnTo>
                  <a:pt x="7395971" y="1778937"/>
                </a:lnTo>
                <a:lnTo>
                  <a:pt x="7395971" y="355722"/>
                </a:lnTo>
                <a:lnTo>
                  <a:pt x="7392721" y="307452"/>
                </a:lnTo>
                <a:lnTo>
                  <a:pt x="7383254" y="261156"/>
                </a:lnTo>
                <a:lnTo>
                  <a:pt x="7367994" y="217257"/>
                </a:lnTo>
                <a:lnTo>
                  <a:pt x="7347367" y="176180"/>
                </a:lnTo>
                <a:lnTo>
                  <a:pt x="7321798" y="138349"/>
                </a:lnTo>
                <a:lnTo>
                  <a:pt x="7291711" y="104187"/>
                </a:lnTo>
                <a:lnTo>
                  <a:pt x="7257531" y="74117"/>
                </a:lnTo>
                <a:lnTo>
                  <a:pt x="7219684" y="48565"/>
                </a:lnTo>
                <a:lnTo>
                  <a:pt x="7178594" y="27953"/>
                </a:lnTo>
                <a:lnTo>
                  <a:pt x="7134686" y="12706"/>
                </a:lnTo>
                <a:lnTo>
                  <a:pt x="7088386" y="3247"/>
                </a:lnTo>
                <a:lnTo>
                  <a:pt x="70401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4"/>
          <p:cNvSpPr/>
          <p:nvPr/>
        </p:nvSpPr>
        <p:spPr>
          <a:xfrm>
            <a:off x="4621926" y="4118610"/>
            <a:ext cx="7396480" cy="2134870"/>
          </a:xfrm>
          <a:custGeom>
            <a:avLst/>
            <a:gdLst/>
            <a:ahLst/>
            <a:cxnLst/>
            <a:rect l="l" t="t" r="r" b="b"/>
            <a:pathLst>
              <a:path w="7396480" h="2134870">
                <a:moveTo>
                  <a:pt x="0" y="355722"/>
                </a:moveTo>
                <a:lnTo>
                  <a:pt x="3247" y="307452"/>
                </a:lnTo>
                <a:lnTo>
                  <a:pt x="12706" y="261156"/>
                </a:lnTo>
                <a:lnTo>
                  <a:pt x="27953" y="217257"/>
                </a:lnTo>
                <a:lnTo>
                  <a:pt x="48564" y="176180"/>
                </a:lnTo>
                <a:lnTo>
                  <a:pt x="74116" y="138349"/>
                </a:lnTo>
                <a:lnTo>
                  <a:pt x="104184" y="104187"/>
                </a:lnTo>
                <a:lnTo>
                  <a:pt x="138345" y="74117"/>
                </a:lnTo>
                <a:lnTo>
                  <a:pt x="176174" y="48565"/>
                </a:lnTo>
                <a:lnTo>
                  <a:pt x="217248" y="27953"/>
                </a:lnTo>
                <a:lnTo>
                  <a:pt x="261143" y="12706"/>
                </a:lnTo>
                <a:lnTo>
                  <a:pt x="307436" y="3247"/>
                </a:lnTo>
                <a:lnTo>
                  <a:pt x="355701" y="0"/>
                </a:lnTo>
                <a:lnTo>
                  <a:pt x="7040117" y="0"/>
                </a:lnTo>
                <a:lnTo>
                  <a:pt x="7088386" y="3247"/>
                </a:lnTo>
                <a:lnTo>
                  <a:pt x="7134686" y="12706"/>
                </a:lnTo>
                <a:lnTo>
                  <a:pt x="7178594" y="27953"/>
                </a:lnTo>
                <a:lnTo>
                  <a:pt x="7219684" y="48565"/>
                </a:lnTo>
                <a:lnTo>
                  <a:pt x="7257531" y="74117"/>
                </a:lnTo>
                <a:lnTo>
                  <a:pt x="7291711" y="104187"/>
                </a:lnTo>
                <a:lnTo>
                  <a:pt x="7321798" y="138349"/>
                </a:lnTo>
                <a:lnTo>
                  <a:pt x="7347367" y="176180"/>
                </a:lnTo>
                <a:lnTo>
                  <a:pt x="7367994" y="217257"/>
                </a:lnTo>
                <a:lnTo>
                  <a:pt x="7383254" y="261156"/>
                </a:lnTo>
                <a:lnTo>
                  <a:pt x="7392721" y="307452"/>
                </a:lnTo>
                <a:lnTo>
                  <a:pt x="7395971" y="355722"/>
                </a:lnTo>
                <a:lnTo>
                  <a:pt x="7395971" y="1778937"/>
                </a:lnTo>
                <a:lnTo>
                  <a:pt x="7392721" y="1827219"/>
                </a:lnTo>
                <a:lnTo>
                  <a:pt x="7383254" y="1873526"/>
                </a:lnTo>
                <a:lnTo>
                  <a:pt x="7367994" y="1917435"/>
                </a:lnTo>
                <a:lnTo>
                  <a:pt x="7347367" y="1958521"/>
                </a:lnTo>
                <a:lnTo>
                  <a:pt x="7321798" y="1996361"/>
                </a:lnTo>
                <a:lnTo>
                  <a:pt x="7291711" y="2030531"/>
                </a:lnTo>
                <a:lnTo>
                  <a:pt x="7257531" y="2060607"/>
                </a:lnTo>
                <a:lnTo>
                  <a:pt x="7219684" y="2086166"/>
                </a:lnTo>
                <a:lnTo>
                  <a:pt x="7178594" y="2106782"/>
                </a:lnTo>
                <a:lnTo>
                  <a:pt x="7134686" y="2122033"/>
                </a:lnTo>
                <a:lnTo>
                  <a:pt x="7088386" y="2131494"/>
                </a:lnTo>
                <a:lnTo>
                  <a:pt x="7040117" y="2134742"/>
                </a:lnTo>
                <a:lnTo>
                  <a:pt x="355701" y="2134742"/>
                </a:lnTo>
                <a:lnTo>
                  <a:pt x="307436" y="2131494"/>
                </a:lnTo>
                <a:lnTo>
                  <a:pt x="261143" y="2122033"/>
                </a:lnTo>
                <a:lnTo>
                  <a:pt x="217248" y="2106782"/>
                </a:lnTo>
                <a:lnTo>
                  <a:pt x="176174" y="2086166"/>
                </a:lnTo>
                <a:lnTo>
                  <a:pt x="138345" y="2060607"/>
                </a:lnTo>
                <a:lnTo>
                  <a:pt x="104184" y="2030531"/>
                </a:lnTo>
                <a:lnTo>
                  <a:pt x="74116" y="1996361"/>
                </a:lnTo>
                <a:lnTo>
                  <a:pt x="48564" y="1958521"/>
                </a:lnTo>
                <a:lnTo>
                  <a:pt x="27953" y="1917435"/>
                </a:lnTo>
                <a:lnTo>
                  <a:pt x="12706" y="1873526"/>
                </a:lnTo>
                <a:lnTo>
                  <a:pt x="3247" y="1827219"/>
                </a:lnTo>
                <a:lnTo>
                  <a:pt x="0" y="1778937"/>
                </a:lnTo>
                <a:lnTo>
                  <a:pt x="0" y="355722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5"/>
          <p:cNvSpPr txBox="1"/>
          <p:nvPr/>
        </p:nvSpPr>
        <p:spPr>
          <a:xfrm>
            <a:off x="6085844" y="314256"/>
            <a:ext cx="316103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20" dirty="0">
                <a:solidFill>
                  <a:srgbClr val="6F2F9F"/>
                </a:solidFill>
                <a:latin typeface="Arial"/>
                <a:cs typeface="Arial"/>
              </a:rPr>
              <a:t>Probability </a:t>
            </a:r>
            <a:r>
              <a:rPr sz="2700" b="1" spc="-40" dirty="0">
                <a:solidFill>
                  <a:srgbClr val="6F2F9F"/>
                </a:solidFill>
                <a:latin typeface="Arial"/>
                <a:cs typeface="Arial"/>
              </a:rPr>
              <a:t>vs</a:t>
            </a:r>
            <a:r>
              <a:rPr sz="27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6F2F9F"/>
                </a:solidFill>
                <a:latin typeface="Arial"/>
                <a:cs typeface="Arial"/>
              </a:rPr>
              <a:t>odds</a:t>
            </a:r>
            <a:endParaRPr sz="2700">
              <a:latin typeface="Arial"/>
              <a:cs typeface="Arial"/>
            </a:endParaRPr>
          </a:p>
        </p:txBody>
      </p:sp>
      <p:sp>
        <p:nvSpPr>
          <p:cNvPr id="46" name="object 6"/>
          <p:cNvSpPr txBox="1"/>
          <p:nvPr/>
        </p:nvSpPr>
        <p:spPr>
          <a:xfrm>
            <a:off x="5119120" y="4383085"/>
            <a:ext cx="29044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Probability=</a:t>
            </a:r>
            <a:r>
              <a:rPr sz="3000" u="heavy" spc="0" baseline="33333" dirty="0">
                <a:solidFill>
                  <a:srgbClr val="595959"/>
                </a:solidFill>
                <a:latin typeface="Arial"/>
                <a:cs typeface="Arial"/>
              </a:rPr>
              <a:t>  Chances</a:t>
            </a:r>
            <a:r>
              <a:rPr sz="3000" u="heavy" baseline="333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000" u="heavy" spc="-15" baseline="33333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endParaRPr sz="3000" baseline="33333">
              <a:latin typeface="Arial"/>
              <a:cs typeface="Arial"/>
            </a:endParaRPr>
          </a:p>
        </p:txBody>
      </p:sp>
      <p:sp>
        <p:nvSpPr>
          <p:cNvPr id="47" name="object 7"/>
          <p:cNvSpPr txBox="1"/>
          <p:nvPr/>
        </p:nvSpPr>
        <p:spPr>
          <a:xfrm>
            <a:off x="6520177" y="4516685"/>
            <a:ext cx="16122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Total</a:t>
            </a:r>
            <a:r>
              <a:rPr sz="20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chances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8" name="object 8"/>
          <p:cNvSpPr txBox="1"/>
          <p:nvPr/>
        </p:nvSpPr>
        <p:spPr>
          <a:xfrm>
            <a:off x="8169281" y="4077586"/>
            <a:ext cx="44195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125" spc="15" baseline="-33333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4125" spc="-577" baseline="-333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9" name="object 9"/>
          <p:cNvSpPr txBox="1"/>
          <p:nvPr/>
        </p:nvSpPr>
        <p:spPr>
          <a:xfrm>
            <a:off x="8436362" y="4564310"/>
            <a:ext cx="1746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60" dirty="0">
                <a:solidFill>
                  <a:srgbClr val="595959"/>
                </a:solidFill>
                <a:latin typeface="Cambria Math"/>
                <a:cs typeface="Cambria Math"/>
              </a:rPr>
              <a:t>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0" name="object 10"/>
          <p:cNvSpPr/>
          <p:nvPr/>
        </p:nvSpPr>
        <p:spPr>
          <a:xfrm>
            <a:off x="8442441" y="455167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3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1"/>
          <p:cNvSpPr txBox="1"/>
          <p:nvPr/>
        </p:nvSpPr>
        <p:spPr>
          <a:xfrm>
            <a:off x="6015101" y="5756595"/>
            <a:ext cx="19558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Chances</a:t>
            </a:r>
            <a:r>
              <a:rPr sz="20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Against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2" name="object 12"/>
          <p:cNvSpPr txBox="1"/>
          <p:nvPr/>
        </p:nvSpPr>
        <p:spPr>
          <a:xfrm>
            <a:off x="5119120" y="5375273"/>
            <a:ext cx="333946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46810" algn="l"/>
                <a:tab pos="2827655" algn="l"/>
              </a:tabLst>
            </a:pPr>
            <a:r>
              <a:rPr sz="3000" spc="7" baseline="-33333" dirty="0">
                <a:solidFill>
                  <a:srgbClr val="595959"/>
                </a:solidFill>
                <a:latin typeface="Arial"/>
                <a:cs typeface="Arial"/>
              </a:rPr>
              <a:t>Odds</a:t>
            </a:r>
            <a:r>
              <a:rPr sz="3000" spc="-112" baseline="-333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000" spc="15" baseline="-33333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u="heavy" spc="10" dirty="0">
                <a:solidFill>
                  <a:srgbClr val="595959"/>
                </a:solidFill>
                <a:latin typeface="Arial"/>
                <a:cs typeface="Arial"/>
              </a:rPr>
              <a:t> 	</a:t>
            </a:r>
            <a:r>
              <a:rPr sz="2000" u="heavy" spc="0" dirty="0">
                <a:solidFill>
                  <a:srgbClr val="595959"/>
                </a:solidFill>
                <a:latin typeface="Arial"/>
                <a:cs typeface="Arial"/>
              </a:rPr>
              <a:t>Chances</a:t>
            </a:r>
            <a:r>
              <a:rPr sz="2000" u="heavy" spc="-5" dirty="0">
                <a:solidFill>
                  <a:srgbClr val="595959"/>
                </a:solidFill>
                <a:latin typeface="Arial"/>
                <a:cs typeface="Arial"/>
              </a:rPr>
              <a:t> for	</a:t>
            </a:r>
            <a:r>
              <a:rPr sz="4125" spc="15" baseline="-24242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4125" spc="-442" baseline="-24242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000" spc="89" baseline="1250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endParaRPr sz="3000" baseline="12500">
              <a:latin typeface="Cambria Math"/>
              <a:cs typeface="Cambria Math"/>
            </a:endParaRPr>
          </a:p>
        </p:txBody>
      </p:sp>
      <p:sp>
        <p:nvSpPr>
          <p:cNvPr id="53" name="object 13"/>
          <p:cNvSpPr txBox="1"/>
          <p:nvPr/>
        </p:nvSpPr>
        <p:spPr>
          <a:xfrm>
            <a:off x="8283962" y="5804220"/>
            <a:ext cx="1746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60" dirty="0">
                <a:solidFill>
                  <a:srgbClr val="595959"/>
                </a:solidFill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4" name="object 14"/>
          <p:cNvSpPr/>
          <p:nvPr/>
        </p:nvSpPr>
        <p:spPr>
          <a:xfrm>
            <a:off x="8290041" y="578998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3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5"/>
          <p:cNvSpPr txBox="1"/>
          <p:nvPr/>
        </p:nvSpPr>
        <p:spPr>
          <a:xfrm>
            <a:off x="8421122" y="808406"/>
            <a:ext cx="3338195" cy="168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080" indent="-381000">
              <a:lnSpc>
                <a:spcPct val="153000"/>
              </a:lnSpc>
              <a:spcBef>
                <a:spcPts val="100"/>
              </a:spcBef>
              <a:buFont typeface="Wingdings"/>
              <a:buChar char=""/>
              <a:tabLst>
                <a:tab pos="393700" algn="l"/>
                <a:tab pos="394335" algn="l"/>
              </a:tabLst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This </a:t>
            </a: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guy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went </a:t>
            </a: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fishing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5</a:t>
            </a:r>
            <a:r>
              <a:rPr sz="1800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times 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week</a:t>
            </a:r>
            <a:endParaRPr sz="180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spcBef>
                <a:spcPts val="1070"/>
              </a:spcBef>
              <a:buFont typeface="Wingdings"/>
              <a:buChar char=""/>
              <a:tabLst>
                <a:tab pos="393700" algn="l"/>
                <a:tab pos="394335" algn="l"/>
              </a:tabLst>
            </a:pP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Caught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fish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sz="1800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times</a:t>
            </a:r>
            <a:endParaRPr sz="180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spcBef>
                <a:spcPts val="1070"/>
              </a:spcBef>
              <a:buFont typeface="Wingdings"/>
              <a:buChar char=""/>
              <a:tabLst>
                <a:tab pos="393700" algn="l"/>
                <a:tab pos="39433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Failed </a:t>
            </a: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catch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times.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16"/>
          <p:cNvSpPr txBox="1"/>
          <p:nvPr/>
        </p:nvSpPr>
        <p:spPr>
          <a:xfrm>
            <a:off x="8421122" y="2745303"/>
            <a:ext cx="3281045" cy="845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400"/>
              </a:lnSpc>
              <a:spcBef>
                <a:spcPts val="100"/>
              </a:spcBef>
            </a:pP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What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probability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odds 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getting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Fish for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dinner?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18"/>
          <p:cNvSpPr/>
          <p:nvPr/>
        </p:nvSpPr>
        <p:spPr>
          <a:xfrm>
            <a:off x="10475853" y="4386703"/>
            <a:ext cx="1395095" cy="1395095"/>
          </a:xfrm>
          <a:custGeom>
            <a:avLst/>
            <a:gdLst/>
            <a:ahLst/>
            <a:cxnLst/>
            <a:rect l="l" t="t" r="r" b="b"/>
            <a:pathLst>
              <a:path w="1395095" h="1395095">
                <a:moveTo>
                  <a:pt x="1336547" y="0"/>
                </a:moveTo>
                <a:lnTo>
                  <a:pt x="58033" y="0"/>
                </a:lnTo>
                <a:lnTo>
                  <a:pt x="35412" y="4570"/>
                </a:lnTo>
                <a:lnTo>
                  <a:pt x="16969" y="17036"/>
                </a:lnTo>
                <a:lnTo>
                  <a:pt x="4550" y="35527"/>
                </a:lnTo>
                <a:lnTo>
                  <a:pt x="0" y="58174"/>
                </a:lnTo>
                <a:lnTo>
                  <a:pt x="0" y="1336618"/>
                </a:lnTo>
                <a:lnTo>
                  <a:pt x="4550" y="1359236"/>
                </a:lnTo>
                <a:lnTo>
                  <a:pt x="16969" y="1377709"/>
                </a:lnTo>
                <a:lnTo>
                  <a:pt x="35412" y="1390166"/>
                </a:lnTo>
                <a:lnTo>
                  <a:pt x="58033" y="1394734"/>
                </a:lnTo>
                <a:lnTo>
                  <a:pt x="1336547" y="1394734"/>
                </a:lnTo>
                <a:lnTo>
                  <a:pt x="1359187" y="1390166"/>
                </a:lnTo>
                <a:lnTo>
                  <a:pt x="1377673" y="1377709"/>
                </a:lnTo>
                <a:lnTo>
                  <a:pt x="1390134" y="1359236"/>
                </a:lnTo>
                <a:lnTo>
                  <a:pt x="1394703" y="1336618"/>
                </a:lnTo>
                <a:lnTo>
                  <a:pt x="1394703" y="58174"/>
                </a:lnTo>
                <a:lnTo>
                  <a:pt x="1390134" y="35527"/>
                </a:lnTo>
                <a:lnTo>
                  <a:pt x="1377673" y="17036"/>
                </a:lnTo>
                <a:lnTo>
                  <a:pt x="1359187" y="4570"/>
                </a:lnTo>
                <a:lnTo>
                  <a:pt x="13365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9"/>
          <p:cNvSpPr/>
          <p:nvPr/>
        </p:nvSpPr>
        <p:spPr>
          <a:xfrm>
            <a:off x="10475853" y="4386703"/>
            <a:ext cx="1394703" cy="13947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0"/>
          <p:cNvSpPr/>
          <p:nvPr/>
        </p:nvSpPr>
        <p:spPr>
          <a:xfrm>
            <a:off x="10437753" y="4348603"/>
            <a:ext cx="1471295" cy="1471295"/>
          </a:xfrm>
          <a:custGeom>
            <a:avLst/>
            <a:gdLst/>
            <a:ahLst/>
            <a:cxnLst/>
            <a:rect l="l" t="t" r="r" b="b"/>
            <a:pathLst>
              <a:path w="1471295" h="1471295">
                <a:moveTo>
                  <a:pt x="94487" y="0"/>
                </a:moveTo>
                <a:lnTo>
                  <a:pt x="1376690" y="0"/>
                </a:lnTo>
                <a:lnTo>
                  <a:pt x="1394581" y="1786"/>
                </a:lnTo>
                <a:lnTo>
                  <a:pt x="1443471" y="27694"/>
                </a:lnTo>
                <a:lnTo>
                  <a:pt x="1469379" y="76580"/>
                </a:lnTo>
                <a:lnTo>
                  <a:pt x="1471178" y="94487"/>
                </a:lnTo>
                <a:lnTo>
                  <a:pt x="1471178" y="1376684"/>
                </a:lnTo>
                <a:lnTo>
                  <a:pt x="1462918" y="1414201"/>
                </a:lnTo>
                <a:lnTo>
                  <a:pt x="1414150" y="1462933"/>
                </a:lnTo>
                <a:lnTo>
                  <a:pt x="1376690" y="1471220"/>
                </a:lnTo>
                <a:lnTo>
                  <a:pt x="94487" y="1471220"/>
                </a:lnTo>
                <a:lnTo>
                  <a:pt x="57028" y="1462933"/>
                </a:lnTo>
                <a:lnTo>
                  <a:pt x="8260" y="1414201"/>
                </a:lnTo>
                <a:lnTo>
                  <a:pt x="0" y="1376684"/>
                </a:lnTo>
                <a:lnTo>
                  <a:pt x="0" y="94487"/>
                </a:lnTo>
                <a:lnTo>
                  <a:pt x="8260" y="57031"/>
                </a:lnTo>
                <a:lnTo>
                  <a:pt x="57028" y="8263"/>
                </a:lnTo>
                <a:lnTo>
                  <a:pt x="94487" y="0"/>
                </a:lnTo>
                <a:close/>
              </a:path>
            </a:pathLst>
          </a:custGeom>
          <a:ln w="76199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3"/>
          <p:cNvSpPr/>
          <p:nvPr/>
        </p:nvSpPr>
        <p:spPr>
          <a:xfrm>
            <a:off x="4562490" y="866759"/>
            <a:ext cx="3705240" cy="319089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581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/>
          <p:cNvSpPr/>
          <p:nvPr/>
        </p:nvSpPr>
        <p:spPr>
          <a:xfrm>
            <a:off x="0" y="272690"/>
            <a:ext cx="3990990" cy="592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/>
          <p:cNvSpPr/>
          <p:nvPr/>
        </p:nvSpPr>
        <p:spPr>
          <a:xfrm>
            <a:off x="0" y="272690"/>
            <a:ext cx="3886200" cy="1311635"/>
          </a:xfrm>
          <a:custGeom>
            <a:avLst/>
            <a:gdLst/>
            <a:ahLst/>
            <a:cxnLst/>
            <a:rect l="l" t="t" r="r" b="b"/>
            <a:pathLst>
              <a:path w="3886200" h="1584325">
                <a:moveTo>
                  <a:pt x="0" y="1583710"/>
                </a:moveTo>
                <a:lnTo>
                  <a:pt x="3886199" y="1583710"/>
                </a:lnTo>
                <a:lnTo>
                  <a:pt x="3886199" y="0"/>
                </a:lnTo>
                <a:lnTo>
                  <a:pt x="0" y="0"/>
                </a:lnTo>
                <a:lnTo>
                  <a:pt x="0" y="158371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/>
          <p:cNvSpPr/>
          <p:nvPr/>
        </p:nvSpPr>
        <p:spPr>
          <a:xfrm>
            <a:off x="0" y="2570227"/>
            <a:ext cx="3886200" cy="3622756"/>
          </a:xfrm>
          <a:custGeom>
            <a:avLst/>
            <a:gdLst/>
            <a:ahLst/>
            <a:cxnLst/>
            <a:rect l="l" t="t" r="r" b="b"/>
            <a:pathLst>
              <a:path w="3886200" h="4288155">
                <a:moveTo>
                  <a:pt x="0" y="4287773"/>
                </a:moveTo>
                <a:lnTo>
                  <a:pt x="3886199" y="4287773"/>
                </a:lnTo>
                <a:lnTo>
                  <a:pt x="388619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0" y="1583710"/>
            <a:ext cx="3886200" cy="986790"/>
          </a:xfrm>
          <a:custGeom>
            <a:avLst/>
            <a:gdLst/>
            <a:ahLst/>
            <a:cxnLst/>
            <a:rect l="l" t="t" r="r" b="b"/>
            <a:pathLst>
              <a:path w="3886200" h="986789">
                <a:moveTo>
                  <a:pt x="0" y="986515"/>
                </a:moveTo>
                <a:lnTo>
                  <a:pt x="3886199" y="986515"/>
                </a:lnTo>
                <a:lnTo>
                  <a:pt x="3886199" y="0"/>
                </a:lnTo>
                <a:lnTo>
                  <a:pt x="0" y="0"/>
                </a:lnTo>
                <a:lnTo>
                  <a:pt x="0" y="98651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 txBox="1">
            <a:spLocks noGrp="1"/>
          </p:cNvSpPr>
          <p:nvPr>
            <p:ph type="title"/>
          </p:nvPr>
        </p:nvSpPr>
        <p:spPr>
          <a:xfrm>
            <a:off x="-12700" y="1591242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solidFill>
                  <a:schemeClr val="bg1"/>
                </a:solidFill>
              </a:rPr>
              <a:t>STEP:3</a:t>
            </a:r>
          </a:p>
        </p:txBody>
      </p:sp>
      <p:sp>
        <p:nvSpPr>
          <p:cNvPr id="31" name="object 9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/>
          <p:nvPr/>
        </p:nvSpPr>
        <p:spPr>
          <a:xfrm>
            <a:off x="195786" y="274115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13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/>
          <p:cNvSpPr/>
          <p:nvPr/>
        </p:nvSpPr>
        <p:spPr>
          <a:xfrm>
            <a:off x="195786" y="346380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0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2"/>
          <p:cNvSpPr txBox="1"/>
          <p:nvPr/>
        </p:nvSpPr>
        <p:spPr>
          <a:xfrm>
            <a:off x="569277" y="3610290"/>
            <a:ext cx="2552700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17145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  <a:p>
            <a:pPr marL="12700" marR="5080" indent="342900">
              <a:lnSpc>
                <a:spcPct val="289800"/>
              </a:lnSpc>
              <a:spcBef>
                <a:spcPts val="290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line 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"/>
          <p:cNvSpPr/>
          <p:nvPr/>
        </p:nvSpPr>
        <p:spPr>
          <a:xfrm>
            <a:off x="4533900" y="1009665"/>
            <a:ext cx="7572390" cy="536255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/>
          <p:cNvSpPr/>
          <p:nvPr/>
        </p:nvSpPr>
        <p:spPr>
          <a:xfrm>
            <a:off x="4621926" y="1103498"/>
            <a:ext cx="7396480" cy="5173980"/>
          </a:xfrm>
          <a:custGeom>
            <a:avLst/>
            <a:gdLst/>
            <a:ahLst/>
            <a:cxnLst/>
            <a:rect l="l" t="t" r="r" b="b"/>
            <a:pathLst>
              <a:path w="7396480" h="5173980">
                <a:moveTo>
                  <a:pt x="6533631" y="0"/>
                </a:moveTo>
                <a:lnTo>
                  <a:pt x="862187" y="0"/>
                </a:lnTo>
                <a:lnTo>
                  <a:pt x="813254" y="1365"/>
                </a:lnTo>
                <a:lnTo>
                  <a:pt x="765038" y="5411"/>
                </a:lnTo>
                <a:lnTo>
                  <a:pt x="717612" y="12067"/>
                </a:lnTo>
                <a:lnTo>
                  <a:pt x="671049" y="21259"/>
                </a:lnTo>
                <a:lnTo>
                  <a:pt x="625420" y="32914"/>
                </a:lnTo>
                <a:lnTo>
                  <a:pt x="580800" y="46960"/>
                </a:lnTo>
                <a:lnTo>
                  <a:pt x="537260" y="63323"/>
                </a:lnTo>
                <a:lnTo>
                  <a:pt x="494874" y="81931"/>
                </a:lnTo>
                <a:lnTo>
                  <a:pt x="453713" y="102712"/>
                </a:lnTo>
                <a:lnTo>
                  <a:pt x="413852" y="125591"/>
                </a:lnTo>
                <a:lnTo>
                  <a:pt x="375362" y="150497"/>
                </a:lnTo>
                <a:lnTo>
                  <a:pt x="338317" y="177357"/>
                </a:lnTo>
                <a:lnTo>
                  <a:pt x="302789" y="206098"/>
                </a:lnTo>
                <a:lnTo>
                  <a:pt x="268850" y="236646"/>
                </a:lnTo>
                <a:lnTo>
                  <a:pt x="236574" y="268930"/>
                </a:lnTo>
                <a:lnTo>
                  <a:pt x="206033" y="302877"/>
                </a:lnTo>
                <a:lnTo>
                  <a:pt x="177300" y="338413"/>
                </a:lnTo>
                <a:lnTo>
                  <a:pt x="150448" y="375466"/>
                </a:lnTo>
                <a:lnTo>
                  <a:pt x="125549" y="413963"/>
                </a:lnTo>
                <a:lnTo>
                  <a:pt x="102677" y="453831"/>
                </a:lnTo>
                <a:lnTo>
                  <a:pt x="81903" y="494998"/>
                </a:lnTo>
                <a:lnTo>
                  <a:pt x="63301" y="537390"/>
                </a:lnTo>
                <a:lnTo>
                  <a:pt x="46943" y="580935"/>
                </a:lnTo>
                <a:lnTo>
                  <a:pt x="32902" y="625561"/>
                </a:lnTo>
                <a:lnTo>
                  <a:pt x="21251" y="671193"/>
                </a:lnTo>
                <a:lnTo>
                  <a:pt x="12063" y="717760"/>
                </a:lnTo>
                <a:lnTo>
                  <a:pt x="5409" y="765189"/>
                </a:lnTo>
                <a:lnTo>
                  <a:pt x="1364" y="813406"/>
                </a:lnTo>
                <a:lnTo>
                  <a:pt x="0" y="862340"/>
                </a:lnTo>
                <a:lnTo>
                  <a:pt x="0" y="4311273"/>
                </a:lnTo>
                <a:lnTo>
                  <a:pt x="1364" y="4360199"/>
                </a:lnTo>
                <a:lnTo>
                  <a:pt x="5409" y="4408408"/>
                </a:lnTo>
                <a:lnTo>
                  <a:pt x="12063" y="4455828"/>
                </a:lnTo>
                <a:lnTo>
                  <a:pt x="21251" y="4502388"/>
                </a:lnTo>
                <a:lnTo>
                  <a:pt x="32902" y="4548013"/>
                </a:lnTo>
                <a:lnTo>
                  <a:pt x="46943" y="4592631"/>
                </a:lnTo>
                <a:lnTo>
                  <a:pt x="63301" y="4636169"/>
                </a:lnTo>
                <a:lnTo>
                  <a:pt x="81903" y="4678554"/>
                </a:lnTo>
                <a:lnTo>
                  <a:pt x="102677" y="4719714"/>
                </a:lnTo>
                <a:lnTo>
                  <a:pt x="125549" y="4759576"/>
                </a:lnTo>
                <a:lnTo>
                  <a:pt x="150448" y="4798067"/>
                </a:lnTo>
                <a:lnTo>
                  <a:pt x="177300" y="4835114"/>
                </a:lnTo>
                <a:lnTo>
                  <a:pt x="206033" y="4870645"/>
                </a:lnTo>
                <a:lnTo>
                  <a:pt x="236574" y="4904586"/>
                </a:lnTo>
                <a:lnTo>
                  <a:pt x="268850" y="4936865"/>
                </a:lnTo>
                <a:lnTo>
                  <a:pt x="302789" y="4967409"/>
                </a:lnTo>
                <a:lnTo>
                  <a:pt x="338317" y="4996145"/>
                </a:lnTo>
                <a:lnTo>
                  <a:pt x="375362" y="5023001"/>
                </a:lnTo>
                <a:lnTo>
                  <a:pt x="413852" y="5047903"/>
                </a:lnTo>
                <a:lnTo>
                  <a:pt x="453713" y="5070779"/>
                </a:lnTo>
                <a:lnTo>
                  <a:pt x="494874" y="5091557"/>
                </a:lnTo>
                <a:lnTo>
                  <a:pt x="537260" y="5110162"/>
                </a:lnTo>
                <a:lnTo>
                  <a:pt x="580800" y="5126523"/>
                </a:lnTo>
                <a:lnTo>
                  <a:pt x="625420" y="5140567"/>
                </a:lnTo>
                <a:lnTo>
                  <a:pt x="671049" y="5152220"/>
                </a:lnTo>
                <a:lnTo>
                  <a:pt x="717612" y="5161411"/>
                </a:lnTo>
                <a:lnTo>
                  <a:pt x="765038" y="5168065"/>
                </a:lnTo>
                <a:lnTo>
                  <a:pt x="813254" y="5172112"/>
                </a:lnTo>
                <a:lnTo>
                  <a:pt x="862187" y="5173476"/>
                </a:lnTo>
                <a:lnTo>
                  <a:pt x="6533631" y="5173476"/>
                </a:lnTo>
                <a:lnTo>
                  <a:pt x="6582565" y="5172112"/>
                </a:lnTo>
                <a:lnTo>
                  <a:pt x="6630782" y="5168065"/>
                </a:lnTo>
                <a:lnTo>
                  <a:pt x="6678211" y="5161411"/>
                </a:lnTo>
                <a:lnTo>
                  <a:pt x="6724778" y="5152220"/>
                </a:lnTo>
                <a:lnTo>
                  <a:pt x="6770410" y="5140567"/>
                </a:lnTo>
                <a:lnTo>
                  <a:pt x="6815036" y="5126523"/>
                </a:lnTo>
                <a:lnTo>
                  <a:pt x="6858581" y="5110162"/>
                </a:lnTo>
                <a:lnTo>
                  <a:pt x="6900973" y="5091557"/>
                </a:lnTo>
                <a:lnTo>
                  <a:pt x="6942140" y="5070779"/>
                </a:lnTo>
                <a:lnTo>
                  <a:pt x="6982008" y="5047903"/>
                </a:lnTo>
                <a:lnTo>
                  <a:pt x="7020505" y="5023001"/>
                </a:lnTo>
                <a:lnTo>
                  <a:pt x="7057558" y="4996145"/>
                </a:lnTo>
                <a:lnTo>
                  <a:pt x="7093094" y="4967409"/>
                </a:lnTo>
                <a:lnTo>
                  <a:pt x="7127041" y="4936865"/>
                </a:lnTo>
                <a:lnTo>
                  <a:pt x="7159325" y="4904586"/>
                </a:lnTo>
                <a:lnTo>
                  <a:pt x="7189873" y="4870645"/>
                </a:lnTo>
                <a:lnTo>
                  <a:pt x="7218614" y="4835114"/>
                </a:lnTo>
                <a:lnTo>
                  <a:pt x="7245474" y="4798067"/>
                </a:lnTo>
                <a:lnTo>
                  <a:pt x="7270380" y="4759576"/>
                </a:lnTo>
                <a:lnTo>
                  <a:pt x="7293259" y="4719714"/>
                </a:lnTo>
                <a:lnTo>
                  <a:pt x="7314040" y="4678554"/>
                </a:lnTo>
                <a:lnTo>
                  <a:pt x="7332648" y="4636169"/>
                </a:lnTo>
                <a:lnTo>
                  <a:pt x="7349011" y="4592631"/>
                </a:lnTo>
                <a:lnTo>
                  <a:pt x="7363057" y="4548013"/>
                </a:lnTo>
                <a:lnTo>
                  <a:pt x="7374712" y="4502388"/>
                </a:lnTo>
                <a:lnTo>
                  <a:pt x="7383904" y="4455828"/>
                </a:lnTo>
                <a:lnTo>
                  <a:pt x="7390559" y="4408408"/>
                </a:lnTo>
                <a:lnTo>
                  <a:pt x="7394606" y="4360199"/>
                </a:lnTo>
                <a:lnTo>
                  <a:pt x="7395971" y="4311273"/>
                </a:lnTo>
                <a:lnTo>
                  <a:pt x="7395971" y="862340"/>
                </a:lnTo>
                <a:lnTo>
                  <a:pt x="7394606" y="813406"/>
                </a:lnTo>
                <a:lnTo>
                  <a:pt x="7390559" y="765189"/>
                </a:lnTo>
                <a:lnTo>
                  <a:pt x="7383904" y="717760"/>
                </a:lnTo>
                <a:lnTo>
                  <a:pt x="7374712" y="671193"/>
                </a:lnTo>
                <a:lnTo>
                  <a:pt x="7363057" y="625561"/>
                </a:lnTo>
                <a:lnTo>
                  <a:pt x="7349011" y="580935"/>
                </a:lnTo>
                <a:lnTo>
                  <a:pt x="7332648" y="537390"/>
                </a:lnTo>
                <a:lnTo>
                  <a:pt x="7314040" y="494998"/>
                </a:lnTo>
                <a:lnTo>
                  <a:pt x="7293259" y="453831"/>
                </a:lnTo>
                <a:lnTo>
                  <a:pt x="7270380" y="413963"/>
                </a:lnTo>
                <a:lnTo>
                  <a:pt x="7245474" y="375466"/>
                </a:lnTo>
                <a:lnTo>
                  <a:pt x="7218614" y="338413"/>
                </a:lnTo>
                <a:lnTo>
                  <a:pt x="7189873" y="302877"/>
                </a:lnTo>
                <a:lnTo>
                  <a:pt x="7159325" y="268930"/>
                </a:lnTo>
                <a:lnTo>
                  <a:pt x="7127041" y="236646"/>
                </a:lnTo>
                <a:lnTo>
                  <a:pt x="7093094" y="206098"/>
                </a:lnTo>
                <a:lnTo>
                  <a:pt x="7057558" y="177357"/>
                </a:lnTo>
                <a:lnTo>
                  <a:pt x="7020505" y="150497"/>
                </a:lnTo>
                <a:lnTo>
                  <a:pt x="6982008" y="125591"/>
                </a:lnTo>
                <a:lnTo>
                  <a:pt x="6942140" y="102712"/>
                </a:lnTo>
                <a:lnTo>
                  <a:pt x="6900973" y="81931"/>
                </a:lnTo>
                <a:lnTo>
                  <a:pt x="6858581" y="63323"/>
                </a:lnTo>
                <a:lnTo>
                  <a:pt x="6815036" y="46960"/>
                </a:lnTo>
                <a:lnTo>
                  <a:pt x="6770410" y="32914"/>
                </a:lnTo>
                <a:lnTo>
                  <a:pt x="6724778" y="21259"/>
                </a:lnTo>
                <a:lnTo>
                  <a:pt x="6678211" y="12067"/>
                </a:lnTo>
                <a:lnTo>
                  <a:pt x="6630782" y="5411"/>
                </a:lnTo>
                <a:lnTo>
                  <a:pt x="6582565" y="1365"/>
                </a:lnTo>
                <a:lnTo>
                  <a:pt x="65336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/>
          <p:cNvSpPr/>
          <p:nvPr/>
        </p:nvSpPr>
        <p:spPr>
          <a:xfrm>
            <a:off x="4621926" y="1103498"/>
            <a:ext cx="7396480" cy="5173980"/>
          </a:xfrm>
          <a:custGeom>
            <a:avLst/>
            <a:gdLst/>
            <a:ahLst/>
            <a:cxnLst/>
            <a:rect l="l" t="t" r="r" b="b"/>
            <a:pathLst>
              <a:path w="7396480" h="5173980">
                <a:moveTo>
                  <a:pt x="0" y="862340"/>
                </a:moveTo>
                <a:lnTo>
                  <a:pt x="1364" y="813406"/>
                </a:lnTo>
                <a:lnTo>
                  <a:pt x="5409" y="765189"/>
                </a:lnTo>
                <a:lnTo>
                  <a:pt x="12063" y="717760"/>
                </a:lnTo>
                <a:lnTo>
                  <a:pt x="21251" y="671193"/>
                </a:lnTo>
                <a:lnTo>
                  <a:pt x="32902" y="625561"/>
                </a:lnTo>
                <a:lnTo>
                  <a:pt x="46943" y="580935"/>
                </a:lnTo>
                <a:lnTo>
                  <a:pt x="63301" y="537390"/>
                </a:lnTo>
                <a:lnTo>
                  <a:pt x="81903" y="494998"/>
                </a:lnTo>
                <a:lnTo>
                  <a:pt x="102677" y="453831"/>
                </a:lnTo>
                <a:lnTo>
                  <a:pt x="125549" y="413963"/>
                </a:lnTo>
                <a:lnTo>
                  <a:pt x="150448" y="375466"/>
                </a:lnTo>
                <a:lnTo>
                  <a:pt x="177300" y="338413"/>
                </a:lnTo>
                <a:lnTo>
                  <a:pt x="206033" y="302877"/>
                </a:lnTo>
                <a:lnTo>
                  <a:pt x="236574" y="268930"/>
                </a:lnTo>
                <a:lnTo>
                  <a:pt x="268850" y="236646"/>
                </a:lnTo>
                <a:lnTo>
                  <a:pt x="302789" y="206098"/>
                </a:lnTo>
                <a:lnTo>
                  <a:pt x="338317" y="177357"/>
                </a:lnTo>
                <a:lnTo>
                  <a:pt x="375362" y="150497"/>
                </a:lnTo>
                <a:lnTo>
                  <a:pt x="413852" y="125591"/>
                </a:lnTo>
                <a:lnTo>
                  <a:pt x="453713" y="102712"/>
                </a:lnTo>
                <a:lnTo>
                  <a:pt x="494874" y="81931"/>
                </a:lnTo>
                <a:lnTo>
                  <a:pt x="537260" y="63323"/>
                </a:lnTo>
                <a:lnTo>
                  <a:pt x="580800" y="46960"/>
                </a:lnTo>
                <a:lnTo>
                  <a:pt x="625420" y="32914"/>
                </a:lnTo>
                <a:lnTo>
                  <a:pt x="671049" y="21259"/>
                </a:lnTo>
                <a:lnTo>
                  <a:pt x="717612" y="12067"/>
                </a:lnTo>
                <a:lnTo>
                  <a:pt x="765038" y="5411"/>
                </a:lnTo>
                <a:lnTo>
                  <a:pt x="813254" y="1365"/>
                </a:lnTo>
                <a:lnTo>
                  <a:pt x="862187" y="0"/>
                </a:lnTo>
                <a:lnTo>
                  <a:pt x="6533631" y="0"/>
                </a:lnTo>
                <a:lnTo>
                  <a:pt x="6582565" y="1365"/>
                </a:lnTo>
                <a:lnTo>
                  <a:pt x="6630782" y="5411"/>
                </a:lnTo>
                <a:lnTo>
                  <a:pt x="6678211" y="12067"/>
                </a:lnTo>
                <a:lnTo>
                  <a:pt x="6724778" y="21259"/>
                </a:lnTo>
                <a:lnTo>
                  <a:pt x="6770410" y="32914"/>
                </a:lnTo>
                <a:lnTo>
                  <a:pt x="6815036" y="46960"/>
                </a:lnTo>
                <a:lnTo>
                  <a:pt x="6858581" y="63323"/>
                </a:lnTo>
                <a:lnTo>
                  <a:pt x="6900973" y="81931"/>
                </a:lnTo>
                <a:lnTo>
                  <a:pt x="6942140" y="102712"/>
                </a:lnTo>
                <a:lnTo>
                  <a:pt x="6982008" y="125591"/>
                </a:lnTo>
                <a:lnTo>
                  <a:pt x="7020505" y="150497"/>
                </a:lnTo>
                <a:lnTo>
                  <a:pt x="7057558" y="177357"/>
                </a:lnTo>
                <a:lnTo>
                  <a:pt x="7093094" y="206098"/>
                </a:lnTo>
                <a:lnTo>
                  <a:pt x="7127041" y="236646"/>
                </a:lnTo>
                <a:lnTo>
                  <a:pt x="7159325" y="268930"/>
                </a:lnTo>
                <a:lnTo>
                  <a:pt x="7189873" y="302877"/>
                </a:lnTo>
                <a:lnTo>
                  <a:pt x="7218614" y="338413"/>
                </a:lnTo>
                <a:lnTo>
                  <a:pt x="7245474" y="375466"/>
                </a:lnTo>
                <a:lnTo>
                  <a:pt x="7270380" y="413963"/>
                </a:lnTo>
                <a:lnTo>
                  <a:pt x="7293259" y="453831"/>
                </a:lnTo>
                <a:lnTo>
                  <a:pt x="7314040" y="494998"/>
                </a:lnTo>
                <a:lnTo>
                  <a:pt x="7332648" y="537390"/>
                </a:lnTo>
                <a:lnTo>
                  <a:pt x="7349011" y="580935"/>
                </a:lnTo>
                <a:lnTo>
                  <a:pt x="7363057" y="625561"/>
                </a:lnTo>
                <a:lnTo>
                  <a:pt x="7374712" y="671193"/>
                </a:lnTo>
                <a:lnTo>
                  <a:pt x="7383904" y="717760"/>
                </a:lnTo>
                <a:lnTo>
                  <a:pt x="7390559" y="765189"/>
                </a:lnTo>
                <a:lnTo>
                  <a:pt x="7394606" y="813406"/>
                </a:lnTo>
                <a:lnTo>
                  <a:pt x="7395971" y="862340"/>
                </a:lnTo>
                <a:lnTo>
                  <a:pt x="7395971" y="4311273"/>
                </a:lnTo>
                <a:lnTo>
                  <a:pt x="7394606" y="4360199"/>
                </a:lnTo>
                <a:lnTo>
                  <a:pt x="7390559" y="4408408"/>
                </a:lnTo>
                <a:lnTo>
                  <a:pt x="7383904" y="4455828"/>
                </a:lnTo>
                <a:lnTo>
                  <a:pt x="7374712" y="4502388"/>
                </a:lnTo>
                <a:lnTo>
                  <a:pt x="7363057" y="4548013"/>
                </a:lnTo>
                <a:lnTo>
                  <a:pt x="7349011" y="4592631"/>
                </a:lnTo>
                <a:lnTo>
                  <a:pt x="7332648" y="4636169"/>
                </a:lnTo>
                <a:lnTo>
                  <a:pt x="7314040" y="4678554"/>
                </a:lnTo>
                <a:lnTo>
                  <a:pt x="7293259" y="4719714"/>
                </a:lnTo>
                <a:lnTo>
                  <a:pt x="7270380" y="4759576"/>
                </a:lnTo>
                <a:lnTo>
                  <a:pt x="7245474" y="4798067"/>
                </a:lnTo>
                <a:lnTo>
                  <a:pt x="7218614" y="4835114"/>
                </a:lnTo>
                <a:lnTo>
                  <a:pt x="7189873" y="4870645"/>
                </a:lnTo>
                <a:lnTo>
                  <a:pt x="7159325" y="4904586"/>
                </a:lnTo>
                <a:lnTo>
                  <a:pt x="7127041" y="4936865"/>
                </a:lnTo>
                <a:lnTo>
                  <a:pt x="7093094" y="4967409"/>
                </a:lnTo>
                <a:lnTo>
                  <a:pt x="7057558" y="4996145"/>
                </a:lnTo>
                <a:lnTo>
                  <a:pt x="7020505" y="5023001"/>
                </a:lnTo>
                <a:lnTo>
                  <a:pt x="6982008" y="5047903"/>
                </a:lnTo>
                <a:lnTo>
                  <a:pt x="6942140" y="5070779"/>
                </a:lnTo>
                <a:lnTo>
                  <a:pt x="6900973" y="5091557"/>
                </a:lnTo>
                <a:lnTo>
                  <a:pt x="6858581" y="5110162"/>
                </a:lnTo>
                <a:lnTo>
                  <a:pt x="6815036" y="5126523"/>
                </a:lnTo>
                <a:lnTo>
                  <a:pt x="6770410" y="5140567"/>
                </a:lnTo>
                <a:lnTo>
                  <a:pt x="6724778" y="5152220"/>
                </a:lnTo>
                <a:lnTo>
                  <a:pt x="6678211" y="5161411"/>
                </a:lnTo>
                <a:lnTo>
                  <a:pt x="6630782" y="5168065"/>
                </a:lnTo>
                <a:lnTo>
                  <a:pt x="6582565" y="5172112"/>
                </a:lnTo>
                <a:lnTo>
                  <a:pt x="6533631" y="5173476"/>
                </a:lnTo>
                <a:lnTo>
                  <a:pt x="862187" y="5173476"/>
                </a:lnTo>
                <a:lnTo>
                  <a:pt x="813254" y="5172112"/>
                </a:lnTo>
                <a:lnTo>
                  <a:pt x="765038" y="5168065"/>
                </a:lnTo>
                <a:lnTo>
                  <a:pt x="717612" y="5161411"/>
                </a:lnTo>
                <a:lnTo>
                  <a:pt x="671049" y="5152220"/>
                </a:lnTo>
                <a:lnTo>
                  <a:pt x="625420" y="5140567"/>
                </a:lnTo>
                <a:lnTo>
                  <a:pt x="580800" y="5126523"/>
                </a:lnTo>
                <a:lnTo>
                  <a:pt x="537260" y="5110162"/>
                </a:lnTo>
                <a:lnTo>
                  <a:pt x="494874" y="5091557"/>
                </a:lnTo>
                <a:lnTo>
                  <a:pt x="453713" y="5070779"/>
                </a:lnTo>
                <a:lnTo>
                  <a:pt x="413852" y="5047903"/>
                </a:lnTo>
                <a:lnTo>
                  <a:pt x="375362" y="5023001"/>
                </a:lnTo>
                <a:lnTo>
                  <a:pt x="338317" y="4996145"/>
                </a:lnTo>
                <a:lnTo>
                  <a:pt x="302789" y="4967409"/>
                </a:lnTo>
                <a:lnTo>
                  <a:pt x="268850" y="4936865"/>
                </a:lnTo>
                <a:lnTo>
                  <a:pt x="236574" y="4904586"/>
                </a:lnTo>
                <a:lnTo>
                  <a:pt x="206033" y="4870645"/>
                </a:lnTo>
                <a:lnTo>
                  <a:pt x="177300" y="4835114"/>
                </a:lnTo>
                <a:lnTo>
                  <a:pt x="150448" y="4798067"/>
                </a:lnTo>
                <a:lnTo>
                  <a:pt x="125549" y="4759576"/>
                </a:lnTo>
                <a:lnTo>
                  <a:pt x="102677" y="4719714"/>
                </a:lnTo>
                <a:lnTo>
                  <a:pt x="81903" y="4678554"/>
                </a:lnTo>
                <a:lnTo>
                  <a:pt x="63301" y="4636169"/>
                </a:lnTo>
                <a:lnTo>
                  <a:pt x="46943" y="4592631"/>
                </a:lnTo>
                <a:lnTo>
                  <a:pt x="32902" y="4548013"/>
                </a:lnTo>
                <a:lnTo>
                  <a:pt x="21251" y="4502388"/>
                </a:lnTo>
                <a:lnTo>
                  <a:pt x="12063" y="4455828"/>
                </a:lnTo>
                <a:lnTo>
                  <a:pt x="5409" y="4408408"/>
                </a:lnTo>
                <a:lnTo>
                  <a:pt x="1364" y="4360199"/>
                </a:lnTo>
                <a:lnTo>
                  <a:pt x="0" y="4311273"/>
                </a:lnTo>
                <a:lnTo>
                  <a:pt x="0" y="86234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/>
          <p:nvPr/>
        </p:nvSpPr>
        <p:spPr>
          <a:xfrm>
            <a:off x="5209153" y="1293522"/>
            <a:ext cx="578345" cy="57834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8217926" y="1236570"/>
            <a:ext cx="623989" cy="6239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6002030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48767" y="0"/>
                </a:moveTo>
                <a:lnTo>
                  <a:pt x="29780" y="3653"/>
                </a:lnTo>
                <a:lnTo>
                  <a:pt x="14279" y="13616"/>
                </a:lnTo>
                <a:lnTo>
                  <a:pt x="3830" y="28392"/>
                </a:lnTo>
                <a:lnTo>
                  <a:pt x="0" y="46481"/>
                </a:lnTo>
                <a:lnTo>
                  <a:pt x="3830" y="64571"/>
                </a:lnTo>
                <a:lnTo>
                  <a:pt x="14279" y="79347"/>
                </a:lnTo>
                <a:lnTo>
                  <a:pt x="29780" y="89310"/>
                </a:lnTo>
                <a:lnTo>
                  <a:pt x="48767" y="92963"/>
                </a:lnTo>
                <a:lnTo>
                  <a:pt x="67761" y="89310"/>
                </a:lnTo>
                <a:lnTo>
                  <a:pt x="83305" y="79347"/>
                </a:lnTo>
                <a:lnTo>
                  <a:pt x="93803" y="64571"/>
                </a:lnTo>
                <a:lnTo>
                  <a:pt x="97657" y="46481"/>
                </a:lnTo>
                <a:lnTo>
                  <a:pt x="93803" y="28392"/>
                </a:lnTo>
                <a:lnTo>
                  <a:pt x="83305" y="13616"/>
                </a:lnTo>
                <a:lnTo>
                  <a:pt x="67761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8"/>
          <p:cNvSpPr/>
          <p:nvPr/>
        </p:nvSpPr>
        <p:spPr>
          <a:xfrm>
            <a:off x="6002030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0" y="46481"/>
                </a:moveTo>
                <a:lnTo>
                  <a:pt x="3830" y="28392"/>
                </a:lnTo>
                <a:lnTo>
                  <a:pt x="14279" y="13616"/>
                </a:lnTo>
                <a:lnTo>
                  <a:pt x="29780" y="3653"/>
                </a:lnTo>
                <a:lnTo>
                  <a:pt x="48767" y="0"/>
                </a:lnTo>
                <a:lnTo>
                  <a:pt x="67761" y="3653"/>
                </a:lnTo>
                <a:lnTo>
                  <a:pt x="83305" y="13616"/>
                </a:lnTo>
                <a:lnTo>
                  <a:pt x="93803" y="28392"/>
                </a:lnTo>
                <a:lnTo>
                  <a:pt x="97657" y="46481"/>
                </a:lnTo>
                <a:lnTo>
                  <a:pt x="93803" y="64571"/>
                </a:lnTo>
                <a:lnTo>
                  <a:pt x="83305" y="79347"/>
                </a:lnTo>
                <a:lnTo>
                  <a:pt x="67761" y="89310"/>
                </a:lnTo>
                <a:lnTo>
                  <a:pt x="48767" y="92963"/>
                </a:lnTo>
                <a:lnTo>
                  <a:pt x="29780" y="89310"/>
                </a:lnTo>
                <a:lnTo>
                  <a:pt x="14279" y="79347"/>
                </a:lnTo>
                <a:lnTo>
                  <a:pt x="3830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9"/>
          <p:cNvSpPr/>
          <p:nvPr/>
        </p:nvSpPr>
        <p:spPr>
          <a:xfrm>
            <a:off x="6257299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48767" y="0"/>
                </a:moveTo>
                <a:lnTo>
                  <a:pt x="29780" y="3653"/>
                </a:lnTo>
                <a:lnTo>
                  <a:pt x="14279" y="13616"/>
                </a:lnTo>
                <a:lnTo>
                  <a:pt x="3830" y="28392"/>
                </a:lnTo>
                <a:lnTo>
                  <a:pt x="0" y="46481"/>
                </a:lnTo>
                <a:lnTo>
                  <a:pt x="3830" y="64571"/>
                </a:lnTo>
                <a:lnTo>
                  <a:pt x="14279" y="79347"/>
                </a:lnTo>
                <a:lnTo>
                  <a:pt x="29780" y="89310"/>
                </a:lnTo>
                <a:lnTo>
                  <a:pt x="48767" y="92963"/>
                </a:lnTo>
                <a:lnTo>
                  <a:pt x="67742" y="89310"/>
                </a:lnTo>
                <a:lnTo>
                  <a:pt x="83244" y="79347"/>
                </a:lnTo>
                <a:lnTo>
                  <a:pt x="93700" y="64571"/>
                </a:lnTo>
                <a:lnTo>
                  <a:pt x="97535" y="46481"/>
                </a:lnTo>
                <a:lnTo>
                  <a:pt x="93700" y="28392"/>
                </a:lnTo>
                <a:lnTo>
                  <a:pt x="83244" y="13616"/>
                </a:lnTo>
                <a:lnTo>
                  <a:pt x="67742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0"/>
          <p:cNvSpPr/>
          <p:nvPr/>
        </p:nvSpPr>
        <p:spPr>
          <a:xfrm>
            <a:off x="6257299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0" y="46481"/>
                </a:moveTo>
                <a:lnTo>
                  <a:pt x="3830" y="28392"/>
                </a:lnTo>
                <a:lnTo>
                  <a:pt x="14279" y="13616"/>
                </a:lnTo>
                <a:lnTo>
                  <a:pt x="29780" y="3653"/>
                </a:lnTo>
                <a:lnTo>
                  <a:pt x="48767" y="0"/>
                </a:lnTo>
                <a:lnTo>
                  <a:pt x="67742" y="3653"/>
                </a:lnTo>
                <a:lnTo>
                  <a:pt x="83244" y="13616"/>
                </a:lnTo>
                <a:lnTo>
                  <a:pt x="93700" y="28392"/>
                </a:lnTo>
                <a:lnTo>
                  <a:pt x="97535" y="46481"/>
                </a:lnTo>
                <a:lnTo>
                  <a:pt x="93700" y="64571"/>
                </a:lnTo>
                <a:lnTo>
                  <a:pt x="83244" y="79347"/>
                </a:lnTo>
                <a:lnTo>
                  <a:pt x="67742" y="89310"/>
                </a:lnTo>
                <a:lnTo>
                  <a:pt x="48767" y="92963"/>
                </a:lnTo>
                <a:lnTo>
                  <a:pt x="29780" y="89310"/>
                </a:lnTo>
                <a:lnTo>
                  <a:pt x="14279" y="79347"/>
                </a:lnTo>
                <a:lnTo>
                  <a:pt x="3830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1"/>
          <p:cNvSpPr/>
          <p:nvPr/>
        </p:nvSpPr>
        <p:spPr>
          <a:xfrm>
            <a:off x="6512569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48767" y="0"/>
                </a:moveTo>
                <a:lnTo>
                  <a:pt x="29780" y="3653"/>
                </a:lnTo>
                <a:lnTo>
                  <a:pt x="14279" y="13616"/>
                </a:lnTo>
                <a:lnTo>
                  <a:pt x="3830" y="28392"/>
                </a:lnTo>
                <a:lnTo>
                  <a:pt x="0" y="46481"/>
                </a:lnTo>
                <a:lnTo>
                  <a:pt x="3830" y="64571"/>
                </a:lnTo>
                <a:lnTo>
                  <a:pt x="14279" y="79347"/>
                </a:lnTo>
                <a:lnTo>
                  <a:pt x="29780" y="89310"/>
                </a:lnTo>
                <a:lnTo>
                  <a:pt x="48767" y="92963"/>
                </a:lnTo>
                <a:lnTo>
                  <a:pt x="67742" y="89310"/>
                </a:lnTo>
                <a:lnTo>
                  <a:pt x="83244" y="79347"/>
                </a:lnTo>
                <a:lnTo>
                  <a:pt x="93700" y="64571"/>
                </a:lnTo>
                <a:lnTo>
                  <a:pt x="97535" y="46481"/>
                </a:lnTo>
                <a:lnTo>
                  <a:pt x="93700" y="28392"/>
                </a:lnTo>
                <a:lnTo>
                  <a:pt x="83244" y="13616"/>
                </a:lnTo>
                <a:lnTo>
                  <a:pt x="67742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2"/>
          <p:cNvSpPr/>
          <p:nvPr/>
        </p:nvSpPr>
        <p:spPr>
          <a:xfrm>
            <a:off x="6512569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0" y="46481"/>
                </a:moveTo>
                <a:lnTo>
                  <a:pt x="3830" y="28392"/>
                </a:lnTo>
                <a:lnTo>
                  <a:pt x="14279" y="13616"/>
                </a:lnTo>
                <a:lnTo>
                  <a:pt x="29780" y="3653"/>
                </a:lnTo>
                <a:lnTo>
                  <a:pt x="48767" y="0"/>
                </a:lnTo>
                <a:lnTo>
                  <a:pt x="67742" y="3653"/>
                </a:lnTo>
                <a:lnTo>
                  <a:pt x="83244" y="13616"/>
                </a:lnTo>
                <a:lnTo>
                  <a:pt x="93700" y="28392"/>
                </a:lnTo>
                <a:lnTo>
                  <a:pt x="97535" y="46481"/>
                </a:lnTo>
                <a:lnTo>
                  <a:pt x="93700" y="64571"/>
                </a:lnTo>
                <a:lnTo>
                  <a:pt x="83244" y="79347"/>
                </a:lnTo>
                <a:lnTo>
                  <a:pt x="67742" y="89310"/>
                </a:lnTo>
                <a:lnTo>
                  <a:pt x="48767" y="92963"/>
                </a:lnTo>
                <a:lnTo>
                  <a:pt x="29780" y="89310"/>
                </a:lnTo>
                <a:lnTo>
                  <a:pt x="14279" y="79347"/>
                </a:lnTo>
                <a:lnTo>
                  <a:pt x="3830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3"/>
          <p:cNvSpPr/>
          <p:nvPr/>
        </p:nvSpPr>
        <p:spPr>
          <a:xfrm>
            <a:off x="6767840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48767" y="0"/>
                </a:moveTo>
                <a:lnTo>
                  <a:pt x="29780" y="3653"/>
                </a:lnTo>
                <a:lnTo>
                  <a:pt x="14279" y="13616"/>
                </a:lnTo>
                <a:lnTo>
                  <a:pt x="3830" y="28392"/>
                </a:lnTo>
                <a:lnTo>
                  <a:pt x="0" y="46481"/>
                </a:lnTo>
                <a:lnTo>
                  <a:pt x="3830" y="64571"/>
                </a:lnTo>
                <a:lnTo>
                  <a:pt x="14279" y="79347"/>
                </a:lnTo>
                <a:lnTo>
                  <a:pt x="29780" y="89310"/>
                </a:lnTo>
                <a:lnTo>
                  <a:pt x="48767" y="92963"/>
                </a:lnTo>
                <a:lnTo>
                  <a:pt x="67742" y="89310"/>
                </a:lnTo>
                <a:lnTo>
                  <a:pt x="83244" y="79347"/>
                </a:lnTo>
                <a:lnTo>
                  <a:pt x="93700" y="64571"/>
                </a:lnTo>
                <a:lnTo>
                  <a:pt x="97535" y="46481"/>
                </a:lnTo>
                <a:lnTo>
                  <a:pt x="93700" y="28392"/>
                </a:lnTo>
                <a:lnTo>
                  <a:pt x="83244" y="13616"/>
                </a:lnTo>
                <a:lnTo>
                  <a:pt x="67742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91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4"/>
          <p:cNvSpPr/>
          <p:nvPr/>
        </p:nvSpPr>
        <p:spPr>
          <a:xfrm>
            <a:off x="6767840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0" y="46481"/>
                </a:moveTo>
                <a:lnTo>
                  <a:pt x="3830" y="28392"/>
                </a:lnTo>
                <a:lnTo>
                  <a:pt x="14279" y="13616"/>
                </a:lnTo>
                <a:lnTo>
                  <a:pt x="29780" y="3653"/>
                </a:lnTo>
                <a:lnTo>
                  <a:pt x="48767" y="0"/>
                </a:lnTo>
                <a:lnTo>
                  <a:pt x="67742" y="3653"/>
                </a:lnTo>
                <a:lnTo>
                  <a:pt x="83244" y="13616"/>
                </a:lnTo>
                <a:lnTo>
                  <a:pt x="93700" y="28392"/>
                </a:lnTo>
                <a:lnTo>
                  <a:pt x="97535" y="46481"/>
                </a:lnTo>
                <a:lnTo>
                  <a:pt x="93700" y="64571"/>
                </a:lnTo>
                <a:lnTo>
                  <a:pt x="83244" y="79347"/>
                </a:lnTo>
                <a:lnTo>
                  <a:pt x="67742" y="89310"/>
                </a:lnTo>
                <a:lnTo>
                  <a:pt x="48767" y="92963"/>
                </a:lnTo>
                <a:lnTo>
                  <a:pt x="29780" y="89310"/>
                </a:lnTo>
                <a:lnTo>
                  <a:pt x="14279" y="79347"/>
                </a:lnTo>
                <a:lnTo>
                  <a:pt x="3830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15"/>
          <p:cNvSpPr/>
          <p:nvPr/>
        </p:nvSpPr>
        <p:spPr>
          <a:xfrm>
            <a:off x="7022988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48889" y="0"/>
                </a:moveTo>
                <a:lnTo>
                  <a:pt x="29883" y="3653"/>
                </a:lnTo>
                <a:lnTo>
                  <a:pt x="14340" y="13616"/>
                </a:lnTo>
                <a:lnTo>
                  <a:pt x="3850" y="28392"/>
                </a:lnTo>
                <a:lnTo>
                  <a:pt x="0" y="46481"/>
                </a:lnTo>
                <a:lnTo>
                  <a:pt x="3850" y="64571"/>
                </a:lnTo>
                <a:lnTo>
                  <a:pt x="14340" y="79347"/>
                </a:lnTo>
                <a:lnTo>
                  <a:pt x="29883" y="89310"/>
                </a:lnTo>
                <a:lnTo>
                  <a:pt x="48889" y="92963"/>
                </a:lnTo>
                <a:lnTo>
                  <a:pt x="67864" y="89310"/>
                </a:lnTo>
                <a:lnTo>
                  <a:pt x="83366" y="79347"/>
                </a:lnTo>
                <a:lnTo>
                  <a:pt x="93822" y="64571"/>
                </a:lnTo>
                <a:lnTo>
                  <a:pt x="97657" y="46481"/>
                </a:lnTo>
                <a:lnTo>
                  <a:pt x="93822" y="28392"/>
                </a:lnTo>
                <a:lnTo>
                  <a:pt x="83366" y="13616"/>
                </a:lnTo>
                <a:lnTo>
                  <a:pt x="67864" y="3653"/>
                </a:lnTo>
                <a:lnTo>
                  <a:pt x="48889" y="0"/>
                </a:lnTo>
                <a:close/>
              </a:path>
            </a:pathLst>
          </a:custGeom>
          <a:solidFill>
            <a:srgbClr val="91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6"/>
          <p:cNvSpPr/>
          <p:nvPr/>
        </p:nvSpPr>
        <p:spPr>
          <a:xfrm>
            <a:off x="7022988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0" y="46481"/>
                </a:moveTo>
                <a:lnTo>
                  <a:pt x="3850" y="28392"/>
                </a:lnTo>
                <a:lnTo>
                  <a:pt x="14340" y="13616"/>
                </a:lnTo>
                <a:lnTo>
                  <a:pt x="29883" y="3653"/>
                </a:lnTo>
                <a:lnTo>
                  <a:pt x="48889" y="0"/>
                </a:lnTo>
                <a:lnTo>
                  <a:pt x="67864" y="3653"/>
                </a:lnTo>
                <a:lnTo>
                  <a:pt x="83366" y="13616"/>
                </a:lnTo>
                <a:lnTo>
                  <a:pt x="93822" y="28392"/>
                </a:lnTo>
                <a:lnTo>
                  <a:pt x="97657" y="46481"/>
                </a:lnTo>
                <a:lnTo>
                  <a:pt x="93822" y="64571"/>
                </a:lnTo>
                <a:lnTo>
                  <a:pt x="83366" y="79347"/>
                </a:lnTo>
                <a:lnTo>
                  <a:pt x="67864" y="89310"/>
                </a:lnTo>
                <a:lnTo>
                  <a:pt x="48889" y="92963"/>
                </a:lnTo>
                <a:lnTo>
                  <a:pt x="29883" y="89310"/>
                </a:lnTo>
                <a:lnTo>
                  <a:pt x="14340" y="79347"/>
                </a:lnTo>
                <a:lnTo>
                  <a:pt x="3850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7"/>
          <p:cNvSpPr/>
          <p:nvPr/>
        </p:nvSpPr>
        <p:spPr>
          <a:xfrm>
            <a:off x="9154028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48889" y="0"/>
                </a:moveTo>
                <a:lnTo>
                  <a:pt x="29845" y="3653"/>
                </a:lnTo>
                <a:lnTo>
                  <a:pt x="14306" y="13616"/>
                </a:lnTo>
                <a:lnTo>
                  <a:pt x="3837" y="28392"/>
                </a:lnTo>
                <a:lnTo>
                  <a:pt x="0" y="46481"/>
                </a:lnTo>
                <a:lnTo>
                  <a:pt x="3837" y="64571"/>
                </a:lnTo>
                <a:lnTo>
                  <a:pt x="14306" y="79347"/>
                </a:lnTo>
                <a:lnTo>
                  <a:pt x="29845" y="89310"/>
                </a:lnTo>
                <a:lnTo>
                  <a:pt x="48889" y="92963"/>
                </a:lnTo>
                <a:lnTo>
                  <a:pt x="67877" y="89310"/>
                </a:lnTo>
                <a:lnTo>
                  <a:pt x="83378" y="79347"/>
                </a:lnTo>
                <a:lnTo>
                  <a:pt x="93826" y="64571"/>
                </a:lnTo>
                <a:lnTo>
                  <a:pt x="97657" y="46481"/>
                </a:lnTo>
                <a:lnTo>
                  <a:pt x="93826" y="28392"/>
                </a:lnTo>
                <a:lnTo>
                  <a:pt x="83378" y="13616"/>
                </a:lnTo>
                <a:lnTo>
                  <a:pt x="67877" y="3653"/>
                </a:lnTo>
                <a:lnTo>
                  <a:pt x="4888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8"/>
          <p:cNvSpPr/>
          <p:nvPr/>
        </p:nvSpPr>
        <p:spPr>
          <a:xfrm>
            <a:off x="9154028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0" y="46481"/>
                </a:moveTo>
                <a:lnTo>
                  <a:pt x="3837" y="28392"/>
                </a:lnTo>
                <a:lnTo>
                  <a:pt x="14306" y="13616"/>
                </a:lnTo>
                <a:lnTo>
                  <a:pt x="29845" y="3653"/>
                </a:lnTo>
                <a:lnTo>
                  <a:pt x="48889" y="0"/>
                </a:lnTo>
                <a:lnTo>
                  <a:pt x="67877" y="3653"/>
                </a:lnTo>
                <a:lnTo>
                  <a:pt x="83378" y="13616"/>
                </a:lnTo>
                <a:lnTo>
                  <a:pt x="93826" y="28392"/>
                </a:lnTo>
                <a:lnTo>
                  <a:pt x="97657" y="46481"/>
                </a:lnTo>
                <a:lnTo>
                  <a:pt x="93826" y="64571"/>
                </a:lnTo>
                <a:lnTo>
                  <a:pt x="83378" y="79347"/>
                </a:lnTo>
                <a:lnTo>
                  <a:pt x="67877" y="89310"/>
                </a:lnTo>
                <a:lnTo>
                  <a:pt x="48889" y="92963"/>
                </a:lnTo>
                <a:lnTo>
                  <a:pt x="29845" y="89310"/>
                </a:lnTo>
                <a:lnTo>
                  <a:pt x="14306" y="79347"/>
                </a:lnTo>
                <a:lnTo>
                  <a:pt x="3837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9"/>
          <p:cNvSpPr/>
          <p:nvPr/>
        </p:nvSpPr>
        <p:spPr>
          <a:xfrm>
            <a:off x="9409297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48767" y="0"/>
                </a:moveTo>
                <a:lnTo>
                  <a:pt x="29793" y="3653"/>
                </a:lnTo>
                <a:lnTo>
                  <a:pt x="14291" y="13616"/>
                </a:lnTo>
                <a:lnTo>
                  <a:pt x="3835" y="28392"/>
                </a:lnTo>
                <a:lnTo>
                  <a:pt x="0" y="46481"/>
                </a:lnTo>
                <a:lnTo>
                  <a:pt x="3835" y="64571"/>
                </a:lnTo>
                <a:lnTo>
                  <a:pt x="14291" y="79347"/>
                </a:lnTo>
                <a:lnTo>
                  <a:pt x="29793" y="89310"/>
                </a:lnTo>
                <a:lnTo>
                  <a:pt x="48767" y="92963"/>
                </a:lnTo>
                <a:lnTo>
                  <a:pt x="67825" y="89310"/>
                </a:lnTo>
                <a:lnTo>
                  <a:pt x="83362" y="79347"/>
                </a:lnTo>
                <a:lnTo>
                  <a:pt x="93825" y="64571"/>
                </a:lnTo>
                <a:lnTo>
                  <a:pt x="97657" y="46481"/>
                </a:lnTo>
                <a:lnTo>
                  <a:pt x="93825" y="28392"/>
                </a:lnTo>
                <a:lnTo>
                  <a:pt x="83362" y="13616"/>
                </a:lnTo>
                <a:lnTo>
                  <a:pt x="67825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0"/>
          <p:cNvSpPr/>
          <p:nvPr/>
        </p:nvSpPr>
        <p:spPr>
          <a:xfrm>
            <a:off x="9409297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0" y="46481"/>
                </a:moveTo>
                <a:lnTo>
                  <a:pt x="3835" y="28392"/>
                </a:lnTo>
                <a:lnTo>
                  <a:pt x="14291" y="13616"/>
                </a:lnTo>
                <a:lnTo>
                  <a:pt x="29793" y="3653"/>
                </a:lnTo>
                <a:lnTo>
                  <a:pt x="48767" y="0"/>
                </a:lnTo>
                <a:lnTo>
                  <a:pt x="67825" y="3653"/>
                </a:lnTo>
                <a:lnTo>
                  <a:pt x="83362" y="13616"/>
                </a:lnTo>
                <a:lnTo>
                  <a:pt x="93825" y="28392"/>
                </a:lnTo>
                <a:lnTo>
                  <a:pt x="97657" y="46481"/>
                </a:lnTo>
                <a:lnTo>
                  <a:pt x="93825" y="64571"/>
                </a:lnTo>
                <a:lnTo>
                  <a:pt x="83362" y="79347"/>
                </a:lnTo>
                <a:lnTo>
                  <a:pt x="67825" y="89310"/>
                </a:lnTo>
                <a:lnTo>
                  <a:pt x="48767" y="92963"/>
                </a:lnTo>
                <a:lnTo>
                  <a:pt x="29793" y="89310"/>
                </a:lnTo>
                <a:lnTo>
                  <a:pt x="14291" y="79347"/>
                </a:lnTo>
                <a:lnTo>
                  <a:pt x="3835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1"/>
          <p:cNvSpPr/>
          <p:nvPr/>
        </p:nvSpPr>
        <p:spPr>
          <a:xfrm>
            <a:off x="9664567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48767" y="0"/>
                </a:moveTo>
                <a:lnTo>
                  <a:pt x="29793" y="3653"/>
                </a:lnTo>
                <a:lnTo>
                  <a:pt x="14291" y="13616"/>
                </a:lnTo>
                <a:lnTo>
                  <a:pt x="3835" y="28392"/>
                </a:lnTo>
                <a:lnTo>
                  <a:pt x="0" y="46481"/>
                </a:lnTo>
                <a:lnTo>
                  <a:pt x="3835" y="64571"/>
                </a:lnTo>
                <a:lnTo>
                  <a:pt x="14291" y="79347"/>
                </a:lnTo>
                <a:lnTo>
                  <a:pt x="29793" y="89310"/>
                </a:lnTo>
                <a:lnTo>
                  <a:pt x="48767" y="92963"/>
                </a:lnTo>
                <a:lnTo>
                  <a:pt x="67825" y="89310"/>
                </a:lnTo>
                <a:lnTo>
                  <a:pt x="83362" y="79347"/>
                </a:lnTo>
                <a:lnTo>
                  <a:pt x="93825" y="64571"/>
                </a:lnTo>
                <a:lnTo>
                  <a:pt x="97657" y="46481"/>
                </a:lnTo>
                <a:lnTo>
                  <a:pt x="93825" y="28392"/>
                </a:lnTo>
                <a:lnTo>
                  <a:pt x="83362" y="13616"/>
                </a:lnTo>
                <a:lnTo>
                  <a:pt x="67825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91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2"/>
          <p:cNvSpPr/>
          <p:nvPr/>
        </p:nvSpPr>
        <p:spPr>
          <a:xfrm>
            <a:off x="9664567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0" y="46481"/>
                </a:moveTo>
                <a:lnTo>
                  <a:pt x="3835" y="28392"/>
                </a:lnTo>
                <a:lnTo>
                  <a:pt x="14291" y="13616"/>
                </a:lnTo>
                <a:lnTo>
                  <a:pt x="29793" y="3653"/>
                </a:lnTo>
                <a:lnTo>
                  <a:pt x="48767" y="0"/>
                </a:lnTo>
                <a:lnTo>
                  <a:pt x="67825" y="3653"/>
                </a:lnTo>
                <a:lnTo>
                  <a:pt x="83362" y="13616"/>
                </a:lnTo>
                <a:lnTo>
                  <a:pt x="93825" y="28392"/>
                </a:lnTo>
                <a:lnTo>
                  <a:pt x="97657" y="46481"/>
                </a:lnTo>
                <a:lnTo>
                  <a:pt x="93825" y="64571"/>
                </a:lnTo>
                <a:lnTo>
                  <a:pt x="83362" y="79347"/>
                </a:lnTo>
                <a:lnTo>
                  <a:pt x="67825" y="89310"/>
                </a:lnTo>
                <a:lnTo>
                  <a:pt x="48767" y="92963"/>
                </a:lnTo>
                <a:lnTo>
                  <a:pt x="29793" y="89310"/>
                </a:lnTo>
                <a:lnTo>
                  <a:pt x="14291" y="79347"/>
                </a:lnTo>
                <a:lnTo>
                  <a:pt x="3835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3"/>
          <p:cNvSpPr/>
          <p:nvPr/>
        </p:nvSpPr>
        <p:spPr>
          <a:xfrm>
            <a:off x="9919837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48767" y="0"/>
                </a:moveTo>
                <a:lnTo>
                  <a:pt x="29793" y="3653"/>
                </a:lnTo>
                <a:lnTo>
                  <a:pt x="14291" y="13616"/>
                </a:lnTo>
                <a:lnTo>
                  <a:pt x="3835" y="28392"/>
                </a:lnTo>
                <a:lnTo>
                  <a:pt x="0" y="46481"/>
                </a:lnTo>
                <a:lnTo>
                  <a:pt x="3835" y="64571"/>
                </a:lnTo>
                <a:lnTo>
                  <a:pt x="14291" y="79347"/>
                </a:lnTo>
                <a:lnTo>
                  <a:pt x="29793" y="89310"/>
                </a:lnTo>
                <a:lnTo>
                  <a:pt x="48767" y="92963"/>
                </a:lnTo>
                <a:lnTo>
                  <a:pt x="67825" y="89310"/>
                </a:lnTo>
                <a:lnTo>
                  <a:pt x="83362" y="79347"/>
                </a:lnTo>
                <a:lnTo>
                  <a:pt x="93825" y="64571"/>
                </a:lnTo>
                <a:lnTo>
                  <a:pt x="97657" y="46481"/>
                </a:lnTo>
                <a:lnTo>
                  <a:pt x="93825" y="28392"/>
                </a:lnTo>
                <a:lnTo>
                  <a:pt x="83362" y="13616"/>
                </a:lnTo>
                <a:lnTo>
                  <a:pt x="67825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91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4"/>
          <p:cNvSpPr/>
          <p:nvPr/>
        </p:nvSpPr>
        <p:spPr>
          <a:xfrm>
            <a:off x="9919837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0" y="46481"/>
                </a:moveTo>
                <a:lnTo>
                  <a:pt x="3835" y="28392"/>
                </a:lnTo>
                <a:lnTo>
                  <a:pt x="14291" y="13616"/>
                </a:lnTo>
                <a:lnTo>
                  <a:pt x="29793" y="3653"/>
                </a:lnTo>
                <a:lnTo>
                  <a:pt x="48767" y="0"/>
                </a:lnTo>
                <a:lnTo>
                  <a:pt x="67825" y="3653"/>
                </a:lnTo>
                <a:lnTo>
                  <a:pt x="83362" y="13616"/>
                </a:lnTo>
                <a:lnTo>
                  <a:pt x="93825" y="28392"/>
                </a:lnTo>
                <a:lnTo>
                  <a:pt x="97657" y="46481"/>
                </a:lnTo>
                <a:lnTo>
                  <a:pt x="93825" y="64571"/>
                </a:lnTo>
                <a:lnTo>
                  <a:pt x="83362" y="79347"/>
                </a:lnTo>
                <a:lnTo>
                  <a:pt x="67825" y="89310"/>
                </a:lnTo>
                <a:lnTo>
                  <a:pt x="48767" y="92963"/>
                </a:lnTo>
                <a:lnTo>
                  <a:pt x="29793" y="89310"/>
                </a:lnTo>
                <a:lnTo>
                  <a:pt x="14291" y="79347"/>
                </a:lnTo>
                <a:lnTo>
                  <a:pt x="3835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5"/>
          <p:cNvSpPr/>
          <p:nvPr/>
        </p:nvSpPr>
        <p:spPr>
          <a:xfrm>
            <a:off x="10175107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48767" y="0"/>
                </a:moveTo>
                <a:lnTo>
                  <a:pt x="29793" y="3653"/>
                </a:lnTo>
                <a:lnTo>
                  <a:pt x="14291" y="13616"/>
                </a:lnTo>
                <a:lnTo>
                  <a:pt x="3835" y="28392"/>
                </a:lnTo>
                <a:lnTo>
                  <a:pt x="0" y="46481"/>
                </a:lnTo>
                <a:lnTo>
                  <a:pt x="3835" y="64571"/>
                </a:lnTo>
                <a:lnTo>
                  <a:pt x="14291" y="79347"/>
                </a:lnTo>
                <a:lnTo>
                  <a:pt x="29793" y="89310"/>
                </a:lnTo>
                <a:lnTo>
                  <a:pt x="48767" y="92963"/>
                </a:lnTo>
                <a:lnTo>
                  <a:pt x="67774" y="89310"/>
                </a:lnTo>
                <a:lnTo>
                  <a:pt x="83317" y="79347"/>
                </a:lnTo>
                <a:lnTo>
                  <a:pt x="93807" y="64571"/>
                </a:lnTo>
                <a:lnTo>
                  <a:pt x="97657" y="46481"/>
                </a:lnTo>
                <a:lnTo>
                  <a:pt x="93807" y="28392"/>
                </a:lnTo>
                <a:lnTo>
                  <a:pt x="83317" y="13616"/>
                </a:lnTo>
                <a:lnTo>
                  <a:pt x="67774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91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6"/>
          <p:cNvSpPr/>
          <p:nvPr/>
        </p:nvSpPr>
        <p:spPr>
          <a:xfrm>
            <a:off x="10175107" y="1447800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90" h="93344">
                <a:moveTo>
                  <a:pt x="0" y="46481"/>
                </a:moveTo>
                <a:lnTo>
                  <a:pt x="3835" y="28392"/>
                </a:lnTo>
                <a:lnTo>
                  <a:pt x="14291" y="13616"/>
                </a:lnTo>
                <a:lnTo>
                  <a:pt x="29793" y="3653"/>
                </a:lnTo>
                <a:lnTo>
                  <a:pt x="48767" y="0"/>
                </a:lnTo>
                <a:lnTo>
                  <a:pt x="67774" y="3653"/>
                </a:lnTo>
                <a:lnTo>
                  <a:pt x="83317" y="13616"/>
                </a:lnTo>
                <a:lnTo>
                  <a:pt x="93807" y="28392"/>
                </a:lnTo>
                <a:lnTo>
                  <a:pt x="97657" y="46481"/>
                </a:lnTo>
                <a:lnTo>
                  <a:pt x="93807" y="64571"/>
                </a:lnTo>
                <a:lnTo>
                  <a:pt x="83317" y="79347"/>
                </a:lnTo>
                <a:lnTo>
                  <a:pt x="67774" y="89310"/>
                </a:lnTo>
                <a:lnTo>
                  <a:pt x="48767" y="92963"/>
                </a:lnTo>
                <a:lnTo>
                  <a:pt x="29793" y="89310"/>
                </a:lnTo>
                <a:lnTo>
                  <a:pt x="14291" y="79347"/>
                </a:lnTo>
                <a:lnTo>
                  <a:pt x="3835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9"/>
          <p:cNvSpPr txBox="1">
            <a:spLocks/>
          </p:cNvSpPr>
          <p:nvPr/>
        </p:nvSpPr>
        <p:spPr>
          <a:xfrm>
            <a:off x="5126994" y="332099"/>
            <a:ext cx="4845685" cy="438150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700" spc="-15" smtClean="0">
                <a:solidFill>
                  <a:srgbClr val="6F2F9F"/>
                </a:solidFill>
              </a:rPr>
              <a:t>Log(odds) </a:t>
            </a:r>
            <a:r>
              <a:rPr lang="en-US" sz="2700" spc="-5" smtClean="0">
                <a:solidFill>
                  <a:srgbClr val="6F2F9F"/>
                </a:solidFill>
              </a:rPr>
              <a:t>and </a:t>
            </a:r>
            <a:r>
              <a:rPr lang="en-US" sz="2700" spc="-10" smtClean="0">
                <a:solidFill>
                  <a:srgbClr val="6F2F9F"/>
                </a:solidFill>
              </a:rPr>
              <a:t>log(odds</a:t>
            </a:r>
            <a:r>
              <a:rPr lang="en-US" sz="2700" spc="-320" smtClean="0">
                <a:solidFill>
                  <a:srgbClr val="6F2F9F"/>
                </a:solidFill>
              </a:rPr>
              <a:t> </a:t>
            </a:r>
            <a:r>
              <a:rPr lang="en-US" sz="2700" spc="-5" smtClean="0">
                <a:solidFill>
                  <a:srgbClr val="6F2F9F"/>
                </a:solidFill>
              </a:rPr>
              <a:t>ratio)</a:t>
            </a:r>
            <a:endParaRPr lang="en-US" sz="2700"/>
          </a:p>
        </p:txBody>
      </p:sp>
      <p:sp>
        <p:nvSpPr>
          <p:cNvPr id="65" name="object 30"/>
          <p:cNvSpPr txBox="1"/>
          <p:nvPr/>
        </p:nvSpPr>
        <p:spPr>
          <a:xfrm>
            <a:off x="4816478" y="1926649"/>
            <a:ext cx="2985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Log(odds)=Logit</a:t>
            </a: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 Function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31"/>
          <p:cNvSpPr txBox="1"/>
          <p:nvPr/>
        </p:nvSpPr>
        <p:spPr>
          <a:xfrm>
            <a:off x="4816478" y="2594292"/>
            <a:ext cx="36493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Odds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catching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sunny</a:t>
            </a:r>
            <a:r>
              <a:rPr sz="1800" spc="-3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day=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32"/>
          <p:cNvSpPr txBox="1"/>
          <p:nvPr/>
        </p:nvSpPr>
        <p:spPr>
          <a:xfrm>
            <a:off x="8495934" y="2351595"/>
            <a:ext cx="152400" cy="6940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700" spc="5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endParaRPr sz="1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700" spc="50" dirty="0">
                <a:solidFill>
                  <a:srgbClr val="595959"/>
                </a:solidFill>
                <a:latin typeface="Cambria Math"/>
                <a:cs typeface="Cambria Math"/>
              </a:rPr>
              <a:t>3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68" name="object 33"/>
          <p:cNvSpPr/>
          <p:nvPr/>
        </p:nvSpPr>
        <p:spPr>
          <a:xfrm>
            <a:off x="8502152" y="2746385"/>
            <a:ext cx="133350" cy="0"/>
          </a:xfrm>
          <a:custGeom>
            <a:avLst/>
            <a:gdLst/>
            <a:ahLst/>
            <a:cxnLst/>
            <a:rect l="l" t="t" r="r" b="b"/>
            <a:pathLst>
              <a:path w="133350">
                <a:moveTo>
                  <a:pt x="0" y="0"/>
                </a:moveTo>
                <a:lnTo>
                  <a:pt x="13334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34"/>
          <p:cNvSpPr txBox="1"/>
          <p:nvPr/>
        </p:nvSpPr>
        <p:spPr>
          <a:xfrm>
            <a:off x="4816478" y="3376221"/>
            <a:ext cx="3534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Odds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catching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rainy</a:t>
            </a:r>
            <a:r>
              <a:rPr sz="1800" spc="-1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day=</a:t>
            </a:r>
            <a:endParaRPr sz="1800">
              <a:latin typeface="Arial"/>
              <a:cs typeface="Arial"/>
            </a:endParaRPr>
          </a:p>
        </p:txBody>
      </p:sp>
      <p:sp>
        <p:nvSpPr>
          <p:cNvPr id="70" name="object 35"/>
          <p:cNvSpPr txBox="1"/>
          <p:nvPr/>
        </p:nvSpPr>
        <p:spPr>
          <a:xfrm>
            <a:off x="8381634" y="3134285"/>
            <a:ext cx="152400" cy="6934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700" spc="50" dirty="0">
                <a:solidFill>
                  <a:srgbClr val="595959"/>
                </a:solidFill>
                <a:latin typeface="Cambria Math"/>
                <a:cs typeface="Cambria Math"/>
              </a:rPr>
              <a:t>3</a:t>
            </a:r>
            <a:endParaRPr sz="1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700" spc="5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71" name="object 36"/>
          <p:cNvSpPr/>
          <p:nvPr/>
        </p:nvSpPr>
        <p:spPr>
          <a:xfrm>
            <a:off x="8387852" y="3527435"/>
            <a:ext cx="133350" cy="0"/>
          </a:xfrm>
          <a:custGeom>
            <a:avLst/>
            <a:gdLst/>
            <a:ahLst/>
            <a:cxnLst/>
            <a:rect l="l" t="t" r="r" b="b"/>
            <a:pathLst>
              <a:path w="133350">
                <a:moveTo>
                  <a:pt x="0" y="0"/>
                </a:moveTo>
                <a:lnTo>
                  <a:pt x="13334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37"/>
          <p:cNvSpPr/>
          <p:nvPr/>
        </p:nvSpPr>
        <p:spPr>
          <a:xfrm>
            <a:off x="9321941" y="4044946"/>
            <a:ext cx="320675" cy="377190"/>
          </a:xfrm>
          <a:custGeom>
            <a:avLst/>
            <a:gdLst/>
            <a:ahLst/>
            <a:cxnLst/>
            <a:rect l="l" t="t" r="r" b="b"/>
            <a:pathLst>
              <a:path w="320675" h="377189">
                <a:moveTo>
                  <a:pt x="238993" y="0"/>
                </a:moveTo>
                <a:lnTo>
                  <a:pt x="235305" y="9025"/>
                </a:lnTo>
                <a:lnTo>
                  <a:pt x="249379" y="20434"/>
                </a:lnTo>
                <a:lnTo>
                  <a:pt x="261872" y="35248"/>
                </a:lnTo>
                <a:lnTo>
                  <a:pt x="282061" y="75188"/>
                </a:lnTo>
                <a:lnTo>
                  <a:pt x="294852" y="127005"/>
                </a:lnTo>
                <a:lnTo>
                  <a:pt x="299069" y="188726"/>
                </a:lnTo>
                <a:lnTo>
                  <a:pt x="298021" y="220277"/>
                </a:lnTo>
                <a:lnTo>
                  <a:pt x="289592" y="276610"/>
                </a:lnTo>
                <a:lnTo>
                  <a:pt x="272896" y="323328"/>
                </a:lnTo>
                <a:lnTo>
                  <a:pt x="249462" y="356720"/>
                </a:lnTo>
                <a:lnTo>
                  <a:pt x="235305" y="368177"/>
                </a:lnTo>
                <a:lnTo>
                  <a:pt x="238993" y="377071"/>
                </a:lnTo>
                <a:lnTo>
                  <a:pt x="272529" y="350238"/>
                </a:lnTo>
                <a:lnTo>
                  <a:pt x="298429" y="307217"/>
                </a:lnTo>
                <a:lnTo>
                  <a:pt x="314892" y="251985"/>
                </a:lnTo>
                <a:lnTo>
                  <a:pt x="320405" y="188476"/>
                </a:lnTo>
                <a:lnTo>
                  <a:pt x="319025" y="155490"/>
                </a:lnTo>
                <a:lnTo>
                  <a:pt x="308022" y="96139"/>
                </a:lnTo>
                <a:lnTo>
                  <a:pt x="286433" y="46365"/>
                </a:lnTo>
                <a:lnTo>
                  <a:pt x="256715" y="11503"/>
                </a:lnTo>
                <a:lnTo>
                  <a:pt x="238993" y="0"/>
                </a:lnTo>
                <a:close/>
              </a:path>
              <a:path w="320675" h="377189">
                <a:moveTo>
                  <a:pt x="81381" y="0"/>
                </a:moveTo>
                <a:lnTo>
                  <a:pt x="47887" y="26958"/>
                </a:lnTo>
                <a:lnTo>
                  <a:pt x="22097" y="69722"/>
                </a:lnTo>
                <a:lnTo>
                  <a:pt x="5516" y="124719"/>
                </a:lnTo>
                <a:lnTo>
                  <a:pt x="0" y="188476"/>
                </a:lnTo>
                <a:lnTo>
                  <a:pt x="1378" y="221259"/>
                </a:lnTo>
                <a:lnTo>
                  <a:pt x="12421" y="280642"/>
                </a:lnTo>
                <a:lnTo>
                  <a:pt x="34022" y="330741"/>
                </a:lnTo>
                <a:lnTo>
                  <a:pt x="63678" y="365689"/>
                </a:lnTo>
                <a:lnTo>
                  <a:pt x="81381" y="377071"/>
                </a:lnTo>
                <a:lnTo>
                  <a:pt x="85069" y="368177"/>
                </a:lnTo>
                <a:lnTo>
                  <a:pt x="70857" y="356720"/>
                </a:lnTo>
                <a:lnTo>
                  <a:pt x="58308" y="341774"/>
                </a:lnTo>
                <a:lnTo>
                  <a:pt x="38221" y="301370"/>
                </a:lnTo>
                <a:lnTo>
                  <a:pt x="25538" y="249575"/>
                </a:lnTo>
                <a:lnTo>
                  <a:pt x="21335" y="188726"/>
                </a:lnTo>
                <a:lnTo>
                  <a:pt x="22403" y="156628"/>
                </a:lnTo>
                <a:lnTo>
                  <a:pt x="30915" y="99858"/>
                </a:lnTo>
                <a:lnTo>
                  <a:pt x="47629" y="53491"/>
                </a:lnTo>
                <a:lnTo>
                  <a:pt x="71000" y="20434"/>
                </a:lnTo>
                <a:lnTo>
                  <a:pt x="85069" y="9025"/>
                </a:lnTo>
                <a:lnTo>
                  <a:pt x="8138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38"/>
          <p:cNvSpPr txBox="1"/>
          <p:nvPr/>
        </p:nvSpPr>
        <p:spPr>
          <a:xfrm>
            <a:off x="4816478" y="4063052"/>
            <a:ext cx="47472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Log(odds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spc="0" dirty="0">
                <a:solidFill>
                  <a:srgbClr val="595959"/>
                </a:solidFill>
                <a:latin typeface="Arial"/>
                <a:cs typeface="Arial"/>
              </a:rPr>
              <a:t>catching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sunny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day) =log</a:t>
            </a:r>
            <a:r>
              <a:rPr sz="1800" spc="20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550" spc="75" baseline="34313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endParaRPr sz="2550" baseline="34313">
              <a:latin typeface="Cambria Math"/>
              <a:cs typeface="Cambria Math"/>
            </a:endParaRPr>
          </a:p>
        </p:txBody>
      </p:sp>
      <p:sp>
        <p:nvSpPr>
          <p:cNvPr id="74" name="object 39"/>
          <p:cNvSpPr txBox="1"/>
          <p:nvPr/>
        </p:nvSpPr>
        <p:spPr>
          <a:xfrm>
            <a:off x="9411088" y="4187251"/>
            <a:ext cx="1524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0" dirty="0">
                <a:solidFill>
                  <a:srgbClr val="595959"/>
                </a:solidFill>
                <a:latin typeface="Cambria Math"/>
                <a:cs typeface="Cambria Math"/>
              </a:rPr>
              <a:t>3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75" name="object 40"/>
          <p:cNvSpPr/>
          <p:nvPr/>
        </p:nvSpPr>
        <p:spPr>
          <a:xfrm>
            <a:off x="9416551" y="4237041"/>
            <a:ext cx="133350" cy="0"/>
          </a:xfrm>
          <a:custGeom>
            <a:avLst/>
            <a:gdLst/>
            <a:ahLst/>
            <a:cxnLst/>
            <a:rect l="l" t="t" r="r" b="b"/>
            <a:pathLst>
              <a:path w="133350">
                <a:moveTo>
                  <a:pt x="0" y="0"/>
                </a:moveTo>
                <a:lnTo>
                  <a:pt x="13334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41"/>
          <p:cNvSpPr txBox="1"/>
          <p:nvPr/>
        </p:nvSpPr>
        <p:spPr>
          <a:xfrm>
            <a:off x="9192021" y="4625902"/>
            <a:ext cx="1524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0" dirty="0">
                <a:solidFill>
                  <a:srgbClr val="595959"/>
                </a:solidFill>
                <a:latin typeface="Cambria Math"/>
                <a:cs typeface="Cambria Math"/>
              </a:rPr>
              <a:t>3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77" name="object 42"/>
          <p:cNvSpPr txBox="1"/>
          <p:nvPr/>
        </p:nvSpPr>
        <p:spPr>
          <a:xfrm>
            <a:off x="9192021" y="4959658"/>
            <a:ext cx="1524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0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78" name="object 43"/>
          <p:cNvSpPr/>
          <p:nvPr/>
        </p:nvSpPr>
        <p:spPr>
          <a:xfrm>
            <a:off x="9197461" y="4946654"/>
            <a:ext cx="133350" cy="0"/>
          </a:xfrm>
          <a:custGeom>
            <a:avLst/>
            <a:gdLst/>
            <a:ahLst/>
            <a:cxnLst/>
            <a:rect l="l" t="t" r="r" b="b"/>
            <a:pathLst>
              <a:path w="133350">
                <a:moveTo>
                  <a:pt x="0" y="0"/>
                </a:moveTo>
                <a:lnTo>
                  <a:pt x="13334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44"/>
          <p:cNvSpPr txBox="1"/>
          <p:nvPr/>
        </p:nvSpPr>
        <p:spPr>
          <a:xfrm>
            <a:off x="4816478" y="4797733"/>
            <a:ext cx="4610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  <a:tab pos="4521200" algn="l"/>
              </a:tabLst>
            </a:pP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Lo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o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dd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o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</a:t>
            </a:r>
            <a:r>
              <a:rPr sz="18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15" dirty="0">
                <a:solidFill>
                  <a:srgbClr val="595959"/>
                </a:solidFill>
                <a:latin typeface="Arial"/>
                <a:cs typeface="Arial"/>
              </a:rPr>
              <a:t>t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sz="1800" spc="50" dirty="0">
                <a:solidFill>
                  <a:srgbClr val="595959"/>
                </a:solidFill>
                <a:latin typeface="Arial"/>
                <a:cs typeface="Arial"/>
              </a:rPr>
              <a:t>h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o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800" spc="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ai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y)=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l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o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g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45"/>
          <p:cNvSpPr txBox="1"/>
          <p:nvPr/>
        </p:nvSpPr>
        <p:spPr>
          <a:xfrm>
            <a:off x="4816478" y="5627365"/>
            <a:ext cx="2562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Log(odds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ratio)=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Log(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46"/>
          <p:cNvSpPr txBox="1"/>
          <p:nvPr/>
        </p:nvSpPr>
        <p:spPr>
          <a:xfrm>
            <a:off x="7371081" y="5551482"/>
            <a:ext cx="15455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65" dirty="0">
                <a:solidFill>
                  <a:srgbClr val="595959"/>
                </a:solidFill>
                <a:latin typeface="Cambria Math"/>
                <a:cs typeface="Cambria Math"/>
              </a:rPr>
              <a:t>𝑜𝑑𝑑𝑠</a:t>
            </a:r>
            <a:r>
              <a:rPr sz="135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350" spc="75" dirty="0">
                <a:solidFill>
                  <a:srgbClr val="595959"/>
                </a:solidFill>
                <a:latin typeface="Cambria Math"/>
                <a:cs typeface="Cambria Math"/>
              </a:rPr>
              <a:t>𝑜𝑛</a:t>
            </a:r>
            <a:r>
              <a:rPr sz="1350" spc="-5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350" spc="60" dirty="0">
                <a:solidFill>
                  <a:srgbClr val="595959"/>
                </a:solidFill>
                <a:latin typeface="Cambria Math"/>
                <a:cs typeface="Cambria Math"/>
              </a:rPr>
              <a:t>𝑟𝑎𝑖𝑛𝑦</a:t>
            </a:r>
            <a:r>
              <a:rPr sz="1350" spc="-5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350" spc="85" dirty="0">
                <a:solidFill>
                  <a:srgbClr val="595959"/>
                </a:solidFill>
                <a:latin typeface="Cambria Math"/>
                <a:cs typeface="Cambria Math"/>
              </a:rPr>
              <a:t>𝑑𝑎𝑦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2" name="object 47"/>
          <p:cNvSpPr txBox="1"/>
          <p:nvPr/>
        </p:nvSpPr>
        <p:spPr>
          <a:xfrm>
            <a:off x="7352031" y="5799454"/>
            <a:ext cx="15836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65" dirty="0">
                <a:solidFill>
                  <a:srgbClr val="595959"/>
                </a:solidFill>
                <a:latin typeface="Cambria Math"/>
                <a:cs typeface="Cambria Math"/>
              </a:rPr>
              <a:t>𝑜𝑑𝑑𝑠</a:t>
            </a:r>
            <a:r>
              <a:rPr sz="1350" spc="-8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350" spc="85" dirty="0">
                <a:solidFill>
                  <a:srgbClr val="595959"/>
                </a:solidFill>
                <a:latin typeface="Cambria Math"/>
                <a:cs typeface="Cambria Math"/>
              </a:rPr>
              <a:t>𝑜𝑛</a:t>
            </a:r>
            <a:r>
              <a:rPr sz="1350" spc="-9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350" spc="75" dirty="0">
                <a:solidFill>
                  <a:srgbClr val="595959"/>
                </a:solidFill>
                <a:latin typeface="Cambria Math"/>
                <a:cs typeface="Cambria Math"/>
              </a:rPr>
              <a:t>𝑠𝑢𝑛𝑛𝑦</a:t>
            </a:r>
            <a:r>
              <a:rPr sz="1350" spc="-6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350" spc="65" dirty="0">
                <a:solidFill>
                  <a:srgbClr val="595959"/>
                </a:solidFill>
                <a:latin typeface="Cambria Math"/>
                <a:cs typeface="Cambria Math"/>
              </a:rPr>
              <a:t>𝑑𝑎𝑦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3" name="object 48"/>
          <p:cNvSpPr/>
          <p:nvPr/>
        </p:nvSpPr>
        <p:spPr>
          <a:xfrm>
            <a:off x="7359152" y="5799117"/>
            <a:ext cx="1552575" cy="0"/>
          </a:xfrm>
          <a:custGeom>
            <a:avLst/>
            <a:gdLst/>
            <a:ahLst/>
            <a:cxnLst/>
            <a:rect l="l" t="t" r="r" b="b"/>
            <a:pathLst>
              <a:path w="1552575">
                <a:moveTo>
                  <a:pt x="0" y="0"/>
                </a:moveTo>
                <a:lnTo>
                  <a:pt x="1552574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49"/>
          <p:cNvSpPr txBox="1"/>
          <p:nvPr/>
        </p:nvSpPr>
        <p:spPr>
          <a:xfrm>
            <a:off x="9573263" y="5465447"/>
            <a:ext cx="1047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35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5" name="object 50"/>
          <p:cNvSpPr txBox="1"/>
          <p:nvPr/>
        </p:nvSpPr>
        <p:spPr>
          <a:xfrm>
            <a:off x="9573263" y="5646732"/>
            <a:ext cx="1047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35" dirty="0">
                <a:solidFill>
                  <a:srgbClr val="595959"/>
                </a:solidFill>
                <a:latin typeface="Cambria Math"/>
                <a:cs typeface="Cambria Math"/>
              </a:rPr>
              <a:t>3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6" name="object 51"/>
          <p:cNvSpPr/>
          <p:nvPr/>
        </p:nvSpPr>
        <p:spPr>
          <a:xfrm>
            <a:off x="9578461" y="5656242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724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52"/>
          <p:cNvSpPr txBox="1"/>
          <p:nvPr/>
        </p:nvSpPr>
        <p:spPr>
          <a:xfrm>
            <a:off x="9565761" y="5739756"/>
            <a:ext cx="112395" cy="38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>
              <a:lnSpc>
                <a:spcPct val="113300"/>
              </a:lnSpc>
              <a:spcBef>
                <a:spcPts val="100"/>
              </a:spcBef>
            </a:pPr>
            <a:r>
              <a:rPr sz="1050" u="sng" spc="-2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u="sng" spc="20" dirty="0">
                <a:solidFill>
                  <a:srgbClr val="595959"/>
                </a:solidFill>
                <a:latin typeface="Cambria Math"/>
                <a:cs typeface="Cambria Math"/>
              </a:rPr>
              <a:t>3 </a:t>
            </a:r>
            <a:r>
              <a:rPr sz="1050" spc="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050" spc="35" dirty="0">
                <a:solidFill>
                  <a:srgbClr val="595959"/>
                </a:solidFill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8" name="object 53"/>
          <p:cNvSpPr/>
          <p:nvPr/>
        </p:nvSpPr>
        <p:spPr>
          <a:xfrm>
            <a:off x="9549901" y="5799117"/>
            <a:ext cx="133350" cy="0"/>
          </a:xfrm>
          <a:custGeom>
            <a:avLst/>
            <a:gdLst/>
            <a:ahLst/>
            <a:cxnLst/>
            <a:rect l="l" t="t" r="r" b="b"/>
            <a:pathLst>
              <a:path w="133350">
                <a:moveTo>
                  <a:pt x="0" y="0"/>
                </a:moveTo>
                <a:lnTo>
                  <a:pt x="13334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54"/>
          <p:cNvSpPr txBox="1"/>
          <p:nvPr/>
        </p:nvSpPr>
        <p:spPr>
          <a:xfrm>
            <a:off x="8905881" y="5627365"/>
            <a:ext cx="1979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)=log (  </a:t>
            </a:r>
            <a:r>
              <a:rPr sz="1800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r>
              <a:rPr sz="1800" spc="-17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=log(0.44)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0" name="object 74"/>
          <p:cNvSpPr txBox="1"/>
          <p:nvPr/>
        </p:nvSpPr>
        <p:spPr>
          <a:xfrm>
            <a:off x="8932552" y="1899598"/>
            <a:ext cx="29229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1800" i="1" spc="-15" dirty="0">
                <a:solidFill>
                  <a:srgbClr val="595959"/>
                </a:solidFill>
                <a:latin typeface="Arial"/>
                <a:cs typeface="Arial"/>
              </a:rPr>
              <a:t>Note: </a:t>
            </a:r>
            <a:r>
              <a:rPr sz="1800" i="1" spc="-10" dirty="0">
                <a:solidFill>
                  <a:srgbClr val="595959"/>
                </a:solidFill>
                <a:latin typeface="Arial"/>
                <a:cs typeface="Arial"/>
              </a:rPr>
              <a:t>Odds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≠ </a:t>
            </a:r>
            <a:r>
              <a:rPr sz="1800" i="1" spc="-10" dirty="0">
                <a:solidFill>
                  <a:srgbClr val="595959"/>
                </a:solidFill>
                <a:latin typeface="Arial"/>
                <a:cs typeface="Arial"/>
              </a:rPr>
              <a:t>Odds</a:t>
            </a:r>
            <a:r>
              <a:rPr sz="1800" i="1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Ratio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294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5" name="object 5"/>
          <p:cNvSpPr/>
          <p:nvPr/>
        </p:nvSpPr>
        <p:spPr>
          <a:xfrm>
            <a:off x="8970019" y="1828829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/>
          <p:cNvSpPr/>
          <p:nvPr/>
        </p:nvSpPr>
        <p:spPr>
          <a:xfrm>
            <a:off x="9040748" y="4000391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7"/>
          <p:cNvSpPr/>
          <p:nvPr/>
        </p:nvSpPr>
        <p:spPr>
          <a:xfrm>
            <a:off x="8940667" y="4065334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391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/>
          <p:cNvSpPr/>
          <p:nvPr/>
        </p:nvSpPr>
        <p:spPr>
          <a:xfrm>
            <a:off x="8934317" y="4065334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091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9"/>
          <p:cNvSpPr txBox="1"/>
          <p:nvPr/>
        </p:nvSpPr>
        <p:spPr>
          <a:xfrm>
            <a:off x="8462397" y="1758774"/>
            <a:ext cx="3221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8325" algn="l"/>
                <a:tab pos="3208020" algn="l"/>
              </a:tabLst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spc="-5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10"/>
          <p:cNvSpPr txBox="1"/>
          <p:nvPr/>
        </p:nvSpPr>
        <p:spPr>
          <a:xfrm>
            <a:off x="8762364" y="388437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11"/>
          <p:cNvSpPr/>
          <p:nvPr/>
        </p:nvSpPr>
        <p:spPr>
          <a:xfrm>
            <a:off x="8971147" y="3964328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81"/>
                </a:moveTo>
                <a:lnTo>
                  <a:pt x="0" y="2132481"/>
                </a:lnTo>
                <a:lnTo>
                  <a:pt x="57149" y="2246781"/>
                </a:lnTo>
                <a:lnTo>
                  <a:pt x="104774" y="2151531"/>
                </a:lnTo>
                <a:lnTo>
                  <a:pt x="38099" y="2151531"/>
                </a:lnTo>
                <a:lnTo>
                  <a:pt x="38099" y="2132481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31"/>
                </a:lnTo>
                <a:lnTo>
                  <a:pt x="76199" y="2151531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81"/>
                </a:moveTo>
                <a:lnTo>
                  <a:pt x="76199" y="2132481"/>
                </a:lnTo>
                <a:lnTo>
                  <a:pt x="76199" y="2151531"/>
                </a:lnTo>
                <a:lnTo>
                  <a:pt x="104774" y="2151531"/>
                </a:lnTo>
                <a:lnTo>
                  <a:pt x="114299" y="2132481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2"/>
          <p:cNvSpPr txBox="1"/>
          <p:nvPr/>
        </p:nvSpPr>
        <p:spPr>
          <a:xfrm>
            <a:off x="8474716" y="5864941"/>
            <a:ext cx="3209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260" algn="l"/>
                <a:tab pos="319595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13"/>
          <p:cNvSpPr/>
          <p:nvPr/>
        </p:nvSpPr>
        <p:spPr>
          <a:xfrm>
            <a:off x="9145005" y="2177947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916" y="3603190"/>
                </a:moveTo>
                <a:lnTo>
                  <a:pt x="0" y="3729874"/>
                </a:lnTo>
                <a:lnTo>
                  <a:pt x="111526" y="3667329"/>
                </a:lnTo>
                <a:lnTo>
                  <a:pt x="103253" y="3661720"/>
                </a:lnTo>
                <a:lnTo>
                  <a:pt x="69220" y="3661720"/>
                </a:lnTo>
                <a:lnTo>
                  <a:pt x="37734" y="3640351"/>
                </a:lnTo>
                <a:lnTo>
                  <a:pt x="48439" y="3624560"/>
                </a:lnTo>
                <a:lnTo>
                  <a:pt x="16916" y="3603190"/>
                </a:lnTo>
                <a:close/>
              </a:path>
              <a:path w="2529204" h="3729990">
                <a:moveTo>
                  <a:pt x="48439" y="3624560"/>
                </a:moveTo>
                <a:lnTo>
                  <a:pt x="37734" y="3640351"/>
                </a:lnTo>
                <a:lnTo>
                  <a:pt x="69220" y="3661720"/>
                </a:lnTo>
                <a:lnTo>
                  <a:pt x="79937" y="3645913"/>
                </a:lnTo>
                <a:lnTo>
                  <a:pt x="48439" y="3624560"/>
                </a:lnTo>
                <a:close/>
              </a:path>
              <a:path w="2529204" h="3729990">
                <a:moveTo>
                  <a:pt x="79937" y="3645913"/>
                </a:moveTo>
                <a:lnTo>
                  <a:pt x="69220" y="3661720"/>
                </a:lnTo>
                <a:lnTo>
                  <a:pt x="103253" y="3661720"/>
                </a:lnTo>
                <a:lnTo>
                  <a:pt x="79937" y="3645913"/>
                </a:lnTo>
                <a:close/>
              </a:path>
              <a:path w="2529204" h="3729990">
                <a:moveTo>
                  <a:pt x="2448894" y="83873"/>
                </a:moveTo>
                <a:lnTo>
                  <a:pt x="48439" y="3624560"/>
                </a:lnTo>
                <a:lnTo>
                  <a:pt x="79937" y="3645913"/>
                </a:lnTo>
                <a:lnTo>
                  <a:pt x="2480454" y="105266"/>
                </a:lnTo>
                <a:lnTo>
                  <a:pt x="2448894" y="83873"/>
                </a:lnTo>
                <a:close/>
              </a:path>
              <a:path w="2529204" h="3729990">
                <a:moveTo>
                  <a:pt x="2519757" y="68061"/>
                </a:moveTo>
                <a:lnTo>
                  <a:pt x="2459614" y="68061"/>
                </a:lnTo>
                <a:lnTo>
                  <a:pt x="2491130" y="89519"/>
                </a:lnTo>
                <a:lnTo>
                  <a:pt x="2480454" y="105266"/>
                </a:lnTo>
                <a:lnTo>
                  <a:pt x="2511948" y="126613"/>
                </a:lnTo>
                <a:lnTo>
                  <a:pt x="2519757" y="68061"/>
                </a:lnTo>
                <a:close/>
              </a:path>
              <a:path w="2529204" h="3729990">
                <a:moveTo>
                  <a:pt x="2459614" y="68061"/>
                </a:moveTo>
                <a:lnTo>
                  <a:pt x="2448894" y="83873"/>
                </a:lnTo>
                <a:lnTo>
                  <a:pt x="2480454" y="105266"/>
                </a:lnTo>
                <a:lnTo>
                  <a:pt x="2491130" y="89519"/>
                </a:lnTo>
                <a:lnTo>
                  <a:pt x="2459614" y="68061"/>
                </a:lnTo>
                <a:close/>
              </a:path>
              <a:path w="2529204" h="3729990">
                <a:moveTo>
                  <a:pt x="2528834" y="0"/>
                </a:moveTo>
                <a:lnTo>
                  <a:pt x="2417338" y="62483"/>
                </a:lnTo>
                <a:lnTo>
                  <a:pt x="2448894" y="83873"/>
                </a:lnTo>
                <a:lnTo>
                  <a:pt x="2459614" y="68061"/>
                </a:lnTo>
                <a:lnTo>
                  <a:pt x="2519757" y="68061"/>
                </a:lnTo>
                <a:lnTo>
                  <a:pt x="2528834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4"/>
          <p:cNvSpPr/>
          <p:nvPr/>
        </p:nvSpPr>
        <p:spPr>
          <a:xfrm>
            <a:off x="10392674" y="1803452"/>
            <a:ext cx="905090" cy="302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/>
          <p:nvPr/>
        </p:nvSpPr>
        <p:spPr>
          <a:xfrm>
            <a:off x="9327123" y="5766592"/>
            <a:ext cx="904968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6"/>
          <p:cNvSpPr/>
          <p:nvPr/>
        </p:nvSpPr>
        <p:spPr>
          <a:xfrm>
            <a:off x="11573499" y="4183044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7"/>
          <p:cNvSpPr/>
          <p:nvPr/>
        </p:nvSpPr>
        <p:spPr>
          <a:xfrm>
            <a:off x="9835529" y="1808420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8"/>
          <p:cNvSpPr/>
          <p:nvPr/>
        </p:nvSpPr>
        <p:spPr>
          <a:xfrm>
            <a:off x="9750874" y="189070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9"/>
          <p:cNvSpPr/>
          <p:nvPr/>
        </p:nvSpPr>
        <p:spPr>
          <a:xfrm>
            <a:off x="10939394" y="5756650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0"/>
          <p:cNvSpPr/>
          <p:nvPr/>
        </p:nvSpPr>
        <p:spPr>
          <a:xfrm>
            <a:off x="10314754" y="1873208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1"/>
          <p:cNvSpPr/>
          <p:nvPr/>
        </p:nvSpPr>
        <p:spPr>
          <a:xfrm>
            <a:off x="10636440" y="187320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2"/>
          <p:cNvSpPr/>
          <p:nvPr/>
        </p:nvSpPr>
        <p:spPr>
          <a:xfrm>
            <a:off x="10924719" y="1873208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3"/>
          <p:cNvSpPr/>
          <p:nvPr/>
        </p:nvSpPr>
        <p:spPr>
          <a:xfrm>
            <a:off x="5229209" y="3380505"/>
            <a:ext cx="1647825" cy="1323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4"/>
          <p:cNvSpPr/>
          <p:nvPr/>
        </p:nvSpPr>
        <p:spPr>
          <a:xfrm>
            <a:off x="5346831" y="3457070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903091" y="0"/>
                </a:moveTo>
                <a:lnTo>
                  <a:pt x="0" y="0"/>
                </a:lnTo>
                <a:lnTo>
                  <a:pt x="585856" y="585743"/>
                </a:lnTo>
                <a:lnTo>
                  <a:pt x="0" y="1171590"/>
                </a:lnTo>
                <a:lnTo>
                  <a:pt x="903091" y="1171590"/>
                </a:lnTo>
                <a:lnTo>
                  <a:pt x="1488947" y="585743"/>
                </a:lnTo>
                <a:lnTo>
                  <a:pt x="9030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5"/>
          <p:cNvSpPr/>
          <p:nvPr/>
        </p:nvSpPr>
        <p:spPr>
          <a:xfrm>
            <a:off x="5346831" y="3457070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0" y="0"/>
                </a:moveTo>
                <a:lnTo>
                  <a:pt x="903091" y="0"/>
                </a:lnTo>
                <a:lnTo>
                  <a:pt x="1488947" y="585743"/>
                </a:lnTo>
                <a:lnTo>
                  <a:pt x="903091" y="1171590"/>
                </a:lnTo>
                <a:lnTo>
                  <a:pt x="0" y="1171590"/>
                </a:lnTo>
                <a:lnTo>
                  <a:pt x="585856" y="58574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6"/>
          <p:cNvSpPr/>
          <p:nvPr/>
        </p:nvSpPr>
        <p:spPr>
          <a:xfrm>
            <a:off x="5276850" y="3399555"/>
            <a:ext cx="1609725" cy="12858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7"/>
          <p:cNvSpPr/>
          <p:nvPr/>
        </p:nvSpPr>
        <p:spPr>
          <a:xfrm>
            <a:off x="5372100" y="3542430"/>
            <a:ext cx="1323975" cy="10096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8"/>
          <p:cNvSpPr/>
          <p:nvPr/>
        </p:nvSpPr>
        <p:spPr>
          <a:xfrm>
            <a:off x="5500115" y="3667901"/>
            <a:ext cx="1067435" cy="749935"/>
          </a:xfrm>
          <a:custGeom>
            <a:avLst/>
            <a:gdLst/>
            <a:ahLst/>
            <a:cxnLst/>
            <a:rect l="l" t="t" r="r" b="b"/>
            <a:pathLst>
              <a:path w="1067434" h="749935">
                <a:moveTo>
                  <a:pt x="942075" y="0"/>
                </a:moveTo>
                <a:lnTo>
                  <a:pt x="124967" y="0"/>
                </a:lnTo>
                <a:lnTo>
                  <a:pt x="76355" y="9811"/>
                </a:lnTo>
                <a:lnTo>
                  <a:pt x="36629" y="36579"/>
                </a:lnTo>
                <a:lnTo>
                  <a:pt x="9830" y="76301"/>
                </a:lnTo>
                <a:lnTo>
                  <a:pt x="0" y="124977"/>
                </a:lnTo>
                <a:lnTo>
                  <a:pt x="0" y="624968"/>
                </a:lnTo>
                <a:lnTo>
                  <a:pt x="9830" y="673587"/>
                </a:lnTo>
                <a:lnTo>
                  <a:pt x="36629" y="713312"/>
                </a:lnTo>
                <a:lnTo>
                  <a:pt x="76355" y="740107"/>
                </a:lnTo>
                <a:lnTo>
                  <a:pt x="124967" y="749935"/>
                </a:lnTo>
                <a:lnTo>
                  <a:pt x="942075" y="749935"/>
                </a:lnTo>
                <a:lnTo>
                  <a:pt x="990701" y="740107"/>
                </a:lnTo>
                <a:lnTo>
                  <a:pt x="1030425" y="713312"/>
                </a:lnTo>
                <a:lnTo>
                  <a:pt x="1057217" y="673587"/>
                </a:lnTo>
                <a:lnTo>
                  <a:pt x="1067043" y="624968"/>
                </a:lnTo>
                <a:lnTo>
                  <a:pt x="1067043" y="124977"/>
                </a:lnTo>
                <a:lnTo>
                  <a:pt x="1057217" y="76301"/>
                </a:lnTo>
                <a:lnTo>
                  <a:pt x="1030425" y="36579"/>
                </a:lnTo>
                <a:lnTo>
                  <a:pt x="990701" y="9811"/>
                </a:lnTo>
                <a:lnTo>
                  <a:pt x="942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9"/>
          <p:cNvSpPr/>
          <p:nvPr/>
        </p:nvSpPr>
        <p:spPr>
          <a:xfrm>
            <a:off x="5500115" y="3667901"/>
            <a:ext cx="1067435" cy="749935"/>
          </a:xfrm>
          <a:custGeom>
            <a:avLst/>
            <a:gdLst/>
            <a:ahLst/>
            <a:cxnLst/>
            <a:rect l="l" t="t" r="r" b="b"/>
            <a:pathLst>
              <a:path w="1067434" h="749935">
                <a:moveTo>
                  <a:pt x="0" y="124977"/>
                </a:moveTo>
                <a:lnTo>
                  <a:pt x="9830" y="76301"/>
                </a:lnTo>
                <a:lnTo>
                  <a:pt x="36629" y="36579"/>
                </a:lnTo>
                <a:lnTo>
                  <a:pt x="76355" y="9811"/>
                </a:lnTo>
                <a:lnTo>
                  <a:pt x="124967" y="0"/>
                </a:lnTo>
                <a:lnTo>
                  <a:pt x="942075" y="0"/>
                </a:lnTo>
                <a:lnTo>
                  <a:pt x="990701" y="9811"/>
                </a:lnTo>
                <a:lnTo>
                  <a:pt x="1030425" y="36579"/>
                </a:lnTo>
                <a:lnTo>
                  <a:pt x="1057217" y="76301"/>
                </a:lnTo>
                <a:lnTo>
                  <a:pt x="1067043" y="124977"/>
                </a:lnTo>
                <a:lnTo>
                  <a:pt x="1067043" y="624968"/>
                </a:lnTo>
                <a:lnTo>
                  <a:pt x="1057217" y="673587"/>
                </a:lnTo>
                <a:lnTo>
                  <a:pt x="1030425" y="713312"/>
                </a:lnTo>
                <a:lnTo>
                  <a:pt x="990701" y="740107"/>
                </a:lnTo>
                <a:lnTo>
                  <a:pt x="942075" y="749935"/>
                </a:lnTo>
                <a:lnTo>
                  <a:pt x="124967" y="749935"/>
                </a:lnTo>
                <a:lnTo>
                  <a:pt x="76355" y="740107"/>
                </a:lnTo>
                <a:lnTo>
                  <a:pt x="36629" y="713312"/>
                </a:lnTo>
                <a:lnTo>
                  <a:pt x="9830" y="673587"/>
                </a:lnTo>
                <a:lnTo>
                  <a:pt x="0" y="624968"/>
                </a:lnTo>
                <a:lnTo>
                  <a:pt x="0" y="124977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0"/>
          <p:cNvSpPr txBox="1"/>
          <p:nvPr/>
        </p:nvSpPr>
        <p:spPr>
          <a:xfrm>
            <a:off x="5621405" y="3915490"/>
            <a:ext cx="8559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45"/>
          <p:cNvSpPr txBox="1"/>
          <p:nvPr/>
        </p:nvSpPr>
        <p:spPr>
          <a:xfrm>
            <a:off x="8536565" y="1460832"/>
            <a:ext cx="8559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46"/>
          <p:cNvSpPr/>
          <p:nvPr/>
        </p:nvSpPr>
        <p:spPr>
          <a:xfrm>
            <a:off x="392109" y="2644169"/>
            <a:ext cx="114300" cy="2222500"/>
          </a:xfrm>
          <a:custGeom>
            <a:avLst/>
            <a:gdLst/>
            <a:ahLst/>
            <a:cxnLst/>
            <a:rect l="l" t="t" r="r" b="b"/>
            <a:pathLst>
              <a:path w="114300" h="2222500">
                <a:moveTo>
                  <a:pt x="76209" y="114198"/>
                </a:moveTo>
                <a:lnTo>
                  <a:pt x="38108" y="114249"/>
                </a:lnTo>
                <a:lnTo>
                  <a:pt x="40456" y="2222485"/>
                </a:lnTo>
                <a:lnTo>
                  <a:pt x="78556" y="2222485"/>
                </a:lnTo>
                <a:lnTo>
                  <a:pt x="76209" y="114198"/>
                </a:lnTo>
                <a:close/>
              </a:path>
              <a:path w="114300" h="2222500">
                <a:moveTo>
                  <a:pt x="57028" y="0"/>
                </a:moveTo>
                <a:lnTo>
                  <a:pt x="0" y="114299"/>
                </a:lnTo>
                <a:lnTo>
                  <a:pt x="38108" y="114249"/>
                </a:lnTo>
                <a:lnTo>
                  <a:pt x="38087" y="95249"/>
                </a:lnTo>
                <a:lnTo>
                  <a:pt x="104741" y="95097"/>
                </a:lnTo>
                <a:lnTo>
                  <a:pt x="57028" y="0"/>
                </a:lnTo>
                <a:close/>
              </a:path>
              <a:path w="114300" h="2222500">
                <a:moveTo>
                  <a:pt x="76187" y="95097"/>
                </a:moveTo>
                <a:lnTo>
                  <a:pt x="38087" y="95249"/>
                </a:lnTo>
                <a:lnTo>
                  <a:pt x="38108" y="114249"/>
                </a:lnTo>
                <a:lnTo>
                  <a:pt x="76209" y="114198"/>
                </a:lnTo>
                <a:lnTo>
                  <a:pt x="76187" y="95097"/>
                </a:lnTo>
                <a:close/>
              </a:path>
              <a:path w="114300" h="2222500">
                <a:moveTo>
                  <a:pt x="104741" y="95097"/>
                </a:moveTo>
                <a:lnTo>
                  <a:pt x="76187" y="95097"/>
                </a:lnTo>
                <a:lnTo>
                  <a:pt x="76209" y="114198"/>
                </a:lnTo>
                <a:lnTo>
                  <a:pt x="114299" y="114147"/>
                </a:lnTo>
                <a:lnTo>
                  <a:pt x="104741" y="9509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47"/>
          <p:cNvSpPr/>
          <p:nvPr/>
        </p:nvSpPr>
        <p:spPr>
          <a:xfrm>
            <a:off x="429975" y="482157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48"/>
          <p:cNvSpPr txBox="1"/>
          <p:nvPr/>
        </p:nvSpPr>
        <p:spPr>
          <a:xfrm>
            <a:off x="157797" y="477108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49"/>
          <p:cNvSpPr/>
          <p:nvPr/>
        </p:nvSpPr>
        <p:spPr>
          <a:xfrm>
            <a:off x="2899662" y="4992032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0"/>
          <p:cNvSpPr txBox="1"/>
          <p:nvPr/>
        </p:nvSpPr>
        <p:spPr>
          <a:xfrm>
            <a:off x="107946" y="2293075"/>
            <a:ext cx="2929890" cy="6788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400">
              <a:latin typeface="Arial"/>
              <a:cs typeface="Arial"/>
            </a:endParaRPr>
          </a:p>
          <a:p>
            <a:pPr marL="74295">
              <a:lnSpc>
                <a:spcPct val="100000"/>
              </a:lnSpc>
              <a:spcBef>
                <a:spcPts val="710"/>
              </a:spcBef>
              <a:tabLst>
                <a:tab pos="291655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7" name="object 51"/>
          <p:cNvSpPr/>
          <p:nvPr/>
        </p:nvSpPr>
        <p:spPr>
          <a:xfrm>
            <a:off x="1312416" y="4620572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2"/>
          <p:cNvSpPr/>
          <p:nvPr/>
        </p:nvSpPr>
        <p:spPr>
          <a:xfrm>
            <a:off x="2336419" y="2708190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3"/>
          <p:cNvSpPr/>
          <p:nvPr/>
        </p:nvSpPr>
        <p:spPr>
          <a:xfrm>
            <a:off x="2251773" y="2790503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4"/>
          <p:cNvSpPr/>
          <p:nvPr/>
        </p:nvSpPr>
        <p:spPr>
          <a:xfrm>
            <a:off x="2602610" y="2708830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55"/>
          <p:cNvSpPr/>
          <p:nvPr/>
        </p:nvSpPr>
        <p:spPr>
          <a:xfrm>
            <a:off x="2517964" y="2791143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6"/>
          <p:cNvSpPr/>
          <p:nvPr/>
        </p:nvSpPr>
        <p:spPr>
          <a:xfrm>
            <a:off x="2859023" y="2709592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7"/>
          <p:cNvSpPr/>
          <p:nvPr/>
        </p:nvSpPr>
        <p:spPr>
          <a:xfrm>
            <a:off x="2774505" y="2791783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58"/>
          <p:cNvSpPr/>
          <p:nvPr/>
        </p:nvSpPr>
        <p:spPr>
          <a:xfrm>
            <a:off x="2493772" y="4610538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59"/>
          <p:cNvSpPr/>
          <p:nvPr/>
        </p:nvSpPr>
        <p:spPr>
          <a:xfrm>
            <a:off x="999692" y="4619301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0"/>
          <p:cNvSpPr/>
          <p:nvPr/>
        </p:nvSpPr>
        <p:spPr>
          <a:xfrm>
            <a:off x="1331213" y="2715200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1"/>
          <p:cNvSpPr/>
          <p:nvPr/>
        </p:nvSpPr>
        <p:spPr>
          <a:xfrm>
            <a:off x="1248219" y="2802055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2"/>
          <p:cNvSpPr/>
          <p:nvPr/>
        </p:nvSpPr>
        <p:spPr>
          <a:xfrm>
            <a:off x="677850" y="4625397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493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69" name="object 5"/>
          <p:cNvSpPr/>
          <p:nvPr/>
        </p:nvSpPr>
        <p:spPr>
          <a:xfrm>
            <a:off x="3422076" y="3493940"/>
            <a:ext cx="571500" cy="62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"/>
          <p:cNvSpPr/>
          <p:nvPr/>
        </p:nvSpPr>
        <p:spPr>
          <a:xfrm>
            <a:off x="3543233" y="356430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57" y="0"/>
                </a:moveTo>
                <a:lnTo>
                  <a:pt x="0" y="0"/>
                </a:lnTo>
                <a:lnTo>
                  <a:pt x="208157" y="240532"/>
                </a:lnTo>
                <a:lnTo>
                  <a:pt x="0" y="481074"/>
                </a:lnTo>
                <a:lnTo>
                  <a:pt x="208157" y="481074"/>
                </a:lnTo>
                <a:lnTo>
                  <a:pt x="416295" y="240532"/>
                </a:lnTo>
                <a:lnTo>
                  <a:pt x="208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"/>
          <p:cNvSpPr/>
          <p:nvPr/>
        </p:nvSpPr>
        <p:spPr>
          <a:xfrm>
            <a:off x="3543233" y="356430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57" y="0"/>
                </a:lnTo>
                <a:lnTo>
                  <a:pt x="416295" y="240532"/>
                </a:lnTo>
                <a:lnTo>
                  <a:pt x="208157" y="481074"/>
                </a:lnTo>
                <a:lnTo>
                  <a:pt x="0" y="481074"/>
                </a:lnTo>
                <a:lnTo>
                  <a:pt x="208157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8"/>
          <p:cNvSpPr/>
          <p:nvPr/>
        </p:nvSpPr>
        <p:spPr>
          <a:xfrm>
            <a:off x="1223385" y="2671879"/>
            <a:ext cx="114300" cy="2222500"/>
          </a:xfrm>
          <a:custGeom>
            <a:avLst/>
            <a:gdLst/>
            <a:ahLst/>
            <a:cxnLst/>
            <a:rect l="l" t="t" r="r" b="b"/>
            <a:pathLst>
              <a:path w="114300" h="2222500">
                <a:moveTo>
                  <a:pt x="76209" y="114198"/>
                </a:moveTo>
                <a:lnTo>
                  <a:pt x="38108" y="114249"/>
                </a:lnTo>
                <a:lnTo>
                  <a:pt x="40456" y="2222485"/>
                </a:lnTo>
                <a:lnTo>
                  <a:pt x="78556" y="2222485"/>
                </a:lnTo>
                <a:lnTo>
                  <a:pt x="76209" y="114198"/>
                </a:lnTo>
                <a:close/>
              </a:path>
              <a:path w="114300" h="2222500">
                <a:moveTo>
                  <a:pt x="57028" y="0"/>
                </a:moveTo>
                <a:lnTo>
                  <a:pt x="0" y="114299"/>
                </a:lnTo>
                <a:lnTo>
                  <a:pt x="38108" y="114249"/>
                </a:lnTo>
                <a:lnTo>
                  <a:pt x="38087" y="95249"/>
                </a:lnTo>
                <a:lnTo>
                  <a:pt x="104741" y="95097"/>
                </a:lnTo>
                <a:lnTo>
                  <a:pt x="57028" y="0"/>
                </a:lnTo>
                <a:close/>
              </a:path>
              <a:path w="114300" h="2222500">
                <a:moveTo>
                  <a:pt x="76187" y="95097"/>
                </a:moveTo>
                <a:lnTo>
                  <a:pt x="38087" y="95249"/>
                </a:lnTo>
                <a:lnTo>
                  <a:pt x="38108" y="114249"/>
                </a:lnTo>
                <a:lnTo>
                  <a:pt x="76209" y="114198"/>
                </a:lnTo>
                <a:lnTo>
                  <a:pt x="76187" y="95097"/>
                </a:lnTo>
                <a:close/>
              </a:path>
              <a:path w="114300" h="2222500">
                <a:moveTo>
                  <a:pt x="104741" y="95097"/>
                </a:moveTo>
                <a:lnTo>
                  <a:pt x="76187" y="95097"/>
                </a:lnTo>
                <a:lnTo>
                  <a:pt x="76209" y="114198"/>
                </a:lnTo>
                <a:lnTo>
                  <a:pt x="114299" y="114147"/>
                </a:lnTo>
                <a:lnTo>
                  <a:pt x="104741" y="9509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9"/>
          <p:cNvSpPr/>
          <p:nvPr/>
        </p:nvSpPr>
        <p:spPr>
          <a:xfrm>
            <a:off x="1261251" y="484928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10"/>
          <p:cNvSpPr txBox="1"/>
          <p:nvPr/>
        </p:nvSpPr>
        <p:spPr>
          <a:xfrm>
            <a:off x="989073" y="479879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5" name="object 11"/>
          <p:cNvSpPr/>
          <p:nvPr/>
        </p:nvSpPr>
        <p:spPr>
          <a:xfrm>
            <a:off x="3730938" y="5019742"/>
            <a:ext cx="285343" cy="285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13"/>
          <p:cNvSpPr/>
          <p:nvPr/>
        </p:nvSpPr>
        <p:spPr>
          <a:xfrm>
            <a:off x="2143692" y="4648282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14"/>
          <p:cNvSpPr/>
          <p:nvPr/>
        </p:nvSpPr>
        <p:spPr>
          <a:xfrm>
            <a:off x="3167695" y="2735900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15"/>
          <p:cNvSpPr/>
          <p:nvPr/>
        </p:nvSpPr>
        <p:spPr>
          <a:xfrm>
            <a:off x="3083049" y="2818213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16"/>
          <p:cNvSpPr/>
          <p:nvPr/>
        </p:nvSpPr>
        <p:spPr>
          <a:xfrm>
            <a:off x="3433886" y="2736540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17"/>
          <p:cNvSpPr/>
          <p:nvPr/>
        </p:nvSpPr>
        <p:spPr>
          <a:xfrm>
            <a:off x="3349240" y="281885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18"/>
          <p:cNvSpPr/>
          <p:nvPr/>
        </p:nvSpPr>
        <p:spPr>
          <a:xfrm>
            <a:off x="3690299" y="2737302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19"/>
          <p:cNvSpPr/>
          <p:nvPr/>
        </p:nvSpPr>
        <p:spPr>
          <a:xfrm>
            <a:off x="3605781" y="2819493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20"/>
          <p:cNvSpPr/>
          <p:nvPr/>
        </p:nvSpPr>
        <p:spPr>
          <a:xfrm>
            <a:off x="3325048" y="4638248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21"/>
          <p:cNvSpPr/>
          <p:nvPr/>
        </p:nvSpPr>
        <p:spPr>
          <a:xfrm>
            <a:off x="1830968" y="4647011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22"/>
          <p:cNvSpPr/>
          <p:nvPr/>
        </p:nvSpPr>
        <p:spPr>
          <a:xfrm>
            <a:off x="2162489" y="2742910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23"/>
          <p:cNvSpPr/>
          <p:nvPr/>
        </p:nvSpPr>
        <p:spPr>
          <a:xfrm>
            <a:off x="2079495" y="2829765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24"/>
          <p:cNvSpPr/>
          <p:nvPr/>
        </p:nvSpPr>
        <p:spPr>
          <a:xfrm>
            <a:off x="1509126" y="4653107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40"/>
          <p:cNvSpPr/>
          <p:nvPr/>
        </p:nvSpPr>
        <p:spPr>
          <a:xfrm>
            <a:off x="4169476" y="1184821"/>
            <a:ext cx="4558030" cy="2417445"/>
          </a:xfrm>
          <a:custGeom>
            <a:avLst/>
            <a:gdLst/>
            <a:ahLst/>
            <a:cxnLst/>
            <a:rect l="l" t="t" r="r" b="b"/>
            <a:pathLst>
              <a:path w="4558030" h="2417445">
                <a:moveTo>
                  <a:pt x="4154667" y="0"/>
                </a:moveTo>
                <a:lnTo>
                  <a:pt x="402976" y="0"/>
                </a:lnTo>
                <a:lnTo>
                  <a:pt x="355990" y="2710"/>
                </a:lnTo>
                <a:lnTo>
                  <a:pt x="310594" y="10638"/>
                </a:lnTo>
                <a:lnTo>
                  <a:pt x="267090" y="23484"/>
                </a:lnTo>
                <a:lnTo>
                  <a:pt x="225780" y="40944"/>
                </a:lnTo>
                <a:lnTo>
                  <a:pt x="186969" y="62716"/>
                </a:lnTo>
                <a:lnTo>
                  <a:pt x="150957" y="88498"/>
                </a:lnTo>
                <a:lnTo>
                  <a:pt x="118049" y="117988"/>
                </a:lnTo>
                <a:lnTo>
                  <a:pt x="88546" y="150883"/>
                </a:lnTo>
                <a:lnTo>
                  <a:pt x="62751" y="186882"/>
                </a:lnTo>
                <a:lnTo>
                  <a:pt x="40968" y="225683"/>
                </a:lnTo>
                <a:lnTo>
                  <a:pt x="23498" y="266982"/>
                </a:lnTo>
                <a:lnTo>
                  <a:pt x="10645" y="310479"/>
                </a:lnTo>
                <a:lnTo>
                  <a:pt x="2711" y="355870"/>
                </a:lnTo>
                <a:lnTo>
                  <a:pt x="0" y="402854"/>
                </a:lnTo>
                <a:lnTo>
                  <a:pt x="0" y="2014209"/>
                </a:lnTo>
                <a:lnTo>
                  <a:pt x="2711" y="2061193"/>
                </a:lnTo>
                <a:lnTo>
                  <a:pt x="10645" y="2106584"/>
                </a:lnTo>
                <a:lnTo>
                  <a:pt x="23498" y="2150081"/>
                </a:lnTo>
                <a:lnTo>
                  <a:pt x="40968" y="2191380"/>
                </a:lnTo>
                <a:lnTo>
                  <a:pt x="62751" y="2230181"/>
                </a:lnTo>
                <a:lnTo>
                  <a:pt x="88546" y="2266180"/>
                </a:lnTo>
                <a:lnTo>
                  <a:pt x="118049" y="2299075"/>
                </a:lnTo>
                <a:lnTo>
                  <a:pt x="150957" y="2328565"/>
                </a:lnTo>
                <a:lnTo>
                  <a:pt x="186969" y="2354347"/>
                </a:lnTo>
                <a:lnTo>
                  <a:pt x="225780" y="2376119"/>
                </a:lnTo>
                <a:lnTo>
                  <a:pt x="267090" y="2393579"/>
                </a:lnTo>
                <a:lnTo>
                  <a:pt x="310594" y="2406425"/>
                </a:lnTo>
                <a:lnTo>
                  <a:pt x="355990" y="2414353"/>
                </a:lnTo>
                <a:lnTo>
                  <a:pt x="402976" y="2417063"/>
                </a:lnTo>
                <a:lnTo>
                  <a:pt x="4154667" y="2417063"/>
                </a:lnTo>
                <a:lnTo>
                  <a:pt x="4201651" y="2414353"/>
                </a:lnTo>
                <a:lnTo>
                  <a:pt x="4247042" y="2406425"/>
                </a:lnTo>
                <a:lnTo>
                  <a:pt x="4290539" y="2393579"/>
                </a:lnTo>
                <a:lnTo>
                  <a:pt x="4331838" y="2376119"/>
                </a:lnTo>
                <a:lnTo>
                  <a:pt x="4370639" y="2354347"/>
                </a:lnTo>
                <a:lnTo>
                  <a:pt x="4406638" y="2328565"/>
                </a:lnTo>
                <a:lnTo>
                  <a:pt x="4439533" y="2299075"/>
                </a:lnTo>
                <a:lnTo>
                  <a:pt x="4469023" y="2266180"/>
                </a:lnTo>
                <a:lnTo>
                  <a:pt x="4494805" y="2230181"/>
                </a:lnTo>
                <a:lnTo>
                  <a:pt x="4516577" y="2191380"/>
                </a:lnTo>
                <a:lnTo>
                  <a:pt x="4534037" y="2150081"/>
                </a:lnTo>
                <a:lnTo>
                  <a:pt x="4546882" y="2106584"/>
                </a:lnTo>
                <a:lnTo>
                  <a:pt x="4554811" y="2061193"/>
                </a:lnTo>
                <a:lnTo>
                  <a:pt x="4557521" y="2014209"/>
                </a:lnTo>
                <a:lnTo>
                  <a:pt x="4557521" y="402854"/>
                </a:lnTo>
                <a:lnTo>
                  <a:pt x="4554811" y="355870"/>
                </a:lnTo>
                <a:lnTo>
                  <a:pt x="4546882" y="310479"/>
                </a:lnTo>
                <a:lnTo>
                  <a:pt x="4534037" y="266982"/>
                </a:lnTo>
                <a:lnTo>
                  <a:pt x="4516577" y="225683"/>
                </a:lnTo>
                <a:lnTo>
                  <a:pt x="4494805" y="186882"/>
                </a:lnTo>
                <a:lnTo>
                  <a:pt x="4469023" y="150883"/>
                </a:lnTo>
                <a:lnTo>
                  <a:pt x="4439533" y="117988"/>
                </a:lnTo>
                <a:lnTo>
                  <a:pt x="4406638" y="88498"/>
                </a:lnTo>
                <a:lnTo>
                  <a:pt x="4370639" y="62716"/>
                </a:lnTo>
                <a:lnTo>
                  <a:pt x="4331838" y="40944"/>
                </a:lnTo>
                <a:lnTo>
                  <a:pt x="4290539" y="23484"/>
                </a:lnTo>
                <a:lnTo>
                  <a:pt x="4247042" y="10638"/>
                </a:lnTo>
                <a:lnTo>
                  <a:pt x="4201651" y="2710"/>
                </a:lnTo>
                <a:lnTo>
                  <a:pt x="41546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41"/>
          <p:cNvSpPr/>
          <p:nvPr/>
        </p:nvSpPr>
        <p:spPr>
          <a:xfrm>
            <a:off x="4169476" y="1184821"/>
            <a:ext cx="4558030" cy="2417445"/>
          </a:xfrm>
          <a:custGeom>
            <a:avLst/>
            <a:gdLst/>
            <a:ahLst/>
            <a:cxnLst/>
            <a:rect l="l" t="t" r="r" b="b"/>
            <a:pathLst>
              <a:path w="4558030" h="2417445">
                <a:moveTo>
                  <a:pt x="0" y="402854"/>
                </a:moveTo>
                <a:lnTo>
                  <a:pt x="2711" y="355870"/>
                </a:lnTo>
                <a:lnTo>
                  <a:pt x="10645" y="310479"/>
                </a:lnTo>
                <a:lnTo>
                  <a:pt x="23498" y="266982"/>
                </a:lnTo>
                <a:lnTo>
                  <a:pt x="40968" y="225683"/>
                </a:lnTo>
                <a:lnTo>
                  <a:pt x="62751" y="186882"/>
                </a:lnTo>
                <a:lnTo>
                  <a:pt x="88546" y="150883"/>
                </a:lnTo>
                <a:lnTo>
                  <a:pt x="118049" y="117988"/>
                </a:lnTo>
                <a:lnTo>
                  <a:pt x="150957" y="88498"/>
                </a:lnTo>
                <a:lnTo>
                  <a:pt x="186969" y="62716"/>
                </a:lnTo>
                <a:lnTo>
                  <a:pt x="225780" y="40944"/>
                </a:lnTo>
                <a:lnTo>
                  <a:pt x="267090" y="23484"/>
                </a:lnTo>
                <a:lnTo>
                  <a:pt x="310594" y="10638"/>
                </a:lnTo>
                <a:lnTo>
                  <a:pt x="355990" y="2710"/>
                </a:lnTo>
                <a:lnTo>
                  <a:pt x="402976" y="0"/>
                </a:lnTo>
                <a:lnTo>
                  <a:pt x="4154667" y="0"/>
                </a:lnTo>
                <a:lnTo>
                  <a:pt x="4201651" y="2710"/>
                </a:lnTo>
                <a:lnTo>
                  <a:pt x="4247042" y="10638"/>
                </a:lnTo>
                <a:lnTo>
                  <a:pt x="4290539" y="23484"/>
                </a:lnTo>
                <a:lnTo>
                  <a:pt x="4331838" y="40944"/>
                </a:lnTo>
                <a:lnTo>
                  <a:pt x="4370639" y="62716"/>
                </a:lnTo>
                <a:lnTo>
                  <a:pt x="4406638" y="88498"/>
                </a:lnTo>
                <a:lnTo>
                  <a:pt x="4439533" y="117988"/>
                </a:lnTo>
                <a:lnTo>
                  <a:pt x="4469023" y="150883"/>
                </a:lnTo>
                <a:lnTo>
                  <a:pt x="4494805" y="186882"/>
                </a:lnTo>
                <a:lnTo>
                  <a:pt x="4516577" y="225683"/>
                </a:lnTo>
                <a:lnTo>
                  <a:pt x="4534037" y="266982"/>
                </a:lnTo>
                <a:lnTo>
                  <a:pt x="4546882" y="310479"/>
                </a:lnTo>
                <a:lnTo>
                  <a:pt x="4554811" y="355870"/>
                </a:lnTo>
                <a:lnTo>
                  <a:pt x="4557521" y="402854"/>
                </a:lnTo>
                <a:lnTo>
                  <a:pt x="4557521" y="2014209"/>
                </a:lnTo>
                <a:lnTo>
                  <a:pt x="4554811" y="2061193"/>
                </a:lnTo>
                <a:lnTo>
                  <a:pt x="4546882" y="2106584"/>
                </a:lnTo>
                <a:lnTo>
                  <a:pt x="4534037" y="2150081"/>
                </a:lnTo>
                <a:lnTo>
                  <a:pt x="4516577" y="2191380"/>
                </a:lnTo>
                <a:lnTo>
                  <a:pt x="4494805" y="2230181"/>
                </a:lnTo>
                <a:lnTo>
                  <a:pt x="4469023" y="2266180"/>
                </a:lnTo>
                <a:lnTo>
                  <a:pt x="4439533" y="2299075"/>
                </a:lnTo>
                <a:lnTo>
                  <a:pt x="4406638" y="2328565"/>
                </a:lnTo>
                <a:lnTo>
                  <a:pt x="4370639" y="2354347"/>
                </a:lnTo>
                <a:lnTo>
                  <a:pt x="4331838" y="2376119"/>
                </a:lnTo>
                <a:lnTo>
                  <a:pt x="4290539" y="2393579"/>
                </a:lnTo>
                <a:lnTo>
                  <a:pt x="4247042" y="2406425"/>
                </a:lnTo>
                <a:lnTo>
                  <a:pt x="4201651" y="2414353"/>
                </a:lnTo>
                <a:lnTo>
                  <a:pt x="4154667" y="2417063"/>
                </a:lnTo>
                <a:lnTo>
                  <a:pt x="402976" y="2417063"/>
                </a:lnTo>
                <a:lnTo>
                  <a:pt x="355990" y="2414353"/>
                </a:lnTo>
                <a:lnTo>
                  <a:pt x="310594" y="2406425"/>
                </a:lnTo>
                <a:lnTo>
                  <a:pt x="267090" y="2393579"/>
                </a:lnTo>
                <a:lnTo>
                  <a:pt x="225780" y="2376119"/>
                </a:lnTo>
                <a:lnTo>
                  <a:pt x="186969" y="2354347"/>
                </a:lnTo>
                <a:lnTo>
                  <a:pt x="150957" y="2328565"/>
                </a:lnTo>
                <a:lnTo>
                  <a:pt x="118049" y="2299075"/>
                </a:lnTo>
                <a:lnTo>
                  <a:pt x="88546" y="2266180"/>
                </a:lnTo>
                <a:lnTo>
                  <a:pt x="62751" y="2230181"/>
                </a:lnTo>
                <a:lnTo>
                  <a:pt x="40968" y="2191380"/>
                </a:lnTo>
                <a:lnTo>
                  <a:pt x="23498" y="2150081"/>
                </a:lnTo>
                <a:lnTo>
                  <a:pt x="10645" y="2106584"/>
                </a:lnTo>
                <a:lnTo>
                  <a:pt x="2711" y="2061193"/>
                </a:lnTo>
                <a:lnTo>
                  <a:pt x="0" y="2014209"/>
                </a:lnTo>
                <a:lnTo>
                  <a:pt x="0" y="402854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42"/>
          <p:cNvSpPr txBox="1"/>
          <p:nvPr/>
        </p:nvSpPr>
        <p:spPr>
          <a:xfrm>
            <a:off x="5141024" y="1535659"/>
            <a:ext cx="18002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log(odds)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spc="-2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log(</a:t>
            </a:r>
            <a:endParaRPr sz="2000">
              <a:latin typeface="Arial"/>
              <a:cs typeface="Arial"/>
            </a:endParaRPr>
          </a:p>
        </p:txBody>
      </p:sp>
      <p:sp>
        <p:nvSpPr>
          <p:cNvPr id="91" name="object 43"/>
          <p:cNvSpPr txBox="1"/>
          <p:nvPr/>
        </p:nvSpPr>
        <p:spPr>
          <a:xfrm>
            <a:off x="7028626" y="1449553"/>
            <a:ext cx="829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595959"/>
                </a:solidFill>
                <a:latin typeface="Cambria Math"/>
                <a:cs typeface="Cambria Math"/>
              </a:rPr>
              <a:t>𝑃(𝑆𝑝𝑎𝑚)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2" name="object 44"/>
          <p:cNvSpPr txBox="1"/>
          <p:nvPr/>
        </p:nvSpPr>
        <p:spPr>
          <a:xfrm>
            <a:off x="6914326" y="1735934"/>
            <a:ext cx="10674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r>
              <a:rPr sz="1500" spc="-75" dirty="0">
                <a:solidFill>
                  <a:srgbClr val="595959"/>
                </a:solidFill>
                <a:latin typeface="Cambria Math"/>
                <a:cs typeface="Cambria Math"/>
              </a:rPr>
              <a:t>−</a:t>
            </a:r>
            <a:r>
              <a:rPr sz="1500" spc="65" dirty="0">
                <a:solidFill>
                  <a:srgbClr val="595959"/>
                </a:solidFill>
                <a:latin typeface="Cambria Math"/>
                <a:cs typeface="Cambria Math"/>
              </a:rPr>
              <a:t>𝑃</a:t>
            </a:r>
            <a:r>
              <a:rPr sz="1500" spc="-25" dirty="0">
                <a:solidFill>
                  <a:srgbClr val="595959"/>
                </a:solidFill>
                <a:latin typeface="Cambria Math"/>
                <a:cs typeface="Cambria Math"/>
              </a:rPr>
              <a:t>(</a:t>
            </a:r>
            <a:r>
              <a:rPr sz="1500" spc="125" dirty="0">
                <a:solidFill>
                  <a:srgbClr val="595959"/>
                </a:solidFill>
                <a:latin typeface="Cambria Math"/>
                <a:cs typeface="Cambria Math"/>
              </a:rPr>
              <a:t>𝑆</a:t>
            </a:r>
            <a:r>
              <a:rPr sz="1500" spc="150" dirty="0">
                <a:solidFill>
                  <a:srgbClr val="595959"/>
                </a:solidFill>
                <a:latin typeface="Cambria Math"/>
                <a:cs typeface="Cambria Math"/>
              </a:rPr>
              <a:t>𝑝</a:t>
            </a:r>
            <a:r>
              <a:rPr sz="1500" spc="140" dirty="0">
                <a:solidFill>
                  <a:srgbClr val="595959"/>
                </a:solidFill>
                <a:latin typeface="Cambria Math"/>
                <a:cs typeface="Cambria Math"/>
              </a:rPr>
              <a:t>𝑎</a:t>
            </a:r>
            <a:r>
              <a:rPr sz="1500" spc="114" dirty="0">
                <a:solidFill>
                  <a:srgbClr val="595959"/>
                </a:solidFill>
                <a:latin typeface="Cambria Math"/>
                <a:cs typeface="Cambria Math"/>
              </a:rPr>
              <a:t>𝑚</a:t>
            </a:r>
            <a:r>
              <a:rPr sz="1500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3" name="object 45"/>
          <p:cNvSpPr/>
          <p:nvPr/>
        </p:nvSpPr>
        <p:spPr>
          <a:xfrm>
            <a:off x="6922185" y="1726984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6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46"/>
          <p:cNvSpPr txBox="1"/>
          <p:nvPr/>
        </p:nvSpPr>
        <p:spPr>
          <a:xfrm>
            <a:off x="7943662" y="1535659"/>
            <a:ext cx="1117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95" name="object 47"/>
          <p:cNvSpPr txBox="1"/>
          <p:nvPr/>
        </p:nvSpPr>
        <p:spPr>
          <a:xfrm>
            <a:off x="5141024" y="2231866"/>
            <a:ext cx="18002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log(odds)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spc="-2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log(</a:t>
            </a:r>
            <a:endParaRPr sz="2000">
              <a:latin typeface="Arial"/>
              <a:cs typeface="Arial"/>
            </a:endParaRPr>
          </a:p>
        </p:txBody>
      </p:sp>
      <p:sp>
        <p:nvSpPr>
          <p:cNvPr id="96" name="object 48"/>
          <p:cNvSpPr txBox="1"/>
          <p:nvPr/>
        </p:nvSpPr>
        <p:spPr>
          <a:xfrm>
            <a:off x="7038151" y="2145760"/>
            <a:ext cx="1358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0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7" name="object 49"/>
          <p:cNvSpPr txBox="1"/>
          <p:nvPr/>
        </p:nvSpPr>
        <p:spPr>
          <a:xfrm>
            <a:off x="6914326" y="2432153"/>
            <a:ext cx="3835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r>
              <a:rPr sz="1500" spc="-75" dirty="0">
                <a:solidFill>
                  <a:srgbClr val="595959"/>
                </a:solidFill>
                <a:latin typeface="Cambria Math"/>
                <a:cs typeface="Cambria Math"/>
              </a:rPr>
              <a:t>−</a:t>
            </a:r>
            <a:r>
              <a:rPr sz="1500" spc="30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8" name="object 50"/>
          <p:cNvSpPr/>
          <p:nvPr/>
        </p:nvSpPr>
        <p:spPr>
          <a:xfrm>
            <a:off x="6922185" y="2422324"/>
            <a:ext cx="352425" cy="0"/>
          </a:xfrm>
          <a:custGeom>
            <a:avLst/>
            <a:gdLst/>
            <a:ahLst/>
            <a:cxnLst/>
            <a:rect l="l" t="t" r="r" b="b"/>
            <a:pathLst>
              <a:path w="352425">
                <a:moveTo>
                  <a:pt x="0" y="0"/>
                </a:moveTo>
                <a:lnTo>
                  <a:pt x="352424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51"/>
          <p:cNvSpPr txBox="1"/>
          <p:nvPr/>
        </p:nvSpPr>
        <p:spPr>
          <a:xfrm>
            <a:off x="7276277" y="2231873"/>
            <a:ext cx="1327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0" name="object 52"/>
          <p:cNvSpPr txBox="1"/>
          <p:nvPr/>
        </p:nvSpPr>
        <p:spPr>
          <a:xfrm>
            <a:off x="6914322" y="3080623"/>
            <a:ext cx="1358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0" dirty="0">
                <a:solidFill>
                  <a:srgbClr val="595959"/>
                </a:solidFill>
                <a:latin typeface="Cambria Math"/>
                <a:cs typeface="Cambria Math"/>
              </a:rPr>
              <a:t>0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01" name="object 53"/>
          <p:cNvSpPr/>
          <p:nvPr/>
        </p:nvSpPr>
        <p:spPr>
          <a:xfrm>
            <a:off x="6922185" y="3070024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774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54"/>
          <p:cNvSpPr txBox="1"/>
          <p:nvPr/>
        </p:nvSpPr>
        <p:spPr>
          <a:xfrm>
            <a:off x="5141020" y="2880597"/>
            <a:ext cx="20199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log(odds)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spc="-2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log(</a:t>
            </a:r>
            <a:r>
              <a:rPr sz="2250" spc="15" baseline="44444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r>
              <a:rPr sz="2000" spc="10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3" name="object 55"/>
          <p:cNvSpPr/>
          <p:nvPr/>
        </p:nvSpPr>
        <p:spPr>
          <a:xfrm>
            <a:off x="7176206" y="3030141"/>
            <a:ext cx="190500" cy="76200"/>
          </a:xfrm>
          <a:custGeom>
            <a:avLst/>
            <a:gdLst/>
            <a:ahLst/>
            <a:cxnLst/>
            <a:rect l="l" t="t" r="r" b="b"/>
            <a:pathLst>
              <a:path w="190500" h="76200">
                <a:moveTo>
                  <a:pt x="114299" y="0"/>
                </a:moveTo>
                <a:lnTo>
                  <a:pt x="114299" y="76199"/>
                </a:lnTo>
                <a:lnTo>
                  <a:pt x="171480" y="47609"/>
                </a:lnTo>
                <a:lnTo>
                  <a:pt x="126992" y="47609"/>
                </a:lnTo>
                <a:lnTo>
                  <a:pt x="126992" y="28559"/>
                </a:lnTo>
                <a:lnTo>
                  <a:pt x="171419" y="28559"/>
                </a:lnTo>
                <a:lnTo>
                  <a:pt x="114299" y="0"/>
                </a:lnTo>
                <a:close/>
              </a:path>
              <a:path w="190500" h="76200">
                <a:moveTo>
                  <a:pt x="114299" y="28559"/>
                </a:moveTo>
                <a:lnTo>
                  <a:pt x="0" y="28559"/>
                </a:lnTo>
                <a:lnTo>
                  <a:pt x="0" y="47609"/>
                </a:lnTo>
                <a:lnTo>
                  <a:pt x="114299" y="47609"/>
                </a:lnTo>
                <a:lnTo>
                  <a:pt x="114299" y="28559"/>
                </a:lnTo>
                <a:close/>
              </a:path>
              <a:path w="190500" h="76200">
                <a:moveTo>
                  <a:pt x="171419" y="28559"/>
                </a:moveTo>
                <a:lnTo>
                  <a:pt x="126992" y="28559"/>
                </a:lnTo>
                <a:lnTo>
                  <a:pt x="126992" y="47609"/>
                </a:lnTo>
                <a:lnTo>
                  <a:pt x="171480" y="47609"/>
                </a:lnTo>
                <a:lnTo>
                  <a:pt x="190499" y="38099"/>
                </a:lnTo>
                <a:lnTo>
                  <a:pt x="171419" y="2855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56"/>
          <p:cNvSpPr txBox="1"/>
          <p:nvPr/>
        </p:nvSpPr>
        <p:spPr>
          <a:xfrm>
            <a:off x="7407087" y="2864969"/>
            <a:ext cx="427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solidFill>
                  <a:srgbClr val="595959"/>
                </a:solidFill>
                <a:latin typeface="Arial"/>
                <a:cs typeface="Arial"/>
              </a:rPr>
              <a:t>+∞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5" name="object 57"/>
          <p:cNvSpPr/>
          <p:nvPr/>
        </p:nvSpPr>
        <p:spPr>
          <a:xfrm>
            <a:off x="4088826" y="3951140"/>
            <a:ext cx="4743450" cy="2600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58"/>
          <p:cNvSpPr/>
          <p:nvPr/>
        </p:nvSpPr>
        <p:spPr>
          <a:xfrm>
            <a:off x="4183191" y="4045378"/>
            <a:ext cx="4558030" cy="2417445"/>
          </a:xfrm>
          <a:custGeom>
            <a:avLst/>
            <a:gdLst/>
            <a:ahLst/>
            <a:cxnLst/>
            <a:rect l="l" t="t" r="r" b="b"/>
            <a:pathLst>
              <a:path w="4558030" h="2417445">
                <a:moveTo>
                  <a:pt x="4154545" y="0"/>
                </a:moveTo>
                <a:lnTo>
                  <a:pt x="402854" y="0"/>
                </a:lnTo>
                <a:lnTo>
                  <a:pt x="355870" y="2709"/>
                </a:lnTo>
                <a:lnTo>
                  <a:pt x="310479" y="10637"/>
                </a:lnTo>
                <a:lnTo>
                  <a:pt x="266982" y="23482"/>
                </a:lnTo>
                <a:lnTo>
                  <a:pt x="225683" y="40940"/>
                </a:lnTo>
                <a:lnTo>
                  <a:pt x="186882" y="62710"/>
                </a:lnTo>
                <a:lnTo>
                  <a:pt x="150883" y="88490"/>
                </a:lnTo>
                <a:lnTo>
                  <a:pt x="117988" y="117978"/>
                </a:lnTo>
                <a:lnTo>
                  <a:pt x="88498" y="150872"/>
                </a:lnTo>
                <a:lnTo>
                  <a:pt x="62716" y="186869"/>
                </a:lnTo>
                <a:lnTo>
                  <a:pt x="40944" y="225668"/>
                </a:lnTo>
                <a:lnTo>
                  <a:pt x="23484" y="266966"/>
                </a:lnTo>
                <a:lnTo>
                  <a:pt x="10638" y="310461"/>
                </a:lnTo>
                <a:lnTo>
                  <a:pt x="2710" y="355852"/>
                </a:lnTo>
                <a:lnTo>
                  <a:pt x="0" y="402835"/>
                </a:lnTo>
                <a:lnTo>
                  <a:pt x="0" y="2014228"/>
                </a:lnTo>
                <a:lnTo>
                  <a:pt x="2710" y="2061209"/>
                </a:lnTo>
                <a:lnTo>
                  <a:pt x="10638" y="2106599"/>
                </a:lnTo>
                <a:lnTo>
                  <a:pt x="23484" y="2150095"/>
                </a:lnTo>
                <a:lnTo>
                  <a:pt x="40944" y="2191394"/>
                </a:lnTo>
                <a:lnTo>
                  <a:pt x="62716" y="2230195"/>
                </a:lnTo>
                <a:lnTo>
                  <a:pt x="88498" y="2266195"/>
                </a:lnTo>
                <a:lnTo>
                  <a:pt x="117988" y="2299092"/>
                </a:lnTo>
                <a:lnTo>
                  <a:pt x="150883" y="2328583"/>
                </a:lnTo>
                <a:lnTo>
                  <a:pt x="186882" y="2354366"/>
                </a:lnTo>
                <a:lnTo>
                  <a:pt x="225683" y="2376140"/>
                </a:lnTo>
                <a:lnTo>
                  <a:pt x="266982" y="2393601"/>
                </a:lnTo>
                <a:lnTo>
                  <a:pt x="310479" y="2406447"/>
                </a:lnTo>
                <a:lnTo>
                  <a:pt x="355870" y="2414377"/>
                </a:lnTo>
                <a:lnTo>
                  <a:pt x="402854" y="2417087"/>
                </a:lnTo>
                <a:lnTo>
                  <a:pt x="4154545" y="2417087"/>
                </a:lnTo>
                <a:lnTo>
                  <a:pt x="4201531" y="2414377"/>
                </a:lnTo>
                <a:lnTo>
                  <a:pt x="4246927" y="2406447"/>
                </a:lnTo>
                <a:lnTo>
                  <a:pt x="4290431" y="2393601"/>
                </a:lnTo>
                <a:lnTo>
                  <a:pt x="4331741" y="2376140"/>
                </a:lnTo>
                <a:lnTo>
                  <a:pt x="4370552" y="2354366"/>
                </a:lnTo>
                <a:lnTo>
                  <a:pt x="4406564" y="2328583"/>
                </a:lnTo>
                <a:lnTo>
                  <a:pt x="4439472" y="2299092"/>
                </a:lnTo>
                <a:lnTo>
                  <a:pt x="4468975" y="2266195"/>
                </a:lnTo>
                <a:lnTo>
                  <a:pt x="4494770" y="2230195"/>
                </a:lnTo>
                <a:lnTo>
                  <a:pt x="4516553" y="2191394"/>
                </a:lnTo>
                <a:lnTo>
                  <a:pt x="4534023" y="2150095"/>
                </a:lnTo>
                <a:lnTo>
                  <a:pt x="4546876" y="2106599"/>
                </a:lnTo>
                <a:lnTo>
                  <a:pt x="4554810" y="2061209"/>
                </a:lnTo>
                <a:lnTo>
                  <a:pt x="4557521" y="2014228"/>
                </a:lnTo>
                <a:lnTo>
                  <a:pt x="4557521" y="402835"/>
                </a:lnTo>
                <a:lnTo>
                  <a:pt x="4554810" y="355852"/>
                </a:lnTo>
                <a:lnTo>
                  <a:pt x="4546876" y="310461"/>
                </a:lnTo>
                <a:lnTo>
                  <a:pt x="4534023" y="266966"/>
                </a:lnTo>
                <a:lnTo>
                  <a:pt x="4516553" y="225668"/>
                </a:lnTo>
                <a:lnTo>
                  <a:pt x="4494770" y="186869"/>
                </a:lnTo>
                <a:lnTo>
                  <a:pt x="4468975" y="150872"/>
                </a:lnTo>
                <a:lnTo>
                  <a:pt x="4439472" y="117978"/>
                </a:lnTo>
                <a:lnTo>
                  <a:pt x="4406564" y="88490"/>
                </a:lnTo>
                <a:lnTo>
                  <a:pt x="4370552" y="62710"/>
                </a:lnTo>
                <a:lnTo>
                  <a:pt x="4331741" y="40940"/>
                </a:lnTo>
                <a:lnTo>
                  <a:pt x="4290431" y="23482"/>
                </a:lnTo>
                <a:lnTo>
                  <a:pt x="4246927" y="10637"/>
                </a:lnTo>
                <a:lnTo>
                  <a:pt x="4201531" y="2709"/>
                </a:lnTo>
                <a:lnTo>
                  <a:pt x="4154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59"/>
          <p:cNvSpPr/>
          <p:nvPr/>
        </p:nvSpPr>
        <p:spPr>
          <a:xfrm>
            <a:off x="4183191" y="4045378"/>
            <a:ext cx="4558030" cy="2417445"/>
          </a:xfrm>
          <a:custGeom>
            <a:avLst/>
            <a:gdLst/>
            <a:ahLst/>
            <a:cxnLst/>
            <a:rect l="l" t="t" r="r" b="b"/>
            <a:pathLst>
              <a:path w="4558030" h="2417445">
                <a:moveTo>
                  <a:pt x="0" y="402835"/>
                </a:moveTo>
                <a:lnTo>
                  <a:pt x="2710" y="355852"/>
                </a:lnTo>
                <a:lnTo>
                  <a:pt x="10638" y="310461"/>
                </a:lnTo>
                <a:lnTo>
                  <a:pt x="23484" y="266966"/>
                </a:lnTo>
                <a:lnTo>
                  <a:pt x="40944" y="225668"/>
                </a:lnTo>
                <a:lnTo>
                  <a:pt x="62716" y="186869"/>
                </a:lnTo>
                <a:lnTo>
                  <a:pt x="88498" y="150872"/>
                </a:lnTo>
                <a:lnTo>
                  <a:pt x="117988" y="117978"/>
                </a:lnTo>
                <a:lnTo>
                  <a:pt x="150883" y="88490"/>
                </a:lnTo>
                <a:lnTo>
                  <a:pt x="186882" y="62710"/>
                </a:lnTo>
                <a:lnTo>
                  <a:pt x="225683" y="40940"/>
                </a:lnTo>
                <a:lnTo>
                  <a:pt x="266982" y="23482"/>
                </a:lnTo>
                <a:lnTo>
                  <a:pt x="310479" y="10637"/>
                </a:lnTo>
                <a:lnTo>
                  <a:pt x="355870" y="2709"/>
                </a:lnTo>
                <a:lnTo>
                  <a:pt x="402854" y="0"/>
                </a:lnTo>
                <a:lnTo>
                  <a:pt x="4154545" y="0"/>
                </a:lnTo>
                <a:lnTo>
                  <a:pt x="4201531" y="2709"/>
                </a:lnTo>
                <a:lnTo>
                  <a:pt x="4246927" y="10637"/>
                </a:lnTo>
                <a:lnTo>
                  <a:pt x="4290431" y="23482"/>
                </a:lnTo>
                <a:lnTo>
                  <a:pt x="4331741" y="40940"/>
                </a:lnTo>
                <a:lnTo>
                  <a:pt x="4370552" y="62710"/>
                </a:lnTo>
                <a:lnTo>
                  <a:pt x="4406564" y="88490"/>
                </a:lnTo>
                <a:lnTo>
                  <a:pt x="4439472" y="117978"/>
                </a:lnTo>
                <a:lnTo>
                  <a:pt x="4468975" y="150872"/>
                </a:lnTo>
                <a:lnTo>
                  <a:pt x="4494770" y="186869"/>
                </a:lnTo>
                <a:lnTo>
                  <a:pt x="4516553" y="225668"/>
                </a:lnTo>
                <a:lnTo>
                  <a:pt x="4534023" y="266966"/>
                </a:lnTo>
                <a:lnTo>
                  <a:pt x="4546876" y="310461"/>
                </a:lnTo>
                <a:lnTo>
                  <a:pt x="4554810" y="355852"/>
                </a:lnTo>
                <a:lnTo>
                  <a:pt x="4557521" y="402835"/>
                </a:lnTo>
                <a:lnTo>
                  <a:pt x="4557521" y="2014228"/>
                </a:lnTo>
                <a:lnTo>
                  <a:pt x="4554810" y="2061209"/>
                </a:lnTo>
                <a:lnTo>
                  <a:pt x="4546876" y="2106599"/>
                </a:lnTo>
                <a:lnTo>
                  <a:pt x="4534023" y="2150095"/>
                </a:lnTo>
                <a:lnTo>
                  <a:pt x="4516553" y="2191394"/>
                </a:lnTo>
                <a:lnTo>
                  <a:pt x="4494770" y="2230195"/>
                </a:lnTo>
                <a:lnTo>
                  <a:pt x="4468975" y="2266195"/>
                </a:lnTo>
                <a:lnTo>
                  <a:pt x="4439472" y="2299092"/>
                </a:lnTo>
                <a:lnTo>
                  <a:pt x="4406564" y="2328583"/>
                </a:lnTo>
                <a:lnTo>
                  <a:pt x="4370552" y="2354366"/>
                </a:lnTo>
                <a:lnTo>
                  <a:pt x="4331741" y="2376140"/>
                </a:lnTo>
                <a:lnTo>
                  <a:pt x="4290431" y="2393601"/>
                </a:lnTo>
                <a:lnTo>
                  <a:pt x="4246927" y="2406447"/>
                </a:lnTo>
                <a:lnTo>
                  <a:pt x="4201531" y="2414377"/>
                </a:lnTo>
                <a:lnTo>
                  <a:pt x="4154545" y="2417087"/>
                </a:lnTo>
                <a:lnTo>
                  <a:pt x="402854" y="2417087"/>
                </a:lnTo>
                <a:lnTo>
                  <a:pt x="355870" y="2414377"/>
                </a:lnTo>
                <a:lnTo>
                  <a:pt x="310479" y="2406447"/>
                </a:lnTo>
                <a:lnTo>
                  <a:pt x="266982" y="2393601"/>
                </a:lnTo>
                <a:lnTo>
                  <a:pt x="225683" y="2376140"/>
                </a:lnTo>
                <a:lnTo>
                  <a:pt x="186882" y="2354366"/>
                </a:lnTo>
                <a:lnTo>
                  <a:pt x="150883" y="2328583"/>
                </a:lnTo>
                <a:lnTo>
                  <a:pt x="117988" y="2299092"/>
                </a:lnTo>
                <a:lnTo>
                  <a:pt x="88498" y="2266195"/>
                </a:lnTo>
                <a:lnTo>
                  <a:pt x="62716" y="2230195"/>
                </a:lnTo>
                <a:lnTo>
                  <a:pt x="40944" y="2191394"/>
                </a:lnTo>
                <a:lnTo>
                  <a:pt x="23484" y="2150095"/>
                </a:lnTo>
                <a:lnTo>
                  <a:pt x="10638" y="2106599"/>
                </a:lnTo>
                <a:lnTo>
                  <a:pt x="2710" y="2061209"/>
                </a:lnTo>
                <a:lnTo>
                  <a:pt x="0" y="2014228"/>
                </a:lnTo>
                <a:lnTo>
                  <a:pt x="0" y="40283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60"/>
          <p:cNvSpPr txBox="1"/>
          <p:nvPr/>
        </p:nvSpPr>
        <p:spPr>
          <a:xfrm>
            <a:off x="5135055" y="3994528"/>
            <a:ext cx="3353435" cy="235267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000" spc="25" dirty="0">
                <a:solidFill>
                  <a:srgbClr val="595959"/>
                </a:solidFill>
                <a:latin typeface="Arial"/>
                <a:cs typeface="Arial"/>
              </a:rPr>
              <a:t>log</a:t>
            </a:r>
            <a:r>
              <a:rPr sz="2250" spc="37" baseline="-25925" dirty="0">
                <a:solidFill>
                  <a:srgbClr val="595959"/>
                </a:solidFill>
                <a:latin typeface="Cambria Math"/>
                <a:cs typeface="Cambria Math"/>
              </a:rPr>
              <a:t>𝑏 </a:t>
            </a:r>
            <a:r>
              <a:rPr sz="2000" spc="10" dirty="0">
                <a:solidFill>
                  <a:srgbClr val="595959"/>
                </a:solidFill>
                <a:latin typeface="Cambria Math"/>
                <a:cs typeface="Cambria Math"/>
              </a:rPr>
              <a:t>0 </a:t>
            </a:r>
            <a:r>
              <a:rPr sz="2000" spc="15" dirty="0">
                <a:solidFill>
                  <a:srgbClr val="595959"/>
                </a:solidFill>
                <a:latin typeface="Cambria Math"/>
                <a:cs typeface="Cambria Math"/>
              </a:rPr>
              <a:t>=</a:t>
            </a:r>
            <a:r>
              <a:rPr sz="2000" spc="-15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Cambria Math"/>
                <a:cs typeface="Cambria Math"/>
              </a:rPr>
              <a:t>𝑐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000" spc="25" dirty="0">
                <a:solidFill>
                  <a:srgbClr val="595959"/>
                </a:solidFill>
                <a:latin typeface="Arial"/>
                <a:cs typeface="Arial"/>
              </a:rPr>
              <a:t>=&gt;0=</a:t>
            </a:r>
            <a:r>
              <a:rPr sz="2000" spc="25" dirty="0">
                <a:solidFill>
                  <a:srgbClr val="595959"/>
                </a:solidFill>
                <a:latin typeface="Cambria Math"/>
                <a:cs typeface="Cambria Math"/>
              </a:rPr>
              <a:t>𝑏</a:t>
            </a:r>
            <a:r>
              <a:rPr sz="2250" spc="37" baseline="27777" dirty="0">
                <a:solidFill>
                  <a:srgbClr val="595959"/>
                </a:solidFill>
                <a:latin typeface="Cambria Math"/>
                <a:cs typeface="Cambria Math"/>
              </a:rPr>
              <a:t>𝑐</a:t>
            </a:r>
            <a:r>
              <a:rPr sz="2000" spc="25" dirty="0">
                <a:solidFill>
                  <a:srgbClr val="595959"/>
                </a:solidFill>
                <a:latin typeface="Arial"/>
                <a:cs typeface="Arial"/>
              </a:rPr>
              <a:t>-------(1)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So, </a:t>
            </a: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equation(1) </a:t>
            </a:r>
            <a:r>
              <a:rPr sz="2000" spc="25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be true.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b&lt;1 </a:t>
            </a: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=&gt;c </a:t>
            </a:r>
            <a:r>
              <a:rPr sz="2000" spc="25" dirty="0">
                <a:solidFill>
                  <a:srgbClr val="595959"/>
                </a:solidFill>
                <a:latin typeface="Wingdings"/>
                <a:cs typeface="Wingdings"/>
              </a:rPr>
              <a:t>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2000" spc="-3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∞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b&gt;1 </a:t>
            </a: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=&gt;c </a:t>
            </a:r>
            <a:r>
              <a:rPr sz="2000" spc="25" dirty="0">
                <a:solidFill>
                  <a:srgbClr val="595959"/>
                </a:solidFill>
                <a:latin typeface="Wingdings"/>
                <a:cs typeface="Wingdings"/>
              </a:rPr>
              <a:t>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+</a:t>
            </a:r>
            <a:r>
              <a:rPr sz="2000" spc="-409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∞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9" name="object 61"/>
          <p:cNvSpPr/>
          <p:nvPr/>
        </p:nvSpPr>
        <p:spPr>
          <a:xfrm>
            <a:off x="4778192" y="5949055"/>
            <a:ext cx="2711450" cy="427355"/>
          </a:xfrm>
          <a:custGeom>
            <a:avLst/>
            <a:gdLst/>
            <a:ahLst/>
            <a:cxnLst/>
            <a:rect l="l" t="t" r="r" b="b"/>
            <a:pathLst>
              <a:path w="2711450" h="427354">
                <a:moveTo>
                  <a:pt x="0" y="71225"/>
                </a:moveTo>
                <a:lnTo>
                  <a:pt x="5596" y="43499"/>
                </a:lnTo>
                <a:lnTo>
                  <a:pt x="20859" y="20860"/>
                </a:lnTo>
                <a:lnTo>
                  <a:pt x="43501" y="5596"/>
                </a:lnTo>
                <a:lnTo>
                  <a:pt x="71231" y="0"/>
                </a:lnTo>
                <a:lnTo>
                  <a:pt x="2640208" y="0"/>
                </a:lnTo>
                <a:lnTo>
                  <a:pt x="2667938" y="5596"/>
                </a:lnTo>
                <a:lnTo>
                  <a:pt x="2690580" y="20860"/>
                </a:lnTo>
                <a:lnTo>
                  <a:pt x="2705843" y="43499"/>
                </a:lnTo>
                <a:lnTo>
                  <a:pt x="2711439" y="71225"/>
                </a:lnTo>
                <a:lnTo>
                  <a:pt x="2711439" y="356103"/>
                </a:lnTo>
                <a:lnTo>
                  <a:pt x="2705843" y="383836"/>
                </a:lnTo>
                <a:lnTo>
                  <a:pt x="2690580" y="406478"/>
                </a:lnTo>
                <a:lnTo>
                  <a:pt x="2667938" y="421742"/>
                </a:lnTo>
                <a:lnTo>
                  <a:pt x="2640208" y="427338"/>
                </a:lnTo>
                <a:lnTo>
                  <a:pt x="71231" y="427338"/>
                </a:lnTo>
                <a:lnTo>
                  <a:pt x="43501" y="421742"/>
                </a:lnTo>
                <a:lnTo>
                  <a:pt x="20859" y="406478"/>
                </a:lnTo>
                <a:lnTo>
                  <a:pt x="5596" y="383836"/>
                </a:lnTo>
                <a:lnTo>
                  <a:pt x="0" y="356103"/>
                </a:lnTo>
                <a:lnTo>
                  <a:pt x="0" y="71225"/>
                </a:lnTo>
                <a:close/>
              </a:path>
            </a:pathLst>
          </a:custGeom>
          <a:ln w="9534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62"/>
          <p:cNvSpPr/>
          <p:nvPr/>
        </p:nvSpPr>
        <p:spPr>
          <a:xfrm>
            <a:off x="6386133" y="3242342"/>
            <a:ext cx="577215" cy="984250"/>
          </a:xfrm>
          <a:custGeom>
            <a:avLst/>
            <a:gdLst/>
            <a:ahLst/>
            <a:cxnLst/>
            <a:rect l="l" t="t" r="r" b="b"/>
            <a:pathLst>
              <a:path w="577214" h="984250">
                <a:moveTo>
                  <a:pt x="543671" y="0"/>
                </a:moveTo>
                <a:lnTo>
                  <a:pt x="524774" y="33040"/>
                </a:lnTo>
                <a:lnTo>
                  <a:pt x="557783" y="51937"/>
                </a:lnTo>
                <a:lnTo>
                  <a:pt x="576712" y="18928"/>
                </a:lnTo>
                <a:lnTo>
                  <a:pt x="543671" y="0"/>
                </a:lnTo>
                <a:close/>
              </a:path>
              <a:path w="577214" h="984250">
                <a:moveTo>
                  <a:pt x="505724" y="66050"/>
                </a:moveTo>
                <a:lnTo>
                  <a:pt x="486674" y="99059"/>
                </a:lnTo>
                <a:lnTo>
                  <a:pt x="519805" y="118109"/>
                </a:lnTo>
                <a:lnTo>
                  <a:pt x="538733" y="85100"/>
                </a:lnTo>
                <a:lnTo>
                  <a:pt x="505724" y="66050"/>
                </a:lnTo>
                <a:close/>
              </a:path>
              <a:path w="577214" h="984250">
                <a:moveTo>
                  <a:pt x="467746" y="132100"/>
                </a:moveTo>
                <a:lnTo>
                  <a:pt x="448696" y="165110"/>
                </a:lnTo>
                <a:lnTo>
                  <a:pt x="481705" y="184160"/>
                </a:lnTo>
                <a:lnTo>
                  <a:pt x="500755" y="151150"/>
                </a:lnTo>
                <a:lnTo>
                  <a:pt x="467746" y="132100"/>
                </a:lnTo>
                <a:close/>
              </a:path>
              <a:path w="577214" h="984250">
                <a:moveTo>
                  <a:pt x="429767" y="198119"/>
                </a:moveTo>
                <a:lnTo>
                  <a:pt x="410717" y="231160"/>
                </a:lnTo>
                <a:lnTo>
                  <a:pt x="443727" y="250210"/>
                </a:lnTo>
                <a:lnTo>
                  <a:pt x="462777" y="217169"/>
                </a:lnTo>
                <a:lnTo>
                  <a:pt x="429767" y="198119"/>
                </a:lnTo>
                <a:close/>
              </a:path>
              <a:path w="577214" h="984250">
                <a:moveTo>
                  <a:pt x="391789" y="264170"/>
                </a:moveTo>
                <a:lnTo>
                  <a:pt x="372739" y="297179"/>
                </a:lnTo>
                <a:lnTo>
                  <a:pt x="405749" y="316229"/>
                </a:lnTo>
                <a:lnTo>
                  <a:pt x="424799" y="283220"/>
                </a:lnTo>
                <a:lnTo>
                  <a:pt x="391789" y="264170"/>
                </a:lnTo>
                <a:close/>
              </a:path>
              <a:path w="577214" h="984250">
                <a:moveTo>
                  <a:pt x="353811" y="330342"/>
                </a:moveTo>
                <a:lnTo>
                  <a:pt x="334761" y="363352"/>
                </a:lnTo>
                <a:lnTo>
                  <a:pt x="367802" y="382280"/>
                </a:lnTo>
                <a:lnTo>
                  <a:pt x="386852" y="349270"/>
                </a:lnTo>
                <a:lnTo>
                  <a:pt x="353811" y="330342"/>
                </a:lnTo>
                <a:close/>
              </a:path>
              <a:path w="577214" h="984250">
                <a:moveTo>
                  <a:pt x="315711" y="396361"/>
                </a:moveTo>
                <a:lnTo>
                  <a:pt x="296783" y="429402"/>
                </a:lnTo>
                <a:lnTo>
                  <a:pt x="329824" y="448330"/>
                </a:lnTo>
                <a:lnTo>
                  <a:pt x="348874" y="415289"/>
                </a:lnTo>
                <a:lnTo>
                  <a:pt x="315711" y="396361"/>
                </a:lnTo>
                <a:close/>
              </a:path>
              <a:path w="577214" h="984250">
                <a:moveTo>
                  <a:pt x="277733" y="462412"/>
                </a:moveTo>
                <a:lnTo>
                  <a:pt x="258836" y="495437"/>
                </a:lnTo>
                <a:lnTo>
                  <a:pt x="291845" y="514356"/>
                </a:lnTo>
                <a:lnTo>
                  <a:pt x="310774" y="481340"/>
                </a:lnTo>
                <a:lnTo>
                  <a:pt x="277733" y="462412"/>
                </a:lnTo>
                <a:close/>
              </a:path>
              <a:path w="577214" h="984250">
                <a:moveTo>
                  <a:pt x="239786" y="528453"/>
                </a:moveTo>
                <a:lnTo>
                  <a:pt x="220858" y="561481"/>
                </a:lnTo>
                <a:lnTo>
                  <a:pt x="253867" y="580400"/>
                </a:lnTo>
                <a:lnTo>
                  <a:pt x="272795" y="547384"/>
                </a:lnTo>
                <a:lnTo>
                  <a:pt x="239786" y="528453"/>
                </a:lnTo>
                <a:close/>
              </a:path>
              <a:path w="577214" h="984250">
                <a:moveTo>
                  <a:pt x="201808" y="594497"/>
                </a:moveTo>
                <a:lnTo>
                  <a:pt x="182879" y="627513"/>
                </a:lnTo>
                <a:lnTo>
                  <a:pt x="215889" y="646563"/>
                </a:lnTo>
                <a:lnTo>
                  <a:pt x="234817" y="613547"/>
                </a:lnTo>
                <a:lnTo>
                  <a:pt x="201808" y="594497"/>
                </a:lnTo>
                <a:close/>
              </a:path>
              <a:path w="577214" h="984250">
                <a:moveTo>
                  <a:pt x="163829" y="660541"/>
                </a:moveTo>
                <a:lnTo>
                  <a:pt x="144779" y="693557"/>
                </a:lnTo>
                <a:lnTo>
                  <a:pt x="177789" y="712607"/>
                </a:lnTo>
                <a:lnTo>
                  <a:pt x="196839" y="679591"/>
                </a:lnTo>
                <a:lnTo>
                  <a:pt x="163829" y="660541"/>
                </a:lnTo>
                <a:close/>
              </a:path>
              <a:path w="577214" h="984250">
                <a:moveTo>
                  <a:pt x="125851" y="726573"/>
                </a:moveTo>
                <a:lnTo>
                  <a:pt x="106801" y="759601"/>
                </a:lnTo>
                <a:lnTo>
                  <a:pt x="139811" y="778651"/>
                </a:lnTo>
                <a:lnTo>
                  <a:pt x="158861" y="745623"/>
                </a:lnTo>
                <a:lnTo>
                  <a:pt x="125851" y="726573"/>
                </a:lnTo>
                <a:close/>
              </a:path>
              <a:path w="577214" h="984250">
                <a:moveTo>
                  <a:pt x="87873" y="792617"/>
                </a:moveTo>
                <a:lnTo>
                  <a:pt x="68823" y="825633"/>
                </a:lnTo>
                <a:lnTo>
                  <a:pt x="101864" y="844683"/>
                </a:lnTo>
                <a:lnTo>
                  <a:pt x="120914" y="811667"/>
                </a:lnTo>
                <a:lnTo>
                  <a:pt x="87873" y="792617"/>
                </a:lnTo>
                <a:close/>
              </a:path>
              <a:path w="577214" h="984250">
                <a:moveTo>
                  <a:pt x="7376" y="856113"/>
                </a:moveTo>
                <a:lnTo>
                  <a:pt x="0" y="983748"/>
                </a:lnTo>
                <a:lnTo>
                  <a:pt x="106436" y="913144"/>
                </a:lnTo>
                <a:lnTo>
                  <a:pt x="102237" y="910727"/>
                </a:lnTo>
                <a:lnTo>
                  <a:pt x="63886" y="910727"/>
                </a:lnTo>
                <a:lnTo>
                  <a:pt x="30845" y="891677"/>
                </a:lnTo>
                <a:lnTo>
                  <a:pt x="40422" y="875138"/>
                </a:lnTo>
                <a:lnTo>
                  <a:pt x="7376" y="856113"/>
                </a:lnTo>
                <a:close/>
              </a:path>
              <a:path w="577214" h="984250">
                <a:moveTo>
                  <a:pt x="40422" y="875138"/>
                </a:moveTo>
                <a:lnTo>
                  <a:pt x="30845" y="891677"/>
                </a:lnTo>
                <a:lnTo>
                  <a:pt x="63886" y="910727"/>
                </a:lnTo>
                <a:lnTo>
                  <a:pt x="73449" y="894152"/>
                </a:lnTo>
                <a:lnTo>
                  <a:pt x="40422" y="875138"/>
                </a:lnTo>
                <a:close/>
              </a:path>
              <a:path w="577214" h="984250">
                <a:moveTo>
                  <a:pt x="73449" y="894152"/>
                </a:moveTo>
                <a:lnTo>
                  <a:pt x="63886" y="910727"/>
                </a:lnTo>
                <a:lnTo>
                  <a:pt x="102237" y="910727"/>
                </a:lnTo>
                <a:lnTo>
                  <a:pt x="73449" y="894152"/>
                </a:lnTo>
                <a:close/>
              </a:path>
              <a:path w="577214" h="984250">
                <a:moveTo>
                  <a:pt x="49895" y="858780"/>
                </a:moveTo>
                <a:lnTo>
                  <a:pt x="40422" y="875138"/>
                </a:lnTo>
                <a:lnTo>
                  <a:pt x="73449" y="894152"/>
                </a:lnTo>
                <a:lnTo>
                  <a:pt x="82936" y="877711"/>
                </a:lnTo>
                <a:lnTo>
                  <a:pt x="49895" y="85878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850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9011929" y="1672346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9082658" y="384390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 txBox="1"/>
          <p:nvPr/>
        </p:nvSpPr>
        <p:spPr>
          <a:xfrm>
            <a:off x="8504308" y="1601783"/>
            <a:ext cx="3221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8325" algn="l"/>
                <a:tab pos="3208020" algn="l"/>
              </a:tabLst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spc="-5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8"/>
          <p:cNvSpPr txBox="1"/>
          <p:nvPr/>
        </p:nvSpPr>
        <p:spPr>
          <a:xfrm>
            <a:off x="8804274" y="37273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9"/>
          <p:cNvSpPr/>
          <p:nvPr/>
        </p:nvSpPr>
        <p:spPr>
          <a:xfrm>
            <a:off x="9011929" y="3804534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11615409" y="4026561"/>
            <a:ext cx="285343" cy="28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8010540" y="3590925"/>
            <a:ext cx="571500" cy="628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8126486" y="3668267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71"/>
                </a:lnTo>
                <a:lnTo>
                  <a:pt x="208147" y="481071"/>
                </a:lnTo>
                <a:lnTo>
                  <a:pt x="416295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8126486" y="3668267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0" y="0"/>
                </a:moveTo>
                <a:lnTo>
                  <a:pt x="208147" y="0"/>
                </a:lnTo>
                <a:lnTo>
                  <a:pt x="416295" y="240542"/>
                </a:lnTo>
                <a:lnTo>
                  <a:pt x="208147" y="481071"/>
                </a:lnTo>
                <a:lnTo>
                  <a:pt x="0" y="481071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8982578" y="390872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391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8976228" y="390872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091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/>
          <p:nvPr/>
        </p:nvSpPr>
        <p:spPr>
          <a:xfrm>
            <a:off x="10434584" y="1646969"/>
            <a:ext cx="90496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9877409" y="165193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9792784" y="1734251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10356664" y="1716694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10678350" y="171669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10966630" y="171669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2590800" y="3590925"/>
            <a:ext cx="571500" cy="628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2711957" y="366128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57" y="0"/>
                </a:moveTo>
                <a:lnTo>
                  <a:pt x="0" y="0"/>
                </a:lnTo>
                <a:lnTo>
                  <a:pt x="208157" y="240532"/>
                </a:lnTo>
                <a:lnTo>
                  <a:pt x="0" y="481074"/>
                </a:lnTo>
                <a:lnTo>
                  <a:pt x="208157" y="481074"/>
                </a:lnTo>
                <a:lnTo>
                  <a:pt x="416295" y="240532"/>
                </a:lnTo>
                <a:lnTo>
                  <a:pt x="208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2711957" y="366128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57" y="0"/>
                </a:lnTo>
                <a:lnTo>
                  <a:pt x="416295" y="240532"/>
                </a:lnTo>
                <a:lnTo>
                  <a:pt x="208157" y="481074"/>
                </a:lnTo>
                <a:lnTo>
                  <a:pt x="0" y="481074"/>
                </a:lnTo>
                <a:lnTo>
                  <a:pt x="208157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392109" y="2768864"/>
            <a:ext cx="114300" cy="2222500"/>
          </a:xfrm>
          <a:custGeom>
            <a:avLst/>
            <a:gdLst/>
            <a:ahLst/>
            <a:cxnLst/>
            <a:rect l="l" t="t" r="r" b="b"/>
            <a:pathLst>
              <a:path w="114300" h="2222500">
                <a:moveTo>
                  <a:pt x="76209" y="114198"/>
                </a:moveTo>
                <a:lnTo>
                  <a:pt x="38108" y="114249"/>
                </a:lnTo>
                <a:lnTo>
                  <a:pt x="40456" y="2222485"/>
                </a:lnTo>
                <a:lnTo>
                  <a:pt x="78556" y="2222485"/>
                </a:lnTo>
                <a:lnTo>
                  <a:pt x="76209" y="114198"/>
                </a:lnTo>
                <a:close/>
              </a:path>
              <a:path w="114300" h="2222500">
                <a:moveTo>
                  <a:pt x="57028" y="0"/>
                </a:moveTo>
                <a:lnTo>
                  <a:pt x="0" y="114299"/>
                </a:lnTo>
                <a:lnTo>
                  <a:pt x="38108" y="114249"/>
                </a:lnTo>
                <a:lnTo>
                  <a:pt x="38087" y="95249"/>
                </a:lnTo>
                <a:lnTo>
                  <a:pt x="104741" y="95097"/>
                </a:lnTo>
                <a:lnTo>
                  <a:pt x="57028" y="0"/>
                </a:lnTo>
                <a:close/>
              </a:path>
              <a:path w="114300" h="2222500">
                <a:moveTo>
                  <a:pt x="76187" y="95097"/>
                </a:moveTo>
                <a:lnTo>
                  <a:pt x="38087" y="95249"/>
                </a:lnTo>
                <a:lnTo>
                  <a:pt x="38108" y="114249"/>
                </a:lnTo>
                <a:lnTo>
                  <a:pt x="76209" y="114198"/>
                </a:lnTo>
                <a:lnTo>
                  <a:pt x="76187" y="95097"/>
                </a:lnTo>
                <a:close/>
              </a:path>
              <a:path w="114300" h="2222500">
                <a:moveTo>
                  <a:pt x="104741" y="95097"/>
                </a:moveTo>
                <a:lnTo>
                  <a:pt x="76187" y="95097"/>
                </a:lnTo>
                <a:lnTo>
                  <a:pt x="76209" y="114198"/>
                </a:lnTo>
                <a:lnTo>
                  <a:pt x="114299" y="114147"/>
                </a:lnTo>
                <a:lnTo>
                  <a:pt x="104741" y="9509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429975" y="4946273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 txBox="1"/>
          <p:nvPr/>
        </p:nvSpPr>
        <p:spPr>
          <a:xfrm>
            <a:off x="169858" y="2796219"/>
            <a:ext cx="2868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496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28"/>
          <p:cNvSpPr txBox="1"/>
          <p:nvPr/>
        </p:nvSpPr>
        <p:spPr>
          <a:xfrm>
            <a:off x="157797" y="48957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29"/>
          <p:cNvSpPr/>
          <p:nvPr/>
        </p:nvSpPr>
        <p:spPr>
          <a:xfrm>
            <a:off x="2899662" y="5116727"/>
            <a:ext cx="285343" cy="2853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 txBox="1"/>
          <p:nvPr/>
        </p:nvSpPr>
        <p:spPr>
          <a:xfrm>
            <a:off x="107946" y="2488879"/>
            <a:ext cx="9639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400" b="1" spc="45" dirty="0">
                <a:solidFill>
                  <a:srgbClr val="6F2F9F"/>
                </a:solidFill>
                <a:latin typeface="Arial"/>
                <a:cs typeface="Arial"/>
              </a:rPr>
              <a:t>r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oba</a:t>
            </a:r>
            <a:r>
              <a:rPr sz="1400" b="1" spc="-35" dirty="0">
                <a:solidFill>
                  <a:srgbClr val="6F2F9F"/>
                </a:solidFill>
                <a:latin typeface="Arial"/>
                <a:cs typeface="Arial"/>
              </a:rPr>
              <a:t>b</a:t>
            </a: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ili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31"/>
          <p:cNvSpPr/>
          <p:nvPr/>
        </p:nvSpPr>
        <p:spPr>
          <a:xfrm>
            <a:off x="1312416" y="474526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2336419" y="2832885"/>
            <a:ext cx="30234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2251773" y="2915198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2602610" y="2833525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2517964" y="291583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2859023" y="283428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2774505" y="2916478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/>
          <p:nvPr/>
        </p:nvSpPr>
        <p:spPr>
          <a:xfrm>
            <a:off x="2493772" y="4735233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9"/>
          <p:cNvSpPr/>
          <p:nvPr/>
        </p:nvSpPr>
        <p:spPr>
          <a:xfrm>
            <a:off x="999692" y="4743996"/>
            <a:ext cx="30234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/>
          <p:nvPr/>
        </p:nvSpPr>
        <p:spPr>
          <a:xfrm>
            <a:off x="1331213" y="2839895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/>
          <p:nvPr/>
        </p:nvSpPr>
        <p:spPr>
          <a:xfrm>
            <a:off x="1248219" y="2926750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2"/>
          <p:cNvSpPr/>
          <p:nvPr/>
        </p:nvSpPr>
        <p:spPr>
          <a:xfrm>
            <a:off x="677850" y="4750092"/>
            <a:ext cx="30234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8"/>
          <p:cNvSpPr/>
          <p:nvPr/>
        </p:nvSpPr>
        <p:spPr>
          <a:xfrm>
            <a:off x="3248040" y="2695575"/>
            <a:ext cx="4743450" cy="26003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9"/>
          <p:cNvSpPr/>
          <p:nvPr/>
        </p:nvSpPr>
        <p:spPr>
          <a:xfrm>
            <a:off x="3338200" y="2788676"/>
            <a:ext cx="4558030" cy="2417445"/>
          </a:xfrm>
          <a:custGeom>
            <a:avLst/>
            <a:gdLst/>
            <a:ahLst/>
            <a:cxnLst/>
            <a:rect l="l" t="t" r="r" b="b"/>
            <a:pathLst>
              <a:path w="4558030" h="2417445">
                <a:moveTo>
                  <a:pt x="4154667" y="0"/>
                </a:moveTo>
                <a:lnTo>
                  <a:pt x="402976" y="0"/>
                </a:lnTo>
                <a:lnTo>
                  <a:pt x="355990" y="2709"/>
                </a:lnTo>
                <a:lnTo>
                  <a:pt x="310594" y="10637"/>
                </a:lnTo>
                <a:lnTo>
                  <a:pt x="267090" y="23480"/>
                </a:lnTo>
                <a:lnTo>
                  <a:pt x="225780" y="40938"/>
                </a:lnTo>
                <a:lnTo>
                  <a:pt x="186969" y="62707"/>
                </a:lnTo>
                <a:lnTo>
                  <a:pt x="150957" y="88486"/>
                </a:lnTo>
                <a:lnTo>
                  <a:pt x="118049" y="117972"/>
                </a:lnTo>
                <a:lnTo>
                  <a:pt x="88546" y="150865"/>
                </a:lnTo>
                <a:lnTo>
                  <a:pt x="62751" y="186861"/>
                </a:lnTo>
                <a:lnTo>
                  <a:pt x="40968" y="225658"/>
                </a:lnTo>
                <a:lnTo>
                  <a:pt x="23498" y="266955"/>
                </a:lnTo>
                <a:lnTo>
                  <a:pt x="10645" y="310450"/>
                </a:lnTo>
                <a:lnTo>
                  <a:pt x="2711" y="355840"/>
                </a:lnTo>
                <a:lnTo>
                  <a:pt x="0" y="402823"/>
                </a:lnTo>
                <a:lnTo>
                  <a:pt x="0" y="2014209"/>
                </a:lnTo>
                <a:lnTo>
                  <a:pt x="2711" y="2061193"/>
                </a:lnTo>
                <a:lnTo>
                  <a:pt x="10645" y="2106584"/>
                </a:lnTo>
                <a:lnTo>
                  <a:pt x="23498" y="2150080"/>
                </a:lnTo>
                <a:lnTo>
                  <a:pt x="40968" y="2191379"/>
                </a:lnTo>
                <a:lnTo>
                  <a:pt x="62751" y="2230179"/>
                </a:lnTo>
                <a:lnTo>
                  <a:pt x="88546" y="2266177"/>
                </a:lnTo>
                <a:lnTo>
                  <a:pt x="118049" y="2299072"/>
                </a:lnTo>
                <a:lnTo>
                  <a:pt x="150957" y="2328562"/>
                </a:lnTo>
                <a:lnTo>
                  <a:pt x="186969" y="2354343"/>
                </a:lnTo>
                <a:lnTo>
                  <a:pt x="225780" y="2376114"/>
                </a:lnTo>
                <a:lnTo>
                  <a:pt x="267090" y="2393574"/>
                </a:lnTo>
                <a:lnTo>
                  <a:pt x="310594" y="2406419"/>
                </a:lnTo>
                <a:lnTo>
                  <a:pt x="355990" y="2414347"/>
                </a:lnTo>
                <a:lnTo>
                  <a:pt x="402976" y="2417057"/>
                </a:lnTo>
                <a:lnTo>
                  <a:pt x="4154667" y="2417057"/>
                </a:lnTo>
                <a:lnTo>
                  <a:pt x="4201651" y="2414347"/>
                </a:lnTo>
                <a:lnTo>
                  <a:pt x="4247042" y="2406419"/>
                </a:lnTo>
                <a:lnTo>
                  <a:pt x="4290539" y="2393574"/>
                </a:lnTo>
                <a:lnTo>
                  <a:pt x="4331838" y="2376114"/>
                </a:lnTo>
                <a:lnTo>
                  <a:pt x="4370639" y="2354343"/>
                </a:lnTo>
                <a:lnTo>
                  <a:pt x="4406638" y="2328562"/>
                </a:lnTo>
                <a:lnTo>
                  <a:pt x="4439533" y="2299072"/>
                </a:lnTo>
                <a:lnTo>
                  <a:pt x="4469023" y="2266177"/>
                </a:lnTo>
                <a:lnTo>
                  <a:pt x="4494805" y="2230179"/>
                </a:lnTo>
                <a:lnTo>
                  <a:pt x="4516577" y="2191379"/>
                </a:lnTo>
                <a:lnTo>
                  <a:pt x="4534037" y="2150080"/>
                </a:lnTo>
                <a:lnTo>
                  <a:pt x="4546882" y="2106584"/>
                </a:lnTo>
                <a:lnTo>
                  <a:pt x="4554811" y="2061193"/>
                </a:lnTo>
                <a:lnTo>
                  <a:pt x="4557521" y="2014209"/>
                </a:lnTo>
                <a:lnTo>
                  <a:pt x="4557521" y="402823"/>
                </a:lnTo>
                <a:lnTo>
                  <a:pt x="4554811" y="355840"/>
                </a:lnTo>
                <a:lnTo>
                  <a:pt x="4546882" y="310450"/>
                </a:lnTo>
                <a:lnTo>
                  <a:pt x="4534037" y="266955"/>
                </a:lnTo>
                <a:lnTo>
                  <a:pt x="4516577" y="225658"/>
                </a:lnTo>
                <a:lnTo>
                  <a:pt x="4494805" y="186861"/>
                </a:lnTo>
                <a:lnTo>
                  <a:pt x="4469023" y="150865"/>
                </a:lnTo>
                <a:lnTo>
                  <a:pt x="4439533" y="117972"/>
                </a:lnTo>
                <a:lnTo>
                  <a:pt x="4406638" y="88486"/>
                </a:lnTo>
                <a:lnTo>
                  <a:pt x="4370639" y="62707"/>
                </a:lnTo>
                <a:lnTo>
                  <a:pt x="4331838" y="40938"/>
                </a:lnTo>
                <a:lnTo>
                  <a:pt x="4290539" y="23480"/>
                </a:lnTo>
                <a:lnTo>
                  <a:pt x="4247042" y="10637"/>
                </a:lnTo>
                <a:lnTo>
                  <a:pt x="4201651" y="2709"/>
                </a:lnTo>
                <a:lnTo>
                  <a:pt x="41546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0"/>
          <p:cNvSpPr/>
          <p:nvPr/>
        </p:nvSpPr>
        <p:spPr>
          <a:xfrm>
            <a:off x="3338200" y="2788676"/>
            <a:ext cx="4558030" cy="2417445"/>
          </a:xfrm>
          <a:custGeom>
            <a:avLst/>
            <a:gdLst/>
            <a:ahLst/>
            <a:cxnLst/>
            <a:rect l="l" t="t" r="r" b="b"/>
            <a:pathLst>
              <a:path w="4558030" h="2417445">
                <a:moveTo>
                  <a:pt x="0" y="402823"/>
                </a:moveTo>
                <a:lnTo>
                  <a:pt x="2711" y="355840"/>
                </a:lnTo>
                <a:lnTo>
                  <a:pt x="10645" y="310450"/>
                </a:lnTo>
                <a:lnTo>
                  <a:pt x="23498" y="266955"/>
                </a:lnTo>
                <a:lnTo>
                  <a:pt x="40968" y="225658"/>
                </a:lnTo>
                <a:lnTo>
                  <a:pt x="62751" y="186861"/>
                </a:lnTo>
                <a:lnTo>
                  <a:pt x="88546" y="150865"/>
                </a:lnTo>
                <a:lnTo>
                  <a:pt x="118049" y="117972"/>
                </a:lnTo>
                <a:lnTo>
                  <a:pt x="150957" y="88486"/>
                </a:lnTo>
                <a:lnTo>
                  <a:pt x="186969" y="62707"/>
                </a:lnTo>
                <a:lnTo>
                  <a:pt x="225780" y="40938"/>
                </a:lnTo>
                <a:lnTo>
                  <a:pt x="267090" y="23480"/>
                </a:lnTo>
                <a:lnTo>
                  <a:pt x="310594" y="10637"/>
                </a:lnTo>
                <a:lnTo>
                  <a:pt x="355990" y="2709"/>
                </a:lnTo>
                <a:lnTo>
                  <a:pt x="402976" y="0"/>
                </a:lnTo>
                <a:lnTo>
                  <a:pt x="4154667" y="0"/>
                </a:lnTo>
                <a:lnTo>
                  <a:pt x="4201651" y="2709"/>
                </a:lnTo>
                <a:lnTo>
                  <a:pt x="4247042" y="10637"/>
                </a:lnTo>
                <a:lnTo>
                  <a:pt x="4290539" y="23480"/>
                </a:lnTo>
                <a:lnTo>
                  <a:pt x="4331838" y="40938"/>
                </a:lnTo>
                <a:lnTo>
                  <a:pt x="4370639" y="62707"/>
                </a:lnTo>
                <a:lnTo>
                  <a:pt x="4406638" y="88486"/>
                </a:lnTo>
                <a:lnTo>
                  <a:pt x="4439533" y="117972"/>
                </a:lnTo>
                <a:lnTo>
                  <a:pt x="4469023" y="150865"/>
                </a:lnTo>
                <a:lnTo>
                  <a:pt x="4494805" y="186861"/>
                </a:lnTo>
                <a:lnTo>
                  <a:pt x="4516577" y="225658"/>
                </a:lnTo>
                <a:lnTo>
                  <a:pt x="4534037" y="266955"/>
                </a:lnTo>
                <a:lnTo>
                  <a:pt x="4546882" y="310450"/>
                </a:lnTo>
                <a:lnTo>
                  <a:pt x="4554811" y="355840"/>
                </a:lnTo>
                <a:lnTo>
                  <a:pt x="4557521" y="402823"/>
                </a:lnTo>
                <a:lnTo>
                  <a:pt x="4557521" y="2014209"/>
                </a:lnTo>
                <a:lnTo>
                  <a:pt x="4554811" y="2061193"/>
                </a:lnTo>
                <a:lnTo>
                  <a:pt x="4546882" y="2106584"/>
                </a:lnTo>
                <a:lnTo>
                  <a:pt x="4534037" y="2150080"/>
                </a:lnTo>
                <a:lnTo>
                  <a:pt x="4516577" y="2191379"/>
                </a:lnTo>
                <a:lnTo>
                  <a:pt x="4494805" y="2230179"/>
                </a:lnTo>
                <a:lnTo>
                  <a:pt x="4469023" y="2266177"/>
                </a:lnTo>
                <a:lnTo>
                  <a:pt x="4439533" y="2299072"/>
                </a:lnTo>
                <a:lnTo>
                  <a:pt x="4406638" y="2328562"/>
                </a:lnTo>
                <a:lnTo>
                  <a:pt x="4370639" y="2354343"/>
                </a:lnTo>
                <a:lnTo>
                  <a:pt x="4331838" y="2376114"/>
                </a:lnTo>
                <a:lnTo>
                  <a:pt x="4290539" y="2393574"/>
                </a:lnTo>
                <a:lnTo>
                  <a:pt x="4247042" y="2406419"/>
                </a:lnTo>
                <a:lnTo>
                  <a:pt x="4201651" y="2414347"/>
                </a:lnTo>
                <a:lnTo>
                  <a:pt x="4154667" y="2417057"/>
                </a:lnTo>
                <a:lnTo>
                  <a:pt x="402976" y="2417057"/>
                </a:lnTo>
                <a:lnTo>
                  <a:pt x="355990" y="2414347"/>
                </a:lnTo>
                <a:lnTo>
                  <a:pt x="310594" y="2406419"/>
                </a:lnTo>
                <a:lnTo>
                  <a:pt x="267090" y="2393574"/>
                </a:lnTo>
                <a:lnTo>
                  <a:pt x="225780" y="2376114"/>
                </a:lnTo>
                <a:lnTo>
                  <a:pt x="186969" y="2354343"/>
                </a:lnTo>
                <a:lnTo>
                  <a:pt x="150957" y="2328562"/>
                </a:lnTo>
                <a:lnTo>
                  <a:pt x="118049" y="2299072"/>
                </a:lnTo>
                <a:lnTo>
                  <a:pt x="88546" y="2266177"/>
                </a:lnTo>
                <a:lnTo>
                  <a:pt x="62751" y="2230179"/>
                </a:lnTo>
                <a:lnTo>
                  <a:pt x="40968" y="2191379"/>
                </a:lnTo>
                <a:lnTo>
                  <a:pt x="23498" y="2150080"/>
                </a:lnTo>
                <a:lnTo>
                  <a:pt x="10645" y="2106584"/>
                </a:lnTo>
                <a:lnTo>
                  <a:pt x="2711" y="2061193"/>
                </a:lnTo>
                <a:lnTo>
                  <a:pt x="0" y="2014209"/>
                </a:lnTo>
                <a:lnTo>
                  <a:pt x="0" y="402823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1"/>
          <p:cNvSpPr txBox="1"/>
          <p:nvPr/>
        </p:nvSpPr>
        <p:spPr>
          <a:xfrm>
            <a:off x="3910333" y="2909249"/>
            <a:ext cx="17976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log(odds)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spc="-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log(</a:t>
            </a:r>
            <a:endParaRPr sz="2000">
              <a:latin typeface="Arial"/>
              <a:cs typeface="Arial"/>
            </a:endParaRPr>
          </a:p>
        </p:txBody>
      </p:sp>
      <p:sp>
        <p:nvSpPr>
          <p:cNvPr id="66" name="object 62"/>
          <p:cNvSpPr txBox="1"/>
          <p:nvPr/>
        </p:nvSpPr>
        <p:spPr>
          <a:xfrm>
            <a:off x="5797554" y="2823524"/>
            <a:ext cx="829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595959"/>
                </a:solidFill>
                <a:latin typeface="Cambria Math"/>
                <a:cs typeface="Cambria Math"/>
              </a:rPr>
              <a:t>𝑃(𝑆𝑝𝑎𝑚)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67" name="object 63"/>
          <p:cNvSpPr txBox="1"/>
          <p:nvPr/>
        </p:nvSpPr>
        <p:spPr>
          <a:xfrm>
            <a:off x="5683254" y="3109524"/>
            <a:ext cx="10674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r>
              <a:rPr sz="1500" spc="-75" dirty="0">
                <a:solidFill>
                  <a:srgbClr val="595959"/>
                </a:solidFill>
                <a:latin typeface="Cambria Math"/>
                <a:cs typeface="Cambria Math"/>
              </a:rPr>
              <a:t>−</a:t>
            </a:r>
            <a:r>
              <a:rPr sz="1500" spc="60" dirty="0">
                <a:solidFill>
                  <a:srgbClr val="595959"/>
                </a:solidFill>
                <a:latin typeface="Cambria Math"/>
                <a:cs typeface="Cambria Math"/>
              </a:rPr>
              <a:t>𝑃</a:t>
            </a:r>
            <a:r>
              <a:rPr sz="1500" spc="-25" dirty="0">
                <a:solidFill>
                  <a:srgbClr val="595959"/>
                </a:solidFill>
                <a:latin typeface="Cambria Math"/>
                <a:cs typeface="Cambria Math"/>
              </a:rPr>
              <a:t>(</a:t>
            </a:r>
            <a:r>
              <a:rPr sz="1500" spc="50" dirty="0">
                <a:solidFill>
                  <a:srgbClr val="595959"/>
                </a:solidFill>
                <a:latin typeface="Cambria Math"/>
                <a:cs typeface="Cambria Math"/>
              </a:rPr>
              <a:t>𝑆</a:t>
            </a:r>
            <a:r>
              <a:rPr sz="1500" spc="215" dirty="0">
                <a:solidFill>
                  <a:srgbClr val="595959"/>
                </a:solidFill>
                <a:latin typeface="Cambria Math"/>
                <a:cs typeface="Cambria Math"/>
              </a:rPr>
              <a:t>𝑝</a:t>
            </a:r>
            <a:r>
              <a:rPr sz="1500" spc="140" dirty="0">
                <a:solidFill>
                  <a:srgbClr val="595959"/>
                </a:solidFill>
                <a:latin typeface="Cambria Math"/>
                <a:cs typeface="Cambria Math"/>
              </a:rPr>
              <a:t>𝑎</a:t>
            </a:r>
            <a:r>
              <a:rPr sz="1500" spc="120" dirty="0">
                <a:solidFill>
                  <a:srgbClr val="595959"/>
                </a:solidFill>
                <a:latin typeface="Cambria Math"/>
                <a:cs typeface="Cambria Math"/>
              </a:rPr>
              <a:t>𝑚</a:t>
            </a:r>
            <a:r>
              <a:rPr sz="1500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68" name="object 64"/>
          <p:cNvSpPr/>
          <p:nvPr/>
        </p:nvSpPr>
        <p:spPr>
          <a:xfrm>
            <a:off x="5691621" y="3099038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6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5"/>
          <p:cNvSpPr txBox="1"/>
          <p:nvPr/>
        </p:nvSpPr>
        <p:spPr>
          <a:xfrm>
            <a:off x="6712971" y="2909249"/>
            <a:ext cx="1117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0" name="object 66"/>
          <p:cNvSpPr/>
          <p:nvPr/>
        </p:nvSpPr>
        <p:spPr>
          <a:xfrm>
            <a:off x="5691621" y="3794379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774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67"/>
          <p:cNvSpPr txBox="1"/>
          <p:nvPr/>
        </p:nvSpPr>
        <p:spPr>
          <a:xfrm>
            <a:off x="3910333" y="3605467"/>
            <a:ext cx="20199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log(odds)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spc="-2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log(</a:t>
            </a:r>
            <a:r>
              <a:rPr sz="2250" spc="15" baseline="44444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r>
              <a:rPr sz="2000" spc="10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2" name="object 68"/>
          <p:cNvSpPr txBox="1"/>
          <p:nvPr/>
        </p:nvSpPr>
        <p:spPr>
          <a:xfrm>
            <a:off x="3910329" y="3728046"/>
            <a:ext cx="2647315" cy="120459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R="742950" algn="r">
              <a:lnSpc>
                <a:spcPct val="100000"/>
              </a:lnSpc>
              <a:spcBef>
                <a:spcPts val="715"/>
              </a:spcBef>
            </a:pPr>
            <a:r>
              <a:rPr sz="1500" spc="30" dirty="0">
                <a:solidFill>
                  <a:srgbClr val="595959"/>
                </a:solidFill>
                <a:latin typeface="Cambria Math"/>
                <a:cs typeface="Cambria Math"/>
              </a:rPr>
              <a:t>0</a:t>
            </a:r>
            <a:endParaRPr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log(odds)=log(1)-log(0)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log(odds)=0-(-</a:t>
            </a:r>
            <a:r>
              <a:rPr sz="2000" spc="-2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∞)</a:t>
            </a:r>
            <a:r>
              <a:rPr sz="2000" spc="0" dirty="0">
                <a:solidFill>
                  <a:srgbClr val="595959"/>
                </a:solidFill>
                <a:latin typeface="Wingdings"/>
                <a:cs typeface="Wingdings"/>
              </a:rPr>
              <a:t>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+∞</a:t>
            </a:r>
            <a:endParaRPr sz="2000">
              <a:latin typeface="Arial"/>
              <a:cs typeface="Arial"/>
            </a:endParaRPr>
          </a:p>
        </p:txBody>
      </p:sp>
      <p:sp>
        <p:nvSpPr>
          <p:cNvPr id="73" name="object 69"/>
          <p:cNvSpPr/>
          <p:nvPr/>
        </p:nvSpPr>
        <p:spPr>
          <a:xfrm>
            <a:off x="6537959" y="1945386"/>
            <a:ext cx="2123440" cy="2801620"/>
          </a:xfrm>
          <a:custGeom>
            <a:avLst/>
            <a:gdLst/>
            <a:ahLst/>
            <a:cxnLst/>
            <a:rect l="l" t="t" r="r" b="b"/>
            <a:pathLst>
              <a:path w="2123440" h="2801620">
                <a:moveTo>
                  <a:pt x="22981" y="2748021"/>
                </a:moveTo>
                <a:lnTo>
                  <a:pt x="0" y="2778383"/>
                </a:lnTo>
                <a:lnTo>
                  <a:pt x="30479" y="2801361"/>
                </a:lnTo>
                <a:lnTo>
                  <a:pt x="53461" y="2771012"/>
                </a:lnTo>
                <a:lnTo>
                  <a:pt x="22981" y="2748021"/>
                </a:lnTo>
                <a:close/>
              </a:path>
              <a:path w="2123440" h="2801620">
                <a:moveTo>
                  <a:pt x="68976" y="2687192"/>
                </a:moveTo>
                <a:lnTo>
                  <a:pt x="45963" y="2717541"/>
                </a:lnTo>
                <a:lnTo>
                  <a:pt x="76321" y="2740532"/>
                </a:lnTo>
                <a:lnTo>
                  <a:pt x="99303" y="2710184"/>
                </a:lnTo>
                <a:lnTo>
                  <a:pt x="68976" y="2687192"/>
                </a:lnTo>
                <a:close/>
              </a:path>
              <a:path w="2123440" h="2801620">
                <a:moveTo>
                  <a:pt x="114940" y="2626364"/>
                </a:moveTo>
                <a:lnTo>
                  <a:pt x="91958" y="2656844"/>
                </a:lnTo>
                <a:lnTo>
                  <a:pt x="122316" y="2679704"/>
                </a:lnTo>
                <a:lnTo>
                  <a:pt x="145298" y="2649342"/>
                </a:lnTo>
                <a:lnTo>
                  <a:pt x="114940" y="2626364"/>
                </a:lnTo>
                <a:close/>
              </a:path>
              <a:path w="2123440" h="2801620">
                <a:moveTo>
                  <a:pt x="160781" y="2565653"/>
                </a:moveTo>
                <a:lnTo>
                  <a:pt x="137800" y="2596002"/>
                </a:lnTo>
                <a:lnTo>
                  <a:pt x="168280" y="2618993"/>
                </a:lnTo>
                <a:lnTo>
                  <a:pt x="191261" y="2588513"/>
                </a:lnTo>
                <a:lnTo>
                  <a:pt x="160781" y="2565653"/>
                </a:lnTo>
                <a:close/>
              </a:path>
              <a:path w="2123440" h="2801620">
                <a:moveTo>
                  <a:pt x="206745" y="2504825"/>
                </a:moveTo>
                <a:lnTo>
                  <a:pt x="183763" y="2535173"/>
                </a:lnTo>
                <a:lnTo>
                  <a:pt x="214243" y="2558165"/>
                </a:lnTo>
                <a:lnTo>
                  <a:pt x="237103" y="2527803"/>
                </a:lnTo>
                <a:lnTo>
                  <a:pt x="206745" y="2504825"/>
                </a:lnTo>
                <a:close/>
              </a:path>
              <a:path w="2123440" h="2801620">
                <a:moveTo>
                  <a:pt x="252740" y="2443983"/>
                </a:moveTo>
                <a:lnTo>
                  <a:pt x="229758" y="2474463"/>
                </a:lnTo>
                <a:lnTo>
                  <a:pt x="260085" y="2497323"/>
                </a:lnTo>
                <a:lnTo>
                  <a:pt x="283098" y="2466974"/>
                </a:lnTo>
                <a:lnTo>
                  <a:pt x="252740" y="2443983"/>
                </a:lnTo>
                <a:close/>
              </a:path>
              <a:path w="2123440" h="2801620">
                <a:moveTo>
                  <a:pt x="298582" y="2383154"/>
                </a:moveTo>
                <a:lnTo>
                  <a:pt x="275722" y="2413634"/>
                </a:lnTo>
                <a:lnTo>
                  <a:pt x="306080" y="2436626"/>
                </a:lnTo>
                <a:lnTo>
                  <a:pt x="329062" y="2406146"/>
                </a:lnTo>
                <a:lnTo>
                  <a:pt x="298582" y="2383154"/>
                </a:lnTo>
                <a:close/>
              </a:path>
              <a:path w="2123440" h="2801620">
                <a:moveTo>
                  <a:pt x="344545" y="2322444"/>
                </a:moveTo>
                <a:lnTo>
                  <a:pt x="321563" y="2352806"/>
                </a:lnTo>
                <a:lnTo>
                  <a:pt x="352043" y="2375784"/>
                </a:lnTo>
                <a:lnTo>
                  <a:pt x="375025" y="2345435"/>
                </a:lnTo>
                <a:lnTo>
                  <a:pt x="344545" y="2322444"/>
                </a:lnTo>
                <a:close/>
              </a:path>
              <a:path w="2123440" h="2801620">
                <a:moveTo>
                  <a:pt x="390540" y="2261615"/>
                </a:moveTo>
                <a:lnTo>
                  <a:pt x="367527" y="2291964"/>
                </a:lnTo>
                <a:lnTo>
                  <a:pt x="397885" y="2314955"/>
                </a:lnTo>
                <a:lnTo>
                  <a:pt x="420867" y="2284607"/>
                </a:lnTo>
                <a:lnTo>
                  <a:pt x="390540" y="2261615"/>
                </a:lnTo>
                <a:close/>
              </a:path>
              <a:path w="2123440" h="2801620">
                <a:moveTo>
                  <a:pt x="436504" y="2200787"/>
                </a:moveTo>
                <a:lnTo>
                  <a:pt x="413522" y="2231267"/>
                </a:lnTo>
                <a:lnTo>
                  <a:pt x="443880" y="2254245"/>
                </a:lnTo>
                <a:lnTo>
                  <a:pt x="466862" y="2223765"/>
                </a:lnTo>
                <a:lnTo>
                  <a:pt x="436504" y="2200787"/>
                </a:lnTo>
                <a:close/>
              </a:path>
              <a:path w="2123440" h="2801620">
                <a:moveTo>
                  <a:pt x="482345" y="2140076"/>
                </a:moveTo>
                <a:lnTo>
                  <a:pt x="459364" y="2170425"/>
                </a:lnTo>
                <a:lnTo>
                  <a:pt x="489844" y="2193416"/>
                </a:lnTo>
                <a:lnTo>
                  <a:pt x="512825" y="2162936"/>
                </a:lnTo>
                <a:lnTo>
                  <a:pt x="482345" y="2140076"/>
                </a:lnTo>
                <a:close/>
              </a:path>
              <a:path w="2123440" h="2801620">
                <a:moveTo>
                  <a:pt x="528309" y="2079248"/>
                </a:moveTo>
                <a:lnTo>
                  <a:pt x="505327" y="2109596"/>
                </a:lnTo>
                <a:lnTo>
                  <a:pt x="535807" y="2132588"/>
                </a:lnTo>
                <a:lnTo>
                  <a:pt x="558667" y="2102226"/>
                </a:lnTo>
                <a:lnTo>
                  <a:pt x="528309" y="2079248"/>
                </a:lnTo>
                <a:close/>
              </a:path>
              <a:path w="2123440" h="2801620">
                <a:moveTo>
                  <a:pt x="574304" y="2018406"/>
                </a:moveTo>
                <a:lnTo>
                  <a:pt x="551322" y="2048886"/>
                </a:lnTo>
                <a:lnTo>
                  <a:pt x="581649" y="2071746"/>
                </a:lnTo>
                <a:lnTo>
                  <a:pt x="604662" y="2041397"/>
                </a:lnTo>
                <a:lnTo>
                  <a:pt x="574304" y="2018406"/>
                </a:lnTo>
                <a:close/>
              </a:path>
              <a:path w="2123440" h="2801620">
                <a:moveTo>
                  <a:pt x="620146" y="1957577"/>
                </a:moveTo>
                <a:lnTo>
                  <a:pt x="597286" y="1988057"/>
                </a:lnTo>
                <a:lnTo>
                  <a:pt x="627644" y="2011049"/>
                </a:lnTo>
                <a:lnTo>
                  <a:pt x="650626" y="1980569"/>
                </a:lnTo>
                <a:lnTo>
                  <a:pt x="620146" y="1957577"/>
                </a:lnTo>
                <a:close/>
              </a:path>
              <a:path w="2123440" h="2801620">
                <a:moveTo>
                  <a:pt x="666109" y="1896867"/>
                </a:moveTo>
                <a:lnTo>
                  <a:pt x="643127" y="1927229"/>
                </a:lnTo>
                <a:lnTo>
                  <a:pt x="673607" y="1950207"/>
                </a:lnTo>
                <a:lnTo>
                  <a:pt x="696589" y="1919858"/>
                </a:lnTo>
                <a:lnTo>
                  <a:pt x="666109" y="1896867"/>
                </a:lnTo>
                <a:close/>
              </a:path>
              <a:path w="2123440" h="2801620">
                <a:moveTo>
                  <a:pt x="712104" y="1836023"/>
                </a:moveTo>
                <a:lnTo>
                  <a:pt x="689091" y="1866387"/>
                </a:lnTo>
                <a:lnTo>
                  <a:pt x="719449" y="1889378"/>
                </a:lnTo>
                <a:lnTo>
                  <a:pt x="742431" y="1859036"/>
                </a:lnTo>
                <a:lnTo>
                  <a:pt x="712104" y="1836023"/>
                </a:lnTo>
                <a:close/>
              </a:path>
              <a:path w="2123440" h="2801620">
                <a:moveTo>
                  <a:pt x="758068" y="1775216"/>
                </a:moveTo>
                <a:lnTo>
                  <a:pt x="735086" y="1805696"/>
                </a:lnTo>
                <a:lnTo>
                  <a:pt x="765444" y="1828678"/>
                </a:lnTo>
                <a:lnTo>
                  <a:pt x="788426" y="1798198"/>
                </a:lnTo>
                <a:lnTo>
                  <a:pt x="758068" y="1775216"/>
                </a:lnTo>
                <a:close/>
              </a:path>
              <a:path w="2123440" h="2801620">
                <a:moveTo>
                  <a:pt x="803909" y="1714499"/>
                </a:moveTo>
                <a:lnTo>
                  <a:pt x="780928" y="1744858"/>
                </a:lnTo>
                <a:lnTo>
                  <a:pt x="811408" y="1767839"/>
                </a:lnTo>
                <a:lnTo>
                  <a:pt x="834389" y="1737481"/>
                </a:lnTo>
                <a:lnTo>
                  <a:pt x="803909" y="1714499"/>
                </a:lnTo>
                <a:close/>
              </a:path>
              <a:path w="2123440" h="2801620">
                <a:moveTo>
                  <a:pt x="849873" y="1653661"/>
                </a:moveTo>
                <a:lnTo>
                  <a:pt x="826891" y="1684019"/>
                </a:lnTo>
                <a:lnTo>
                  <a:pt x="857371" y="1707001"/>
                </a:lnTo>
                <a:lnTo>
                  <a:pt x="880231" y="1676643"/>
                </a:lnTo>
                <a:lnTo>
                  <a:pt x="849873" y="1653661"/>
                </a:lnTo>
                <a:close/>
              </a:path>
              <a:path w="2123440" h="2801620">
                <a:moveTo>
                  <a:pt x="895868" y="1592823"/>
                </a:moveTo>
                <a:lnTo>
                  <a:pt x="872886" y="1623303"/>
                </a:lnTo>
                <a:lnTo>
                  <a:pt x="903213" y="1646163"/>
                </a:lnTo>
                <a:lnTo>
                  <a:pt x="926226" y="1615805"/>
                </a:lnTo>
                <a:lnTo>
                  <a:pt x="895868" y="1592823"/>
                </a:lnTo>
                <a:close/>
              </a:path>
              <a:path w="2123440" h="2801620">
                <a:moveTo>
                  <a:pt x="941710" y="1532138"/>
                </a:moveTo>
                <a:lnTo>
                  <a:pt x="918850" y="1562465"/>
                </a:lnTo>
                <a:lnTo>
                  <a:pt x="949208" y="1585478"/>
                </a:lnTo>
                <a:lnTo>
                  <a:pt x="972190" y="1554998"/>
                </a:lnTo>
                <a:lnTo>
                  <a:pt x="941710" y="1532138"/>
                </a:lnTo>
                <a:close/>
              </a:path>
              <a:path w="2123440" h="2801620">
                <a:moveTo>
                  <a:pt x="987673" y="1471300"/>
                </a:moveTo>
                <a:lnTo>
                  <a:pt x="964691" y="1501658"/>
                </a:lnTo>
                <a:lnTo>
                  <a:pt x="995171" y="1524640"/>
                </a:lnTo>
                <a:lnTo>
                  <a:pt x="1018031" y="1494281"/>
                </a:lnTo>
                <a:lnTo>
                  <a:pt x="987673" y="1471300"/>
                </a:lnTo>
                <a:close/>
              </a:path>
              <a:path w="2123440" h="2801620">
                <a:moveTo>
                  <a:pt x="1033668" y="1410461"/>
                </a:moveTo>
                <a:lnTo>
                  <a:pt x="1010655" y="1440820"/>
                </a:lnTo>
                <a:lnTo>
                  <a:pt x="1041013" y="1463801"/>
                </a:lnTo>
                <a:lnTo>
                  <a:pt x="1063995" y="1433443"/>
                </a:lnTo>
                <a:lnTo>
                  <a:pt x="1033668" y="1410461"/>
                </a:lnTo>
                <a:close/>
              </a:path>
              <a:path w="2123440" h="2801620">
                <a:moveTo>
                  <a:pt x="1079632" y="1349623"/>
                </a:moveTo>
                <a:lnTo>
                  <a:pt x="1056650" y="1380103"/>
                </a:lnTo>
                <a:lnTo>
                  <a:pt x="1087008" y="1403085"/>
                </a:lnTo>
                <a:lnTo>
                  <a:pt x="1109990" y="1372605"/>
                </a:lnTo>
                <a:lnTo>
                  <a:pt x="1079632" y="1349623"/>
                </a:lnTo>
                <a:close/>
              </a:path>
              <a:path w="2123440" h="2801620">
                <a:moveTo>
                  <a:pt x="1125473" y="1288907"/>
                </a:moveTo>
                <a:lnTo>
                  <a:pt x="1102492" y="1319265"/>
                </a:lnTo>
                <a:lnTo>
                  <a:pt x="1132972" y="1342247"/>
                </a:lnTo>
                <a:lnTo>
                  <a:pt x="1155953" y="1311920"/>
                </a:lnTo>
                <a:lnTo>
                  <a:pt x="1125473" y="1288907"/>
                </a:lnTo>
                <a:close/>
              </a:path>
              <a:path w="2123440" h="2801620">
                <a:moveTo>
                  <a:pt x="1171437" y="1228100"/>
                </a:moveTo>
                <a:lnTo>
                  <a:pt x="1148455" y="1258427"/>
                </a:lnTo>
                <a:lnTo>
                  <a:pt x="1178813" y="1281440"/>
                </a:lnTo>
                <a:lnTo>
                  <a:pt x="1201795" y="1251082"/>
                </a:lnTo>
                <a:lnTo>
                  <a:pt x="1171437" y="1228100"/>
                </a:lnTo>
                <a:close/>
              </a:path>
              <a:path w="2123440" h="2801620">
                <a:moveTo>
                  <a:pt x="1217432" y="1167262"/>
                </a:moveTo>
                <a:lnTo>
                  <a:pt x="1194450" y="1197742"/>
                </a:lnTo>
                <a:lnTo>
                  <a:pt x="1224777" y="1220602"/>
                </a:lnTo>
                <a:lnTo>
                  <a:pt x="1247790" y="1190243"/>
                </a:lnTo>
                <a:lnTo>
                  <a:pt x="1217432" y="1167262"/>
                </a:lnTo>
                <a:close/>
              </a:path>
              <a:path w="2123440" h="2801620">
                <a:moveTo>
                  <a:pt x="1263274" y="1106545"/>
                </a:moveTo>
                <a:lnTo>
                  <a:pt x="1240414" y="1136903"/>
                </a:lnTo>
                <a:lnTo>
                  <a:pt x="1270772" y="1159885"/>
                </a:lnTo>
                <a:lnTo>
                  <a:pt x="1293754" y="1129405"/>
                </a:lnTo>
                <a:lnTo>
                  <a:pt x="1263274" y="1106545"/>
                </a:lnTo>
                <a:close/>
              </a:path>
              <a:path w="2123440" h="2801620">
                <a:moveTo>
                  <a:pt x="1309237" y="1045707"/>
                </a:moveTo>
                <a:lnTo>
                  <a:pt x="1286255" y="1076065"/>
                </a:lnTo>
                <a:lnTo>
                  <a:pt x="1316735" y="1099047"/>
                </a:lnTo>
                <a:lnTo>
                  <a:pt x="1339595" y="1068689"/>
                </a:lnTo>
                <a:lnTo>
                  <a:pt x="1309237" y="1045707"/>
                </a:lnTo>
                <a:close/>
              </a:path>
              <a:path w="2123440" h="2801620">
                <a:moveTo>
                  <a:pt x="1355232" y="984869"/>
                </a:moveTo>
                <a:lnTo>
                  <a:pt x="1332219" y="1015227"/>
                </a:lnTo>
                <a:lnTo>
                  <a:pt x="1362577" y="1038209"/>
                </a:lnTo>
                <a:lnTo>
                  <a:pt x="1385559" y="1007882"/>
                </a:lnTo>
                <a:lnTo>
                  <a:pt x="1355232" y="984869"/>
                </a:lnTo>
                <a:close/>
              </a:path>
              <a:path w="2123440" h="2801620">
                <a:moveTo>
                  <a:pt x="1401196" y="924062"/>
                </a:moveTo>
                <a:lnTo>
                  <a:pt x="1378214" y="954542"/>
                </a:lnTo>
                <a:lnTo>
                  <a:pt x="1408572" y="977524"/>
                </a:lnTo>
                <a:lnTo>
                  <a:pt x="1431554" y="947044"/>
                </a:lnTo>
                <a:lnTo>
                  <a:pt x="1401196" y="924062"/>
                </a:lnTo>
                <a:close/>
              </a:path>
              <a:path w="2123440" h="2801620">
                <a:moveTo>
                  <a:pt x="1447037" y="863345"/>
                </a:moveTo>
                <a:lnTo>
                  <a:pt x="1424056" y="893704"/>
                </a:lnTo>
                <a:lnTo>
                  <a:pt x="1454536" y="916685"/>
                </a:lnTo>
                <a:lnTo>
                  <a:pt x="1477517" y="886327"/>
                </a:lnTo>
                <a:lnTo>
                  <a:pt x="1447037" y="863345"/>
                </a:lnTo>
                <a:close/>
              </a:path>
              <a:path w="2123440" h="2801620">
                <a:moveTo>
                  <a:pt x="1493001" y="802507"/>
                </a:moveTo>
                <a:lnTo>
                  <a:pt x="1470019" y="832865"/>
                </a:lnTo>
                <a:lnTo>
                  <a:pt x="1500377" y="855847"/>
                </a:lnTo>
                <a:lnTo>
                  <a:pt x="1523359" y="825489"/>
                </a:lnTo>
                <a:lnTo>
                  <a:pt x="1493001" y="802507"/>
                </a:lnTo>
                <a:close/>
              </a:path>
              <a:path w="2123440" h="2801620">
                <a:moveTo>
                  <a:pt x="1538996" y="741669"/>
                </a:moveTo>
                <a:lnTo>
                  <a:pt x="1516014" y="772149"/>
                </a:lnTo>
                <a:lnTo>
                  <a:pt x="1546341" y="795009"/>
                </a:lnTo>
                <a:lnTo>
                  <a:pt x="1569354" y="764651"/>
                </a:lnTo>
                <a:lnTo>
                  <a:pt x="1538996" y="741669"/>
                </a:lnTo>
                <a:close/>
              </a:path>
              <a:path w="2123440" h="2801620">
                <a:moveTo>
                  <a:pt x="1584838" y="680984"/>
                </a:moveTo>
                <a:lnTo>
                  <a:pt x="1561978" y="711311"/>
                </a:lnTo>
                <a:lnTo>
                  <a:pt x="1592336" y="734324"/>
                </a:lnTo>
                <a:lnTo>
                  <a:pt x="1615318" y="703844"/>
                </a:lnTo>
                <a:lnTo>
                  <a:pt x="1584838" y="680984"/>
                </a:lnTo>
                <a:close/>
              </a:path>
              <a:path w="2123440" h="2801620">
                <a:moveTo>
                  <a:pt x="1630801" y="620146"/>
                </a:moveTo>
                <a:lnTo>
                  <a:pt x="1607819" y="650504"/>
                </a:lnTo>
                <a:lnTo>
                  <a:pt x="1638299" y="673486"/>
                </a:lnTo>
                <a:lnTo>
                  <a:pt x="1661159" y="643127"/>
                </a:lnTo>
                <a:lnTo>
                  <a:pt x="1630801" y="620146"/>
                </a:lnTo>
                <a:close/>
              </a:path>
              <a:path w="2123440" h="2801620">
                <a:moveTo>
                  <a:pt x="1676796" y="559307"/>
                </a:moveTo>
                <a:lnTo>
                  <a:pt x="1653783" y="589787"/>
                </a:lnTo>
                <a:lnTo>
                  <a:pt x="1684141" y="612647"/>
                </a:lnTo>
                <a:lnTo>
                  <a:pt x="1707123" y="582289"/>
                </a:lnTo>
                <a:lnTo>
                  <a:pt x="1676796" y="559307"/>
                </a:lnTo>
                <a:close/>
              </a:path>
              <a:path w="2123440" h="2801620">
                <a:moveTo>
                  <a:pt x="1722760" y="498469"/>
                </a:moveTo>
                <a:lnTo>
                  <a:pt x="1699778" y="528949"/>
                </a:lnTo>
                <a:lnTo>
                  <a:pt x="1730136" y="551931"/>
                </a:lnTo>
                <a:lnTo>
                  <a:pt x="1753118" y="521451"/>
                </a:lnTo>
                <a:lnTo>
                  <a:pt x="1722760" y="498469"/>
                </a:lnTo>
                <a:close/>
              </a:path>
              <a:path w="2123440" h="2801620">
                <a:moveTo>
                  <a:pt x="1768601" y="437753"/>
                </a:moveTo>
                <a:lnTo>
                  <a:pt x="1745620" y="468111"/>
                </a:lnTo>
                <a:lnTo>
                  <a:pt x="1776100" y="491093"/>
                </a:lnTo>
                <a:lnTo>
                  <a:pt x="1799081" y="460766"/>
                </a:lnTo>
                <a:lnTo>
                  <a:pt x="1768601" y="437753"/>
                </a:lnTo>
                <a:close/>
              </a:path>
              <a:path w="2123440" h="2801620">
                <a:moveTo>
                  <a:pt x="1814565" y="376946"/>
                </a:moveTo>
                <a:lnTo>
                  <a:pt x="1791583" y="407273"/>
                </a:lnTo>
                <a:lnTo>
                  <a:pt x="1821941" y="430286"/>
                </a:lnTo>
                <a:lnTo>
                  <a:pt x="1844923" y="399928"/>
                </a:lnTo>
                <a:lnTo>
                  <a:pt x="1814565" y="376946"/>
                </a:lnTo>
                <a:close/>
              </a:path>
              <a:path w="2123440" h="2801620">
                <a:moveTo>
                  <a:pt x="1860560" y="316108"/>
                </a:moveTo>
                <a:lnTo>
                  <a:pt x="1837578" y="346588"/>
                </a:lnTo>
                <a:lnTo>
                  <a:pt x="1867905" y="369569"/>
                </a:lnTo>
                <a:lnTo>
                  <a:pt x="1890918" y="339089"/>
                </a:lnTo>
                <a:lnTo>
                  <a:pt x="1860560" y="316108"/>
                </a:lnTo>
                <a:close/>
              </a:path>
              <a:path w="2123440" h="2801620">
                <a:moveTo>
                  <a:pt x="1906402" y="255391"/>
                </a:moveTo>
                <a:lnTo>
                  <a:pt x="1883542" y="285749"/>
                </a:lnTo>
                <a:lnTo>
                  <a:pt x="1913900" y="308731"/>
                </a:lnTo>
                <a:lnTo>
                  <a:pt x="1936882" y="278251"/>
                </a:lnTo>
                <a:lnTo>
                  <a:pt x="1906402" y="255391"/>
                </a:lnTo>
                <a:close/>
              </a:path>
              <a:path w="2123440" h="2801620">
                <a:moveTo>
                  <a:pt x="1952365" y="194553"/>
                </a:moveTo>
                <a:lnTo>
                  <a:pt x="1929383" y="224911"/>
                </a:lnTo>
                <a:lnTo>
                  <a:pt x="1959863" y="247893"/>
                </a:lnTo>
                <a:lnTo>
                  <a:pt x="1982723" y="217535"/>
                </a:lnTo>
                <a:lnTo>
                  <a:pt x="1952365" y="194553"/>
                </a:lnTo>
                <a:close/>
              </a:path>
              <a:path w="2123440" h="2801620">
                <a:moveTo>
                  <a:pt x="1998360" y="133715"/>
                </a:moveTo>
                <a:lnTo>
                  <a:pt x="1975347" y="164195"/>
                </a:lnTo>
                <a:lnTo>
                  <a:pt x="2005705" y="187055"/>
                </a:lnTo>
                <a:lnTo>
                  <a:pt x="2028687" y="156728"/>
                </a:lnTo>
                <a:lnTo>
                  <a:pt x="1998360" y="133715"/>
                </a:lnTo>
                <a:close/>
              </a:path>
              <a:path w="2123440" h="2801620">
                <a:moveTo>
                  <a:pt x="2039162" y="79753"/>
                </a:moveTo>
                <a:lnTo>
                  <a:pt x="2021342" y="103388"/>
                </a:lnTo>
                <a:lnTo>
                  <a:pt x="2051700" y="126370"/>
                </a:lnTo>
                <a:lnTo>
                  <a:pt x="2069530" y="102722"/>
                </a:lnTo>
                <a:lnTo>
                  <a:pt x="2039162" y="79753"/>
                </a:lnTo>
                <a:close/>
              </a:path>
              <a:path w="2123440" h="2801620">
                <a:moveTo>
                  <a:pt x="2109707" y="72908"/>
                </a:moveTo>
                <a:lnTo>
                  <a:pt x="2044324" y="72908"/>
                </a:lnTo>
                <a:lnTo>
                  <a:pt x="2074682" y="95890"/>
                </a:lnTo>
                <a:lnTo>
                  <a:pt x="2069530" y="102722"/>
                </a:lnTo>
                <a:lnTo>
                  <a:pt x="2099950" y="125729"/>
                </a:lnTo>
                <a:lnTo>
                  <a:pt x="2109707" y="72908"/>
                </a:lnTo>
                <a:close/>
              </a:path>
              <a:path w="2123440" h="2801620">
                <a:moveTo>
                  <a:pt x="2044324" y="72908"/>
                </a:moveTo>
                <a:lnTo>
                  <a:pt x="2039162" y="79753"/>
                </a:lnTo>
                <a:lnTo>
                  <a:pt x="2069530" y="102722"/>
                </a:lnTo>
                <a:lnTo>
                  <a:pt x="2074682" y="95890"/>
                </a:lnTo>
                <a:lnTo>
                  <a:pt x="2044324" y="72908"/>
                </a:lnTo>
                <a:close/>
              </a:path>
              <a:path w="2123440" h="2801620">
                <a:moveTo>
                  <a:pt x="2123175" y="0"/>
                </a:moveTo>
                <a:lnTo>
                  <a:pt x="2008753" y="56753"/>
                </a:lnTo>
                <a:lnTo>
                  <a:pt x="2039162" y="79753"/>
                </a:lnTo>
                <a:lnTo>
                  <a:pt x="2044324" y="72908"/>
                </a:lnTo>
                <a:lnTo>
                  <a:pt x="2109707" y="72908"/>
                </a:lnTo>
                <a:lnTo>
                  <a:pt x="212317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218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8010540" y="3590925"/>
            <a:ext cx="571500" cy="62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8126486" y="3668267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71"/>
                </a:lnTo>
                <a:lnTo>
                  <a:pt x="208147" y="481071"/>
                </a:lnTo>
                <a:lnTo>
                  <a:pt x="416295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8126486" y="3668267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0" y="0"/>
                </a:moveTo>
                <a:lnTo>
                  <a:pt x="208147" y="0"/>
                </a:lnTo>
                <a:lnTo>
                  <a:pt x="416295" y="240542"/>
                </a:lnTo>
                <a:lnTo>
                  <a:pt x="208147" y="481071"/>
                </a:lnTo>
                <a:lnTo>
                  <a:pt x="0" y="481071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2590800" y="3590925"/>
            <a:ext cx="571500" cy="628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9"/>
          <p:cNvSpPr/>
          <p:nvPr/>
        </p:nvSpPr>
        <p:spPr>
          <a:xfrm>
            <a:off x="2711957" y="366128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57" y="0"/>
                </a:moveTo>
                <a:lnTo>
                  <a:pt x="0" y="0"/>
                </a:lnTo>
                <a:lnTo>
                  <a:pt x="208157" y="240532"/>
                </a:lnTo>
                <a:lnTo>
                  <a:pt x="0" y="481074"/>
                </a:lnTo>
                <a:lnTo>
                  <a:pt x="208157" y="481074"/>
                </a:lnTo>
                <a:lnTo>
                  <a:pt x="416295" y="240532"/>
                </a:lnTo>
                <a:lnTo>
                  <a:pt x="2081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2711957" y="366128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57" y="0"/>
                </a:lnTo>
                <a:lnTo>
                  <a:pt x="416295" y="240532"/>
                </a:lnTo>
                <a:lnTo>
                  <a:pt x="208157" y="481074"/>
                </a:lnTo>
                <a:lnTo>
                  <a:pt x="0" y="481074"/>
                </a:lnTo>
                <a:lnTo>
                  <a:pt x="208157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392109" y="2768864"/>
            <a:ext cx="114300" cy="2222500"/>
          </a:xfrm>
          <a:custGeom>
            <a:avLst/>
            <a:gdLst/>
            <a:ahLst/>
            <a:cxnLst/>
            <a:rect l="l" t="t" r="r" b="b"/>
            <a:pathLst>
              <a:path w="114300" h="2222500">
                <a:moveTo>
                  <a:pt x="76209" y="114198"/>
                </a:moveTo>
                <a:lnTo>
                  <a:pt x="38108" y="114249"/>
                </a:lnTo>
                <a:lnTo>
                  <a:pt x="40456" y="2222485"/>
                </a:lnTo>
                <a:lnTo>
                  <a:pt x="78556" y="2222485"/>
                </a:lnTo>
                <a:lnTo>
                  <a:pt x="76209" y="114198"/>
                </a:lnTo>
                <a:close/>
              </a:path>
              <a:path w="114300" h="2222500">
                <a:moveTo>
                  <a:pt x="57028" y="0"/>
                </a:moveTo>
                <a:lnTo>
                  <a:pt x="0" y="114299"/>
                </a:lnTo>
                <a:lnTo>
                  <a:pt x="38108" y="114249"/>
                </a:lnTo>
                <a:lnTo>
                  <a:pt x="38087" y="95249"/>
                </a:lnTo>
                <a:lnTo>
                  <a:pt x="104741" y="95097"/>
                </a:lnTo>
                <a:lnTo>
                  <a:pt x="57028" y="0"/>
                </a:lnTo>
                <a:close/>
              </a:path>
              <a:path w="114300" h="2222500">
                <a:moveTo>
                  <a:pt x="76187" y="95097"/>
                </a:moveTo>
                <a:lnTo>
                  <a:pt x="38087" y="95249"/>
                </a:lnTo>
                <a:lnTo>
                  <a:pt x="38108" y="114249"/>
                </a:lnTo>
                <a:lnTo>
                  <a:pt x="76209" y="114198"/>
                </a:lnTo>
                <a:lnTo>
                  <a:pt x="76187" y="95097"/>
                </a:lnTo>
                <a:close/>
              </a:path>
              <a:path w="114300" h="2222500">
                <a:moveTo>
                  <a:pt x="104741" y="95097"/>
                </a:moveTo>
                <a:lnTo>
                  <a:pt x="76187" y="95097"/>
                </a:lnTo>
                <a:lnTo>
                  <a:pt x="76209" y="114198"/>
                </a:lnTo>
                <a:lnTo>
                  <a:pt x="114299" y="114147"/>
                </a:lnTo>
                <a:lnTo>
                  <a:pt x="104741" y="95097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429975" y="4946273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 txBox="1"/>
          <p:nvPr/>
        </p:nvSpPr>
        <p:spPr>
          <a:xfrm>
            <a:off x="169858" y="2796219"/>
            <a:ext cx="2868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496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14"/>
          <p:cNvSpPr txBox="1"/>
          <p:nvPr/>
        </p:nvSpPr>
        <p:spPr>
          <a:xfrm>
            <a:off x="157797" y="48957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15"/>
          <p:cNvSpPr/>
          <p:nvPr/>
        </p:nvSpPr>
        <p:spPr>
          <a:xfrm>
            <a:off x="2899662" y="5116727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 txBox="1"/>
          <p:nvPr/>
        </p:nvSpPr>
        <p:spPr>
          <a:xfrm>
            <a:off x="107946" y="2488879"/>
            <a:ext cx="9639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P</a:t>
            </a:r>
            <a:r>
              <a:rPr sz="1400" b="1" spc="45" dirty="0">
                <a:solidFill>
                  <a:srgbClr val="6F2F9F"/>
                </a:solidFill>
                <a:latin typeface="Arial"/>
                <a:cs typeface="Arial"/>
              </a:rPr>
              <a:t>r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oba</a:t>
            </a:r>
            <a:r>
              <a:rPr sz="1400" b="1" spc="-35" dirty="0">
                <a:solidFill>
                  <a:srgbClr val="6F2F9F"/>
                </a:solidFill>
                <a:latin typeface="Arial"/>
                <a:cs typeface="Arial"/>
              </a:rPr>
              <a:t>b</a:t>
            </a: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ili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17"/>
          <p:cNvSpPr/>
          <p:nvPr/>
        </p:nvSpPr>
        <p:spPr>
          <a:xfrm>
            <a:off x="1312416" y="474526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2336419" y="2832885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2251773" y="291519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2602610" y="2833525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2517964" y="291583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2859023" y="283428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2774505" y="291647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2493772" y="4735233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999692" y="4743996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1331213" y="2839895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1248219" y="2926750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677850" y="4750092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3"/>
          <p:cNvSpPr/>
          <p:nvPr/>
        </p:nvSpPr>
        <p:spPr>
          <a:xfrm>
            <a:off x="3257550" y="2714625"/>
            <a:ext cx="4743450" cy="2600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4"/>
          <p:cNvSpPr/>
          <p:nvPr/>
        </p:nvSpPr>
        <p:spPr>
          <a:xfrm>
            <a:off x="3351915" y="2802879"/>
            <a:ext cx="4558030" cy="2417445"/>
          </a:xfrm>
          <a:custGeom>
            <a:avLst/>
            <a:gdLst/>
            <a:ahLst/>
            <a:cxnLst/>
            <a:rect l="l" t="t" r="r" b="b"/>
            <a:pathLst>
              <a:path w="4558030" h="2417445">
                <a:moveTo>
                  <a:pt x="4154545" y="0"/>
                </a:moveTo>
                <a:lnTo>
                  <a:pt x="402854" y="0"/>
                </a:lnTo>
                <a:lnTo>
                  <a:pt x="355870" y="2711"/>
                </a:lnTo>
                <a:lnTo>
                  <a:pt x="310479" y="10645"/>
                </a:lnTo>
                <a:lnTo>
                  <a:pt x="266982" y="23497"/>
                </a:lnTo>
                <a:lnTo>
                  <a:pt x="225683" y="40965"/>
                </a:lnTo>
                <a:lnTo>
                  <a:pt x="186882" y="62746"/>
                </a:lnTo>
                <a:lnTo>
                  <a:pt x="150883" y="88536"/>
                </a:lnTo>
                <a:lnTo>
                  <a:pt x="117988" y="118033"/>
                </a:lnTo>
                <a:lnTo>
                  <a:pt x="88498" y="150934"/>
                </a:lnTo>
                <a:lnTo>
                  <a:pt x="62716" y="186936"/>
                </a:lnTo>
                <a:lnTo>
                  <a:pt x="40944" y="225736"/>
                </a:lnTo>
                <a:lnTo>
                  <a:pt x="23484" y="267030"/>
                </a:lnTo>
                <a:lnTo>
                  <a:pt x="10638" y="310517"/>
                </a:lnTo>
                <a:lnTo>
                  <a:pt x="2710" y="355892"/>
                </a:lnTo>
                <a:lnTo>
                  <a:pt x="0" y="402854"/>
                </a:lnTo>
                <a:lnTo>
                  <a:pt x="0" y="2014353"/>
                </a:lnTo>
                <a:lnTo>
                  <a:pt x="2710" y="2061336"/>
                </a:lnTo>
                <a:lnTo>
                  <a:pt x="10638" y="2106727"/>
                </a:lnTo>
                <a:lnTo>
                  <a:pt x="23484" y="2150223"/>
                </a:lnTo>
                <a:lnTo>
                  <a:pt x="40944" y="2191522"/>
                </a:lnTo>
                <a:lnTo>
                  <a:pt x="62716" y="2230322"/>
                </a:lnTo>
                <a:lnTo>
                  <a:pt x="88498" y="2266321"/>
                </a:lnTo>
                <a:lnTo>
                  <a:pt x="117988" y="2299216"/>
                </a:lnTo>
                <a:lnTo>
                  <a:pt x="150883" y="2328705"/>
                </a:lnTo>
                <a:lnTo>
                  <a:pt x="186882" y="2354486"/>
                </a:lnTo>
                <a:lnTo>
                  <a:pt x="225683" y="2376258"/>
                </a:lnTo>
                <a:lnTo>
                  <a:pt x="266982" y="2393717"/>
                </a:lnTo>
                <a:lnTo>
                  <a:pt x="310479" y="2406562"/>
                </a:lnTo>
                <a:lnTo>
                  <a:pt x="355870" y="2414491"/>
                </a:lnTo>
                <a:lnTo>
                  <a:pt x="402854" y="2417201"/>
                </a:lnTo>
                <a:lnTo>
                  <a:pt x="4154545" y="2417201"/>
                </a:lnTo>
                <a:lnTo>
                  <a:pt x="4201531" y="2414491"/>
                </a:lnTo>
                <a:lnTo>
                  <a:pt x="4246927" y="2406562"/>
                </a:lnTo>
                <a:lnTo>
                  <a:pt x="4290431" y="2393717"/>
                </a:lnTo>
                <a:lnTo>
                  <a:pt x="4331741" y="2376258"/>
                </a:lnTo>
                <a:lnTo>
                  <a:pt x="4370552" y="2354486"/>
                </a:lnTo>
                <a:lnTo>
                  <a:pt x="4406564" y="2328705"/>
                </a:lnTo>
                <a:lnTo>
                  <a:pt x="4439472" y="2299216"/>
                </a:lnTo>
                <a:lnTo>
                  <a:pt x="4468975" y="2266321"/>
                </a:lnTo>
                <a:lnTo>
                  <a:pt x="4494770" y="2230322"/>
                </a:lnTo>
                <a:lnTo>
                  <a:pt x="4516553" y="2191522"/>
                </a:lnTo>
                <a:lnTo>
                  <a:pt x="4534023" y="2150223"/>
                </a:lnTo>
                <a:lnTo>
                  <a:pt x="4546876" y="2106727"/>
                </a:lnTo>
                <a:lnTo>
                  <a:pt x="4554810" y="2061336"/>
                </a:lnTo>
                <a:lnTo>
                  <a:pt x="4557521" y="2014353"/>
                </a:lnTo>
                <a:lnTo>
                  <a:pt x="4557521" y="402854"/>
                </a:lnTo>
                <a:lnTo>
                  <a:pt x="4554810" y="355892"/>
                </a:lnTo>
                <a:lnTo>
                  <a:pt x="4546876" y="310517"/>
                </a:lnTo>
                <a:lnTo>
                  <a:pt x="4534023" y="267030"/>
                </a:lnTo>
                <a:lnTo>
                  <a:pt x="4516553" y="225736"/>
                </a:lnTo>
                <a:lnTo>
                  <a:pt x="4494770" y="186936"/>
                </a:lnTo>
                <a:lnTo>
                  <a:pt x="4468975" y="150934"/>
                </a:lnTo>
                <a:lnTo>
                  <a:pt x="4439472" y="118033"/>
                </a:lnTo>
                <a:lnTo>
                  <a:pt x="4406564" y="88536"/>
                </a:lnTo>
                <a:lnTo>
                  <a:pt x="4370552" y="62746"/>
                </a:lnTo>
                <a:lnTo>
                  <a:pt x="4331741" y="40965"/>
                </a:lnTo>
                <a:lnTo>
                  <a:pt x="4290431" y="23497"/>
                </a:lnTo>
                <a:lnTo>
                  <a:pt x="4246927" y="10645"/>
                </a:lnTo>
                <a:lnTo>
                  <a:pt x="4201531" y="2711"/>
                </a:lnTo>
                <a:lnTo>
                  <a:pt x="41545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5"/>
          <p:cNvSpPr/>
          <p:nvPr/>
        </p:nvSpPr>
        <p:spPr>
          <a:xfrm>
            <a:off x="3351915" y="2802879"/>
            <a:ext cx="4558030" cy="2417445"/>
          </a:xfrm>
          <a:custGeom>
            <a:avLst/>
            <a:gdLst/>
            <a:ahLst/>
            <a:cxnLst/>
            <a:rect l="l" t="t" r="r" b="b"/>
            <a:pathLst>
              <a:path w="4558030" h="2417445">
                <a:moveTo>
                  <a:pt x="0" y="402854"/>
                </a:moveTo>
                <a:lnTo>
                  <a:pt x="2710" y="355892"/>
                </a:lnTo>
                <a:lnTo>
                  <a:pt x="10638" y="310517"/>
                </a:lnTo>
                <a:lnTo>
                  <a:pt x="23484" y="267030"/>
                </a:lnTo>
                <a:lnTo>
                  <a:pt x="40944" y="225736"/>
                </a:lnTo>
                <a:lnTo>
                  <a:pt x="62716" y="186936"/>
                </a:lnTo>
                <a:lnTo>
                  <a:pt x="88498" y="150934"/>
                </a:lnTo>
                <a:lnTo>
                  <a:pt x="117988" y="118033"/>
                </a:lnTo>
                <a:lnTo>
                  <a:pt x="150883" y="88536"/>
                </a:lnTo>
                <a:lnTo>
                  <a:pt x="186882" y="62746"/>
                </a:lnTo>
                <a:lnTo>
                  <a:pt x="225683" y="40965"/>
                </a:lnTo>
                <a:lnTo>
                  <a:pt x="266982" y="23497"/>
                </a:lnTo>
                <a:lnTo>
                  <a:pt x="310479" y="10645"/>
                </a:lnTo>
                <a:lnTo>
                  <a:pt x="355870" y="2711"/>
                </a:lnTo>
                <a:lnTo>
                  <a:pt x="402854" y="0"/>
                </a:lnTo>
                <a:lnTo>
                  <a:pt x="4154545" y="0"/>
                </a:lnTo>
                <a:lnTo>
                  <a:pt x="4201531" y="2711"/>
                </a:lnTo>
                <a:lnTo>
                  <a:pt x="4246927" y="10645"/>
                </a:lnTo>
                <a:lnTo>
                  <a:pt x="4290431" y="23497"/>
                </a:lnTo>
                <a:lnTo>
                  <a:pt x="4331741" y="40965"/>
                </a:lnTo>
                <a:lnTo>
                  <a:pt x="4370552" y="62746"/>
                </a:lnTo>
                <a:lnTo>
                  <a:pt x="4406564" y="88536"/>
                </a:lnTo>
                <a:lnTo>
                  <a:pt x="4439472" y="118033"/>
                </a:lnTo>
                <a:lnTo>
                  <a:pt x="4468975" y="150934"/>
                </a:lnTo>
                <a:lnTo>
                  <a:pt x="4494770" y="186936"/>
                </a:lnTo>
                <a:lnTo>
                  <a:pt x="4516553" y="225736"/>
                </a:lnTo>
                <a:lnTo>
                  <a:pt x="4534023" y="267030"/>
                </a:lnTo>
                <a:lnTo>
                  <a:pt x="4546876" y="310517"/>
                </a:lnTo>
                <a:lnTo>
                  <a:pt x="4554810" y="355892"/>
                </a:lnTo>
                <a:lnTo>
                  <a:pt x="4557521" y="402854"/>
                </a:lnTo>
                <a:lnTo>
                  <a:pt x="4557521" y="2014353"/>
                </a:lnTo>
                <a:lnTo>
                  <a:pt x="4554810" y="2061336"/>
                </a:lnTo>
                <a:lnTo>
                  <a:pt x="4546876" y="2106727"/>
                </a:lnTo>
                <a:lnTo>
                  <a:pt x="4534023" y="2150223"/>
                </a:lnTo>
                <a:lnTo>
                  <a:pt x="4516553" y="2191522"/>
                </a:lnTo>
                <a:lnTo>
                  <a:pt x="4494770" y="2230322"/>
                </a:lnTo>
                <a:lnTo>
                  <a:pt x="4468975" y="2266321"/>
                </a:lnTo>
                <a:lnTo>
                  <a:pt x="4439472" y="2299216"/>
                </a:lnTo>
                <a:lnTo>
                  <a:pt x="4406564" y="2328705"/>
                </a:lnTo>
                <a:lnTo>
                  <a:pt x="4370552" y="2354486"/>
                </a:lnTo>
                <a:lnTo>
                  <a:pt x="4331741" y="2376258"/>
                </a:lnTo>
                <a:lnTo>
                  <a:pt x="4290431" y="2393717"/>
                </a:lnTo>
                <a:lnTo>
                  <a:pt x="4246927" y="2406562"/>
                </a:lnTo>
                <a:lnTo>
                  <a:pt x="4201531" y="2414491"/>
                </a:lnTo>
                <a:lnTo>
                  <a:pt x="4154545" y="2417201"/>
                </a:lnTo>
                <a:lnTo>
                  <a:pt x="402854" y="2417201"/>
                </a:lnTo>
                <a:lnTo>
                  <a:pt x="355870" y="2414491"/>
                </a:lnTo>
                <a:lnTo>
                  <a:pt x="310479" y="2406562"/>
                </a:lnTo>
                <a:lnTo>
                  <a:pt x="266982" y="2393717"/>
                </a:lnTo>
                <a:lnTo>
                  <a:pt x="225683" y="2376258"/>
                </a:lnTo>
                <a:lnTo>
                  <a:pt x="186882" y="2354486"/>
                </a:lnTo>
                <a:lnTo>
                  <a:pt x="150883" y="2328705"/>
                </a:lnTo>
                <a:lnTo>
                  <a:pt x="117988" y="2299216"/>
                </a:lnTo>
                <a:lnTo>
                  <a:pt x="88498" y="2266321"/>
                </a:lnTo>
                <a:lnTo>
                  <a:pt x="62716" y="2230322"/>
                </a:lnTo>
                <a:lnTo>
                  <a:pt x="40944" y="2191522"/>
                </a:lnTo>
                <a:lnTo>
                  <a:pt x="23484" y="2150223"/>
                </a:lnTo>
                <a:lnTo>
                  <a:pt x="10638" y="2106727"/>
                </a:lnTo>
                <a:lnTo>
                  <a:pt x="2710" y="2061336"/>
                </a:lnTo>
                <a:lnTo>
                  <a:pt x="0" y="2014353"/>
                </a:lnTo>
                <a:lnTo>
                  <a:pt x="0" y="402854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6"/>
          <p:cNvSpPr txBox="1"/>
          <p:nvPr/>
        </p:nvSpPr>
        <p:spPr>
          <a:xfrm>
            <a:off x="3878583" y="2899724"/>
            <a:ext cx="17976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log(odds)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spc="-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log(</a:t>
            </a:r>
            <a:endParaRPr sz="2000">
              <a:latin typeface="Arial"/>
              <a:cs typeface="Arial"/>
            </a:endParaRPr>
          </a:p>
        </p:txBody>
      </p:sp>
      <p:sp>
        <p:nvSpPr>
          <p:cNvPr id="52" name="object 47"/>
          <p:cNvSpPr txBox="1"/>
          <p:nvPr/>
        </p:nvSpPr>
        <p:spPr>
          <a:xfrm>
            <a:off x="5775316" y="2813999"/>
            <a:ext cx="12014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0" dirty="0">
                <a:solidFill>
                  <a:srgbClr val="595959"/>
                </a:solidFill>
                <a:latin typeface="Cambria Math"/>
                <a:cs typeface="Cambria Math"/>
              </a:rPr>
              <a:t>𝑃(𝑁𝑜𝑡</a:t>
            </a:r>
            <a:r>
              <a:rPr sz="1500" spc="-14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500" spc="75" dirty="0">
                <a:solidFill>
                  <a:srgbClr val="595959"/>
                </a:solidFill>
                <a:latin typeface="Cambria Math"/>
                <a:cs typeface="Cambria Math"/>
              </a:rPr>
              <a:t>𝑆𝑝𝑎𝑚)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3" name="object 48"/>
          <p:cNvSpPr txBox="1"/>
          <p:nvPr/>
        </p:nvSpPr>
        <p:spPr>
          <a:xfrm>
            <a:off x="5651491" y="3099999"/>
            <a:ext cx="14395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25" dirty="0">
                <a:solidFill>
                  <a:srgbClr val="595959"/>
                </a:solidFill>
                <a:latin typeface="Cambria Math"/>
                <a:cs typeface="Cambria Math"/>
              </a:rPr>
              <a:t>1−𝑃(𝑁𝑜𝑡</a:t>
            </a:r>
            <a:r>
              <a:rPr sz="1500" spc="-150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1500" spc="55" dirty="0">
                <a:solidFill>
                  <a:srgbClr val="595959"/>
                </a:solidFill>
                <a:latin typeface="Cambria Math"/>
                <a:cs typeface="Cambria Math"/>
              </a:rPr>
              <a:t>𝑆𝑝𝑎𝑚)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4" name="object 49"/>
          <p:cNvSpPr/>
          <p:nvPr/>
        </p:nvSpPr>
        <p:spPr>
          <a:xfrm>
            <a:off x="5659892" y="3089529"/>
            <a:ext cx="1409700" cy="0"/>
          </a:xfrm>
          <a:custGeom>
            <a:avLst/>
            <a:gdLst/>
            <a:ahLst/>
            <a:cxnLst/>
            <a:rect l="l" t="t" r="r" b="b"/>
            <a:pathLst>
              <a:path w="1409700">
                <a:moveTo>
                  <a:pt x="0" y="0"/>
                </a:moveTo>
                <a:lnTo>
                  <a:pt x="14096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0"/>
          <p:cNvSpPr txBox="1"/>
          <p:nvPr/>
        </p:nvSpPr>
        <p:spPr>
          <a:xfrm>
            <a:off x="7062475" y="2899724"/>
            <a:ext cx="1117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6" name="object 51"/>
          <p:cNvSpPr txBox="1"/>
          <p:nvPr/>
        </p:nvSpPr>
        <p:spPr>
          <a:xfrm>
            <a:off x="3878583" y="3595942"/>
            <a:ext cx="17976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log(odds)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spc="-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log(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2"/>
          <p:cNvSpPr txBox="1"/>
          <p:nvPr/>
        </p:nvSpPr>
        <p:spPr>
          <a:xfrm>
            <a:off x="5775316" y="3510217"/>
            <a:ext cx="1358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0" dirty="0">
                <a:solidFill>
                  <a:srgbClr val="595959"/>
                </a:solidFill>
                <a:latin typeface="Cambria Math"/>
                <a:cs typeface="Cambria Math"/>
              </a:rPr>
              <a:t>0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8" name="object 53"/>
          <p:cNvSpPr txBox="1"/>
          <p:nvPr/>
        </p:nvSpPr>
        <p:spPr>
          <a:xfrm>
            <a:off x="5651491" y="3796348"/>
            <a:ext cx="3841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r>
              <a:rPr sz="1500" spc="-75" dirty="0">
                <a:solidFill>
                  <a:srgbClr val="595959"/>
                </a:solidFill>
                <a:latin typeface="Cambria Math"/>
                <a:cs typeface="Cambria Math"/>
              </a:rPr>
              <a:t>−</a:t>
            </a:r>
            <a:r>
              <a:rPr sz="1500" spc="30" dirty="0">
                <a:solidFill>
                  <a:srgbClr val="595959"/>
                </a:solidFill>
                <a:latin typeface="Cambria Math"/>
                <a:cs typeface="Cambria Math"/>
              </a:rPr>
              <a:t>0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9" name="object 54"/>
          <p:cNvSpPr/>
          <p:nvPr/>
        </p:nvSpPr>
        <p:spPr>
          <a:xfrm>
            <a:off x="5659892" y="3784838"/>
            <a:ext cx="352425" cy="0"/>
          </a:xfrm>
          <a:custGeom>
            <a:avLst/>
            <a:gdLst/>
            <a:ahLst/>
            <a:cxnLst/>
            <a:rect l="l" t="t" r="r" b="b"/>
            <a:pathLst>
              <a:path w="352425">
                <a:moveTo>
                  <a:pt x="0" y="0"/>
                </a:moveTo>
                <a:lnTo>
                  <a:pt x="352424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5"/>
          <p:cNvSpPr txBox="1"/>
          <p:nvPr/>
        </p:nvSpPr>
        <p:spPr>
          <a:xfrm>
            <a:off x="6013708" y="3595939"/>
            <a:ext cx="1327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1" name="object 56"/>
          <p:cNvSpPr txBox="1"/>
          <p:nvPr/>
        </p:nvSpPr>
        <p:spPr>
          <a:xfrm>
            <a:off x="5651491" y="4444927"/>
            <a:ext cx="1358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0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62" name="object 57"/>
          <p:cNvSpPr/>
          <p:nvPr/>
        </p:nvSpPr>
        <p:spPr>
          <a:xfrm>
            <a:off x="5659892" y="4432553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774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8"/>
          <p:cNvSpPr txBox="1"/>
          <p:nvPr/>
        </p:nvSpPr>
        <p:spPr>
          <a:xfrm>
            <a:off x="3878583" y="4244651"/>
            <a:ext cx="20199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log(odds)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spc="-2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log(</a:t>
            </a:r>
            <a:r>
              <a:rPr sz="2250" spc="15" baseline="44444" dirty="0">
                <a:solidFill>
                  <a:srgbClr val="595959"/>
                </a:solidFill>
                <a:latin typeface="Cambria Math"/>
                <a:cs typeface="Cambria Math"/>
              </a:rPr>
              <a:t>0</a:t>
            </a:r>
            <a:r>
              <a:rPr sz="2000" spc="10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4" name="object 59"/>
          <p:cNvSpPr txBox="1"/>
          <p:nvPr/>
        </p:nvSpPr>
        <p:spPr>
          <a:xfrm>
            <a:off x="3878591" y="4778686"/>
            <a:ext cx="31642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log(odds)=log(0)-log(1)</a:t>
            </a:r>
            <a:r>
              <a:rPr sz="2000" spc="0" dirty="0">
                <a:solidFill>
                  <a:srgbClr val="595959"/>
                </a:solidFill>
                <a:latin typeface="Wingdings"/>
                <a:cs typeface="Wingdings"/>
              </a:rPr>
              <a:t>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-∞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60"/>
          <p:cNvSpPr/>
          <p:nvPr/>
        </p:nvSpPr>
        <p:spPr>
          <a:xfrm>
            <a:off x="9011929" y="1672346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1"/>
          <p:cNvSpPr/>
          <p:nvPr/>
        </p:nvSpPr>
        <p:spPr>
          <a:xfrm>
            <a:off x="9082658" y="384390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2"/>
          <p:cNvSpPr txBox="1"/>
          <p:nvPr/>
        </p:nvSpPr>
        <p:spPr>
          <a:xfrm>
            <a:off x="8804274" y="37273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68" name="object 63"/>
          <p:cNvSpPr/>
          <p:nvPr/>
        </p:nvSpPr>
        <p:spPr>
          <a:xfrm>
            <a:off x="9011929" y="3804534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4"/>
          <p:cNvSpPr/>
          <p:nvPr/>
        </p:nvSpPr>
        <p:spPr>
          <a:xfrm>
            <a:off x="11615409" y="4026561"/>
            <a:ext cx="285343" cy="2853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5"/>
          <p:cNvSpPr txBox="1"/>
          <p:nvPr/>
        </p:nvSpPr>
        <p:spPr>
          <a:xfrm>
            <a:off x="8516626" y="5708017"/>
            <a:ext cx="3209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260" algn="l"/>
                <a:tab pos="319595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1" name="object 66"/>
          <p:cNvSpPr/>
          <p:nvPr/>
        </p:nvSpPr>
        <p:spPr>
          <a:xfrm>
            <a:off x="8982578" y="390872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391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7"/>
          <p:cNvSpPr/>
          <p:nvPr/>
        </p:nvSpPr>
        <p:spPr>
          <a:xfrm>
            <a:off x="8976228" y="390872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091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68"/>
          <p:cNvSpPr/>
          <p:nvPr/>
        </p:nvSpPr>
        <p:spPr>
          <a:xfrm>
            <a:off x="9369033" y="5610085"/>
            <a:ext cx="90496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69"/>
          <p:cNvSpPr/>
          <p:nvPr/>
        </p:nvSpPr>
        <p:spPr>
          <a:xfrm>
            <a:off x="10981304" y="5600142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0"/>
          <p:cNvSpPr txBox="1"/>
          <p:nvPr/>
        </p:nvSpPr>
        <p:spPr>
          <a:xfrm>
            <a:off x="8504308" y="1211272"/>
            <a:ext cx="944244" cy="69088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730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6" name="object 71"/>
          <p:cNvSpPr/>
          <p:nvPr/>
        </p:nvSpPr>
        <p:spPr>
          <a:xfrm>
            <a:off x="6925055" y="5029580"/>
            <a:ext cx="1496695" cy="831850"/>
          </a:xfrm>
          <a:custGeom>
            <a:avLst/>
            <a:gdLst/>
            <a:ahLst/>
            <a:cxnLst/>
            <a:rect l="l" t="t" r="r" b="b"/>
            <a:pathLst>
              <a:path w="1496695" h="831850">
                <a:moveTo>
                  <a:pt x="18287" y="0"/>
                </a:moveTo>
                <a:lnTo>
                  <a:pt x="0" y="33396"/>
                </a:lnTo>
                <a:lnTo>
                  <a:pt x="33406" y="51815"/>
                </a:lnTo>
                <a:lnTo>
                  <a:pt x="51694" y="18287"/>
                </a:lnTo>
                <a:lnTo>
                  <a:pt x="18287" y="0"/>
                </a:lnTo>
                <a:close/>
              </a:path>
              <a:path w="1496695" h="831850">
                <a:moveTo>
                  <a:pt x="85100" y="36707"/>
                </a:moveTo>
                <a:lnTo>
                  <a:pt x="66812" y="70103"/>
                </a:lnTo>
                <a:lnTo>
                  <a:pt x="100218" y="88391"/>
                </a:lnTo>
                <a:lnTo>
                  <a:pt x="118506" y="54995"/>
                </a:lnTo>
                <a:lnTo>
                  <a:pt x="85100" y="36707"/>
                </a:lnTo>
                <a:close/>
              </a:path>
              <a:path w="1496695" h="831850">
                <a:moveTo>
                  <a:pt x="151881" y="73283"/>
                </a:moveTo>
                <a:lnTo>
                  <a:pt x="133593" y="106679"/>
                </a:lnTo>
                <a:lnTo>
                  <a:pt x="166999" y="124967"/>
                </a:lnTo>
                <a:lnTo>
                  <a:pt x="185287" y="91571"/>
                </a:lnTo>
                <a:lnTo>
                  <a:pt x="151881" y="73283"/>
                </a:lnTo>
                <a:close/>
              </a:path>
              <a:path w="1496695" h="831850">
                <a:moveTo>
                  <a:pt x="218815" y="109859"/>
                </a:moveTo>
                <a:lnTo>
                  <a:pt x="200405" y="143255"/>
                </a:lnTo>
                <a:lnTo>
                  <a:pt x="233812" y="161675"/>
                </a:lnTo>
                <a:lnTo>
                  <a:pt x="252221" y="128265"/>
                </a:lnTo>
                <a:lnTo>
                  <a:pt x="218815" y="109859"/>
                </a:lnTo>
                <a:close/>
              </a:path>
              <a:path w="1496695" h="831850">
                <a:moveTo>
                  <a:pt x="285628" y="146553"/>
                </a:moveTo>
                <a:lnTo>
                  <a:pt x="267218" y="179963"/>
                </a:lnTo>
                <a:lnTo>
                  <a:pt x="300746" y="198251"/>
                </a:lnTo>
                <a:lnTo>
                  <a:pt x="319034" y="164841"/>
                </a:lnTo>
                <a:lnTo>
                  <a:pt x="285628" y="146553"/>
                </a:lnTo>
                <a:close/>
              </a:path>
              <a:path w="1496695" h="831850">
                <a:moveTo>
                  <a:pt x="352440" y="183129"/>
                </a:moveTo>
                <a:lnTo>
                  <a:pt x="334152" y="216539"/>
                </a:lnTo>
                <a:lnTo>
                  <a:pt x="367527" y="234827"/>
                </a:lnTo>
                <a:lnTo>
                  <a:pt x="385815" y="201417"/>
                </a:lnTo>
                <a:lnTo>
                  <a:pt x="352440" y="183129"/>
                </a:lnTo>
                <a:close/>
              </a:path>
              <a:path w="1496695" h="831850">
                <a:moveTo>
                  <a:pt x="419221" y="219836"/>
                </a:moveTo>
                <a:lnTo>
                  <a:pt x="400933" y="253233"/>
                </a:lnTo>
                <a:lnTo>
                  <a:pt x="434339" y="271521"/>
                </a:lnTo>
                <a:lnTo>
                  <a:pt x="452627" y="238124"/>
                </a:lnTo>
                <a:lnTo>
                  <a:pt x="419221" y="219836"/>
                </a:lnTo>
                <a:close/>
              </a:path>
              <a:path w="1496695" h="831850">
                <a:moveTo>
                  <a:pt x="486034" y="256412"/>
                </a:moveTo>
                <a:lnTo>
                  <a:pt x="467746" y="289809"/>
                </a:lnTo>
                <a:lnTo>
                  <a:pt x="501152" y="308097"/>
                </a:lnTo>
                <a:lnTo>
                  <a:pt x="519440" y="274700"/>
                </a:lnTo>
                <a:lnTo>
                  <a:pt x="486034" y="256412"/>
                </a:lnTo>
                <a:close/>
              </a:path>
              <a:path w="1496695" h="831850">
                <a:moveTo>
                  <a:pt x="552846" y="292988"/>
                </a:moveTo>
                <a:lnTo>
                  <a:pt x="534558" y="326385"/>
                </a:lnTo>
                <a:lnTo>
                  <a:pt x="567933" y="344804"/>
                </a:lnTo>
                <a:lnTo>
                  <a:pt x="586221" y="311408"/>
                </a:lnTo>
                <a:lnTo>
                  <a:pt x="552846" y="292988"/>
                </a:lnTo>
                <a:close/>
              </a:path>
              <a:path w="1496695" h="831850">
                <a:moveTo>
                  <a:pt x="619627" y="329696"/>
                </a:moveTo>
                <a:lnTo>
                  <a:pt x="601339" y="363092"/>
                </a:lnTo>
                <a:lnTo>
                  <a:pt x="634745" y="381380"/>
                </a:lnTo>
                <a:lnTo>
                  <a:pt x="653155" y="347984"/>
                </a:lnTo>
                <a:lnTo>
                  <a:pt x="619627" y="329696"/>
                </a:lnTo>
                <a:close/>
              </a:path>
              <a:path w="1496695" h="831850">
                <a:moveTo>
                  <a:pt x="686561" y="366272"/>
                </a:moveTo>
                <a:lnTo>
                  <a:pt x="668152" y="399668"/>
                </a:lnTo>
                <a:lnTo>
                  <a:pt x="701558" y="417956"/>
                </a:lnTo>
                <a:lnTo>
                  <a:pt x="719968" y="384560"/>
                </a:lnTo>
                <a:lnTo>
                  <a:pt x="686561" y="366272"/>
                </a:lnTo>
                <a:close/>
              </a:path>
              <a:path w="1496695" h="831850">
                <a:moveTo>
                  <a:pt x="753374" y="402848"/>
                </a:moveTo>
                <a:lnTo>
                  <a:pt x="735086" y="436376"/>
                </a:lnTo>
                <a:lnTo>
                  <a:pt x="768492" y="454664"/>
                </a:lnTo>
                <a:lnTo>
                  <a:pt x="786780" y="421254"/>
                </a:lnTo>
                <a:lnTo>
                  <a:pt x="753374" y="402848"/>
                </a:lnTo>
                <a:close/>
              </a:path>
              <a:path w="1496695" h="831850">
                <a:moveTo>
                  <a:pt x="820155" y="439542"/>
                </a:moveTo>
                <a:lnTo>
                  <a:pt x="801867" y="472952"/>
                </a:lnTo>
                <a:lnTo>
                  <a:pt x="835273" y="491240"/>
                </a:lnTo>
                <a:lnTo>
                  <a:pt x="853561" y="457830"/>
                </a:lnTo>
                <a:lnTo>
                  <a:pt x="820155" y="439542"/>
                </a:lnTo>
                <a:close/>
              </a:path>
              <a:path w="1496695" h="831850">
                <a:moveTo>
                  <a:pt x="886967" y="476118"/>
                </a:moveTo>
                <a:lnTo>
                  <a:pt x="868679" y="509528"/>
                </a:lnTo>
                <a:lnTo>
                  <a:pt x="902086" y="527934"/>
                </a:lnTo>
                <a:lnTo>
                  <a:pt x="920374" y="494406"/>
                </a:lnTo>
                <a:lnTo>
                  <a:pt x="886967" y="476118"/>
                </a:lnTo>
                <a:close/>
              </a:path>
              <a:path w="1496695" h="831850">
                <a:moveTo>
                  <a:pt x="953780" y="512825"/>
                </a:moveTo>
                <a:lnTo>
                  <a:pt x="935492" y="546222"/>
                </a:lnTo>
                <a:lnTo>
                  <a:pt x="968898" y="564498"/>
                </a:lnTo>
                <a:lnTo>
                  <a:pt x="987186" y="531113"/>
                </a:lnTo>
                <a:lnTo>
                  <a:pt x="953780" y="512825"/>
                </a:lnTo>
                <a:close/>
              </a:path>
              <a:path w="1496695" h="831850">
                <a:moveTo>
                  <a:pt x="1020561" y="549401"/>
                </a:moveTo>
                <a:lnTo>
                  <a:pt x="1002273" y="582811"/>
                </a:lnTo>
                <a:lnTo>
                  <a:pt x="1035679" y="601135"/>
                </a:lnTo>
                <a:lnTo>
                  <a:pt x="1053967" y="567714"/>
                </a:lnTo>
                <a:lnTo>
                  <a:pt x="1020561" y="549401"/>
                </a:lnTo>
                <a:close/>
              </a:path>
              <a:path w="1496695" h="831850">
                <a:moveTo>
                  <a:pt x="1087373" y="586026"/>
                </a:moveTo>
                <a:lnTo>
                  <a:pt x="1069085" y="619445"/>
                </a:lnTo>
                <a:lnTo>
                  <a:pt x="1102492" y="637757"/>
                </a:lnTo>
                <a:lnTo>
                  <a:pt x="1120901" y="604336"/>
                </a:lnTo>
                <a:lnTo>
                  <a:pt x="1087373" y="586026"/>
                </a:lnTo>
                <a:close/>
              </a:path>
              <a:path w="1496695" h="831850">
                <a:moveTo>
                  <a:pt x="1154308" y="622660"/>
                </a:moveTo>
                <a:lnTo>
                  <a:pt x="1135898" y="656069"/>
                </a:lnTo>
                <a:lnTo>
                  <a:pt x="1169426" y="674382"/>
                </a:lnTo>
                <a:lnTo>
                  <a:pt x="1187714" y="640973"/>
                </a:lnTo>
                <a:lnTo>
                  <a:pt x="1154308" y="622660"/>
                </a:lnTo>
                <a:close/>
              </a:path>
              <a:path w="1496695" h="831850">
                <a:moveTo>
                  <a:pt x="1221120" y="659285"/>
                </a:moveTo>
                <a:lnTo>
                  <a:pt x="1202832" y="692694"/>
                </a:lnTo>
                <a:lnTo>
                  <a:pt x="1236207" y="711006"/>
                </a:lnTo>
                <a:lnTo>
                  <a:pt x="1254495" y="677597"/>
                </a:lnTo>
                <a:lnTo>
                  <a:pt x="1221120" y="659285"/>
                </a:lnTo>
                <a:close/>
              </a:path>
              <a:path w="1496695" h="831850">
                <a:moveTo>
                  <a:pt x="1287901" y="695907"/>
                </a:moveTo>
                <a:lnTo>
                  <a:pt x="1269613" y="729316"/>
                </a:lnTo>
                <a:lnTo>
                  <a:pt x="1303019" y="747628"/>
                </a:lnTo>
                <a:lnTo>
                  <a:pt x="1321307" y="714219"/>
                </a:lnTo>
                <a:lnTo>
                  <a:pt x="1287901" y="695907"/>
                </a:lnTo>
                <a:close/>
              </a:path>
              <a:path w="1496695" h="831850">
                <a:moveTo>
                  <a:pt x="1423415" y="726734"/>
                </a:moveTo>
                <a:lnTo>
                  <a:pt x="1368430" y="826971"/>
                </a:lnTo>
                <a:lnTo>
                  <a:pt x="1496202" y="831783"/>
                </a:lnTo>
                <a:lnTo>
                  <a:pt x="1476063" y="802718"/>
                </a:lnTo>
                <a:lnTo>
                  <a:pt x="1403482" y="802718"/>
                </a:lnTo>
                <a:lnTo>
                  <a:pt x="1403238" y="802565"/>
                </a:lnTo>
                <a:lnTo>
                  <a:pt x="1421526" y="769156"/>
                </a:lnTo>
                <a:lnTo>
                  <a:pt x="1452809" y="769156"/>
                </a:lnTo>
                <a:lnTo>
                  <a:pt x="1423415" y="726734"/>
                </a:lnTo>
                <a:close/>
              </a:path>
              <a:path w="1496695" h="831850">
                <a:moveTo>
                  <a:pt x="1421526" y="769156"/>
                </a:moveTo>
                <a:lnTo>
                  <a:pt x="1403238" y="802565"/>
                </a:lnTo>
                <a:lnTo>
                  <a:pt x="1403482" y="802718"/>
                </a:lnTo>
                <a:lnTo>
                  <a:pt x="1421770" y="769299"/>
                </a:lnTo>
                <a:lnTo>
                  <a:pt x="1421526" y="769156"/>
                </a:lnTo>
                <a:close/>
              </a:path>
              <a:path w="1496695" h="831850">
                <a:moveTo>
                  <a:pt x="1452809" y="769156"/>
                </a:moveTo>
                <a:lnTo>
                  <a:pt x="1421526" y="769156"/>
                </a:lnTo>
                <a:lnTo>
                  <a:pt x="1421770" y="769299"/>
                </a:lnTo>
                <a:lnTo>
                  <a:pt x="1403482" y="802718"/>
                </a:lnTo>
                <a:lnTo>
                  <a:pt x="1476063" y="802718"/>
                </a:lnTo>
                <a:lnTo>
                  <a:pt x="1452809" y="769156"/>
                </a:lnTo>
                <a:close/>
              </a:path>
              <a:path w="1496695" h="831850">
                <a:moveTo>
                  <a:pt x="1354714" y="732531"/>
                </a:moveTo>
                <a:lnTo>
                  <a:pt x="1336426" y="765941"/>
                </a:lnTo>
                <a:lnTo>
                  <a:pt x="1369832" y="784253"/>
                </a:lnTo>
                <a:lnTo>
                  <a:pt x="1388120" y="750844"/>
                </a:lnTo>
                <a:lnTo>
                  <a:pt x="1354714" y="732531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71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990551" y="2021342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7" y="3603299"/>
                </a:moveTo>
                <a:lnTo>
                  <a:pt x="0" y="3729971"/>
                </a:lnTo>
                <a:lnTo>
                  <a:pt x="111444" y="3667429"/>
                </a:lnTo>
                <a:lnTo>
                  <a:pt x="103188" y="3661833"/>
                </a:lnTo>
                <a:lnTo>
                  <a:pt x="69210" y="3661833"/>
                </a:lnTo>
                <a:lnTo>
                  <a:pt x="37685" y="3640448"/>
                </a:lnTo>
                <a:lnTo>
                  <a:pt x="48376" y="3624679"/>
                </a:lnTo>
                <a:lnTo>
                  <a:pt x="16837" y="3603299"/>
                </a:lnTo>
                <a:close/>
              </a:path>
              <a:path w="2529204" h="3729990">
                <a:moveTo>
                  <a:pt x="48376" y="3624679"/>
                </a:moveTo>
                <a:lnTo>
                  <a:pt x="37685" y="3640448"/>
                </a:lnTo>
                <a:lnTo>
                  <a:pt x="69210" y="3661833"/>
                </a:lnTo>
                <a:lnTo>
                  <a:pt x="79908" y="3646053"/>
                </a:lnTo>
                <a:lnTo>
                  <a:pt x="48376" y="3624679"/>
                </a:lnTo>
                <a:close/>
              </a:path>
              <a:path w="2529204" h="3729990">
                <a:moveTo>
                  <a:pt x="79908" y="3646053"/>
                </a:moveTo>
                <a:lnTo>
                  <a:pt x="69210" y="3661833"/>
                </a:lnTo>
                <a:lnTo>
                  <a:pt x="103188" y="3661833"/>
                </a:lnTo>
                <a:lnTo>
                  <a:pt x="79908" y="3646053"/>
                </a:lnTo>
                <a:close/>
              </a:path>
              <a:path w="2529204" h="3729990">
                <a:moveTo>
                  <a:pt x="2448853" y="83948"/>
                </a:moveTo>
                <a:lnTo>
                  <a:pt x="48376" y="3624679"/>
                </a:lnTo>
                <a:lnTo>
                  <a:pt x="79908" y="3646053"/>
                </a:lnTo>
                <a:lnTo>
                  <a:pt x="2480339" y="105284"/>
                </a:lnTo>
                <a:lnTo>
                  <a:pt x="2448853" y="83948"/>
                </a:lnTo>
                <a:close/>
              </a:path>
              <a:path w="2529204" h="3729990">
                <a:moveTo>
                  <a:pt x="2519741" y="68183"/>
                </a:moveTo>
                <a:lnTo>
                  <a:pt x="2459540" y="68183"/>
                </a:lnTo>
                <a:lnTo>
                  <a:pt x="2491026" y="89519"/>
                </a:lnTo>
                <a:lnTo>
                  <a:pt x="2480339" y="105284"/>
                </a:lnTo>
                <a:lnTo>
                  <a:pt x="2511996" y="126735"/>
                </a:lnTo>
                <a:lnTo>
                  <a:pt x="2519741" y="68183"/>
                </a:lnTo>
                <a:close/>
              </a:path>
              <a:path w="2529204" h="3729990">
                <a:moveTo>
                  <a:pt x="2459540" y="68183"/>
                </a:moveTo>
                <a:lnTo>
                  <a:pt x="2448853" y="83948"/>
                </a:lnTo>
                <a:lnTo>
                  <a:pt x="2480339" y="105284"/>
                </a:lnTo>
                <a:lnTo>
                  <a:pt x="2491026" y="89519"/>
                </a:lnTo>
                <a:lnTo>
                  <a:pt x="2459540" y="68183"/>
                </a:lnTo>
                <a:close/>
              </a:path>
              <a:path w="2529204" h="3729990">
                <a:moveTo>
                  <a:pt x="2528760" y="0"/>
                </a:moveTo>
                <a:lnTo>
                  <a:pt x="2417356" y="62605"/>
                </a:lnTo>
                <a:lnTo>
                  <a:pt x="2448853" y="83948"/>
                </a:lnTo>
                <a:lnTo>
                  <a:pt x="2459540" y="68183"/>
                </a:lnTo>
                <a:lnTo>
                  <a:pt x="2519741" y="68183"/>
                </a:lnTo>
                <a:lnTo>
                  <a:pt x="252876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815565" y="1672346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886327" y="384390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08" y="0"/>
                </a:moveTo>
                <a:lnTo>
                  <a:pt x="2672608" y="114299"/>
                </a:lnTo>
                <a:lnTo>
                  <a:pt x="2748808" y="76199"/>
                </a:lnTo>
                <a:lnTo>
                  <a:pt x="2691658" y="76199"/>
                </a:lnTo>
                <a:lnTo>
                  <a:pt x="2691658" y="38099"/>
                </a:lnTo>
                <a:lnTo>
                  <a:pt x="2748808" y="38099"/>
                </a:lnTo>
                <a:lnTo>
                  <a:pt x="2672608" y="0"/>
                </a:lnTo>
                <a:close/>
              </a:path>
              <a:path w="2787015" h="114300">
                <a:moveTo>
                  <a:pt x="267260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08" y="76199"/>
                </a:lnTo>
                <a:lnTo>
                  <a:pt x="2672608" y="38099"/>
                </a:lnTo>
                <a:close/>
              </a:path>
              <a:path w="2787015" h="114300">
                <a:moveTo>
                  <a:pt x="2748808" y="38099"/>
                </a:moveTo>
                <a:lnTo>
                  <a:pt x="2691658" y="38099"/>
                </a:lnTo>
                <a:lnTo>
                  <a:pt x="2691658" y="76199"/>
                </a:lnTo>
                <a:lnTo>
                  <a:pt x="2748808" y="76199"/>
                </a:lnTo>
                <a:lnTo>
                  <a:pt x="2786908" y="57149"/>
                </a:lnTo>
                <a:lnTo>
                  <a:pt x="2748808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 txBox="1"/>
          <p:nvPr/>
        </p:nvSpPr>
        <p:spPr>
          <a:xfrm>
            <a:off x="601662" y="37273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9"/>
          <p:cNvSpPr/>
          <p:nvPr/>
        </p:nvSpPr>
        <p:spPr>
          <a:xfrm>
            <a:off x="815565" y="3804534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3419094" y="4026561"/>
            <a:ext cx="285343" cy="28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 txBox="1"/>
          <p:nvPr/>
        </p:nvSpPr>
        <p:spPr>
          <a:xfrm>
            <a:off x="314007" y="5708017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167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12"/>
          <p:cNvSpPr/>
          <p:nvPr/>
        </p:nvSpPr>
        <p:spPr>
          <a:xfrm>
            <a:off x="786158" y="390872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779808" y="390872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2238246" y="1646969"/>
            <a:ext cx="904965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1172617" y="5610085"/>
            <a:ext cx="90493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/>
          <p:nvPr/>
        </p:nvSpPr>
        <p:spPr>
          <a:xfrm>
            <a:off x="1680972" y="165193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1596453" y="1734251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2784981" y="5600142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2160205" y="171669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2482025" y="1716694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2770186" y="171669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6"/>
          <p:cNvSpPr txBox="1"/>
          <p:nvPr/>
        </p:nvSpPr>
        <p:spPr>
          <a:xfrm>
            <a:off x="156523" y="1211272"/>
            <a:ext cx="3373120" cy="69088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log(odds)</a:t>
            </a:r>
            <a:endParaRPr sz="1400">
              <a:latin typeface="Arial"/>
              <a:cs typeface="Arial"/>
            </a:endParaRPr>
          </a:p>
          <a:p>
            <a:pPr marL="157480">
              <a:lnSpc>
                <a:spcPct val="100000"/>
              </a:lnSpc>
              <a:spcBef>
                <a:spcPts val="765"/>
              </a:spcBef>
              <a:tabLst>
                <a:tab pos="720090" algn="l"/>
                <a:tab pos="3359150" algn="l"/>
              </a:tabLst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spc="-5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37"/>
          <p:cNvSpPr/>
          <p:nvPr/>
        </p:nvSpPr>
        <p:spPr>
          <a:xfrm>
            <a:off x="5734050" y="3581400"/>
            <a:ext cx="571500" cy="628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8"/>
          <p:cNvSpPr/>
          <p:nvPr/>
        </p:nvSpPr>
        <p:spPr>
          <a:xfrm>
            <a:off x="5851519" y="365595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32"/>
                </a:lnTo>
                <a:lnTo>
                  <a:pt x="0" y="481074"/>
                </a:lnTo>
                <a:lnTo>
                  <a:pt x="208147" y="481074"/>
                </a:lnTo>
                <a:lnTo>
                  <a:pt x="416448" y="24053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9"/>
          <p:cNvSpPr/>
          <p:nvPr/>
        </p:nvSpPr>
        <p:spPr>
          <a:xfrm>
            <a:off x="5851519" y="365595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48" y="240532"/>
                </a:lnTo>
                <a:lnTo>
                  <a:pt x="208147" y="481074"/>
                </a:lnTo>
                <a:lnTo>
                  <a:pt x="0" y="481074"/>
                </a:lnTo>
                <a:lnTo>
                  <a:pt x="208147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0"/>
          <p:cNvSpPr/>
          <p:nvPr/>
        </p:nvSpPr>
        <p:spPr>
          <a:xfrm>
            <a:off x="9187189" y="2021342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763" y="3603299"/>
                </a:moveTo>
                <a:lnTo>
                  <a:pt x="0" y="3729971"/>
                </a:lnTo>
                <a:lnTo>
                  <a:pt x="111373" y="3667429"/>
                </a:lnTo>
                <a:lnTo>
                  <a:pt x="103118" y="3661833"/>
                </a:lnTo>
                <a:lnTo>
                  <a:pt x="69220" y="3661833"/>
                </a:lnTo>
                <a:lnTo>
                  <a:pt x="37581" y="3640448"/>
                </a:lnTo>
                <a:lnTo>
                  <a:pt x="48283" y="3624664"/>
                </a:lnTo>
                <a:lnTo>
                  <a:pt x="16763" y="3603299"/>
                </a:lnTo>
                <a:close/>
              </a:path>
              <a:path w="2529204" h="3729990">
                <a:moveTo>
                  <a:pt x="48283" y="3624664"/>
                </a:moveTo>
                <a:lnTo>
                  <a:pt x="37581" y="3640448"/>
                </a:lnTo>
                <a:lnTo>
                  <a:pt x="69220" y="3661833"/>
                </a:lnTo>
                <a:lnTo>
                  <a:pt x="79892" y="3646090"/>
                </a:lnTo>
                <a:lnTo>
                  <a:pt x="48283" y="3624664"/>
                </a:lnTo>
                <a:close/>
              </a:path>
              <a:path w="2529204" h="3729990">
                <a:moveTo>
                  <a:pt x="79892" y="3646090"/>
                </a:moveTo>
                <a:lnTo>
                  <a:pt x="69220" y="3661833"/>
                </a:lnTo>
                <a:lnTo>
                  <a:pt x="103118" y="3661833"/>
                </a:lnTo>
                <a:lnTo>
                  <a:pt x="79892" y="3646090"/>
                </a:lnTo>
                <a:close/>
              </a:path>
              <a:path w="2529204" h="3729990">
                <a:moveTo>
                  <a:pt x="2448780" y="83938"/>
                </a:moveTo>
                <a:lnTo>
                  <a:pt x="48283" y="3624664"/>
                </a:lnTo>
                <a:lnTo>
                  <a:pt x="79892" y="3646090"/>
                </a:lnTo>
                <a:lnTo>
                  <a:pt x="2480284" y="105293"/>
                </a:lnTo>
                <a:lnTo>
                  <a:pt x="2448780" y="83938"/>
                </a:lnTo>
                <a:close/>
              </a:path>
              <a:path w="2529204" h="3729990">
                <a:moveTo>
                  <a:pt x="2519662" y="68183"/>
                </a:moveTo>
                <a:lnTo>
                  <a:pt x="2459461" y="68183"/>
                </a:lnTo>
                <a:lnTo>
                  <a:pt x="2490977" y="89519"/>
                </a:lnTo>
                <a:lnTo>
                  <a:pt x="2480284" y="105293"/>
                </a:lnTo>
                <a:lnTo>
                  <a:pt x="2511917" y="126735"/>
                </a:lnTo>
                <a:lnTo>
                  <a:pt x="2519662" y="68183"/>
                </a:lnTo>
                <a:close/>
              </a:path>
              <a:path w="2529204" h="3729990">
                <a:moveTo>
                  <a:pt x="2459461" y="68183"/>
                </a:moveTo>
                <a:lnTo>
                  <a:pt x="2448780" y="83938"/>
                </a:lnTo>
                <a:lnTo>
                  <a:pt x="2480284" y="105293"/>
                </a:lnTo>
                <a:lnTo>
                  <a:pt x="2490977" y="89519"/>
                </a:lnTo>
                <a:lnTo>
                  <a:pt x="2459461" y="68183"/>
                </a:lnTo>
                <a:close/>
              </a:path>
              <a:path w="2529204" h="3729990">
                <a:moveTo>
                  <a:pt x="2528681" y="0"/>
                </a:moveTo>
                <a:lnTo>
                  <a:pt x="2417307" y="62605"/>
                </a:lnTo>
                <a:lnTo>
                  <a:pt x="2448780" y="83938"/>
                </a:lnTo>
                <a:lnTo>
                  <a:pt x="2459461" y="68183"/>
                </a:lnTo>
                <a:lnTo>
                  <a:pt x="2519662" y="68183"/>
                </a:lnTo>
                <a:lnTo>
                  <a:pt x="252868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1"/>
          <p:cNvSpPr/>
          <p:nvPr/>
        </p:nvSpPr>
        <p:spPr>
          <a:xfrm>
            <a:off x="9012173" y="1672346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2"/>
          <p:cNvSpPr/>
          <p:nvPr/>
        </p:nvSpPr>
        <p:spPr>
          <a:xfrm>
            <a:off x="9082899" y="384390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96" y="0"/>
                </a:moveTo>
                <a:lnTo>
                  <a:pt x="2672596" y="114299"/>
                </a:lnTo>
                <a:lnTo>
                  <a:pt x="2748796" y="76199"/>
                </a:lnTo>
                <a:lnTo>
                  <a:pt x="2691646" y="76199"/>
                </a:lnTo>
                <a:lnTo>
                  <a:pt x="2691646" y="38099"/>
                </a:lnTo>
                <a:lnTo>
                  <a:pt x="2748796" y="38099"/>
                </a:lnTo>
                <a:lnTo>
                  <a:pt x="2672596" y="0"/>
                </a:lnTo>
                <a:close/>
              </a:path>
              <a:path w="2787015" h="114300">
                <a:moveTo>
                  <a:pt x="267259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96" y="76199"/>
                </a:lnTo>
                <a:lnTo>
                  <a:pt x="2672596" y="38099"/>
                </a:lnTo>
                <a:close/>
              </a:path>
              <a:path w="2787015" h="114300">
                <a:moveTo>
                  <a:pt x="2748796" y="38099"/>
                </a:moveTo>
                <a:lnTo>
                  <a:pt x="2691646" y="38099"/>
                </a:lnTo>
                <a:lnTo>
                  <a:pt x="2691646" y="76199"/>
                </a:lnTo>
                <a:lnTo>
                  <a:pt x="2748796" y="76199"/>
                </a:lnTo>
                <a:lnTo>
                  <a:pt x="2786896" y="57149"/>
                </a:lnTo>
                <a:lnTo>
                  <a:pt x="2748796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3"/>
          <p:cNvSpPr txBox="1"/>
          <p:nvPr/>
        </p:nvSpPr>
        <p:spPr>
          <a:xfrm>
            <a:off x="8804659" y="37273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4"/>
          <p:cNvSpPr/>
          <p:nvPr/>
        </p:nvSpPr>
        <p:spPr>
          <a:xfrm>
            <a:off x="9012173" y="3804534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5"/>
          <p:cNvSpPr/>
          <p:nvPr/>
        </p:nvSpPr>
        <p:spPr>
          <a:xfrm>
            <a:off x="11615684" y="4026561"/>
            <a:ext cx="285343" cy="2853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6"/>
          <p:cNvSpPr txBox="1"/>
          <p:nvPr/>
        </p:nvSpPr>
        <p:spPr>
          <a:xfrm>
            <a:off x="8517008" y="5708017"/>
            <a:ext cx="3208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260" algn="l"/>
                <a:tab pos="31953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47"/>
          <p:cNvSpPr/>
          <p:nvPr/>
        </p:nvSpPr>
        <p:spPr>
          <a:xfrm>
            <a:off x="10028803" y="1947915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4" h="2536190">
                <a:moveTo>
                  <a:pt x="0" y="0"/>
                </a:moveTo>
                <a:lnTo>
                  <a:pt x="14477" y="253594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48"/>
          <p:cNvSpPr/>
          <p:nvPr/>
        </p:nvSpPr>
        <p:spPr>
          <a:xfrm>
            <a:off x="10583174" y="1907804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20" h="1713229">
                <a:moveTo>
                  <a:pt x="0" y="0"/>
                </a:moveTo>
                <a:lnTo>
                  <a:pt x="7223" y="171309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49"/>
          <p:cNvSpPr/>
          <p:nvPr/>
        </p:nvSpPr>
        <p:spPr>
          <a:xfrm>
            <a:off x="10914888" y="1919478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59" h="1213485">
                <a:moveTo>
                  <a:pt x="0" y="0"/>
                </a:moveTo>
                <a:lnTo>
                  <a:pt x="10027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0"/>
          <p:cNvSpPr/>
          <p:nvPr/>
        </p:nvSpPr>
        <p:spPr>
          <a:xfrm>
            <a:off x="11193017" y="1919478"/>
            <a:ext cx="7620" cy="798195"/>
          </a:xfrm>
          <a:custGeom>
            <a:avLst/>
            <a:gdLst/>
            <a:ahLst/>
            <a:cxnLst/>
            <a:rect l="l" t="t" r="r" b="b"/>
            <a:pathLst>
              <a:path w="7620" h="798194">
                <a:moveTo>
                  <a:pt x="0" y="0"/>
                </a:moveTo>
                <a:lnTo>
                  <a:pt x="7254" y="79817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1"/>
          <p:cNvSpPr/>
          <p:nvPr/>
        </p:nvSpPr>
        <p:spPr>
          <a:xfrm>
            <a:off x="11142207" y="2936107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1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2"/>
          <p:cNvSpPr/>
          <p:nvPr/>
        </p:nvSpPr>
        <p:spPr>
          <a:xfrm>
            <a:off x="10123047" y="4387215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86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3"/>
          <p:cNvSpPr/>
          <p:nvPr/>
        </p:nvSpPr>
        <p:spPr>
          <a:xfrm>
            <a:off x="9822698" y="4851404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67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4"/>
          <p:cNvSpPr/>
          <p:nvPr/>
        </p:nvSpPr>
        <p:spPr>
          <a:xfrm>
            <a:off x="9520427" y="5302246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3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5"/>
          <p:cNvSpPr/>
          <p:nvPr/>
        </p:nvSpPr>
        <p:spPr>
          <a:xfrm>
            <a:off x="8982699" y="390872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56"/>
          <p:cNvSpPr/>
          <p:nvPr/>
        </p:nvSpPr>
        <p:spPr>
          <a:xfrm>
            <a:off x="8976349" y="390872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7"/>
          <p:cNvSpPr/>
          <p:nvPr/>
        </p:nvSpPr>
        <p:spPr>
          <a:xfrm>
            <a:off x="9082917" y="1907804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415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8"/>
          <p:cNvSpPr/>
          <p:nvPr/>
        </p:nvSpPr>
        <p:spPr>
          <a:xfrm>
            <a:off x="10434828" y="1646969"/>
            <a:ext cx="90496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59"/>
          <p:cNvSpPr/>
          <p:nvPr/>
        </p:nvSpPr>
        <p:spPr>
          <a:xfrm>
            <a:off x="9369156" y="5610085"/>
            <a:ext cx="90496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0"/>
          <p:cNvSpPr/>
          <p:nvPr/>
        </p:nvSpPr>
        <p:spPr>
          <a:xfrm>
            <a:off x="9877562" y="1651937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1"/>
          <p:cNvSpPr/>
          <p:nvPr/>
        </p:nvSpPr>
        <p:spPr>
          <a:xfrm>
            <a:off x="9793028" y="1734251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2"/>
          <p:cNvSpPr/>
          <p:nvPr/>
        </p:nvSpPr>
        <p:spPr>
          <a:xfrm>
            <a:off x="10981547" y="5600142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3"/>
          <p:cNvSpPr/>
          <p:nvPr/>
        </p:nvSpPr>
        <p:spPr>
          <a:xfrm>
            <a:off x="10356786" y="171669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4"/>
          <p:cNvSpPr/>
          <p:nvPr/>
        </p:nvSpPr>
        <p:spPr>
          <a:xfrm>
            <a:off x="10678593" y="171669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5"/>
          <p:cNvSpPr/>
          <p:nvPr/>
        </p:nvSpPr>
        <p:spPr>
          <a:xfrm>
            <a:off x="10966752" y="171669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66"/>
          <p:cNvSpPr txBox="1"/>
          <p:nvPr/>
        </p:nvSpPr>
        <p:spPr>
          <a:xfrm>
            <a:off x="8359400" y="1211272"/>
            <a:ext cx="855980" cy="69088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57480">
              <a:lnSpc>
                <a:spcPct val="100000"/>
              </a:lnSpc>
              <a:spcBef>
                <a:spcPts val="765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6610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568665" y="1634859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639439" y="3806421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08" y="0"/>
                </a:moveTo>
                <a:lnTo>
                  <a:pt x="2672608" y="114299"/>
                </a:lnTo>
                <a:lnTo>
                  <a:pt x="2748808" y="76199"/>
                </a:lnTo>
                <a:lnTo>
                  <a:pt x="2691658" y="76199"/>
                </a:lnTo>
                <a:lnTo>
                  <a:pt x="2691658" y="38099"/>
                </a:lnTo>
                <a:lnTo>
                  <a:pt x="2748808" y="38099"/>
                </a:lnTo>
                <a:lnTo>
                  <a:pt x="2672608" y="0"/>
                </a:lnTo>
                <a:close/>
              </a:path>
              <a:path w="2787015" h="114300">
                <a:moveTo>
                  <a:pt x="267260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08" y="76199"/>
                </a:lnTo>
                <a:lnTo>
                  <a:pt x="2672608" y="38099"/>
                </a:lnTo>
                <a:close/>
              </a:path>
              <a:path w="2787015" h="114300">
                <a:moveTo>
                  <a:pt x="2748808" y="38099"/>
                </a:moveTo>
                <a:lnTo>
                  <a:pt x="2691658" y="38099"/>
                </a:lnTo>
                <a:lnTo>
                  <a:pt x="2691658" y="76199"/>
                </a:lnTo>
                <a:lnTo>
                  <a:pt x="2748808" y="76199"/>
                </a:lnTo>
                <a:lnTo>
                  <a:pt x="2786908" y="57149"/>
                </a:lnTo>
                <a:lnTo>
                  <a:pt x="2748808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539258" y="3871364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391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532908" y="3871364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091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0"/>
          <p:cNvSpPr txBox="1"/>
          <p:nvPr/>
        </p:nvSpPr>
        <p:spPr>
          <a:xfrm>
            <a:off x="354643" y="369040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11"/>
          <p:cNvSpPr/>
          <p:nvPr/>
        </p:nvSpPr>
        <p:spPr>
          <a:xfrm>
            <a:off x="569726" y="3770358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81"/>
                </a:moveTo>
                <a:lnTo>
                  <a:pt x="0" y="2132481"/>
                </a:lnTo>
                <a:lnTo>
                  <a:pt x="57149" y="2246781"/>
                </a:lnTo>
                <a:lnTo>
                  <a:pt x="104774" y="2151531"/>
                </a:lnTo>
                <a:lnTo>
                  <a:pt x="38099" y="2151531"/>
                </a:lnTo>
                <a:lnTo>
                  <a:pt x="38099" y="2132481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31"/>
                </a:lnTo>
                <a:lnTo>
                  <a:pt x="76199" y="2151531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81"/>
                </a:moveTo>
                <a:lnTo>
                  <a:pt x="76199" y="2132481"/>
                </a:lnTo>
                <a:lnTo>
                  <a:pt x="76199" y="2151531"/>
                </a:lnTo>
                <a:lnTo>
                  <a:pt x="104774" y="2151531"/>
                </a:lnTo>
                <a:lnTo>
                  <a:pt x="114299" y="2132481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 txBox="1"/>
          <p:nvPr/>
        </p:nvSpPr>
        <p:spPr>
          <a:xfrm>
            <a:off x="66988" y="5670971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13"/>
          <p:cNvSpPr/>
          <p:nvPr/>
        </p:nvSpPr>
        <p:spPr>
          <a:xfrm>
            <a:off x="743651" y="1983977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7" y="3603190"/>
                </a:moveTo>
                <a:lnTo>
                  <a:pt x="0" y="3729874"/>
                </a:lnTo>
                <a:lnTo>
                  <a:pt x="111444" y="3667329"/>
                </a:lnTo>
                <a:lnTo>
                  <a:pt x="103189" y="3661733"/>
                </a:lnTo>
                <a:lnTo>
                  <a:pt x="69213" y="3661733"/>
                </a:lnTo>
                <a:lnTo>
                  <a:pt x="37673" y="3640351"/>
                </a:lnTo>
                <a:lnTo>
                  <a:pt x="48372" y="3624569"/>
                </a:lnTo>
                <a:lnTo>
                  <a:pt x="16837" y="3603190"/>
                </a:lnTo>
                <a:close/>
              </a:path>
              <a:path w="2529204" h="3729990">
                <a:moveTo>
                  <a:pt x="48372" y="3624569"/>
                </a:moveTo>
                <a:lnTo>
                  <a:pt x="37673" y="3640351"/>
                </a:lnTo>
                <a:lnTo>
                  <a:pt x="69213" y="3661733"/>
                </a:lnTo>
                <a:lnTo>
                  <a:pt x="79912" y="3645952"/>
                </a:lnTo>
                <a:lnTo>
                  <a:pt x="48372" y="3624569"/>
                </a:lnTo>
                <a:close/>
              </a:path>
              <a:path w="2529204" h="3729990">
                <a:moveTo>
                  <a:pt x="79912" y="3645952"/>
                </a:moveTo>
                <a:lnTo>
                  <a:pt x="69213" y="3661733"/>
                </a:lnTo>
                <a:lnTo>
                  <a:pt x="103189" y="3661733"/>
                </a:lnTo>
                <a:lnTo>
                  <a:pt x="79912" y="3645952"/>
                </a:lnTo>
                <a:close/>
              </a:path>
              <a:path w="2529204" h="3729990">
                <a:moveTo>
                  <a:pt x="2448849" y="83850"/>
                </a:moveTo>
                <a:lnTo>
                  <a:pt x="48372" y="3624569"/>
                </a:lnTo>
                <a:lnTo>
                  <a:pt x="79912" y="3645952"/>
                </a:lnTo>
                <a:lnTo>
                  <a:pt x="2480376" y="105247"/>
                </a:lnTo>
                <a:lnTo>
                  <a:pt x="2448849" y="83850"/>
                </a:lnTo>
                <a:close/>
              </a:path>
              <a:path w="2529204" h="3729990">
                <a:moveTo>
                  <a:pt x="2519679" y="68061"/>
                </a:moveTo>
                <a:lnTo>
                  <a:pt x="2459553" y="68061"/>
                </a:lnTo>
                <a:lnTo>
                  <a:pt x="2491038" y="89519"/>
                </a:lnTo>
                <a:lnTo>
                  <a:pt x="2480376" y="105247"/>
                </a:lnTo>
                <a:lnTo>
                  <a:pt x="2511856" y="126613"/>
                </a:lnTo>
                <a:lnTo>
                  <a:pt x="2519679" y="68061"/>
                </a:lnTo>
                <a:close/>
              </a:path>
              <a:path w="2529204" h="3729990">
                <a:moveTo>
                  <a:pt x="2459553" y="68061"/>
                </a:moveTo>
                <a:lnTo>
                  <a:pt x="2448849" y="83850"/>
                </a:lnTo>
                <a:lnTo>
                  <a:pt x="2480376" y="105247"/>
                </a:lnTo>
                <a:lnTo>
                  <a:pt x="2491038" y="89519"/>
                </a:lnTo>
                <a:lnTo>
                  <a:pt x="2459553" y="68061"/>
                </a:lnTo>
                <a:close/>
              </a:path>
              <a:path w="2529204" h="3729990">
                <a:moveTo>
                  <a:pt x="2528773" y="0"/>
                </a:moveTo>
                <a:lnTo>
                  <a:pt x="2417368" y="62483"/>
                </a:lnTo>
                <a:lnTo>
                  <a:pt x="2448849" y="83850"/>
                </a:lnTo>
                <a:lnTo>
                  <a:pt x="2459553" y="68061"/>
                </a:lnTo>
                <a:lnTo>
                  <a:pt x="2519679" y="68061"/>
                </a:lnTo>
                <a:lnTo>
                  <a:pt x="252877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/>
          <p:nvPr/>
        </p:nvSpPr>
        <p:spPr>
          <a:xfrm>
            <a:off x="1991359" y="1609482"/>
            <a:ext cx="904965" cy="302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5"/>
          <p:cNvSpPr/>
          <p:nvPr/>
        </p:nvSpPr>
        <p:spPr>
          <a:xfrm>
            <a:off x="925714" y="5572622"/>
            <a:ext cx="904953" cy="302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6"/>
          <p:cNvSpPr/>
          <p:nvPr/>
        </p:nvSpPr>
        <p:spPr>
          <a:xfrm>
            <a:off x="3172084" y="3989074"/>
            <a:ext cx="285343" cy="285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7"/>
          <p:cNvSpPr/>
          <p:nvPr/>
        </p:nvSpPr>
        <p:spPr>
          <a:xfrm>
            <a:off x="1434083" y="1614450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8"/>
          <p:cNvSpPr/>
          <p:nvPr/>
        </p:nvSpPr>
        <p:spPr>
          <a:xfrm>
            <a:off x="1349565" y="1696733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/>
          <p:cNvSpPr/>
          <p:nvPr/>
        </p:nvSpPr>
        <p:spPr>
          <a:xfrm>
            <a:off x="2538093" y="5562680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0"/>
          <p:cNvSpPr/>
          <p:nvPr/>
        </p:nvSpPr>
        <p:spPr>
          <a:xfrm>
            <a:off x="1913317" y="1679238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1"/>
          <p:cNvSpPr/>
          <p:nvPr/>
        </p:nvSpPr>
        <p:spPr>
          <a:xfrm>
            <a:off x="2235137" y="1679238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2"/>
          <p:cNvSpPr/>
          <p:nvPr/>
        </p:nvSpPr>
        <p:spPr>
          <a:xfrm>
            <a:off x="2523298" y="1679238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3"/>
          <p:cNvSpPr/>
          <p:nvPr/>
        </p:nvSpPr>
        <p:spPr>
          <a:xfrm>
            <a:off x="5219700" y="3186535"/>
            <a:ext cx="1647825" cy="13239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4"/>
          <p:cNvSpPr/>
          <p:nvPr/>
        </p:nvSpPr>
        <p:spPr>
          <a:xfrm>
            <a:off x="5343662" y="3263496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903091" y="0"/>
                </a:moveTo>
                <a:lnTo>
                  <a:pt x="0" y="0"/>
                </a:lnTo>
                <a:lnTo>
                  <a:pt x="585856" y="585846"/>
                </a:lnTo>
                <a:lnTo>
                  <a:pt x="0" y="1171706"/>
                </a:lnTo>
                <a:lnTo>
                  <a:pt x="903091" y="1171706"/>
                </a:lnTo>
                <a:lnTo>
                  <a:pt x="1488947" y="585846"/>
                </a:lnTo>
                <a:lnTo>
                  <a:pt x="9030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5"/>
          <p:cNvSpPr/>
          <p:nvPr/>
        </p:nvSpPr>
        <p:spPr>
          <a:xfrm>
            <a:off x="5343662" y="3263496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0" y="0"/>
                </a:moveTo>
                <a:lnTo>
                  <a:pt x="903091" y="0"/>
                </a:lnTo>
                <a:lnTo>
                  <a:pt x="1488947" y="585846"/>
                </a:lnTo>
                <a:lnTo>
                  <a:pt x="903091" y="1171706"/>
                </a:lnTo>
                <a:lnTo>
                  <a:pt x="0" y="1171706"/>
                </a:lnTo>
                <a:lnTo>
                  <a:pt x="585856" y="5858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6"/>
          <p:cNvSpPr/>
          <p:nvPr/>
        </p:nvSpPr>
        <p:spPr>
          <a:xfrm>
            <a:off x="5267309" y="3205585"/>
            <a:ext cx="1619250" cy="12858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7"/>
          <p:cNvSpPr/>
          <p:nvPr/>
        </p:nvSpPr>
        <p:spPr>
          <a:xfrm>
            <a:off x="5362559" y="3348460"/>
            <a:ext cx="1333500" cy="10096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8"/>
          <p:cNvSpPr/>
          <p:nvPr/>
        </p:nvSpPr>
        <p:spPr>
          <a:xfrm>
            <a:off x="5496945" y="3474327"/>
            <a:ext cx="1067435" cy="750570"/>
          </a:xfrm>
          <a:custGeom>
            <a:avLst/>
            <a:gdLst/>
            <a:ahLst/>
            <a:cxnLst/>
            <a:rect l="l" t="t" r="r" b="b"/>
            <a:pathLst>
              <a:path w="1067434" h="750570">
                <a:moveTo>
                  <a:pt x="942075" y="0"/>
                </a:moveTo>
                <a:lnTo>
                  <a:pt x="125089" y="0"/>
                </a:lnTo>
                <a:lnTo>
                  <a:pt x="76393" y="9827"/>
                </a:lnTo>
                <a:lnTo>
                  <a:pt x="36633" y="36620"/>
                </a:lnTo>
                <a:lnTo>
                  <a:pt x="9828" y="76343"/>
                </a:lnTo>
                <a:lnTo>
                  <a:pt x="0" y="124961"/>
                </a:lnTo>
                <a:lnTo>
                  <a:pt x="0" y="624952"/>
                </a:lnTo>
                <a:lnTo>
                  <a:pt x="9828" y="673647"/>
                </a:lnTo>
                <a:lnTo>
                  <a:pt x="36633" y="713411"/>
                </a:lnTo>
                <a:lnTo>
                  <a:pt x="76393" y="740221"/>
                </a:lnTo>
                <a:lnTo>
                  <a:pt x="125089" y="750051"/>
                </a:lnTo>
                <a:lnTo>
                  <a:pt x="942075" y="750051"/>
                </a:lnTo>
                <a:lnTo>
                  <a:pt x="990752" y="740221"/>
                </a:lnTo>
                <a:lnTo>
                  <a:pt x="1030471" y="713411"/>
                </a:lnTo>
                <a:lnTo>
                  <a:pt x="1057234" y="673647"/>
                </a:lnTo>
                <a:lnTo>
                  <a:pt x="1067043" y="624952"/>
                </a:lnTo>
                <a:lnTo>
                  <a:pt x="1067043" y="124961"/>
                </a:lnTo>
                <a:lnTo>
                  <a:pt x="1057234" y="76343"/>
                </a:lnTo>
                <a:lnTo>
                  <a:pt x="1030471" y="36620"/>
                </a:lnTo>
                <a:lnTo>
                  <a:pt x="990752" y="9827"/>
                </a:lnTo>
                <a:lnTo>
                  <a:pt x="942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9"/>
          <p:cNvSpPr/>
          <p:nvPr/>
        </p:nvSpPr>
        <p:spPr>
          <a:xfrm>
            <a:off x="5496945" y="3474327"/>
            <a:ext cx="1067435" cy="750570"/>
          </a:xfrm>
          <a:custGeom>
            <a:avLst/>
            <a:gdLst/>
            <a:ahLst/>
            <a:cxnLst/>
            <a:rect l="l" t="t" r="r" b="b"/>
            <a:pathLst>
              <a:path w="1067434" h="750570">
                <a:moveTo>
                  <a:pt x="0" y="124961"/>
                </a:moveTo>
                <a:lnTo>
                  <a:pt x="9828" y="76343"/>
                </a:lnTo>
                <a:lnTo>
                  <a:pt x="36633" y="36620"/>
                </a:lnTo>
                <a:lnTo>
                  <a:pt x="76393" y="9827"/>
                </a:lnTo>
                <a:lnTo>
                  <a:pt x="125089" y="0"/>
                </a:lnTo>
                <a:lnTo>
                  <a:pt x="942075" y="0"/>
                </a:lnTo>
                <a:lnTo>
                  <a:pt x="990752" y="9827"/>
                </a:lnTo>
                <a:lnTo>
                  <a:pt x="1030471" y="36620"/>
                </a:lnTo>
                <a:lnTo>
                  <a:pt x="1057234" y="76343"/>
                </a:lnTo>
                <a:lnTo>
                  <a:pt x="1067043" y="124961"/>
                </a:lnTo>
                <a:lnTo>
                  <a:pt x="1067043" y="624952"/>
                </a:lnTo>
                <a:lnTo>
                  <a:pt x="1057234" y="673647"/>
                </a:lnTo>
                <a:lnTo>
                  <a:pt x="1030471" y="713411"/>
                </a:lnTo>
                <a:lnTo>
                  <a:pt x="990752" y="740221"/>
                </a:lnTo>
                <a:lnTo>
                  <a:pt x="942075" y="750051"/>
                </a:lnTo>
                <a:lnTo>
                  <a:pt x="125089" y="750051"/>
                </a:lnTo>
                <a:lnTo>
                  <a:pt x="76393" y="740221"/>
                </a:lnTo>
                <a:lnTo>
                  <a:pt x="36633" y="713411"/>
                </a:lnTo>
                <a:lnTo>
                  <a:pt x="9828" y="673647"/>
                </a:lnTo>
                <a:lnTo>
                  <a:pt x="0" y="624952"/>
                </a:lnTo>
                <a:lnTo>
                  <a:pt x="0" y="124961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30"/>
          <p:cNvSpPr txBox="1"/>
          <p:nvPr/>
        </p:nvSpPr>
        <p:spPr>
          <a:xfrm>
            <a:off x="5663188" y="3421800"/>
            <a:ext cx="802005" cy="674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050">
              <a:lnSpc>
                <a:spcPct val="152000"/>
              </a:lnSpc>
              <a:spcBef>
                <a:spcPts val="90"/>
              </a:spcBef>
            </a:pP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Sigmoid  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Func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31"/>
          <p:cNvSpPr txBox="1"/>
          <p:nvPr/>
        </p:nvSpPr>
        <p:spPr>
          <a:xfrm>
            <a:off x="5528945" y="1003654"/>
            <a:ext cx="11525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H</a:t>
            </a:r>
            <a:r>
              <a:rPr sz="3200" b="1" spc="-1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3200" b="1" spc="125" dirty="0">
                <a:solidFill>
                  <a:srgbClr val="6F2F9F"/>
                </a:solidFill>
                <a:latin typeface="Arial"/>
                <a:cs typeface="Arial"/>
              </a:rPr>
              <a:t>w</a:t>
            </a: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  <p:sp>
        <p:nvSpPr>
          <p:cNvPr id="50" name="object 32"/>
          <p:cNvSpPr/>
          <p:nvPr/>
        </p:nvSpPr>
        <p:spPr>
          <a:xfrm>
            <a:off x="9385310" y="2909419"/>
            <a:ext cx="1677671" cy="199352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3"/>
          <p:cNvSpPr/>
          <p:nvPr/>
        </p:nvSpPr>
        <p:spPr>
          <a:xfrm>
            <a:off x="8797290" y="2667856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099" y="114218"/>
                </a:moveTo>
                <a:lnTo>
                  <a:pt x="37999" y="114259"/>
                </a:lnTo>
                <a:lnTo>
                  <a:pt x="40385" y="2222510"/>
                </a:lnTo>
                <a:lnTo>
                  <a:pt x="78485" y="2222510"/>
                </a:lnTo>
                <a:lnTo>
                  <a:pt x="76099" y="114218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299"/>
                </a:lnTo>
                <a:lnTo>
                  <a:pt x="37999" y="114259"/>
                </a:lnTo>
                <a:lnTo>
                  <a:pt x="37978" y="95249"/>
                </a:lnTo>
                <a:lnTo>
                  <a:pt x="104744" y="95128"/>
                </a:lnTo>
                <a:lnTo>
                  <a:pt x="57028" y="0"/>
                </a:lnTo>
                <a:close/>
              </a:path>
              <a:path w="114300" h="2223135">
                <a:moveTo>
                  <a:pt x="76078" y="95128"/>
                </a:moveTo>
                <a:lnTo>
                  <a:pt x="37978" y="95249"/>
                </a:lnTo>
                <a:lnTo>
                  <a:pt x="37999" y="114259"/>
                </a:lnTo>
                <a:lnTo>
                  <a:pt x="76099" y="114218"/>
                </a:lnTo>
                <a:lnTo>
                  <a:pt x="76078" y="95128"/>
                </a:lnTo>
                <a:close/>
              </a:path>
              <a:path w="114300" h="2223135">
                <a:moveTo>
                  <a:pt x="104744" y="95128"/>
                </a:moveTo>
                <a:lnTo>
                  <a:pt x="76078" y="95128"/>
                </a:lnTo>
                <a:lnTo>
                  <a:pt x="76099" y="114218"/>
                </a:lnTo>
                <a:lnTo>
                  <a:pt x="114299" y="114178"/>
                </a:lnTo>
                <a:lnTo>
                  <a:pt x="104744" y="95128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4"/>
          <p:cNvSpPr/>
          <p:nvPr/>
        </p:nvSpPr>
        <p:spPr>
          <a:xfrm>
            <a:off x="8835139" y="4845277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83" y="0"/>
                </a:moveTo>
                <a:lnTo>
                  <a:pt x="2672583" y="114299"/>
                </a:lnTo>
                <a:lnTo>
                  <a:pt x="2748783" y="76199"/>
                </a:lnTo>
                <a:lnTo>
                  <a:pt x="2691633" y="76199"/>
                </a:lnTo>
                <a:lnTo>
                  <a:pt x="2691633" y="38099"/>
                </a:lnTo>
                <a:lnTo>
                  <a:pt x="2748783" y="38099"/>
                </a:lnTo>
                <a:lnTo>
                  <a:pt x="2672583" y="0"/>
                </a:lnTo>
                <a:close/>
              </a:path>
              <a:path w="2787015" h="114300">
                <a:moveTo>
                  <a:pt x="267258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83" y="76199"/>
                </a:lnTo>
                <a:lnTo>
                  <a:pt x="2672583" y="38099"/>
                </a:lnTo>
                <a:close/>
              </a:path>
              <a:path w="2787015" h="114300">
                <a:moveTo>
                  <a:pt x="2748783" y="38099"/>
                </a:moveTo>
                <a:lnTo>
                  <a:pt x="2691633" y="38099"/>
                </a:lnTo>
                <a:lnTo>
                  <a:pt x="2691633" y="76199"/>
                </a:lnTo>
                <a:lnTo>
                  <a:pt x="2748783" y="76199"/>
                </a:lnTo>
                <a:lnTo>
                  <a:pt x="2786883" y="57149"/>
                </a:lnTo>
                <a:lnTo>
                  <a:pt x="2748783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5"/>
          <p:cNvSpPr txBox="1"/>
          <p:nvPr/>
        </p:nvSpPr>
        <p:spPr>
          <a:xfrm>
            <a:off x="8534787" y="4674656"/>
            <a:ext cx="290830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05"/>
              </a:lnSpc>
              <a:spcBef>
                <a:spcPts val="100"/>
              </a:spcBef>
            </a:pPr>
            <a:r>
              <a:rPr sz="1050" spc="1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spc="0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050" spc="1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  <a:p>
            <a:pPr marL="46990">
              <a:lnSpc>
                <a:spcPts val="2005"/>
              </a:lnSpc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36"/>
          <p:cNvSpPr/>
          <p:nvPr/>
        </p:nvSpPr>
        <p:spPr>
          <a:xfrm>
            <a:off x="11304909" y="5015793"/>
            <a:ext cx="285343" cy="285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7"/>
          <p:cNvSpPr txBox="1"/>
          <p:nvPr/>
        </p:nvSpPr>
        <p:spPr>
          <a:xfrm>
            <a:off x="8412486" y="2144813"/>
            <a:ext cx="3030855" cy="800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r>
              <a:rPr sz="1400" b="1" spc="-2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3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180975">
              <a:lnSpc>
                <a:spcPct val="100000"/>
              </a:lnSpc>
              <a:spcBef>
                <a:spcPts val="500"/>
              </a:spcBef>
              <a:tabLst>
                <a:tab pos="30175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6" name="object 38"/>
          <p:cNvSpPr/>
          <p:nvPr/>
        </p:nvSpPr>
        <p:spPr>
          <a:xfrm>
            <a:off x="9903317" y="4558553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9"/>
          <p:cNvSpPr/>
          <p:nvPr/>
        </p:nvSpPr>
        <p:spPr>
          <a:xfrm>
            <a:off x="10741517" y="2827158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0"/>
          <p:cNvSpPr/>
          <p:nvPr/>
        </p:nvSpPr>
        <p:spPr>
          <a:xfrm>
            <a:off x="10701088" y="2901455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1"/>
          <p:cNvSpPr/>
          <p:nvPr/>
        </p:nvSpPr>
        <p:spPr>
          <a:xfrm>
            <a:off x="11264127" y="2814204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2"/>
          <p:cNvSpPr/>
          <p:nvPr/>
        </p:nvSpPr>
        <p:spPr>
          <a:xfrm>
            <a:off x="11233604" y="2902979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3"/>
          <p:cNvSpPr/>
          <p:nvPr/>
        </p:nvSpPr>
        <p:spPr>
          <a:xfrm>
            <a:off x="10414772" y="2876322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4"/>
          <p:cNvSpPr/>
          <p:nvPr/>
        </p:nvSpPr>
        <p:spPr>
          <a:xfrm>
            <a:off x="9054327" y="4615703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5"/>
          <p:cNvSpPr/>
          <p:nvPr/>
        </p:nvSpPr>
        <p:spPr>
          <a:xfrm>
            <a:off x="9376288" y="4612783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6"/>
          <p:cNvSpPr/>
          <p:nvPr/>
        </p:nvSpPr>
        <p:spPr>
          <a:xfrm>
            <a:off x="9659508" y="4588018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7"/>
          <p:cNvSpPr/>
          <p:nvPr/>
        </p:nvSpPr>
        <p:spPr>
          <a:xfrm>
            <a:off x="9588812" y="4674897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8"/>
          <p:cNvSpPr/>
          <p:nvPr/>
        </p:nvSpPr>
        <p:spPr>
          <a:xfrm>
            <a:off x="10359438" y="2958605"/>
            <a:ext cx="191579" cy="2084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9"/>
          <p:cNvSpPr/>
          <p:nvPr/>
        </p:nvSpPr>
        <p:spPr>
          <a:xfrm>
            <a:off x="11007730" y="2818257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4"/>
          <p:cNvSpPr txBox="1"/>
          <p:nvPr/>
        </p:nvSpPr>
        <p:spPr>
          <a:xfrm>
            <a:off x="128901" y="1266862"/>
            <a:ext cx="8559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788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/>
          <p:cNvSpPr/>
          <p:nvPr/>
        </p:nvSpPr>
        <p:spPr>
          <a:xfrm>
            <a:off x="0" y="272690"/>
            <a:ext cx="3990990" cy="592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/>
          <p:cNvSpPr/>
          <p:nvPr/>
        </p:nvSpPr>
        <p:spPr>
          <a:xfrm>
            <a:off x="0" y="272690"/>
            <a:ext cx="3886200" cy="1311635"/>
          </a:xfrm>
          <a:custGeom>
            <a:avLst/>
            <a:gdLst/>
            <a:ahLst/>
            <a:cxnLst/>
            <a:rect l="l" t="t" r="r" b="b"/>
            <a:pathLst>
              <a:path w="3886200" h="1584325">
                <a:moveTo>
                  <a:pt x="0" y="1583710"/>
                </a:moveTo>
                <a:lnTo>
                  <a:pt x="3886199" y="1583710"/>
                </a:lnTo>
                <a:lnTo>
                  <a:pt x="3886199" y="0"/>
                </a:lnTo>
                <a:lnTo>
                  <a:pt x="0" y="0"/>
                </a:lnTo>
                <a:lnTo>
                  <a:pt x="0" y="158371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/>
          <p:cNvSpPr/>
          <p:nvPr/>
        </p:nvSpPr>
        <p:spPr>
          <a:xfrm>
            <a:off x="0" y="2570227"/>
            <a:ext cx="3886200" cy="3622756"/>
          </a:xfrm>
          <a:custGeom>
            <a:avLst/>
            <a:gdLst/>
            <a:ahLst/>
            <a:cxnLst/>
            <a:rect l="l" t="t" r="r" b="b"/>
            <a:pathLst>
              <a:path w="3886200" h="4288155">
                <a:moveTo>
                  <a:pt x="0" y="4287773"/>
                </a:moveTo>
                <a:lnTo>
                  <a:pt x="3886199" y="4287773"/>
                </a:lnTo>
                <a:lnTo>
                  <a:pt x="388619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0" y="1583710"/>
            <a:ext cx="3886200" cy="986790"/>
          </a:xfrm>
          <a:custGeom>
            <a:avLst/>
            <a:gdLst/>
            <a:ahLst/>
            <a:cxnLst/>
            <a:rect l="l" t="t" r="r" b="b"/>
            <a:pathLst>
              <a:path w="3886200" h="986789">
                <a:moveTo>
                  <a:pt x="0" y="986515"/>
                </a:moveTo>
                <a:lnTo>
                  <a:pt x="3886199" y="986515"/>
                </a:lnTo>
                <a:lnTo>
                  <a:pt x="3886199" y="0"/>
                </a:lnTo>
                <a:lnTo>
                  <a:pt x="0" y="0"/>
                </a:lnTo>
                <a:lnTo>
                  <a:pt x="0" y="98651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 txBox="1">
            <a:spLocks noGrp="1"/>
          </p:cNvSpPr>
          <p:nvPr>
            <p:ph type="title"/>
          </p:nvPr>
        </p:nvSpPr>
        <p:spPr>
          <a:xfrm>
            <a:off x="-12700" y="1591242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solidFill>
                  <a:schemeClr val="bg1"/>
                </a:solidFill>
              </a:rPr>
              <a:t>STEP:3</a:t>
            </a:r>
          </a:p>
        </p:txBody>
      </p:sp>
      <p:sp>
        <p:nvSpPr>
          <p:cNvPr id="31" name="object 9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/>
          <p:nvPr/>
        </p:nvSpPr>
        <p:spPr>
          <a:xfrm>
            <a:off x="195786" y="274115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13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/>
          <p:cNvSpPr/>
          <p:nvPr/>
        </p:nvSpPr>
        <p:spPr>
          <a:xfrm>
            <a:off x="195786" y="346380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0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2"/>
          <p:cNvSpPr txBox="1"/>
          <p:nvPr/>
        </p:nvSpPr>
        <p:spPr>
          <a:xfrm>
            <a:off x="569277" y="3610290"/>
            <a:ext cx="2552700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17145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  <a:p>
            <a:pPr marL="12700" marR="5080" indent="342900">
              <a:lnSpc>
                <a:spcPct val="289800"/>
              </a:lnSpc>
              <a:spcBef>
                <a:spcPts val="290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line 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91" name="object 2"/>
          <p:cNvSpPr/>
          <p:nvPr/>
        </p:nvSpPr>
        <p:spPr>
          <a:xfrm>
            <a:off x="4081987" y="1467415"/>
            <a:ext cx="8013032" cy="48641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23"/>
          <p:cNvSpPr txBox="1"/>
          <p:nvPr/>
        </p:nvSpPr>
        <p:spPr>
          <a:xfrm>
            <a:off x="4125986" y="2072186"/>
            <a:ext cx="8722172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10" dirty="0">
                <a:solidFill>
                  <a:srgbClr val="6F2F9F"/>
                </a:solidFill>
                <a:latin typeface="Arial"/>
                <a:cs typeface="Arial"/>
              </a:rPr>
              <a:t>What does </a:t>
            </a:r>
            <a:r>
              <a:rPr sz="3600" b="1" spc="-15" dirty="0">
                <a:solidFill>
                  <a:srgbClr val="6F2F9F"/>
                </a:solidFill>
                <a:latin typeface="Arial"/>
                <a:cs typeface="Arial"/>
              </a:rPr>
              <a:t>Sigmoid Function</a:t>
            </a:r>
            <a:r>
              <a:rPr sz="3600" b="1" spc="3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6F2F9F"/>
                </a:solidFill>
                <a:latin typeface="Arial"/>
                <a:cs typeface="Arial"/>
              </a:rPr>
              <a:t>mean?</a:t>
            </a:r>
            <a:endParaRPr sz="3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371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/>
          <p:cNvSpPr/>
          <p:nvPr/>
        </p:nvSpPr>
        <p:spPr>
          <a:xfrm>
            <a:off x="0" y="272690"/>
            <a:ext cx="3990990" cy="592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/>
          <p:cNvSpPr/>
          <p:nvPr/>
        </p:nvSpPr>
        <p:spPr>
          <a:xfrm>
            <a:off x="0" y="272690"/>
            <a:ext cx="3886200" cy="1311635"/>
          </a:xfrm>
          <a:custGeom>
            <a:avLst/>
            <a:gdLst/>
            <a:ahLst/>
            <a:cxnLst/>
            <a:rect l="l" t="t" r="r" b="b"/>
            <a:pathLst>
              <a:path w="3886200" h="1584325">
                <a:moveTo>
                  <a:pt x="0" y="1583710"/>
                </a:moveTo>
                <a:lnTo>
                  <a:pt x="3886199" y="1583710"/>
                </a:lnTo>
                <a:lnTo>
                  <a:pt x="3886199" y="0"/>
                </a:lnTo>
                <a:lnTo>
                  <a:pt x="0" y="0"/>
                </a:lnTo>
                <a:lnTo>
                  <a:pt x="0" y="158371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/>
          <p:cNvSpPr/>
          <p:nvPr/>
        </p:nvSpPr>
        <p:spPr>
          <a:xfrm>
            <a:off x="0" y="2570227"/>
            <a:ext cx="3886200" cy="3622756"/>
          </a:xfrm>
          <a:custGeom>
            <a:avLst/>
            <a:gdLst/>
            <a:ahLst/>
            <a:cxnLst/>
            <a:rect l="l" t="t" r="r" b="b"/>
            <a:pathLst>
              <a:path w="3886200" h="4288155">
                <a:moveTo>
                  <a:pt x="0" y="4287773"/>
                </a:moveTo>
                <a:lnTo>
                  <a:pt x="3886199" y="4287773"/>
                </a:lnTo>
                <a:lnTo>
                  <a:pt x="388619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0" y="1583710"/>
            <a:ext cx="3886200" cy="986790"/>
          </a:xfrm>
          <a:custGeom>
            <a:avLst/>
            <a:gdLst/>
            <a:ahLst/>
            <a:cxnLst/>
            <a:rect l="l" t="t" r="r" b="b"/>
            <a:pathLst>
              <a:path w="3886200" h="986789">
                <a:moveTo>
                  <a:pt x="0" y="986515"/>
                </a:moveTo>
                <a:lnTo>
                  <a:pt x="3886199" y="986515"/>
                </a:lnTo>
                <a:lnTo>
                  <a:pt x="3886199" y="0"/>
                </a:lnTo>
                <a:lnTo>
                  <a:pt x="0" y="0"/>
                </a:lnTo>
                <a:lnTo>
                  <a:pt x="0" y="98651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 txBox="1">
            <a:spLocks noGrp="1"/>
          </p:cNvSpPr>
          <p:nvPr>
            <p:ph type="title"/>
          </p:nvPr>
        </p:nvSpPr>
        <p:spPr>
          <a:xfrm>
            <a:off x="-12700" y="1591242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solidFill>
                  <a:schemeClr val="bg1"/>
                </a:solidFill>
              </a:rPr>
              <a:t>STEP:3</a:t>
            </a:r>
          </a:p>
        </p:txBody>
      </p:sp>
      <p:sp>
        <p:nvSpPr>
          <p:cNvPr id="31" name="object 9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/>
          <p:nvPr/>
        </p:nvSpPr>
        <p:spPr>
          <a:xfrm>
            <a:off x="195786" y="274115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13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/>
          <p:cNvSpPr/>
          <p:nvPr/>
        </p:nvSpPr>
        <p:spPr>
          <a:xfrm>
            <a:off x="195786" y="346380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0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2"/>
          <p:cNvSpPr txBox="1"/>
          <p:nvPr/>
        </p:nvSpPr>
        <p:spPr>
          <a:xfrm>
            <a:off x="569277" y="3610290"/>
            <a:ext cx="2552700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17145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  <a:p>
            <a:pPr marL="12700" marR="5080" indent="342900">
              <a:lnSpc>
                <a:spcPct val="289800"/>
              </a:lnSpc>
              <a:spcBef>
                <a:spcPts val="290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line 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6"/>
          <p:cNvSpPr txBox="1">
            <a:spLocks/>
          </p:cNvSpPr>
          <p:nvPr/>
        </p:nvSpPr>
        <p:spPr>
          <a:xfrm>
            <a:off x="5169158" y="382808"/>
            <a:ext cx="2983230" cy="438150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700" spc="-15" smtClean="0">
                <a:solidFill>
                  <a:srgbClr val="6F2F9F"/>
                </a:solidFill>
              </a:rPr>
              <a:t>Sigmoid</a:t>
            </a:r>
            <a:r>
              <a:rPr lang="en-US" sz="2700" spc="-130" smtClean="0">
                <a:solidFill>
                  <a:srgbClr val="6F2F9F"/>
                </a:solidFill>
              </a:rPr>
              <a:t> </a:t>
            </a:r>
            <a:r>
              <a:rPr lang="en-US" sz="2700" spc="-35" smtClean="0">
                <a:solidFill>
                  <a:srgbClr val="6F2F9F"/>
                </a:solidFill>
              </a:rPr>
              <a:t>Function:</a:t>
            </a:r>
            <a:endParaRPr lang="en-US" sz="2700"/>
          </a:p>
        </p:txBody>
      </p:sp>
      <p:sp>
        <p:nvSpPr>
          <p:cNvPr id="24" name="object 7"/>
          <p:cNvSpPr/>
          <p:nvPr/>
        </p:nvSpPr>
        <p:spPr>
          <a:xfrm>
            <a:off x="7782824" y="1528745"/>
            <a:ext cx="698500" cy="194310"/>
          </a:xfrm>
          <a:custGeom>
            <a:avLst/>
            <a:gdLst/>
            <a:ahLst/>
            <a:cxnLst/>
            <a:rect l="l" t="t" r="r" b="b"/>
            <a:pathLst>
              <a:path w="698500" h="194310">
                <a:moveTo>
                  <a:pt x="635873" y="0"/>
                </a:moveTo>
                <a:lnTo>
                  <a:pt x="633221" y="7863"/>
                </a:lnTo>
                <a:lnTo>
                  <a:pt x="644435" y="12720"/>
                </a:lnTo>
                <a:lnTo>
                  <a:pt x="654074" y="19465"/>
                </a:lnTo>
                <a:lnTo>
                  <a:pt x="677212" y="64385"/>
                </a:lnTo>
                <a:lnTo>
                  <a:pt x="680069" y="96011"/>
                </a:lnTo>
                <a:lnTo>
                  <a:pt x="679355" y="113127"/>
                </a:lnTo>
                <a:lnTo>
                  <a:pt x="668639" y="155051"/>
                </a:lnTo>
                <a:lnTo>
                  <a:pt x="633465" y="186171"/>
                </a:lnTo>
                <a:lnTo>
                  <a:pt x="635873" y="194035"/>
                </a:lnTo>
                <a:lnTo>
                  <a:pt x="673005" y="172047"/>
                </a:lnTo>
                <a:lnTo>
                  <a:pt x="693869" y="131334"/>
                </a:lnTo>
                <a:lnTo>
                  <a:pt x="697870" y="97017"/>
                </a:lnTo>
                <a:lnTo>
                  <a:pt x="696869" y="79282"/>
                </a:lnTo>
                <a:lnTo>
                  <a:pt x="681868" y="34015"/>
                </a:lnTo>
                <a:lnTo>
                  <a:pt x="649969" y="5053"/>
                </a:lnTo>
                <a:lnTo>
                  <a:pt x="635873" y="0"/>
                </a:lnTo>
                <a:close/>
              </a:path>
              <a:path w="698500" h="194310">
                <a:moveTo>
                  <a:pt x="61843" y="0"/>
                </a:moveTo>
                <a:lnTo>
                  <a:pt x="24879" y="22087"/>
                </a:lnTo>
                <a:lnTo>
                  <a:pt x="4000" y="62853"/>
                </a:lnTo>
                <a:lnTo>
                  <a:pt x="0" y="97017"/>
                </a:lnTo>
                <a:lnTo>
                  <a:pt x="1000" y="114874"/>
                </a:lnTo>
                <a:lnTo>
                  <a:pt x="16001" y="160141"/>
                </a:lnTo>
                <a:lnTo>
                  <a:pt x="47754" y="188988"/>
                </a:lnTo>
                <a:lnTo>
                  <a:pt x="61843" y="194035"/>
                </a:lnTo>
                <a:lnTo>
                  <a:pt x="64373" y="186171"/>
                </a:lnTo>
                <a:lnTo>
                  <a:pt x="53314" y="181287"/>
                </a:lnTo>
                <a:lnTo>
                  <a:pt x="43746" y="174463"/>
                </a:lnTo>
                <a:lnTo>
                  <a:pt x="20566" y="128675"/>
                </a:lnTo>
                <a:lnTo>
                  <a:pt x="17647" y="96011"/>
                </a:lnTo>
                <a:lnTo>
                  <a:pt x="18381" y="79474"/>
                </a:lnTo>
                <a:lnTo>
                  <a:pt x="29199" y="38587"/>
                </a:lnTo>
                <a:lnTo>
                  <a:pt x="64648" y="7863"/>
                </a:lnTo>
                <a:lnTo>
                  <a:pt x="61843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8"/>
          <p:cNvSpPr txBox="1"/>
          <p:nvPr/>
        </p:nvSpPr>
        <p:spPr>
          <a:xfrm>
            <a:off x="5164713" y="1098002"/>
            <a:ext cx="5460365" cy="106489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Sigmoid</a:t>
            </a:r>
            <a:r>
              <a:rPr sz="20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r>
              <a:rPr sz="2000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0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standard</a:t>
            </a:r>
            <a:r>
              <a:rPr sz="2000" spc="-1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logistic</a:t>
            </a:r>
            <a:r>
              <a:rPr sz="2000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  <a:p>
            <a:pPr marL="2052320">
              <a:lnSpc>
                <a:spcPts val="2025"/>
              </a:lnSpc>
              <a:spcBef>
                <a:spcPts val="450"/>
              </a:spcBef>
            </a:pPr>
            <a:r>
              <a:rPr sz="2000" spc="130" dirty="0">
                <a:solidFill>
                  <a:srgbClr val="595959"/>
                </a:solidFill>
                <a:latin typeface="Cambria Math"/>
                <a:cs typeface="Cambria Math"/>
              </a:rPr>
              <a:t>𝐿(𝑒</a:t>
            </a:r>
            <a:r>
              <a:rPr sz="2475" spc="195" baseline="25252" dirty="0">
                <a:solidFill>
                  <a:srgbClr val="595959"/>
                </a:solidFill>
                <a:latin typeface="Cambria Math"/>
                <a:cs typeface="Cambria Math"/>
              </a:rPr>
              <a:t>𝑘 </a:t>
            </a:r>
            <a:r>
              <a:rPr sz="2475" spc="157" baseline="25252" dirty="0">
                <a:solidFill>
                  <a:srgbClr val="595959"/>
                </a:solidFill>
                <a:latin typeface="Cambria Math"/>
                <a:cs typeface="Cambria Math"/>
              </a:rPr>
              <a:t>𝑥−𝑥</a:t>
            </a:r>
            <a:r>
              <a:rPr sz="2475" spc="157" baseline="10101" dirty="0">
                <a:solidFill>
                  <a:srgbClr val="595959"/>
                </a:solidFill>
                <a:latin typeface="Cambria Math"/>
                <a:cs typeface="Cambria Math"/>
              </a:rPr>
              <a:t>0 </a:t>
            </a:r>
            <a:r>
              <a:rPr sz="2475" spc="209" baseline="10101" dirty="0">
                <a:solidFill>
                  <a:srgbClr val="595959"/>
                </a:solidFill>
                <a:latin typeface="Cambria Math"/>
                <a:cs typeface="Cambria Math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1240"/>
              </a:lnSpc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Logistic</a:t>
            </a:r>
            <a:r>
              <a:rPr sz="2000" spc="-2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function=</a:t>
            </a:r>
            <a:endParaRPr sz="2000">
              <a:latin typeface="Arial"/>
              <a:cs typeface="Arial"/>
            </a:endParaRPr>
          </a:p>
          <a:p>
            <a:pPr marL="38100" algn="ctr">
              <a:lnSpc>
                <a:spcPts val="1610"/>
              </a:lnSpc>
            </a:pPr>
            <a:r>
              <a:rPr sz="3000" spc="150" baseline="-16666" dirty="0">
                <a:solidFill>
                  <a:srgbClr val="595959"/>
                </a:solidFill>
                <a:latin typeface="Cambria Math"/>
                <a:cs typeface="Cambria Math"/>
              </a:rPr>
              <a:t>1+𝑒</a:t>
            </a:r>
            <a:r>
              <a:rPr sz="1650" spc="100" dirty="0">
                <a:solidFill>
                  <a:srgbClr val="595959"/>
                </a:solidFill>
                <a:latin typeface="Cambria Math"/>
                <a:cs typeface="Cambria Math"/>
              </a:rPr>
              <a:t>𝑘(𝑥−𝑥</a:t>
            </a:r>
            <a:r>
              <a:rPr sz="2475" spc="150" baseline="-13468" dirty="0">
                <a:solidFill>
                  <a:srgbClr val="595959"/>
                </a:solidFill>
                <a:latin typeface="Cambria Math"/>
                <a:cs typeface="Cambria Math"/>
              </a:rPr>
              <a:t>0</a:t>
            </a:r>
            <a:r>
              <a:rPr sz="1650" spc="100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26" name="object 9"/>
          <p:cNvSpPr/>
          <p:nvPr/>
        </p:nvSpPr>
        <p:spPr>
          <a:xfrm>
            <a:off x="7211964" y="1895648"/>
            <a:ext cx="1409700" cy="0"/>
          </a:xfrm>
          <a:custGeom>
            <a:avLst/>
            <a:gdLst/>
            <a:ahLst/>
            <a:cxnLst/>
            <a:rect l="l" t="t" r="r" b="b"/>
            <a:pathLst>
              <a:path w="1409700">
                <a:moveTo>
                  <a:pt x="0" y="0"/>
                </a:moveTo>
                <a:lnTo>
                  <a:pt x="14096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0"/>
          <p:cNvSpPr txBox="1"/>
          <p:nvPr/>
        </p:nvSpPr>
        <p:spPr>
          <a:xfrm>
            <a:off x="5164713" y="2457665"/>
            <a:ext cx="4150360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Here,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L –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Curve’s </a:t>
            </a:r>
            <a:r>
              <a:rPr sz="2000" spc="-15" dirty="0">
                <a:solidFill>
                  <a:srgbClr val="595959"/>
                </a:solidFill>
                <a:latin typeface="Arial"/>
                <a:cs typeface="Arial"/>
              </a:rPr>
              <a:t>maximum</a:t>
            </a:r>
            <a:r>
              <a:rPr sz="2000" spc="-20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k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– Steepness</a:t>
            </a:r>
            <a:r>
              <a:rPr sz="2000" spc="-43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curve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x0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–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of Sigmoid</a:t>
            </a:r>
            <a:r>
              <a:rPr sz="2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midpoint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6" name="object 11"/>
          <p:cNvSpPr/>
          <p:nvPr/>
        </p:nvSpPr>
        <p:spPr>
          <a:xfrm>
            <a:off x="7259573" y="4372142"/>
            <a:ext cx="638175" cy="0"/>
          </a:xfrm>
          <a:custGeom>
            <a:avLst/>
            <a:gdLst/>
            <a:ahLst/>
            <a:cxnLst/>
            <a:rect l="l" t="t" r="r" b="b"/>
            <a:pathLst>
              <a:path w="638175">
                <a:moveTo>
                  <a:pt x="0" y="0"/>
                </a:moveTo>
                <a:lnTo>
                  <a:pt x="638174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2"/>
          <p:cNvSpPr txBox="1"/>
          <p:nvPr/>
        </p:nvSpPr>
        <p:spPr>
          <a:xfrm>
            <a:off x="5164713" y="3897846"/>
            <a:ext cx="2752090" cy="10693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76530" algn="r">
              <a:lnSpc>
                <a:spcPct val="100000"/>
              </a:lnSpc>
              <a:spcBef>
                <a:spcPts val="125"/>
              </a:spcBef>
            </a:pPr>
            <a:r>
              <a:rPr sz="3000" spc="577" baseline="-20833" dirty="0">
                <a:solidFill>
                  <a:srgbClr val="595959"/>
                </a:solidFill>
                <a:latin typeface="Cambria Math"/>
                <a:cs typeface="Cambria Math"/>
              </a:rPr>
              <a:t>𝑒</a:t>
            </a:r>
            <a:r>
              <a:rPr sz="1650" spc="310" dirty="0">
                <a:solidFill>
                  <a:srgbClr val="595959"/>
                </a:solidFill>
                <a:latin typeface="Cambria Math"/>
                <a:cs typeface="Cambria Math"/>
              </a:rPr>
              <a:t>𝑥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ts val="1914"/>
              </a:lnSpc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Sigmoid</a:t>
            </a:r>
            <a:r>
              <a:rPr sz="20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function=</a:t>
            </a:r>
            <a:endParaRPr sz="2000">
              <a:latin typeface="Arial"/>
              <a:cs typeface="Arial"/>
            </a:endParaRPr>
          </a:p>
          <a:p>
            <a:pPr marL="2099945">
              <a:lnSpc>
                <a:spcPts val="1689"/>
              </a:lnSpc>
            </a:pPr>
            <a:r>
              <a:rPr sz="2000" spc="125" dirty="0">
                <a:solidFill>
                  <a:srgbClr val="595959"/>
                </a:solidFill>
                <a:latin typeface="Cambria Math"/>
                <a:cs typeface="Cambria Math"/>
              </a:rPr>
              <a:t>1+𝑒</a:t>
            </a:r>
            <a:r>
              <a:rPr sz="2475" spc="187" baseline="20202" dirty="0">
                <a:solidFill>
                  <a:srgbClr val="595959"/>
                </a:solidFill>
                <a:latin typeface="Cambria Math"/>
                <a:cs typeface="Cambria Math"/>
              </a:rPr>
              <a:t>𝑥</a:t>
            </a:r>
            <a:endParaRPr sz="2475" baseline="20202">
              <a:latin typeface="Cambria Math"/>
              <a:cs typeface="Cambria Math"/>
            </a:endParaRPr>
          </a:p>
          <a:p>
            <a:pPr marL="12700">
              <a:lnSpc>
                <a:spcPts val="2175"/>
              </a:lnSpc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Here,</a:t>
            </a:r>
            <a:endParaRPr sz="2000">
              <a:latin typeface="Arial"/>
              <a:cs typeface="Arial"/>
            </a:endParaRPr>
          </a:p>
        </p:txBody>
      </p:sp>
      <p:sp>
        <p:nvSpPr>
          <p:cNvPr id="48" name="object 13"/>
          <p:cNvSpPr txBox="1"/>
          <p:nvPr/>
        </p:nvSpPr>
        <p:spPr>
          <a:xfrm>
            <a:off x="5622294" y="4937734"/>
            <a:ext cx="579120" cy="945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spc="25" dirty="0">
                <a:solidFill>
                  <a:srgbClr val="595959"/>
                </a:solidFill>
                <a:latin typeface="Arial"/>
                <a:cs typeface="Arial"/>
              </a:rPr>
              <a:t>k=1  </a:t>
            </a:r>
            <a:r>
              <a:rPr sz="2000" spc="-10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0</a:t>
            </a:r>
            <a:r>
              <a:rPr sz="2000" spc="25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0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L=1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263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/>
          <p:cNvSpPr/>
          <p:nvPr/>
        </p:nvSpPr>
        <p:spPr>
          <a:xfrm>
            <a:off x="0" y="272690"/>
            <a:ext cx="3990990" cy="592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/>
          <p:cNvSpPr/>
          <p:nvPr/>
        </p:nvSpPr>
        <p:spPr>
          <a:xfrm>
            <a:off x="0" y="272690"/>
            <a:ext cx="3886200" cy="1311635"/>
          </a:xfrm>
          <a:custGeom>
            <a:avLst/>
            <a:gdLst/>
            <a:ahLst/>
            <a:cxnLst/>
            <a:rect l="l" t="t" r="r" b="b"/>
            <a:pathLst>
              <a:path w="3886200" h="1584325">
                <a:moveTo>
                  <a:pt x="0" y="1583710"/>
                </a:moveTo>
                <a:lnTo>
                  <a:pt x="3886199" y="1583710"/>
                </a:lnTo>
                <a:lnTo>
                  <a:pt x="3886199" y="0"/>
                </a:lnTo>
                <a:lnTo>
                  <a:pt x="0" y="0"/>
                </a:lnTo>
                <a:lnTo>
                  <a:pt x="0" y="158371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/>
          <p:cNvSpPr/>
          <p:nvPr/>
        </p:nvSpPr>
        <p:spPr>
          <a:xfrm>
            <a:off x="0" y="2570227"/>
            <a:ext cx="3886200" cy="3622756"/>
          </a:xfrm>
          <a:custGeom>
            <a:avLst/>
            <a:gdLst/>
            <a:ahLst/>
            <a:cxnLst/>
            <a:rect l="l" t="t" r="r" b="b"/>
            <a:pathLst>
              <a:path w="3886200" h="4288155">
                <a:moveTo>
                  <a:pt x="0" y="4287773"/>
                </a:moveTo>
                <a:lnTo>
                  <a:pt x="3886199" y="4287773"/>
                </a:lnTo>
                <a:lnTo>
                  <a:pt x="388619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0" y="1583710"/>
            <a:ext cx="3886200" cy="986790"/>
          </a:xfrm>
          <a:custGeom>
            <a:avLst/>
            <a:gdLst/>
            <a:ahLst/>
            <a:cxnLst/>
            <a:rect l="l" t="t" r="r" b="b"/>
            <a:pathLst>
              <a:path w="3886200" h="986789">
                <a:moveTo>
                  <a:pt x="0" y="986515"/>
                </a:moveTo>
                <a:lnTo>
                  <a:pt x="3886199" y="986515"/>
                </a:lnTo>
                <a:lnTo>
                  <a:pt x="3886199" y="0"/>
                </a:lnTo>
                <a:lnTo>
                  <a:pt x="0" y="0"/>
                </a:lnTo>
                <a:lnTo>
                  <a:pt x="0" y="98651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 txBox="1">
            <a:spLocks noGrp="1"/>
          </p:cNvSpPr>
          <p:nvPr>
            <p:ph type="title"/>
          </p:nvPr>
        </p:nvSpPr>
        <p:spPr>
          <a:xfrm>
            <a:off x="-12700" y="1591242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solidFill>
                  <a:schemeClr val="bg1"/>
                </a:solidFill>
              </a:rPr>
              <a:t>STEP:3</a:t>
            </a:r>
          </a:p>
        </p:txBody>
      </p:sp>
      <p:sp>
        <p:nvSpPr>
          <p:cNvPr id="31" name="object 9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/>
          <p:nvPr/>
        </p:nvSpPr>
        <p:spPr>
          <a:xfrm>
            <a:off x="195786" y="274115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13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/>
          <p:cNvSpPr/>
          <p:nvPr/>
        </p:nvSpPr>
        <p:spPr>
          <a:xfrm>
            <a:off x="195786" y="346380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0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2"/>
          <p:cNvSpPr txBox="1"/>
          <p:nvPr/>
        </p:nvSpPr>
        <p:spPr>
          <a:xfrm>
            <a:off x="569277" y="3610290"/>
            <a:ext cx="2552700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17145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  <a:p>
            <a:pPr marL="12700" marR="5080" indent="342900">
              <a:lnSpc>
                <a:spcPct val="289800"/>
              </a:lnSpc>
              <a:spcBef>
                <a:spcPts val="290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line 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6"/>
          <p:cNvSpPr txBox="1">
            <a:spLocks/>
          </p:cNvSpPr>
          <p:nvPr/>
        </p:nvSpPr>
        <p:spPr>
          <a:xfrm>
            <a:off x="5169158" y="341243"/>
            <a:ext cx="2983230" cy="438150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700" spc="-15" smtClean="0">
                <a:solidFill>
                  <a:srgbClr val="6F2F9F"/>
                </a:solidFill>
              </a:rPr>
              <a:t>Sigmoid</a:t>
            </a:r>
            <a:r>
              <a:rPr lang="en-US" sz="2700" spc="-130" smtClean="0">
                <a:solidFill>
                  <a:srgbClr val="6F2F9F"/>
                </a:solidFill>
              </a:rPr>
              <a:t> </a:t>
            </a:r>
            <a:r>
              <a:rPr lang="en-US" sz="2700" spc="-35" smtClean="0">
                <a:solidFill>
                  <a:srgbClr val="6F2F9F"/>
                </a:solidFill>
              </a:rPr>
              <a:t>Function:</a:t>
            </a:r>
            <a:endParaRPr lang="en-US" sz="2700"/>
          </a:p>
        </p:txBody>
      </p:sp>
      <p:sp>
        <p:nvSpPr>
          <p:cNvPr id="22" name="object 7"/>
          <p:cNvSpPr txBox="1"/>
          <p:nvPr/>
        </p:nvSpPr>
        <p:spPr>
          <a:xfrm>
            <a:off x="5248025" y="965131"/>
            <a:ext cx="2751455" cy="821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76530" algn="r">
              <a:lnSpc>
                <a:spcPct val="100000"/>
              </a:lnSpc>
              <a:spcBef>
                <a:spcPts val="125"/>
              </a:spcBef>
            </a:pPr>
            <a:r>
              <a:rPr sz="3000" spc="577" baseline="-20833" dirty="0">
                <a:solidFill>
                  <a:srgbClr val="595959"/>
                </a:solidFill>
                <a:latin typeface="Cambria Math"/>
                <a:cs typeface="Cambria Math"/>
              </a:rPr>
              <a:t>𝑒</a:t>
            </a:r>
            <a:r>
              <a:rPr sz="1650" spc="310" dirty="0">
                <a:solidFill>
                  <a:srgbClr val="595959"/>
                </a:solidFill>
                <a:latin typeface="Cambria Math"/>
                <a:cs typeface="Cambria Math"/>
              </a:rPr>
              <a:t>𝑥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ts val="1914"/>
              </a:lnSpc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Sigmoid</a:t>
            </a:r>
            <a:r>
              <a:rPr sz="20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function=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ts val="1914"/>
              </a:lnSpc>
            </a:pPr>
            <a:r>
              <a:rPr sz="2000" spc="85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r>
              <a:rPr sz="2000" dirty="0">
                <a:solidFill>
                  <a:srgbClr val="595959"/>
                </a:solidFill>
                <a:latin typeface="Cambria Math"/>
                <a:cs typeface="Cambria Math"/>
              </a:rPr>
              <a:t>+</a:t>
            </a:r>
            <a:r>
              <a:rPr sz="2000" spc="385" dirty="0">
                <a:solidFill>
                  <a:srgbClr val="595959"/>
                </a:solidFill>
                <a:latin typeface="Cambria Math"/>
                <a:cs typeface="Cambria Math"/>
              </a:rPr>
              <a:t>𝑒</a:t>
            </a:r>
            <a:r>
              <a:rPr sz="2475" spc="465" baseline="20202" dirty="0">
                <a:solidFill>
                  <a:srgbClr val="595959"/>
                </a:solidFill>
                <a:latin typeface="Cambria Math"/>
                <a:cs typeface="Cambria Math"/>
              </a:rPr>
              <a:t>𝑥</a:t>
            </a:r>
            <a:endParaRPr sz="2475" baseline="20202">
              <a:latin typeface="Cambria Math"/>
              <a:cs typeface="Cambria Math"/>
            </a:endParaRPr>
          </a:p>
        </p:txBody>
      </p:sp>
      <p:sp>
        <p:nvSpPr>
          <p:cNvPr id="23" name="object 8"/>
          <p:cNvSpPr/>
          <p:nvPr/>
        </p:nvSpPr>
        <p:spPr>
          <a:xfrm>
            <a:off x="7342754" y="1443365"/>
            <a:ext cx="638175" cy="0"/>
          </a:xfrm>
          <a:custGeom>
            <a:avLst/>
            <a:gdLst/>
            <a:ahLst/>
            <a:cxnLst/>
            <a:rect l="l" t="t" r="r" b="b"/>
            <a:pathLst>
              <a:path w="638175">
                <a:moveTo>
                  <a:pt x="0" y="0"/>
                </a:moveTo>
                <a:lnTo>
                  <a:pt x="638174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9"/>
          <p:cNvSpPr txBox="1"/>
          <p:nvPr/>
        </p:nvSpPr>
        <p:spPr>
          <a:xfrm>
            <a:off x="5248007" y="1731943"/>
            <a:ext cx="4192270" cy="185737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300"/>
              </a:spcBef>
              <a:buFont typeface="Wingdings"/>
              <a:buChar char=""/>
              <a:tabLst>
                <a:tab pos="393700" algn="l"/>
                <a:tab pos="394335" algn="l"/>
              </a:tabLst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S’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shaped</a:t>
            </a:r>
            <a:r>
              <a:rPr sz="2000" spc="-2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curve.</a:t>
            </a:r>
            <a:endParaRPr sz="200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93700" algn="l"/>
                <a:tab pos="394335" algn="l"/>
              </a:tabLst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Sigmoid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curve has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finite </a:t>
            </a: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limit</a:t>
            </a:r>
            <a:r>
              <a:rPr sz="2000" spc="-3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of:</a:t>
            </a:r>
            <a:endParaRPr sz="2000">
              <a:latin typeface="Arial"/>
              <a:cs typeface="Arial"/>
            </a:endParaRPr>
          </a:p>
          <a:p>
            <a:pPr marL="927735" marR="668020">
              <a:lnSpc>
                <a:spcPct val="150200"/>
              </a:lnSpc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‘0’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as x approaches</a:t>
            </a:r>
            <a:r>
              <a:rPr sz="2000" spc="-3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−∞ 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‘1’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as x approaches</a:t>
            </a:r>
            <a:r>
              <a:rPr sz="2000" spc="-3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+∞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8"/>
          <p:cNvSpPr/>
          <p:nvPr/>
        </p:nvSpPr>
        <p:spPr>
          <a:xfrm>
            <a:off x="6611873" y="4403509"/>
            <a:ext cx="2481453" cy="200063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9"/>
          <p:cNvSpPr/>
          <p:nvPr/>
        </p:nvSpPr>
        <p:spPr>
          <a:xfrm>
            <a:off x="6584319" y="4155566"/>
            <a:ext cx="114300" cy="2240280"/>
          </a:xfrm>
          <a:custGeom>
            <a:avLst/>
            <a:gdLst/>
            <a:ahLst/>
            <a:cxnLst/>
            <a:rect l="l" t="t" r="r" b="b"/>
            <a:pathLst>
              <a:path w="114300" h="2240279">
                <a:moveTo>
                  <a:pt x="38074" y="114085"/>
                </a:moveTo>
                <a:lnTo>
                  <a:pt x="21579" y="2239898"/>
                </a:lnTo>
                <a:lnTo>
                  <a:pt x="59679" y="2240197"/>
                </a:lnTo>
                <a:lnTo>
                  <a:pt x="76174" y="114383"/>
                </a:lnTo>
                <a:lnTo>
                  <a:pt x="38074" y="114085"/>
                </a:lnTo>
                <a:close/>
              </a:path>
              <a:path w="114300" h="2240279">
                <a:moveTo>
                  <a:pt x="104702" y="95118"/>
                </a:moveTo>
                <a:lnTo>
                  <a:pt x="38221" y="95118"/>
                </a:lnTo>
                <a:lnTo>
                  <a:pt x="76321" y="95381"/>
                </a:lnTo>
                <a:lnTo>
                  <a:pt x="76174" y="114383"/>
                </a:lnTo>
                <a:lnTo>
                  <a:pt x="114299" y="114680"/>
                </a:lnTo>
                <a:lnTo>
                  <a:pt x="104702" y="95118"/>
                </a:lnTo>
                <a:close/>
              </a:path>
              <a:path w="114300" h="2240279">
                <a:moveTo>
                  <a:pt x="38221" y="95118"/>
                </a:moveTo>
                <a:lnTo>
                  <a:pt x="38074" y="114085"/>
                </a:lnTo>
                <a:lnTo>
                  <a:pt x="76174" y="114383"/>
                </a:lnTo>
                <a:lnTo>
                  <a:pt x="76321" y="95381"/>
                </a:lnTo>
                <a:lnTo>
                  <a:pt x="38221" y="95118"/>
                </a:lnTo>
                <a:close/>
              </a:path>
              <a:path w="114300" h="2240279">
                <a:moveTo>
                  <a:pt x="58033" y="0"/>
                </a:moveTo>
                <a:lnTo>
                  <a:pt x="0" y="113787"/>
                </a:lnTo>
                <a:lnTo>
                  <a:pt x="38074" y="114085"/>
                </a:lnTo>
                <a:lnTo>
                  <a:pt x="38221" y="95118"/>
                </a:lnTo>
                <a:lnTo>
                  <a:pt x="104702" y="95118"/>
                </a:lnTo>
                <a:lnTo>
                  <a:pt x="5803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30"/>
          <p:cNvSpPr/>
          <p:nvPr/>
        </p:nvSpPr>
        <p:spPr>
          <a:xfrm>
            <a:off x="6638559" y="6328077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31"/>
          <p:cNvSpPr/>
          <p:nvPr/>
        </p:nvSpPr>
        <p:spPr>
          <a:xfrm>
            <a:off x="6538355" y="639291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32"/>
          <p:cNvSpPr/>
          <p:nvPr/>
        </p:nvSpPr>
        <p:spPr>
          <a:xfrm>
            <a:off x="6532005" y="639291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33"/>
          <p:cNvSpPr txBox="1"/>
          <p:nvPr/>
        </p:nvSpPr>
        <p:spPr>
          <a:xfrm>
            <a:off x="6358256" y="6215062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34"/>
          <p:cNvSpPr txBox="1"/>
          <p:nvPr/>
        </p:nvSpPr>
        <p:spPr>
          <a:xfrm>
            <a:off x="9439663" y="6222999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35"/>
          <p:cNvSpPr txBox="1"/>
          <p:nvPr/>
        </p:nvSpPr>
        <p:spPr>
          <a:xfrm>
            <a:off x="6374134" y="4020754"/>
            <a:ext cx="284861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5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  <a:p>
            <a:pPr marL="70485">
              <a:lnSpc>
                <a:spcPts val="1950"/>
              </a:lnSpc>
              <a:tabLst>
                <a:tab pos="2835275" algn="l"/>
              </a:tabLst>
            </a:pPr>
            <a:r>
              <a:rPr sz="1800" spc="-65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272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/>
          <p:cNvSpPr/>
          <p:nvPr/>
        </p:nvSpPr>
        <p:spPr>
          <a:xfrm>
            <a:off x="0" y="272690"/>
            <a:ext cx="3990990" cy="592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/>
          <p:cNvSpPr/>
          <p:nvPr/>
        </p:nvSpPr>
        <p:spPr>
          <a:xfrm>
            <a:off x="0" y="272690"/>
            <a:ext cx="3886200" cy="1311635"/>
          </a:xfrm>
          <a:custGeom>
            <a:avLst/>
            <a:gdLst/>
            <a:ahLst/>
            <a:cxnLst/>
            <a:rect l="l" t="t" r="r" b="b"/>
            <a:pathLst>
              <a:path w="3886200" h="1584325">
                <a:moveTo>
                  <a:pt x="0" y="1583710"/>
                </a:moveTo>
                <a:lnTo>
                  <a:pt x="3886199" y="1583710"/>
                </a:lnTo>
                <a:lnTo>
                  <a:pt x="3886199" y="0"/>
                </a:lnTo>
                <a:lnTo>
                  <a:pt x="0" y="0"/>
                </a:lnTo>
                <a:lnTo>
                  <a:pt x="0" y="1583710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5"/>
          <p:cNvSpPr/>
          <p:nvPr/>
        </p:nvSpPr>
        <p:spPr>
          <a:xfrm>
            <a:off x="0" y="2570227"/>
            <a:ext cx="3886200" cy="3622756"/>
          </a:xfrm>
          <a:custGeom>
            <a:avLst/>
            <a:gdLst/>
            <a:ahLst/>
            <a:cxnLst/>
            <a:rect l="l" t="t" r="r" b="b"/>
            <a:pathLst>
              <a:path w="3886200" h="4288155">
                <a:moveTo>
                  <a:pt x="0" y="4287773"/>
                </a:moveTo>
                <a:lnTo>
                  <a:pt x="3886199" y="4287773"/>
                </a:lnTo>
                <a:lnTo>
                  <a:pt x="3886199" y="0"/>
                </a:lnTo>
                <a:lnTo>
                  <a:pt x="0" y="0"/>
                </a:lnTo>
                <a:lnTo>
                  <a:pt x="0" y="4287773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0" y="1583710"/>
            <a:ext cx="3886200" cy="986790"/>
          </a:xfrm>
          <a:custGeom>
            <a:avLst/>
            <a:gdLst/>
            <a:ahLst/>
            <a:cxnLst/>
            <a:rect l="l" t="t" r="r" b="b"/>
            <a:pathLst>
              <a:path w="3886200" h="986789">
                <a:moveTo>
                  <a:pt x="0" y="986515"/>
                </a:moveTo>
                <a:lnTo>
                  <a:pt x="3886199" y="986515"/>
                </a:lnTo>
                <a:lnTo>
                  <a:pt x="3886199" y="0"/>
                </a:lnTo>
                <a:lnTo>
                  <a:pt x="0" y="0"/>
                </a:lnTo>
                <a:lnTo>
                  <a:pt x="0" y="98651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 txBox="1">
            <a:spLocks noGrp="1"/>
          </p:cNvSpPr>
          <p:nvPr>
            <p:ph type="title"/>
          </p:nvPr>
        </p:nvSpPr>
        <p:spPr>
          <a:xfrm>
            <a:off x="-12700" y="1591242"/>
            <a:ext cx="24301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solidFill>
                  <a:schemeClr val="bg1"/>
                </a:solidFill>
              </a:rPr>
              <a:t>STEP:3</a:t>
            </a:r>
          </a:p>
        </p:txBody>
      </p:sp>
      <p:sp>
        <p:nvSpPr>
          <p:cNvPr id="31" name="object 9"/>
          <p:cNvSpPr/>
          <p:nvPr/>
        </p:nvSpPr>
        <p:spPr>
          <a:xfrm>
            <a:off x="0" y="2733659"/>
            <a:ext cx="3467100" cy="876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533400" y="2838434"/>
            <a:ext cx="2371725" cy="733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/>
          <p:nvPr/>
        </p:nvSpPr>
        <p:spPr>
          <a:xfrm>
            <a:off x="195786" y="2741157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2"/>
                </a:lnTo>
                <a:lnTo>
                  <a:pt x="26966" y="26986"/>
                </a:lnTo>
                <a:lnTo>
                  <a:pt x="7235" y="56257"/>
                </a:lnTo>
                <a:lnTo>
                  <a:pt x="0" y="92080"/>
                </a:lnTo>
                <a:lnTo>
                  <a:pt x="0" y="460369"/>
                </a:lnTo>
                <a:lnTo>
                  <a:pt x="7235" y="496192"/>
                </a:lnTo>
                <a:lnTo>
                  <a:pt x="26966" y="525463"/>
                </a:lnTo>
                <a:lnTo>
                  <a:pt x="56231" y="545207"/>
                </a:lnTo>
                <a:lnTo>
                  <a:pt x="92070" y="552449"/>
                </a:lnTo>
                <a:lnTo>
                  <a:pt x="3210109" y="552449"/>
                </a:lnTo>
                <a:lnTo>
                  <a:pt x="3245919" y="545207"/>
                </a:lnTo>
                <a:lnTo>
                  <a:pt x="3275192" y="525463"/>
                </a:lnTo>
                <a:lnTo>
                  <a:pt x="3294943" y="496192"/>
                </a:lnTo>
                <a:lnTo>
                  <a:pt x="3302189" y="460369"/>
                </a:lnTo>
                <a:lnTo>
                  <a:pt x="3302189" y="92080"/>
                </a:lnTo>
                <a:lnTo>
                  <a:pt x="3294943" y="56257"/>
                </a:lnTo>
                <a:lnTo>
                  <a:pt x="3275192" y="26986"/>
                </a:lnTo>
                <a:lnTo>
                  <a:pt x="3245919" y="7242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 txBox="1"/>
          <p:nvPr/>
        </p:nvSpPr>
        <p:spPr>
          <a:xfrm>
            <a:off x="988699" y="2886770"/>
            <a:ext cx="1706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13"/>
          <p:cNvSpPr/>
          <p:nvPr/>
        </p:nvSpPr>
        <p:spPr>
          <a:xfrm>
            <a:off x="0" y="3457575"/>
            <a:ext cx="3467100" cy="876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/>
          <p:nvPr/>
        </p:nvSpPr>
        <p:spPr>
          <a:xfrm>
            <a:off x="628650" y="3552825"/>
            <a:ext cx="2124075" cy="7334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/>
          <p:cNvSpPr/>
          <p:nvPr/>
        </p:nvSpPr>
        <p:spPr>
          <a:xfrm>
            <a:off x="195786" y="3463808"/>
            <a:ext cx="3302635" cy="552450"/>
          </a:xfrm>
          <a:custGeom>
            <a:avLst/>
            <a:gdLst/>
            <a:ahLst/>
            <a:cxnLst/>
            <a:rect l="l" t="t" r="r" b="b"/>
            <a:pathLst>
              <a:path w="3302635" h="552450">
                <a:moveTo>
                  <a:pt x="3210109" y="0"/>
                </a:moveTo>
                <a:lnTo>
                  <a:pt x="92070" y="0"/>
                </a:lnTo>
                <a:lnTo>
                  <a:pt x="56231" y="7241"/>
                </a:lnTo>
                <a:lnTo>
                  <a:pt x="26966" y="26982"/>
                </a:lnTo>
                <a:lnTo>
                  <a:pt x="7235" y="56244"/>
                </a:lnTo>
                <a:lnTo>
                  <a:pt x="0" y="92049"/>
                </a:lnTo>
                <a:lnTo>
                  <a:pt x="0" y="460360"/>
                </a:lnTo>
                <a:lnTo>
                  <a:pt x="7235" y="496181"/>
                </a:lnTo>
                <a:lnTo>
                  <a:pt x="26966" y="525453"/>
                </a:lnTo>
                <a:lnTo>
                  <a:pt x="56231" y="545200"/>
                </a:lnTo>
                <a:lnTo>
                  <a:pt x="92070" y="552443"/>
                </a:lnTo>
                <a:lnTo>
                  <a:pt x="3210109" y="552443"/>
                </a:lnTo>
                <a:lnTo>
                  <a:pt x="3245919" y="545200"/>
                </a:lnTo>
                <a:lnTo>
                  <a:pt x="3275192" y="525453"/>
                </a:lnTo>
                <a:lnTo>
                  <a:pt x="3294943" y="496181"/>
                </a:lnTo>
                <a:lnTo>
                  <a:pt x="3302189" y="460360"/>
                </a:lnTo>
                <a:lnTo>
                  <a:pt x="3302189" y="92049"/>
                </a:lnTo>
                <a:lnTo>
                  <a:pt x="3294943" y="56244"/>
                </a:lnTo>
                <a:lnTo>
                  <a:pt x="3275192" y="26982"/>
                </a:lnTo>
                <a:lnTo>
                  <a:pt x="3245919" y="7241"/>
                </a:lnTo>
                <a:lnTo>
                  <a:pt x="321010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0" y="4181475"/>
            <a:ext cx="3467100" cy="876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/>
          <p:nvPr/>
        </p:nvSpPr>
        <p:spPr>
          <a:xfrm>
            <a:off x="457200" y="4276725"/>
            <a:ext cx="2457450" cy="7334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/>
          <p:cNvSpPr/>
          <p:nvPr/>
        </p:nvSpPr>
        <p:spPr>
          <a:xfrm>
            <a:off x="195786" y="4184522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117"/>
                </a:lnTo>
                <a:lnTo>
                  <a:pt x="26960" y="525379"/>
                </a:lnTo>
                <a:lnTo>
                  <a:pt x="56221" y="545093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93"/>
                </a:lnTo>
                <a:lnTo>
                  <a:pt x="3274929" y="525379"/>
                </a:lnTo>
                <a:lnTo>
                  <a:pt x="3294673" y="49611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0" y="4867275"/>
            <a:ext cx="3467100" cy="876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0"/>
          <p:cNvSpPr/>
          <p:nvPr/>
        </p:nvSpPr>
        <p:spPr>
          <a:xfrm>
            <a:off x="114300" y="4962525"/>
            <a:ext cx="3143250" cy="7334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/>
          <p:nvPr/>
        </p:nvSpPr>
        <p:spPr>
          <a:xfrm>
            <a:off x="195786" y="4868036"/>
            <a:ext cx="3302000" cy="552450"/>
          </a:xfrm>
          <a:custGeom>
            <a:avLst/>
            <a:gdLst/>
            <a:ahLst/>
            <a:cxnLst/>
            <a:rect l="l" t="t" r="r" b="b"/>
            <a:pathLst>
              <a:path w="3302000" h="552450">
                <a:moveTo>
                  <a:pt x="3209835" y="0"/>
                </a:moveTo>
                <a:lnTo>
                  <a:pt x="92059" y="0"/>
                </a:lnTo>
                <a:lnTo>
                  <a:pt x="56221" y="7225"/>
                </a:lnTo>
                <a:lnTo>
                  <a:pt x="26960" y="26939"/>
                </a:lnTo>
                <a:lnTo>
                  <a:pt x="7233" y="56201"/>
                </a:lnTo>
                <a:lnTo>
                  <a:pt x="0" y="92070"/>
                </a:lnTo>
                <a:lnTo>
                  <a:pt x="0" y="460247"/>
                </a:lnTo>
                <a:lnTo>
                  <a:pt x="7233" y="496067"/>
                </a:lnTo>
                <a:lnTo>
                  <a:pt x="26960" y="525334"/>
                </a:lnTo>
                <a:lnTo>
                  <a:pt x="56221" y="545077"/>
                </a:lnTo>
                <a:lnTo>
                  <a:pt x="92059" y="552318"/>
                </a:lnTo>
                <a:lnTo>
                  <a:pt x="3209835" y="552318"/>
                </a:lnTo>
                <a:lnTo>
                  <a:pt x="3245658" y="545077"/>
                </a:lnTo>
                <a:lnTo>
                  <a:pt x="3274929" y="525334"/>
                </a:lnTo>
                <a:lnTo>
                  <a:pt x="3294673" y="496067"/>
                </a:lnTo>
                <a:lnTo>
                  <a:pt x="3301915" y="460247"/>
                </a:lnTo>
                <a:lnTo>
                  <a:pt x="3301915" y="92070"/>
                </a:lnTo>
                <a:lnTo>
                  <a:pt x="3294673" y="56201"/>
                </a:lnTo>
                <a:lnTo>
                  <a:pt x="3274929" y="26939"/>
                </a:lnTo>
                <a:lnTo>
                  <a:pt x="3245658" y="7225"/>
                </a:lnTo>
                <a:lnTo>
                  <a:pt x="32098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2"/>
          <p:cNvSpPr txBox="1"/>
          <p:nvPr/>
        </p:nvSpPr>
        <p:spPr>
          <a:xfrm>
            <a:off x="569277" y="3610290"/>
            <a:ext cx="2552700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17145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  <a:p>
            <a:pPr marL="12700" marR="5080" indent="342900">
              <a:lnSpc>
                <a:spcPct val="289800"/>
              </a:lnSpc>
              <a:spcBef>
                <a:spcPts val="290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regression 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line 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3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"/>
          <p:cNvSpPr/>
          <p:nvPr/>
        </p:nvSpPr>
        <p:spPr>
          <a:xfrm>
            <a:off x="7945618" y="1946910"/>
            <a:ext cx="2575179" cy="19630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9"/>
          <p:cNvSpPr/>
          <p:nvPr/>
        </p:nvSpPr>
        <p:spPr>
          <a:xfrm>
            <a:off x="7925317" y="1948181"/>
            <a:ext cx="2481453" cy="200063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0"/>
          <p:cNvSpPr/>
          <p:nvPr/>
        </p:nvSpPr>
        <p:spPr>
          <a:xfrm>
            <a:off x="10098267" y="1948190"/>
            <a:ext cx="0" cy="1992630"/>
          </a:xfrm>
          <a:custGeom>
            <a:avLst/>
            <a:gdLst/>
            <a:ahLst/>
            <a:cxnLst/>
            <a:rect l="l" t="t" r="r" b="b"/>
            <a:pathLst>
              <a:path h="1992629">
                <a:moveTo>
                  <a:pt x="0" y="0"/>
                </a:moveTo>
                <a:lnTo>
                  <a:pt x="0" y="1992111"/>
                </a:lnTo>
              </a:path>
            </a:pathLst>
          </a:custGeom>
          <a:ln w="1587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1"/>
          <p:cNvSpPr/>
          <p:nvPr/>
        </p:nvSpPr>
        <p:spPr>
          <a:xfrm>
            <a:off x="5095859" y="1609725"/>
            <a:ext cx="1238250" cy="23241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2"/>
          <p:cNvSpPr/>
          <p:nvPr/>
        </p:nvSpPr>
        <p:spPr>
          <a:xfrm>
            <a:off x="5188092" y="1702186"/>
            <a:ext cx="1054735" cy="2134870"/>
          </a:xfrm>
          <a:custGeom>
            <a:avLst/>
            <a:gdLst/>
            <a:ahLst/>
            <a:cxnLst/>
            <a:rect l="l" t="t" r="r" b="b"/>
            <a:pathLst>
              <a:path w="1054735" h="2134870">
                <a:moveTo>
                  <a:pt x="878829" y="0"/>
                </a:moveTo>
                <a:lnTo>
                  <a:pt x="175747" y="0"/>
                </a:lnTo>
                <a:lnTo>
                  <a:pt x="129042" y="6280"/>
                </a:lnTo>
                <a:lnTo>
                  <a:pt x="87064" y="24004"/>
                </a:lnTo>
                <a:lnTo>
                  <a:pt x="51492" y="51492"/>
                </a:lnTo>
                <a:lnTo>
                  <a:pt x="24004" y="87064"/>
                </a:lnTo>
                <a:lnTo>
                  <a:pt x="6280" y="129042"/>
                </a:lnTo>
                <a:lnTo>
                  <a:pt x="0" y="175747"/>
                </a:lnTo>
                <a:lnTo>
                  <a:pt x="0" y="1959101"/>
                </a:lnTo>
                <a:lnTo>
                  <a:pt x="6280" y="2005808"/>
                </a:lnTo>
                <a:lnTo>
                  <a:pt x="24004" y="2047789"/>
                </a:lnTo>
                <a:lnTo>
                  <a:pt x="51492" y="2083365"/>
                </a:lnTo>
                <a:lnTo>
                  <a:pt x="87064" y="2110856"/>
                </a:lnTo>
                <a:lnTo>
                  <a:pt x="129042" y="2128582"/>
                </a:lnTo>
                <a:lnTo>
                  <a:pt x="175747" y="2134864"/>
                </a:lnTo>
                <a:lnTo>
                  <a:pt x="878829" y="2134864"/>
                </a:lnTo>
                <a:lnTo>
                  <a:pt x="925525" y="2128582"/>
                </a:lnTo>
                <a:lnTo>
                  <a:pt x="967481" y="2110856"/>
                </a:lnTo>
                <a:lnTo>
                  <a:pt x="1003024" y="2083365"/>
                </a:lnTo>
                <a:lnTo>
                  <a:pt x="1030482" y="2047789"/>
                </a:lnTo>
                <a:lnTo>
                  <a:pt x="1048183" y="2005808"/>
                </a:lnTo>
                <a:lnTo>
                  <a:pt x="1054455" y="1959101"/>
                </a:lnTo>
                <a:lnTo>
                  <a:pt x="1054455" y="175747"/>
                </a:lnTo>
                <a:lnTo>
                  <a:pt x="1048183" y="129042"/>
                </a:lnTo>
                <a:lnTo>
                  <a:pt x="1030482" y="87064"/>
                </a:lnTo>
                <a:lnTo>
                  <a:pt x="1003024" y="51492"/>
                </a:lnTo>
                <a:lnTo>
                  <a:pt x="967481" y="24004"/>
                </a:lnTo>
                <a:lnTo>
                  <a:pt x="925525" y="6280"/>
                </a:lnTo>
                <a:lnTo>
                  <a:pt x="8788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3"/>
          <p:cNvSpPr/>
          <p:nvPr/>
        </p:nvSpPr>
        <p:spPr>
          <a:xfrm>
            <a:off x="5188092" y="1702186"/>
            <a:ext cx="1054735" cy="2134870"/>
          </a:xfrm>
          <a:custGeom>
            <a:avLst/>
            <a:gdLst/>
            <a:ahLst/>
            <a:cxnLst/>
            <a:rect l="l" t="t" r="r" b="b"/>
            <a:pathLst>
              <a:path w="1054735" h="2134870">
                <a:moveTo>
                  <a:pt x="0" y="175747"/>
                </a:moveTo>
                <a:lnTo>
                  <a:pt x="6280" y="129042"/>
                </a:lnTo>
                <a:lnTo>
                  <a:pt x="24004" y="87064"/>
                </a:lnTo>
                <a:lnTo>
                  <a:pt x="51492" y="51492"/>
                </a:lnTo>
                <a:lnTo>
                  <a:pt x="87064" y="24004"/>
                </a:lnTo>
                <a:lnTo>
                  <a:pt x="129042" y="6280"/>
                </a:lnTo>
                <a:lnTo>
                  <a:pt x="175747" y="0"/>
                </a:lnTo>
                <a:lnTo>
                  <a:pt x="878829" y="0"/>
                </a:lnTo>
                <a:lnTo>
                  <a:pt x="925525" y="6280"/>
                </a:lnTo>
                <a:lnTo>
                  <a:pt x="967481" y="24004"/>
                </a:lnTo>
                <a:lnTo>
                  <a:pt x="1003024" y="51492"/>
                </a:lnTo>
                <a:lnTo>
                  <a:pt x="1030482" y="87064"/>
                </a:lnTo>
                <a:lnTo>
                  <a:pt x="1048183" y="129042"/>
                </a:lnTo>
                <a:lnTo>
                  <a:pt x="1054455" y="175747"/>
                </a:lnTo>
                <a:lnTo>
                  <a:pt x="1054455" y="1959101"/>
                </a:lnTo>
                <a:lnTo>
                  <a:pt x="1048183" y="2005808"/>
                </a:lnTo>
                <a:lnTo>
                  <a:pt x="1030482" y="2047789"/>
                </a:lnTo>
                <a:lnTo>
                  <a:pt x="1003024" y="2083365"/>
                </a:lnTo>
                <a:lnTo>
                  <a:pt x="967481" y="2110856"/>
                </a:lnTo>
                <a:lnTo>
                  <a:pt x="925525" y="2128582"/>
                </a:lnTo>
                <a:lnTo>
                  <a:pt x="878829" y="2134864"/>
                </a:lnTo>
                <a:lnTo>
                  <a:pt x="175747" y="2134864"/>
                </a:lnTo>
                <a:lnTo>
                  <a:pt x="129042" y="2128582"/>
                </a:lnTo>
                <a:lnTo>
                  <a:pt x="87064" y="2110856"/>
                </a:lnTo>
                <a:lnTo>
                  <a:pt x="51492" y="2083365"/>
                </a:lnTo>
                <a:lnTo>
                  <a:pt x="24004" y="2047789"/>
                </a:lnTo>
                <a:lnTo>
                  <a:pt x="6280" y="2005808"/>
                </a:lnTo>
                <a:lnTo>
                  <a:pt x="0" y="1959101"/>
                </a:lnTo>
                <a:lnTo>
                  <a:pt x="0" y="17574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4"/>
          <p:cNvSpPr txBox="1">
            <a:spLocks/>
          </p:cNvSpPr>
          <p:nvPr/>
        </p:nvSpPr>
        <p:spPr>
          <a:xfrm>
            <a:off x="5155188" y="285173"/>
            <a:ext cx="2977515" cy="437515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700" spc="-15" smtClean="0">
                <a:solidFill>
                  <a:srgbClr val="6F2F9F"/>
                </a:solidFill>
              </a:rPr>
              <a:t>Sigmoid</a:t>
            </a:r>
            <a:r>
              <a:rPr lang="en-US" sz="2700" spc="-120" smtClean="0">
                <a:solidFill>
                  <a:srgbClr val="6F2F9F"/>
                </a:solidFill>
              </a:rPr>
              <a:t> </a:t>
            </a:r>
            <a:r>
              <a:rPr lang="en-US" sz="2700" spc="-40" smtClean="0">
                <a:solidFill>
                  <a:srgbClr val="6F2F9F"/>
                </a:solidFill>
              </a:rPr>
              <a:t>Function:</a:t>
            </a:r>
            <a:endParaRPr lang="en-US" sz="2700"/>
          </a:p>
        </p:txBody>
      </p:sp>
      <p:sp>
        <p:nvSpPr>
          <p:cNvPr id="46" name="object 15"/>
          <p:cNvSpPr/>
          <p:nvPr/>
        </p:nvSpPr>
        <p:spPr>
          <a:xfrm>
            <a:off x="7897764" y="1700144"/>
            <a:ext cx="114300" cy="2240915"/>
          </a:xfrm>
          <a:custGeom>
            <a:avLst/>
            <a:gdLst/>
            <a:ahLst/>
            <a:cxnLst/>
            <a:rect l="l" t="t" r="r" b="b"/>
            <a:pathLst>
              <a:path w="114300" h="2240915">
                <a:moveTo>
                  <a:pt x="38073" y="114228"/>
                </a:moveTo>
                <a:lnTo>
                  <a:pt x="21579" y="2240026"/>
                </a:lnTo>
                <a:lnTo>
                  <a:pt x="59679" y="2240289"/>
                </a:lnTo>
                <a:lnTo>
                  <a:pt x="76174" y="114523"/>
                </a:lnTo>
                <a:lnTo>
                  <a:pt x="38073" y="114228"/>
                </a:lnTo>
                <a:close/>
              </a:path>
              <a:path w="114300" h="2240915">
                <a:moveTo>
                  <a:pt x="104650" y="95128"/>
                </a:moveTo>
                <a:lnTo>
                  <a:pt x="38221" y="95128"/>
                </a:lnTo>
                <a:lnTo>
                  <a:pt x="76321" y="95493"/>
                </a:lnTo>
                <a:lnTo>
                  <a:pt x="76174" y="114523"/>
                </a:lnTo>
                <a:lnTo>
                  <a:pt x="114299" y="114818"/>
                </a:lnTo>
                <a:lnTo>
                  <a:pt x="104650" y="95128"/>
                </a:lnTo>
                <a:close/>
              </a:path>
              <a:path w="114300" h="2240915">
                <a:moveTo>
                  <a:pt x="38221" y="95128"/>
                </a:moveTo>
                <a:lnTo>
                  <a:pt x="38073" y="114228"/>
                </a:lnTo>
                <a:lnTo>
                  <a:pt x="76174" y="114523"/>
                </a:lnTo>
                <a:lnTo>
                  <a:pt x="76321" y="95493"/>
                </a:lnTo>
                <a:lnTo>
                  <a:pt x="38221" y="95128"/>
                </a:lnTo>
                <a:close/>
              </a:path>
              <a:path w="114300" h="2240915">
                <a:moveTo>
                  <a:pt x="58033" y="0"/>
                </a:moveTo>
                <a:lnTo>
                  <a:pt x="0" y="113934"/>
                </a:lnTo>
                <a:lnTo>
                  <a:pt x="38073" y="114228"/>
                </a:lnTo>
                <a:lnTo>
                  <a:pt x="38221" y="95128"/>
                </a:lnTo>
                <a:lnTo>
                  <a:pt x="104650" y="95128"/>
                </a:lnTo>
                <a:lnTo>
                  <a:pt x="5803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6"/>
          <p:cNvSpPr/>
          <p:nvPr/>
        </p:nvSpPr>
        <p:spPr>
          <a:xfrm>
            <a:off x="7951982" y="3872734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83" y="0"/>
                </a:moveTo>
                <a:lnTo>
                  <a:pt x="2672583" y="114299"/>
                </a:lnTo>
                <a:lnTo>
                  <a:pt x="2748783" y="76199"/>
                </a:lnTo>
                <a:lnTo>
                  <a:pt x="2691633" y="76199"/>
                </a:lnTo>
                <a:lnTo>
                  <a:pt x="2691633" y="38099"/>
                </a:lnTo>
                <a:lnTo>
                  <a:pt x="2748783" y="38099"/>
                </a:lnTo>
                <a:lnTo>
                  <a:pt x="2672583" y="0"/>
                </a:lnTo>
                <a:close/>
              </a:path>
              <a:path w="2787015" h="114300">
                <a:moveTo>
                  <a:pt x="267258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83" y="76199"/>
                </a:lnTo>
                <a:lnTo>
                  <a:pt x="2672583" y="38099"/>
                </a:lnTo>
                <a:close/>
              </a:path>
              <a:path w="2787015" h="114300">
                <a:moveTo>
                  <a:pt x="2748783" y="38099"/>
                </a:moveTo>
                <a:lnTo>
                  <a:pt x="2691633" y="38099"/>
                </a:lnTo>
                <a:lnTo>
                  <a:pt x="2691633" y="76199"/>
                </a:lnTo>
                <a:lnTo>
                  <a:pt x="2748783" y="76199"/>
                </a:lnTo>
                <a:lnTo>
                  <a:pt x="2786883" y="57149"/>
                </a:lnTo>
                <a:lnTo>
                  <a:pt x="2748783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7"/>
          <p:cNvSpPr/>
          <p:nvPr/>
        </p:nvSpPr>
        <p:spPr>
          <a:xfrm>
            <a:off x="7851769" y="3937557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391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8"/>
          <p:cNvSpPr/>
          <p:nvPr/>
        </p:nvSpPr>
        <p:spPr>
          <a:xfrm>
            <a:off x="7845419" y="3937557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091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9"/>
          <p:cNvSpPr txBox="1"/>
          <p:nvPr/>
        </p:nvSpPr>
        <p:spPr>
          <a:xfrm>
            <a:off x="7672706" y="3756340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20"/>
          <p:cNvSpPr/>
          <p:nvPr/>
        </p:nvSpPr>
        <p:spPr>
          <a:xfrm>
            <a:off x="7887217" y="1948190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693"/>
                </a:moveTo>
                <a:lnTo>
                  <a:pt x="2566415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1"/>
          <p:cNvSpPr txBox="1"/>
          <p:nvPr/>
        </p:nvSpPr>
        <p:spPr>
          <a:xfrm>
            <a:off x="10754114" y="3764214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22"/>
          <p:cNvSpPr/>
          <p:nvPr/>
        </p:nvSpPr>
        <p:spPr>
          <a:xfrm>
            <a:off x="5631941" y="2230496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48767" y="0"/>
                </a:moveTo>
                <a:lnTo>
                  <a:pt x="29793" y="3653"/>
                </a:lnTo>
                <a:lnTo>
                  <a:pt x="14291" y="13616"/>
                </a:lnTo>
                <a:lnTo>
                  <a:pt x="3835" y="28392"/>
                </a:lnTo>
                <a:lnTo>
                  <a:pt x="0" y="46481"/>
                </a:lnTo>
                <a:lnTo>
                  <a:pt x="3835" y="64623"/>
                </a:lnTo>
                <a:lnTo>
                  <a:pt x="14291" y="79392"/>
                </a:lnTo>
                <a:lnTo>
                  <a:pt x="29793" y="89327"/>
                </a:lnTo>
                <a:lnTo>
                  <a:pt x="48767" y="92963"/>
                </a:lnTo>
                <a:lnTo>
                  <a:pt x="67825" y="89327"/>
                </a:lnTo>
                <a:lnTo>
                  <a:pt x="83362" y="79392"/>
                </a:lnTo>
                <a:lnTo>
                  <a:pt x="93825" y="64623"/>
                </a:lnTo>
                <a:lnTo>
                  <a:pt x="97657" y="46481"/>
                </a:lnTo>
                <a:lnTo>
                  <a:pt x="93825" y="28392"/>
                </a:lnTo>
                <a:lnTo>
                  <a:pt x="83362" y="13616"/>
                </a:lnTo>
                <a:lnTo>
                  <a:pt x="67825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3"/>
          <p:cNvSpPr txBox="1"/>
          <p:nvPr/>
        </p:nvSpPr>
        <p:spPr>
          <a:xfrm>
            <a:off x="7688586" y="1562032"/>
            <a:ext cx="2059939" cy="5207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70485" marR="5080" indent="-57785">
              <a:lnSpc>
                <a:spcPts val="1739"/>
              </a:lnSpc>
              <a:spcBef>
                <a:spcPts val="509"/>
              </a:spcBef>
              <a:tabLst>
                <a:tab pos="20466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Y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24"/>
          <p:cNvSpPr/>
          <p:nvPr/>
        </p:nvSpPr>
        <p:spPr>
          <a:xfrm>
            <a:off x="5631941" y="2230496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0" y="46481"/>
                </a:moveTo>
                <a:lnTo>
                  <a:pt x="3835" y="28392"/>
                </a:lnTo>
                <a:lnTo>
                  <a:pt x="14291" y="13616"/>
                </a:lnTo>
                <a:lnTo>
                  <a:pt x="29793" y="3653"/>
                </a:lnTo>
                <a:lnTo>
                  <a:pt x="48767" y="0"/>
                </a:lnTo>
                <a:lnTo>
                  <a:pt x="67825" y="3653"/>
                </a:lnTo>
                <a:lnTo>
                  <a:pt x="83362" y="13616"/>
                </a:lnTo>
                <a:lnTo>
                  <a:pt x="93825" y="28392"/>
                </a:lnTo>
                <a:lnTo>
                  <a:pt x="97657" y="46481"/>
                </a:lnTo>
                <a:lnTo>
                  <a:pt x="93825" y="64623"/>
                </a:lnTo>
                <a:lnTo>
                  <a:pt x="83362" y="79392"/>
                </a:lnTo>
                <a:lnTo>
                  <a:pt x="67825" y="89327"/>
                </a:lnTo>
                <a:lnTo>
                  <a:pt x="48767" y="92963"/>
                </a:lnTo>
                <a:lnTo>
                  <a:pt x="29793" y="89327"/>
                </a:lnTo>
                <a:lnTo>
                  <a:pt x="14291" y="79392"/>
                </a:lnTo>
                <a:lnTo>
                  <a:pt x="3835" y="64623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5"/>
          <p:cNvSpPr/>
          <p:nvPr/>
        </p:nvSpPr>
        <p:spPr>
          <a:xfrm>
            <a:off x="5631941" y="2544074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48767" y="0"/>
                </a:moveTo>
                <a:lnTo>
                  <a:pt x="29793" y="3655"/>
                </a:lnTo>
                <a:lnTo>
                  <a:pt x="14291" y="13632"/>
                </a:lnTo>
                <a:lnTo>
                  <a:pt x="3835" y="28443"/>
                </a:lnTo>
                <a:lnTo>
                  <a:pt x="0" y="46603"/>
                </a:lnTo>
                <a:lnTo>
                  <a:pt x="3835" y="64680"/>
                </a:lnTo>
                <a:lnTo>
                  <a:pt x="14291" y="79457"/>
                </a:lnTo>
                <a:lnTo>
                  <a:pt x="29793" y="89427"/>
                </a:lnTo>
                <a:lnTo>
                  <a:pt x="48767" y="93085"/>
                </a:lnTo>
                <a:lnTo>
                  <a:pt x="67825" y="89427"/>
                </a:lnTo>
                <a:lnTo>
                  <a:pt x="83362" y="79457"/>
                </a:lnTo>
                <a:lnTo>
                  <a:pt x="93825" y="64680"/>
                </a:lnTo>
                <a:lnTo>
                  <a:pt x="97657" y="46603"/>
                </a:lnTo>
                <a:lnTo>
                  <a:pt x="93825" y="28443"/>
                </a:lnTo>
                <a:lnTo>
                  <a:pt x="83362" y="13632"/>
                </a:lnTo>
                <a:lnTo>
                  <a:pt x="67825" y="3655"/>
                </a:lnTo>
                <a:lnTo>
                  <a:pt x="487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6"/>
          <p:cNvSpPr/>
          <p:nvPr/>
        </p:nvSpPr>
        <p:spPr>
          <a:xfrm>
            <a:off x="5631941" y="2544074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0" y="46603"/>
                </a:moveTo>
                <a:lnTo>
                  <a:pt x="3835" y="28443"/>
                </a:lnTo>
                <a:lnTo>
                  <a:pt x="14291" y="13632"/>
                </a:lnTo>
                <a:lnTo>
                  <a:pt x="29793" y="3655"/>
                </a:lnTo>
                <a:lnTo>
                  <a:pt x="48767" y="0"/>
                </a:lnTo>
                <a:lnTo>
                  <a:pt x="67825" y="3655"/>
                </a:lnTo>
                <a:lnTo>
                  <a:pt x="83362" y="13632"/>
                </a:lnTo>
                <a:lnTo>
                  <a:pt x="93825" y="28443"/>
                </a:lnTo>
                <a:lnTo>
                  <a:pt x="97657" y="46603"/>
                </a:lnTo>
                <a:lnTo>
                  <a:pt x="93825" y="64680"/>
                </a:lnTo>
                <a:lnTo>
                  <a:pt x="83362" y="79457"/>
                </a:lnTo>
                <a:lnTo>
                  <a:pt x="67825" y="89427"/>
                </a:lnTo>
                <a:lnTo>
                  <a:pt x="48767" y="93085"/>
                </a:lnTo>
                <a:lnTo>
                  <a:pt x="29793" y="89427"/>
                </a:lnTo>
                <a:lnTo>
                  <a:pt x="14291" y="79457"/>
                </a:lnTo>
                <a:lnTo>
                  <a:pt x="3835" y="64680"/>
                </a:lnTo>
                <a:lnTo>
                  <a:pt x="0" y="46603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7"/>
          <p:cNvSpPr/>
          <p:nvPr/>
        </p:nvSpPr>
        <p:spPr>
          <a:xfrm>
            <a:off x="5631941" y="2857743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48767" y="0"/>
                </a:moveTo>
                <a:lnTo>
                  <a:pt x="29793" y="3658"/>
                </a:lnTo>
                <a:lnTo>
                  <a:pt x="14291" y="13628"/>
                </a:lnTo>
                <a:lnTo>
                  <a:pt x="3835" y="28404"/>
                </a:lnTo>
                <a:lnTo>
                  <a:pt x="0" y="46481"/>
                </a:lnTo>
                <a:lnTo>
                  <a:pt x="3835" y="64571"/>
                </a:lnTo>
                <a:lnTo>
                  <a:pt x="14291" y="79347"/>
                </a:lnTo>
                <a:lnTo>
                  <a:pt x="29793" y="89310"/>
                </a:lnTo>
                <a:lnTo>
                  <a:pt x="48767" y="92963"/>
                </a:lnTo>
                <a:lnTo>
                  <a:pt x="67825" y="89310"/>
                </a:lnTo>
                <a:lnTo>
                  <a:pt x="83362" y="79347"/>
                </a:lnTo>
                <a:lnTo>
                  <a:pt x="93825" y="64571"/>
                </a:lnTo>
                <a:lnTo>
                  <a:pt x="97657" y="46481"/>
                </a:lnTo>
                <a:lnTo>
                  <a:pt x="93825" y="28404"/>
                </a:lnTo>
                <a:lnTo>
                  <a:pt x="83362" y="13628"/>
                </a:lnTo>
                <a:lnTo>
                  <a:pt x="67825" y="3658"/>
                </a:lnTo>
                <a:lnTo>
                  <a:pt x="487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8"/>
          <p:cNvSpPr/>
          <p:nvPr/>
        </p:nvSpPr>
        <p:spPr>
          <a:xfrm>
            <a:off x="5631941" y="2857743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4">
                <a:moveTo>
                  <a:pt x="0" y="46481"/>
                </a:moveTo>
                <a:lnTo>
                  <a:pt x="3835" y="28404"/>
                </a:lnTo>
                <a:lnTo>
                  <a:pt x="14291" y="13628"/>
                </a:lnTo>
                <a:lnTo>
                  <a:pt x="29793" y="3658"/>
                </a:lnTo>
                <a:lnTo>
                  <a:pt x="48767" y="0"/>
                </a:lnTo>
                <a:lnTo>
                  <a:pt x="67825" y="3658"/>
                </a:lnTo>
                <a:lnTo>
                  <a:pt x="83362" y="13628"/>
                </a:lnTo>
                <a:lnTo>
                  <a:pt x="93825" y="28404"/>
                </a:lnTo>
                <a:lnTo>
                  <a:pt x="97657" y="46481"/>
                </a:lnTo>
                <a:lnTo>
                  <a:pt x="93825" y="64571"/>
                </a:lnTo>
                <a:lnTo>
                  <a:pt x="83362" y="79347"/>
                </a:lnTo>
                <a:lnTo>
                  <a:pt x="67825" y="89310"/>
                </a:lnTo>
                <a:lnTo>
                  <a:pt x="48767" y="92963"/>
                </a:lnTo>
                <a:lnTo>
                  <a:pt x="29793" y="89310"/>
                </a:lnTo>
                <a:lnTo>
                  <a:pt x="14291" y="79347"/>
                </a:lnTo>
                <a:lnTo>
                  <a:pt x="3835" y="64571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9"/>
          <p:cNvSpPr/>
          <p:nvPr/>
        </p:nvSpPr>
        <p:spPr>
          <a:xfrm>
            <a:off x="5631941" y="3171322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5">
                <a:moveTo>
                  <a:pt x="48767" y="0"/>
                </a:moveTo>
                <a:lnTo>
                  <a:pt x="29793" y="3653"/>
                </a:lnTo>
                <a:lnTo>
                  <a:pt x="14291" y="13616"/>
                </a:lnTo>
                <a:lnTo>
                  <a:pt x="3835" y="28392"/>
                </a:lnTo>
                <a:lnTo>
                  <a:pt x="0" y="46481"/>
                </a:lnTo>
                <a:lnTo>
                  <a:pt x="3835" y="64642"/>
                </a:lnTo>
                <a:lnTo>
                  <a:pt x="14291" y="79453"/>
                </a:lnTo>
                <a:lnTo>
                  <a:pt x="29793" y="89430"/>
                </a:lnTo>
                <a:lnTo>
                  <a:pt x="48767" y="93085"/>
                </a:lnTo>
                <a:lnTo>
                  <a:pt x="67825" y="89430"/>
                </a:lnTo>
                <a:lnTo>
                  <a:pt x="83362" y="79453"/>
                </a:lnTo>
                <a:lnTo>
                  <a:pt x="93825" y="64642"/>
                </a:lnTo>
                <a:lnTo>
                  <a:pt x="97657" y="46481"/>
                </a:lnTo>
                <a:lnTo>
                  <a:pt x="93825" y="28392"/>
                </a:lnTo>
                <a:lnTo>
                  <a:pt x="83362" y="13616"/>
                </a:lnTo>
                <a:lnTo>
                  <a:pt x="67825" y="3653"/>
                </a:lnTo>
                <a:lnTo>
                  <a:pt x="4876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30"/>
          <p:cNvSpPr/>
          <p:nvPr/>
        </p:nvSpPr>
        <p:spPr>
          <a:xfrm>
            <a:off x="5631941" y="3171322"/>
            <a:ext cx="97790" cy="93345"/>
          </a:xfrm>
          <a:custGeom>
            <a:avLst/>
            <a:gdLst/>
            <a:ahLst/>
            <a:cxnLst/>
            <a:rect l="l" t="t" r="r" b="b"/>
            <a:pathLst>
              <a:path w="97789" h="93345">
                <a:moveTo>
                  <a:pt x="0" y="46481"/>
                </a:moveTo>
                <a:lnTo>
                  <a:pt x="3835" y="28392"/>
                </a:lnTo>
                <a:lnTo>
                  <a:pt x="14291" y="13616"/>
                </a:lnTo>
                <a:lnTo>
                  <a:pt x="29793" y="3653"/>
                </a:lnTo>
                <a:lnTo>
                  <a:pt x="48767" y="0"/>
                </a:lnTo>
                <a:lnTo>
                  <a:pt x="67825" y="3653"/>
                </a:lnTo>
                <a:lnTo>
                  <a:pt x="83362" y="13616"/>
                </a:lnTo>
                <a:lnTo>
                  <a:pt x="93825" y="28392"/>
                </a:lnTo>
                <a:lnTo>
                  <a:pt x="97657" y="46481"/>
                </a:lnTo>
                <a:lnTo>
                  <a:pt x="93825" y="64642"/>
                </a:lnTo>
                <a:lnTo>
                  <a:pt x="83362" y="79453"/>
                </a:lnTo>
                <a:lnTo>
                  <a:pt x="67825" y="89430"/>
                </a:lnTo>
                <a:lnTo>
                  <a:pt x="48767" y="93085"/>
                </a:lnTo>
                <a:lnTo>
                  <a:pt x="29793" y="89430"/>
                </a:lnTo>
                <a:lnTo>
                  <a:pt x="14291" y="79453"/>
                </a:lnTo>
                <a:lnTo>
                  <a:pt x="3835" y="64642"/>
                </a:lnTo>
                <a:lnTo>
                  <a:pt x="0" y="4648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31"/>
          <p:cNvSpPr txBox="1"/>
          <p:nvPr/>
        </p:nvSpPr>
        <p:spPr>
          <a:xfrm>
            <a:off x="5600069" y="1732212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32"/>
          <p:cNvSpPr/>
          <p:nvPr/>
        </p:nvSpPr>
        <p:spPr>
          <a:xfrm>
            <a:off x="9383267" y="2670566"/>
            <a:ext cx="0" cy="1242060"/>
          </a:xfrm>
          <a:custGeom>
            <a:avLst/>
            <a:gdLst/>
            <a:ahLst/>
            <a:cxnLst/>
            <a:rect l="l" t="t" r="r" b="b"/>
            <a:pathLst>
              <a:path h="1242060">
                <a:moveTo>
                  <a:pt x="0" y="0"/>
                </a:moveTo>
                <a:lnTo>
                  <a:pt x="0" y="1242053"/>
                </a:lnTo>
              </a:path>
            </a:pathLst>
          </a:custGeom>
          <a:ln w="1587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33"/>
          <p:cNvSpPr/>
          <p:nvPr/>
        </p:nvSpPr>
        <p:spPr>
          <a:xfrm>
            <a:off x="7950464" y="2670566"/>
            <a:ext cx="1374140" cy="0"/>
          </a:xfrm>
          <a:custGeom>
            <a:avLst/>
            <a:gdLst/>
            <a:ahLst/>
            <a:cxnLst/>
            <a:rect l="l" t="t" r="r" b="b"/>
            <a:pathLst>
              <a:path w="1374140">
                <a:moveTo>
                  <a:pt x="1374129" y="0"/>
                </a:moveTo>
                <a:lnTo>
                  <a:pt x="0" y="0"/>
                </a:lnTo>
              </a:path>
            </a:pathLst>
          </a:custGeom>
          <a:ln w="1587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34"/>
          <p:cNvSpPr/>
          <p:nvPr/>
        </p:nvSpPr>
        <p:spPr>
          <a:xfrm>
            <a:off x="9688067" y="2091933"/>
            <a:ext cx="0" cy="1838325"/>
          </a:xfrm>
          <a:custGeom>
            <a:avLst/>
            <a:gdLst/>
            <a:ahLst/>
            <a:cxnLst/>
            <a:rect l="l" t="t" r="r" b="b"/>
            <a:pathLst>
              <a:path h="1838325">
                <a:moveTo>
                  <a:pt x="0" y="0"/>
                </a:moveTo>
                <a:lnTo>
                  <a:pt x="0" y="1837950"/>
                </a:lnTo>
              </a:path>
            </a:pathLst>
          </a:custGeom>
          <a:ln w="1587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35"/>
          <p:cNvSpPr/>
          <p:nvPr/>
        </p:nvSpPr>
        <p:spPr>
          <a:xfrm>
            <a:off x="8896867" y="3845302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0"/>
                </a:moveTo>
                <a:lnTo>
                  <a:pt x="0" y="75818"/>
                </a:lnTo>
              </a:path>
            </a:pathLst>
          </a:custGeom>
          <a:ln w="1587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36"/>
          <p:cNvSpPr/>
          <p:nvPr/>
        </p:nvSpPr>
        <p:spPr>
          <a:xfrm>
            <a:off x="7951988" y="3845302"/>
            <a:ext cx="944880" cy="0"/>
          </a:xfrm>
          <a:custGeom>
            <a:avLst/>
            <a:gdLst/>
            <a:ahLst/>
            <a:cxnLst/>
            <a:rect l="l" t="t" r="r" b="b"/>
            <a:pathLst>
              <a:path w="944879">
                <a:moveTo>
                  <a:pt x="944879" y="0"/>
                </a:moveTo>
                <a:lnTo>
                  <a:pt x="0" y="0"/>
                </a:lnTo>
              </a:path>
            </a:pathLst>
          </a:custGeom>
          <a:ln w="1587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37"/>
          <p:cNvSpPr/>
          <p:nvPr/>
        </p:nvSpPr>
        <p:spPr>
          <a:xfrm>
            <a:off x="7885815" y="201408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35173" y="0"/>
                </a:moveTo>
                <a:lnTo>
                  <a:pt x="0" y="32887"/>
                </a:lnTo>
                <a:lnTo>
                  <a:pt x="37703" y="73273"/>
                </a:lnTo>
                <a:lnTo>
                  <a:pt x="0" y="113537"/>
                </a:lnTo>
                <a:lnTo>
                  <a:pt x="35173" y="146425"/>
                </a:lnTo>
                <a:lnTo>
                  <a:pt x="70744" y="108447"/>
                </a:lnTo>
                <a:lnTo>
                  <a:pt x="136702" y="108447"/>
                </a:lnTo>
                <a:lnTo>
                  <a:pt x="103631" y="73273"/>
                </a:lnTo>
                <a:lnTo>
                  <a:pt x="136602" y="38099"/>
                </a:lnTo>
                <a:lnTo>
                  <a:pt x="70744" y="38099"/>
                </a:lnTo>
                <a:lnTo>
                  <a:pt x="35173" y="0"/>
                </a:lnTo>
                <a:close/>
              </a:path>
              <a:path w="141604" h="146685">
                <a:moveTo>
                  <a:pt x="136702" y="108447"/>
                </a:moveTo>
                <a:lnTo>
                  <a:pt x="70744" y="108447"/>
                </a:lnTo>
                <a:lnTo>
                  <a:pt x="106283" y="146425"/>
                </a:lnTo>
                <a:lnTo>
                  <a:pt x="141488" y="113537"/>
                </a:lnTo>
                <a:lnTo>
                  <a:pt x="136702" y="108447"/>
                </a:lnTo>
                <a:close/>
              </a:path>
              <a:path w="141604" h="146685">
                <a:moveTo>
                  <a:pt x="106283" y="0"/>
                </a:moveTo>
                <a:lnTo>
                  <a:pt x="70744" y="38099"/>
                </a:lnTo>
                <a:lnTo>
                  <a:pt x="136602" y="38099"/>
                </a:lnTo>
                <a:lnTo>
                  <a:pt x="141488" y="32887"/>
                </a:lnTo>
                <a:lnTo>
                  <a:pt x="10628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38"/>
          <p:cNvSpPr/>
          <p:nvPr/>
        </p:nvSpPr>
        <p:spPr>
          <a:xfrm>
            <a:off x="7885815" y="201408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0" y="32887"/>
                </a:moveTo>
                <a:lnTo>
                  <a:pt x="35173" y="0"/>
                </a:lnTo>
                <a:lnTo>
                  <a:pt x="70744" y="38099"/>
                </a:lnTo>
                <a:lnTo>
                  <a:pt x="106283" y="0"/>
                </a:lnTo>
                <a:lnTo>
                  <a:pt x="141488" y="32887"/>
                </a:lnTo>
                <a:lnTo>
                  <a:pt x="103631" y="73273"/>
                </a:lnTo>
                <a:lnTo>
                  <a:pt x="141488" y="113537"/>
                </a:lnTo>
                <a:lnTo>
                  <a:pt x="106283" y="146425"/>
                </a:lnTo>
                <a:lnTo>
                  <a:pt x="70744" y="108447"/>
                </a:lnTo>
                <a:lnTo>
                  <a:pt x="35173" y="146425"/>
                </a:lnTo>
                <a:lnTo>
                  <a:pt x="0" y="113537"/>
                </a:lnTo>
                <a:lnTo>
                  <a:pt x="37703" y="73273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39"/>
          <p:cNvSpPr/>
          <p:nvPr/>
        </p:nvSpPr>
        <p:spPr>
          <a:xfrm>
            <a:off x="7885815" y="259040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35173" y="0"/>
                </a:moveTo>
                <a:lnTo>
                  <a:pt x="0" y="32918"/>
                </a:lnTo>
                <a:lnTo>
                  <a:pt x="37703" y="73151"/>
                </a:lnTo>
                <a:lnTo>
                  <a:pt x="0" y="113537"/>
                </a:lnTo>
                <a:lnTo>
                  <a:pt x="35173" y="146456"/>
                </a:lnTo>
                <a:lnTo>
                  <a:pt x="70744" y="108478"/>
                </a:lnTo>
                <a:lnTo>
                  <a:pt x="136745" y="108478"/>
                </a:lnTo>
                <a:lnTo>
                  <a:pt x="103631" y="73151"/>
                </a:lnTo>
                <a:lnTo>
                  <a:pt x="136727" y="37978"/>
                </a:lnTo>
                <a:lnTo>
                  <a:pt x="70744" y="37978"/>
                </a:lnTo>
                <a:lnTo>
                  <a:pt x="35173" y="0"/>
                </a:lnTo>
                <a:close/>
              </a:path>
              <a:path w="141604" h="146685">
                <a:moveTo>
                  <a:pt x="136745" y="108478"/>
                </a:moveTo>
                <a:lnTo>
                  <a:pt x="70744" y="108478"/>
                </a:lnTo>
                <a:lnTo>
                  <a:pt x="106283" y="146456"/>
                </a:lnTo>
                <a:lnTo>
                  <a:pt x="141488" y="113537"/>
                </a:lnTo>
                <a:lnTo>
                  <a:pt x="136745" y="108478"/>
                </a:lnTo>
                <a:close/>
              </a:path>
              <a:path w="141604" h="146685">
                <a:moveTo>
                  <a:pt x="106283" y="0"/>
                </a:moveTo>
                <a:lnTo>
                  <a:pt x="70744" y="37978"/>
                </a:lnTo>
                <a:lnTo>
                  <a:pt x="136727" y="37978"/>
                </a:lnTo>
                <a:lnTo>
                  <a:pt x="141488" y="32918"/>
                </a:lnTo>
                <a:lnTo>
                  <a:pt x="10628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40"/>
          <p:cNvSpPr/>
          <p:nvPr/>
        </p:nvSpPr>
        <p:spPr>
          <a:xfrm>
            <a:off x="7885815" y="259040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0" y="32918"/>
                </a:moveTo>
                <a:lnTo>
                  <a:pt x="35173" y="0"/>
                </a:lnTo>
                <a:lnTo>
                  <a:pt x="70744" y="37978"/>
                </a:lnTo>
                <a:lnTo>
                  <a:pt x="106283" y="0"/>
                </a:lnTo>
                <a:lnTo>
                  <a:pt x="141488" y="32918"/>
                </a:lnTo>
                <a:lnTo>
                  <a:pt x="103631" y="73151"/>
                </a:lnTo>
                <a:lnTo>
                  <a:pt x="141488" y="113537"/>
                </a:lnTo>
                <a:lnTo>
                  <a:pt x="106283" y="146456"/>
                </a:lnTo>
                <a:lnTo>
                  <a:pt x="70744" y="108478"/>
                </a:lnTo>
                <a:lnTo>
                  <a:pt x="35173" y="146456"/>
                </a:lnTo>
                <a:lnTo>
                  <a:pt x="0" y="113537"/>
                </a:lnTo>
                <a:lnTo>
                  <a:pt x="37703" y="73151"/>
                </a:lnTo>
                <a:lnTo>
                  <a:pt x="0" y="32918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41"/>
          <p:cNvSpPr/>
          <p:nvPr/>
        </p:nvSpPr>
        <p:spPr>
          <a:xfrm>
            <a:off x="7865364" y="3764524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35051" y="0"/>
                </a:moveTo>
                <a:lnTo>
                  <a:pt x="0" y="32887"/>
                </a:lnTo>
                <a:lnTo>
                  <a:pt x="37734" y="73158"/>
                </a:lnTo>
                <a:lnTo>
                  <a:pt x="0" y="113544"/>
                </a:lnTo>
                <a:lnTo>
                  <a:pt x="35051" y="146441"/>
                </a:lnTo>
                <a:lnTo>
                  <a:pt x="70744" y="108341"/>
                </a:lnTo>
                <a:lnTo>
                  <a:pt x="136504" y="108341"/>
                </a:lnTo>
                <a:lnTo>
                  <a:pt x="103631" y="73158"/>
                </a:lnTo>
                <a:lnTo>
                  <a:pt x="136596" y="37978"/>
                </a:lnTo>
                <a:lnTo>
                  <a:pt x="70744" y="37978"/>
                </a:lnTo>
                <a:lnTo>
                  <a:pt x="35051" y="0"/>
                </a:lnTo>
                <a:close/>
              </a:path>
              <a:path w="141604" h="146685">
                <a:moveTo>
                  <a:pt x="136504" y="108341"/>
                </a:moveTo>
                <a:lnTo>
                  <a:pt x="70744" y="108341"/>
                </a:lnTo>
                <a:lnTo>
                  <a:pt x="106314" y="146441"/>
                </a:lnTo>
                <a:lnTo>
                  <a:pt x="141366" y="113544"/>
                </a:lnTo>
                <a:lnTo>
                  <a:pt x="136504" y="108341"/>
                </a:lnTo>
                <a:close/>
              </a:path>
              <a:path w="141604" h="146685">
                <a:moveTo>
                  <a:pt x="106314" y="0"/>
                </a:moveTo>
                <a:lnTo>
                  <a:pt x="70744" y="37978"/>
                </a:lnTo>
                <a:lnTo>
                  <a:pt x="136596" y="37978"/>
                </a:lnTo>
                <a:lnTo>
                  <a:pt x="141366" y="32887"/>
                </a:lnTo>
                <a:lnTo>
                  <a:pt x="10631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42"/>
          <p:cNvSpPr/>
          <p:nvPr/>
        </p:nvSpPr>
        <p:spPr>
          <a:xfrm>
            <a:off x="7865364" y="3764524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0" y="32887"/>
                </a:moveTo>
                <a:lnTo>
                  <a:pt x="35051" y="0"/>
                </a:lnTo>
                <a:lnTo>
                  <a:pt x="70744" y="37978"/>
                </a:lnTo>
                <a:lnTo>
                  <a:pt x="106314" y="0"/>
                </a:lnTo>
                <a:lnTo>
                  <a:pt x="141366" y="32887"/>
                </a:lnTo>
                <a:lnTo>
                  <a:pt x="103631" y="73158"/>
                </a:lnTo>
                <a:lnTo>
                  <a:pt x="141366" y="113544"/>
                </a:lnTo>
                <a:lnTo>
                  <a:pt x="106314" y="146441"/>
                </a:lnTo>
                <a:lnTo>
                  <a:pt x="70744" y="108341"/>
                </a:lnTo>
                <a:lnTo>
                  <a:pt x="35051" y="146441"/>
                </a:lnTo>
                <a:lnTo>
                  <a:pt x="0" y="113544"/>
                </a:lnTo>
                <a:lnTo>
                  <a:pt x="37734" y="73158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43"/>
          <p:cNvSpPr/>
          <p:nvPr/>
        </p:nvSpPr>
        <p:spPr>
          <a:xfrm>
            <a:off x="7887705" y="188390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35204" y="0"/>
                </a:moveTo>
                <a:lnTo>
                  <a:pt x="0" y="32887"/>
                </a:lnTo>
                <a:lnTo>
                  <a:pt x="37734" y="73151"/>
                </a:lnTo>
                <a:lnTo>
                  <a:pt x="0" y="113537"/>
                </a:lnTo>
                <a:lnTo>
                  <a:pt x="35204" y="146425"/>
                </a:lnTo>
                <a:lnTo>
                  <a:pt x="70744" y="108478"/>
                </a:lnTo>
                <a:lnTo>
                  <a:pt x="136745" y="108478"/>
                </a:lnTo>
                <a:lnTo>
                  <a:pt x="103631" y="73151"/>
                </a:lnTo>
                <a:lnTo>
                  <a:pt x="136702" y="37978"/>
                </a:lnTo>
                <a:lnTo>
                  <a:pt x="70744" y="37978"/>
                </a:lnTo>
                <a:lnTo>
                  <a:pt x="35204" y="0"/>
                </a:lnTo>
                <a:close/>
              </a:path>
              <a:path w="141604" h="146685">
                <a:moveTo>
                  <a:pt x="136745" y="108478"/>
                </a:moveTo>
                <a:lnTo>
                  <a:pt x="70744" y="108478"/>
                </a:lnTo>
                <a:lnTo>
                  <a:pt x="106314" y="146425"/>
                </a:lnTo>
                <a:lnTo>
                  <a:pt x="141488" y="113537"/>
                </a:lnTo>
                <a:lnTo>
                  <a:pt x="136745" y="108478"/>
                </a:lnTo>
                <a:close/>
              </a:path>
              <a:path w="141604" h="146685">
                <a:moveTo>
                  <a:pt x="106314" y="0"/>
                </a:moveTo>
                <a:lnTo>
                  <a:pt x="70744" y="37978"/>
                </a:lnTo>
                <a:lnTo>
                  <a:pt x="136702" y="37978"/>
                </a:lnTo>
                <a:lnTo>
                  <a:pt x="141488" y="32887"/>
                </a:lnTo>
                <a:lnTo>
                  <a:pt x="10631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44"/>
          <p:cNvSpPr/>
          <p:nvPr/>
        </p:nvSpPr>
        <p:spPr>
          <a:xfrm>
            <a:off x="7887705" y="188390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0" y="32887"/>
                </a:moveTo>
                <a:lnTo>
                  <a:pt x="35204" y="0"/>
                </a:lnTo>
                <a:lnTo>
                  <a:pt x="70744" y="37978"/>
                </a:lnTo>
                <a:lnTo>
                  <a:pt x="106314" y="0"/>
                </a:lnTo>
                <a:lnTo>
                  <a:pt x="141488" y="32887"/>
                </a:lnTo>
                <a:lnTo>
                  <a:pt x="103631" y="73151"/>
                </a:lnTo>
                <a:lnTo>
                  <a:pt x="141488" y="113537"/>
                </a:lnTo>
                <a:lnTo>
                  <a:pt x="106314" y="146425"/>
                </a:lnTo>
                <a:lnTo>
                  <a:pt x="70744" y="108478"/>
                </a:lnTo>
                <a:lnTo>
                  <a:pt x="35204" y="146425"/>
                </a:lnTo>
                <a:lnTo>
                  <a:pt x="0" y="113537"/>
                </a:lnTo>
                <a:lnTo>
                  <a:pt x="37734" y="73151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45"/>
          <p:cNvSpPr txBox="1"/>
          <p:nvPr/>
        </p:nvSpPr>
        <p:spPr>
          <a:xfrm>
            <a:off x="5214370" y="4725541"/>
            <a:ext cx="5685790" cy="1398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0" marR="5080" indent="-381000">
              <a:lnSpc>
                <a:spcPct val="150200"/>
              </a:lnSpc>
              <a:spcBef>
                <a:spcPts val="95"/>
              </a:spcBef>
              <a:buFont typeface="Wingdings"/>
              <a:buChar char=""/>
              <a:tabLst>
                <a:tab pos="393700" algn="l"/>
                <a:tab pos="394335" algn="l"/>
              </a:tabLst>
            </a:pP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Takes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any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real-valued number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maps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into</a:t>
            </a:r>
            <a:r>
              <a:rPr sz="2000" spc="-3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a 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between </a:t>
            </a: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0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2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1.</a:t>
            </a:r>
            <a:endParaRPr sz="200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93700" algn="l"/>
                <a:tab pos="394335" algn="l"/>
              </a:tabLst>
            </a:pP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Helpful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while </a:t>
            </a: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solving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classification</a:t>
            </a:r>
            <a:r>
              <a:rPr sz="2000" spc="-229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problems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698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69" name="object 5"/>
          <p:cNvSpPr/>
          <p:nvPr/>
        </p:nvSpPr>
        <p:spPr>
          <a:xfrm>
            <a:off x="568665" y="1676424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"/>
          <p:cNvSpPr/>
          <p:nvPr/>
        </p:nvSpPr>
        <p:spPr>
          <a:xfrm>
            <a:off x="639439" y="3847986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08" y="0"/>
                </a:moveTo>
                <a:lnTo>
                  <a:pt x="2672608" y="114299"/>
                </a:lnTo>
                <a:lnTo>
                  <a:pt x="2748808" y="76199"/>
                </a:lnTo>
                <a:lnTo>
                  <a:pt x="2691658" y="76199"/>
                </a:lnTo>
                <a:lnTo>
                  <a:pt x="2691658" y="38099"/>
                </a:lnTo>
                <a:lnTo>
                  <a:pt x="2748808" y="38099"/>
                </a:lnTo>
                <a:lnTo>
                  <a:pt x="2672608" y="0"/>
                </a:lnTo>
                <a:close/>
              </a:path>
              <a:path w="2787015" h="114300">
                <a:moveTo>
                  <a:pt x="267260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08" y="76199"/>
                </a:lnTo>
                <a:lnTo>
                  <a:pt x="2672608" y="38099"/>
                </a:lnTo>
                <a:close/>
              </a:path>
              <a:path w="2787015" h="114300">
                <a:moveTo>
                  <a:pt x="2748808" y="38099"/>
                </a:moveTo>
                <a:lnTo>
                  <a:pt x="2691658" y="38099"/>
                </a:lnTo>
                <a:lnTo>
                  <a:pt x="2691658" y="76199"/>
                </a:lnTo>
                <a:lnTo>
                  <a:pt x="2748808" y="76199"/>
                </a:lnTo>
                <a:lnTo>
                  <a:pt x="2786908" y="57149"/>
                </a:lnTo>
                <a:lnTo>
                  <a:pt x="2748808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"/>
          <p:cNvSpPr/>
          <p:nvPr/>
        </p:nvSpPr>
        <p:spPr>
          <a:xfrm>
            <a:off x="539258" y="3912929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391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8"/>
          <p:cNvSpPr/>
          <p:nvPr/>
        </p:nvSpPr>
        <p:spPr>
          <a:xfrm>
            <a:off x="532908" y="3912929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091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9"/>
          <p:cNvSpPr txBox="1"/>
          <p:nvPr/>
        </p:nvSpPr>
        <p:spPr>
          <a:xfrm>
            <a:off x="54606" y="1606369"/>
            <a:ext cx="32277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4675" algn="l"/>
                <a:tab pos="3214370" algn="l"/>
              </a:tabLst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spc="-5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4" name="object 10"/>
          <p:cNvSpPr txBox="1"/>
          <p:nvPr/>
        </p:nvSpPr>
        <p:spPr>
          <a:xfrm>
            <a:off x="354643" y="3731970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5" name="object 11"/>
          <p:cNvSpPr/>
          <p:nvPr/>
        </p:nvSpPr>
        <p:spPr>
          <a:xfrm>
            <a:off x="569726" y="3811923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81"/>
                </a:moveTo>
                <a:lnTo>
                  <a:pt x="0" y="2132481"/>
                </a:lnTo>
                <a:lnTo>
                  <a:pt x="57149" y="2246781"/>
                </a:lnTo>
                <a:lnTo>
                  <a:pt x="104774" y="2151531"/>
                </a:lnTo>
                <a:lnTo>
                  <a:pt x="38099" y="2151531"/>
                </a:lnTo>
                <a:lnTo>
                  <a:pt x="38099" y="2132481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31"/>
                </a:lnTo>
                <a:lnTo>
                  <a:pt x="76199" y="2151531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81"/>
                </a:moveTo>
                <a:lnTo>
                  <a:pt x="76199" y="2132481"/>
                </a:lnTo>
                <a:lnTo>
                  <a:pt x="76199" y="2151531"/>
                </a:lnTo>
                <a:lnTo>
                  <a:pt x="104774" y="2151531"/>
                </a:lnTo>
                <a:lnTo>
                  <a:pt x="114299" y="2132481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12"/>
          <p:cNvSpPr txBox="1"/>
          <p:nvPr/>
        </p:nvSpPr>
        <p:spPr>
          <a:xfrm>
            <a:off x="66988" y="5712536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7" name="object 13"/>
          <p:cNvSpPr/>
          <p:nvPr/>
        </p:nvSpPr>
        <p:spPr>
          <a:xfrm>
            <a:off x="743651" y="2025542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7" y="3603190"/>
                </a:moveTo>
                <a:lnTo>
                  <a:pt x="0" y="3729874"/>
                </a:lnTo>
                <a:lnTo>
                  <a:pt x="111444" y="3667329"/>
                </a:lnTo>
                <a:lnTo>
                  <a:pt x="103189" y="3661733"/>
                </a:lnTo>
                <a:lnTo>
                  <a:pt x="69213" y="3661733"/>
                </a:lnTo>
                <a:lnTo>
                  <a:pt x="37673" y="3640351"/>
                </a:lnTo>
                <a:lnTo>
                  <a:pt x="48372" y="3624569"/>
                </a:lnTo>
                <a:lnTo>
                  <a:pt x="16837" y="3603190"/>
                </a:lnTo>
                <a:close/>
              </a:path>
              <a:path w="2529204" h="3729990">
                <a:moveTo>
                  <a:pt x="48372" y="3624569"/>
                </a:moveTo>
                <a:lnTo>
                  <a:pt x="37673" y="3640351"/>
                </a:lnTo>
                <a:lnTo>
                  <a:pt x="69213" y="3661733"/>
                </a:lnTo>
                <a:lnTo>
                  <a:pt x="79912" y="3645952"/>
                </a:lnTo>
                <a:lnTo>
                  <a:pt x="48372" y="3624569"/>
                </a:lnTo>
                <a:close/>
              </a:path>
              <a:path w="2529204" h="3729990">
                <a:moveTo>
                  <a:pt x="79912" y="3645952"/>
                </a:moveTo>
                <a:lnTo>
                  <a:pt x="69213" y="3661733"/>
                </a:lnTo>
                <a:lnTo>
                  <a:pt x="103189" y="3661733"/>
                </a:lnTo>
                <a:lnTo>
                  <a:pt x="79912" y="3645952"/>
                </a:lnTo>
                <a:close/>
              </a:path>
              <a:path w="2529204" h="3729990">
                <a:moveTo>
                  <a:pt x="2448849" y="83850"/>
                </a:moveTo>
                <a:lnTo>
                  <a:pt x="48372" y="3624569"/>
                </a:lnTo>
                <a:lnTo>
                  <a:pt x="79912" y="3645952"/>
                </a:lnTo>
                <a:lnTo>
                  <a:pt x="2480376" y="105247"/>
                </a:lnTo>
                <a:lnTo>
                  <a:pt x="2448849" y="83850"/>
                </a:lnTo>
                <a:close/>
              </a:path>
              <a:path w="2529204" h="3729990">
                <a:moveTo>
                  <a:pt x="2519679" y="68061"/>
                </a:moveTo>
                <a:lnTo>
                  <a:pt x="2459553" y="68061"/>
                </a:lnTo>
                <a:lnTo>
                  <a:pt x="2491038" y="89519"/>
                </a:lnTo>
                <a:lnTo>
                  <a:pt x="2480376" y="105247"/>
                </a:lnTo>
                <a:lnTo>
                  <a:pt x="2511856" y="126613"/>
                </a:lnTo>
                <a:lnTo>
                  <a:pt x="2519679" y="68061"/>
                </a:lnTo>
                <a:close/>
              </a:path>
              <a:path w="2529204" h="3729990">
                <a:moveTo>
                  <a:pt x="2459553" y="68061"/>
                </a:moveTo>
                <a:lnTo>
                  <a:pt x="2448849" y="83850"/>
                </a:lnTo>
                <a:lnTo>
                  <a:pt x="2480376" y="105247"/>
                </a:lnTo>
                <a:lnTo>
                  <a:pt x="2491038" y="89519"/>
                </a:lnTo>
                <a:lnTo>
                  <a:pt x="2459553" y="68061"/>
                </a:lnTo>
                <a:close/>
              </a:path>
              <a:path w="2529204" h="3729990">
                <a:moveTo>
                  <a:pt x="2528773" y="0"/>
                </a:moveTo>
                <a:lnTo>
                  <a:pt x="2417368" y="62483"/>
                </a:lnTo>
                <a:lnTo>
                  <a:pt x="2448849" y="83850"/>
                </a:lnTo>
                <a:lnTo>
                  <a:pt x="2459553" y="68061"/>
                </a:lnTo>
                <a:lnTo>
                  <a:pt x="2519679" y="68061"/>
                </a:lnTo>
                <a:lnTo>
                  <a:pt x="252877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14"/>
          <p:cNvSpPr/>
          <p:nvPr/>
        </p:nvSpPr>
        <p:spPr>
          <a:xfrm>
            <a:off x="1991359" y="1651047"/>
            <a:ext cx="904965" cy="302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15"/>
          <p:cNvSpPr/>
          <p:nvPr/>
        </p:nvSpPr>
        <p:spPr>
          <a:xfrm>
            <a:off x="925714" y="5614187"/>
            <a:ext cx="904953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16"/>
          <p:cNvSpPr/>
          <p:nvPr/>
        </p:nvSpPr>
        <p:spPr>
          <a:xfrm>
            <a:off x="3172084" y="4030639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17"/>
          <p:cNvSpPr/>
          <p:nvPr/>
        </p:nvSpPr>
        <p:spPr>
          <a:xfrm>
            <a:off x="1434083" y="1656015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18"/>
          <p:cNvSpPr/>
          <p:nvPr/>
        </p:nvSpPr>
        <p:spPr>
          <a:xfrm>
            <a:off x="1349565" y="1738298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19"/>
          <p:cNvSpPr/>
          <p:nvPr/>
        </p:nvSpPr>
        <p:spPr>
          <a:xfrm>
            <a:off x="2538093" y="5604245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20"/>
          <p:cNvSpPr/>
          <p:nvPr/>
        </p:nvSpPr>
        <p:spPr>
          <a:xfrm>
            <a:off x="1913317" y="172080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21"/>
          <p:cNvSpPr/>
          <p:nvPr/>
        </p:nvSpPr>
        <p:spPr>
          <a:xfrm>
            <a:off x="2235137" y="172080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22"/>
          <p:cNvSpPr/>
          <p:nvPr/>
        </p:nvSpPr>
        <p:spPr>
          <a:xfrm>
            <a:off x="2523298" y="1720803"/>
            <a:ext cx="191579" cy="2084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23"/>
          <p:cNvSpPr txBox="1"/>
          <p:nvPr/>
        </p:nvSpPr>
        <p:spPr>
          <a:xfrm>
            <a:off x="5528949" y="1045219"/>
            <a:ext cx="11525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H</a:t>
            </a:r>
            <a:r>
              <a:rPr sz="3200" b="1" spc="-1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3200" b="1" spc="125" dirty="0">
                <a:solidFill>
                  <a:srgbClr val="6F2F9F"/>
                </a:solidFill>
                <a:latin typeface="Arial"/>
                <a:cs typeface="Arial"/>
              </a:rPr>
              <a:t>w</a:t>
            </a:r>
            <a:r>
              <a:rPr sz="3200" b="1" spc="10" dirty="0">
                <a:solidFill>
                  <a:srgbClr val="6F2F9F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  <p:sp>
        <p:nvSpPr>
          <p:cNvPr id="88" name="object 24"/>
          <p:cNvSpPr/>
          <p:nvPr/>
        </p:nvSpPr>
        <p:spPr>
          <a:xfrm>
            <a:off x="9385310" y="2950984"/>
            <a:ext cx="1677671" cy="19935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25"/>
          <p:cNvSpPr/>
          <p:nvPr/>
        </p:nvSpPr>
        <p:spPr>
          <a:xfrm>
            <a:off x="8797290" y="2709421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099" y="114218"/>
                </a:moveTo>
                <a:lnTo>
                  <a:pt x="37999" y="114259"/>
                </a:lnTo>
                <a:lnTo>
                  <a:pt x="40385" y="2222510"/>
                </a:lnTo>
                <a:lnTo>
                  <a:pt x="78485" y="2222510"/>
                </a:lnTo>
                <a:lnTo>
                  <a:pt x="76099" y="114218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299"/>
                </a:lnTo>
                <a:lnTo>
                  <a:pt x="37999" y="114259"/>
                </a:lnTo>
                <a:lnTo>
                  <a:pt x="37978" y="95249"/>
                </a:lnTo>
                <a:lnTo>
                  <a:pt x="104744" y="95128"/>
                </a:lnTo>
                <a:lnTo>
                  <a:pt x="57028" y="0"/>
                </a:lnTo>
                <a:close/>
              </a:path>
              <a:path w="114300" h="2223135">
                <a:moveTo>
                  <a:pt x="76078" y="95128"/>
                </a:moveTo>
                <a:lnTo>
                  <a:pt x="37978" y="95249"/>
                </a:lnTo>
                <a:lnTo>
                  <a:pt x="37999" y="114259"/>
                </a:lnTo>
                <a:lnTo>
                  <a:pt x="76099" y="114218"/>
                </a:lnTo>
                <a:lnTo>
                  <a:pt x="76078" y="95128"/>
                </a:lnTo>
                <a:close/>
              </a:path>
              <a:path w="114300" h="2223135">
                <a:moveTo>
                  <a:pt x="104744" y="95128"/>
                </a:moveTo>
                <a:lnTo>
                  <a:pt x="76078" y="95128"/>
                </a:lnTo>
                <a:lnTo>
                  <a:pt x="76099" y="114218"/>
                </a:lnTo>
                <a:lnTo>
                  <a:pt x="114299" y="114178"/>
                </a:lnTo>
                <a:lnTo>
                  <a:pt x="104744" y="95128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26"/>
          <p:cNvSpPr/>
          <p:nvPr/>
        </p:nvSpPr>
        <p:spPr>
          <a:xfrm>
            <a:off x="8835139" y="4886842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83" y="0"/>
                </a:moveTo>
                <a:lnTo>
                  <a:pt x="2672583" y="114299"/>
                </a:lnTo>
                <a:lnTo>
                  <a:pt x="2748783" y="76199"/>
                </a:lnTo>
                <a:lnTo>
                  <a:pt x="2691633" y="76199"/>
                </a:lnTo>
                <a:lnTo>
                  <a:pt x="2691633" y="38099"/>
                </a:lnTo>
                <a:lnTo>
                  <a:pt x="2748783" y="38099"/>
                </a:lnTo>
                <a:lnTo>
                  <a:pt x="2672583" y="0"/>
                </a:lnTo>
                <a:close/>
              </a:path>
              <a:path w="2787015" h="114300">
                <a:moveTo>
                  <a:pt x="267258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83" y="76199"/>
                </a:lnTo>
                <a:lnTo>
                  <a:pt x="2672583" y="38099"/>
                </a:lnTo>
                <a:close/>
              </a:path>
              <a:path w="2787015" h="114300">
                <a:moveTo>
                  <a:pt x="2748783" y="38099"/>
                </a:moveTo>
                <a:lnTo>
                  <a:pt x="2691633" y="38099"/>
                </a:lnTo>
                <a:lnTo>
                  <a:pt x="2691633" y="76199"/>
                </a:lnTo>
                <a:lnTo>
                  <a:pt x="2748783" y="76199"/>
                </a:lnTo>
                <a:lnTo>
                  <a:pt x="2786883" y="57149"/>
                </a:lnTo>
                <a:lnTo>
                  <a:pt x="2748783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7"/>
          <p:cNvSpPr txBox="1"/>
          <p:nvPr/>
        </p:nvSpPr>
        <p:spPr>
          <a:xfrm>
            <a:off x="8534787" y="4716221"/>
            <a:ext cx="290830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05"/>
              </a:lnSpc>
              <a:spcBef>
                <a:spcPts val="100"/>
              </a:spcBef>
            </a:pPr>
            <a:r>
              <a:rPr sz="1050" spc="1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spc="0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050" spc="1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  <a:p>
            <a:pPr marL="46990">
              <a:lnSpc>
                <a:spcPts val="2005"/>
              </a:lnSpc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92" name="object 28"/>
          <p:cNvSpPr/>
          <p:nvPr/>
        </p:nvSpPr>
        <p:spPr>
          <a:xfrm>
            <a:off x="11304909" y="5057358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9"/>
          <p:cNvSpPr txBox="1"/>
          <p:nvPr/>
        </p:nvSpPr>
        <p:spPr>
          <a:xfrm>
            <a:off x="8412486" y="2186378"/>
            <a:ext cx="3030855" cy="800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r>
              <a:rPr sz="1400" b="1" spc="-2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3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180975">
              <a:lnSpc>
                <a:spcPct val="100000"/>
              </a:lnSpc>
              <a:spcBef>
                <a:spcPts val="500"/>
              </a:spcBef>
              <a:tabLst>
                <a:tab pos="30175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4" name="object 30"/>
          <p:cNvSpPr/>
          <p:nvPr/>
        </p:nvSpPr>
        <p:spPr>
          <a:xfrm>
            <a:off x="10741517" y="2868723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31"/>
          <p:cNvSpPr/>
          <p:nvPr/>
        </p:nvSpPr>
        <p:spPr>
          <a:xfrm>
            <a:off x="10701088" y="2943020"/>
            <a:ext cx="191579" cy="2084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32"/>
          <p:cNvSpPr/>
          <p:nvPr/>
        </p:nvSpPr>
        <p:spPr>
          <a:xfrm>
            <a:off x="11264127" y="2855769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33"/>
          <p:cNvSpPr/>
          <p:nvPr/>
        </p:nvSpPr>
        <p:spPr>
          <a:xfrm>
            <a:off x="11233604" y="2944544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34"/>
          <p:cNvSpPr/>
          <p:nvPr/>
        </p:nvSpPr>
        <p:spPr>
          <a:xfrm>
            <a:off x="10414772" y="2946843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35"/>
          <p:cNvSpPr/>
          <p:nvPr/>
        </p:nvSpPr>
        <p:spPr>
          <a:xfrm>
            <a:off x="9054327" y="4657268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36"/>
          <p:cNvSpPr/>
          <p:nvPr/>
        </p:nvSpPr>
        <p:spPr>
          <a:xfrm>
            <a:off x="9376288" y="4654348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37"/>
          <p:cNvSpPr/>
          <p:nvPr/>
        </p:nvSpPr>
        <p:spPr>
          <a:xfrm>
            <a:off x="10359438" y="3029278"/>
            <a:ext cx="191579" cy="2084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38"/>
          <p:cNvSpPr/>
          <p:nvPr/>
        </p:nvSpPr>
        <p:spPr>
          <a:xfrm>
            <a:off x="11007730" y="2859822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53"/>
          <p:cNvSpPr txBox="1"/>
          <p:nvPr/>
        </p:nvSpPr>
        <p:spPr>
          <a:xfrm>
            <a:off x="128901" y="1308427"/>
            <a:ext cx="8559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4" name="object 54"/>
          <p:cNvSpPr/>
          <p:nvPr/>
        </p:nvSpPr>
        <p:spPr>
          <a:xfrm>
            <a:off x="9731502" y="4651300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55"/>
          <p:cNvSpPr/>
          <p:nvPr/>
        </p:nvSpPr>
        <p:spPr>
          <a:xfrm>
            <a:off x="10071110" y="4542081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56"/>
          <p:cNvSpPr/>
          <p:nvPr/>
        </p:nvSpPr>
        <p:spPr>
          <a:xfrm>
            <a:off x="9671748" y="4745674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57"/>
          <p:cNvSpPr/>
          <p:nvPr/>
        </p:nvSpPr>
        <p:spPr>
          <a:xfrm>
            <a:off x="5219700" y="3228100"/>
            <a:ext cx="1647825" cy="13239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58"/>
          <p:cNvSpPr/>
          <p:nvPr/>
        </p:nvSpPr>
        <p:spPr>
          <a:xfrm>
            <a:off x="5343662" y="3305061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903091" y="0"/>
                </a:moveTo>
                <a:lnTo>
                  <a:pt x="0" y="0"/>
                </a:lnTo>
                <a:lnTo>
                  <a:pt x="585856" y="585846"/>
                </a:lnTo>
                <a:lnTo>
                  <a:pt x="0" y="1171706"/>
                </a:lnTo>
                <a:lnTo>
                  <a:pt x="903091" y="1171706"/>
                </a:lnTo>
                <a:lnTo>
                  <a:pt x="1488947" y="585846"/>
                </a:lnTo>
                <a:lnTo>
                  <a:pt x="9030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59"/>
          <p:cNvSpPr/>
          <p:nvPr/>
        </p:nvSpPr>
        <p:spPr>
          <a:xfrm>
            <a:off x="5343662" y="3305061"/>
            <a:ext cx="1489075" cy="1172210"/>
          </a:xfrm>
          <a:custGeom>
            <a:avLst/>
            <a:gdLst/>
            <a:ahLst/>
            <a:cxnLst/>
            <a:rect l="l" t="t" r="r" b="b"/>
            <a:pathLst>
              <a:path w="1489075" h="1172210">
                <a:moveTo>
                  <a:pt x="0" y="0"/>
                </a:moveTo>
                <a:lnTo>
                  <a:pt x="903091" y="0"/>
                </a:lnTo>
                <a:lnTo>
                  <a:pt x="1488947" y="585846"/>
                </a:lnTo>
                <a:lnTo>
                  <a:pt x="903091" y="1171706"/>
                </a:lnTo>
                <a:lnTo>
                  <a:pt x="0" y="1171706"/>
                </a:lnTo>
                <a:lnTo>
                  <a:pt x="585856" y="5858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60"/>
          <p:cNvSpPr/>
          <p:nvPr/>
        </p:nvSpPr>
        <p:spPr>
          <a:xfrm>
            <a:off x="5267309" y="3247150"/>
            <a:ext cx="1619250" cy="12858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61"/>
          <p:cNvSpPr/>
          <p:nvPr/>
        </p:nvSpPr>
        <p:spPr>
          <a:xfrm>
            <a:off x="5362559" y="3390025"/>
            <a:ext cx="1333500" cy="10096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62"/>
          <p:cNvSpPr/>
          <p:nvPr/>
        </p:nvSpPr>
        <p:spPr>
          <a:xfrm>
            <a:off x="5496945" y="3515892"/>
            <a:ext cx="1067435" cy="750570"/>
          </a:xfrm>
          <a:custGeom>
            <a:avLst/>
            <a:gdLst/>
            <a:ahLst/>
            <a:cxnLst/>
            <a:rect l="l" t="t" r="r" b="b"/>
            <a:pathLst>
              <a:path w="1067434" h="750570">
                <a:moveTo>
                  <a:pt x="942075" y="0"/>
                </a:moveTo>
                <a:lnTo>
                  <a:pt x="125089" y="0"/>
                </a:lnTo>
                <a:lnTo>
                  <a:pt x="76393" y="9827"/>
                </a:lnTo>
                <a:lnTo>
                  <a:pt x="36633" y="36620"/>
                </a:lnTo>
                <a:lnTo>
                  <a:pt x="9828" y="76343"/>
                </a:lnTo>
                <a:lnTo>
                  <a:pt x="0" y="124961"/>
                </a:lnTo>
                <a:lnTo>
                  <a:pt x="0" y="624952"/>
                </a:lnTo>
                <a:lnTo>
                  <a:pt x="9828" y="673647"/>
                </a:lnTo>
                <a:lnTo>
                  <a:pt x="36633" y="713411"/>
                </a:lnTo>
                <a:lnTo>
                  <a:pt x="76393" y="740221"/>
                </a:lnTo>
                <a:lnTo>
                  <a:pt x="125089" y="750051"/>
                </a:lnTo>
                <a:lnTo>
                  <a:pt x="942075" y="750051"/>
                </a:lnTo>
                <a:lnTo>
                  <a:pt x="990752" y="740221"/>
                </a:lnTo>
                <a:lnTo>
                  <a:pt x="1030471" y="713411"/>
                </a:lnTo>
                <a:lnTo>
                  <a:pt x="1057234" y="673647"/>
                </a:lnTo>
                <a:lnTo>
                  <a:pt x="1067043" y="624952"/>
                </a:lnTo>
                <a:lnTo>
                  <a:pt x="1067043" y="124961"/>
                </a:lnTo>
                <a:lnTo>
                  <a:pt x="1057234" y="76343"/>
                </a:lnTo>
                <a:lnTo>
                  <a:pt x="1030471" y="36620"/>
                </a:lnTo>
                <a:lnTo>
                  <a:pt x="990752" y="9827"/>
                </a:lnTo>
                <a:lnTo>
                  <a:pt x="942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/>
          <p:cNvSpPr/>
          <p:nvPr/>
        </p:nvSpPr>
        <p:spPr>
          <a:xfrm>
            <a:off x="5496945" y="3515892"/>
            <a:ext cx="1067435" cy="750570"/>
          </a:xfrm>
          <a:custGeom>
            <a:avLst/>
            <a:gdLst/>
            <a:ahLst/>
            <a:cxnLst/>
            <a:rect l="l" t="t" r="r" b="b"/>
            <a:pathLst>
              <a:path w="1067434" h="750570">
                <a:moveTo>
                  <a:pt x="0" y="124961"/>
                </a:moveTo>
                <a:lnTo>
                  <a:pt x="9828" y="76343"/>
                </a:lnTo>
                <a:lnTo>
                  <a:pt x="36633" y="36620"/>
                </a:lnTo>
                <a:lnTo>
                  <a:pt x="76393" y="9827"/>
                </a:lnTo>
                <a:lnTo>
                  <a:pt x="125089" y="0"/>
                </a:lnTo>
                <a:lnTo>
                  <a:pt x="942075" y="0"/>
                </a:lnTo>
                <a:lnTo>
                  <a:pt x="990752" y="9827"/>
                </a:lnTo>
                <a:lnTo>
                  <a:pt x="1030471" y="36620"/>
                </a:lnTo>
                <a:lnTo>
                  <a:pt x="1057234" y="76343"/>
                </a:lnTo>
                <a:lnTo>
                  <a:pt x="1067043" y="124961"/>
                </a:lnTo>
                <a:lnTo>
                  <a:pt x="1067043" y="624952"/>
                </a:lnTo>
                <a:lnTo>
                  <a:pt x="1057234" y="673647"/>
                </a:lnTo>
                <a:lnTo>
                  <a:pt x="1030471" y="713411"/>
                </a:lnTo>
                <a:lnTo>
                  <a:pt x="990752" y="740221"/>
                </a:lnTo>
                <a:lnTo>
                  <a:pt x="942075" y="750051"/>
                </a:lnTo>
                <a:lnTo>
                  <a:pt x="125089" y="750051"/>
                </a:lnTo>
                <a:lnTo>
                  <a:pt x="76393" y="740221"/>
                </a:lnTo>
                <a:lnTo>
                  <a:pt x="36633" y="713411"/>
                </a:lnTo>
                <a:lnTo>
                  <a:pt x="9828" y="673647"/>
                </a:lnTo>
                <a:lnTo>
                  <a:pt x="0" y="624952"/>
                </a:lnTo>
                <a:lnTo>
                  <a:pt x="0" y="124961"/>
                </a:lnTo>
                <a:close/>
              </a:path>
            </a:pathLst>
          </a:custGeom>
          <a:ln w="12700">
            <a:solidFill>
              <a:srgbClr val="F07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/>
          <p:cNvSpPr txBox="1"/>
          <p:nvPr/>
        </p:nvSpPr>
        <p:spPr>
          <a:xfrm>
            <a:off x="5663188" y="3463365"/>
            <a:ext cx="802005" cy="674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050">
              <a:lnSpc>
                <a:spcPct val="152000"/>
              </a:lnSpc>
              <a:spcBef>
                <a:spcPts val="90"/>
              </a:spcBef>
            </a:pP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Sigmoid  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Func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902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741401" y="1971524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7" y="3603217"/>
                </a:moveTo>
                <a:lnTo>
                  <a:pt x="0" y="3729889"/>
                </a:lnTo>
                <a:lnTo>
                  <a:pt x="111444" y="3667356"/>
                </a:lnTo>
                <a:lnTo>
                  <a:pt x="103189" y="3661760"/>
                </a:lnTo>
                <a:lnTo>
                  <a:pt x="69210" y="3661760"/>
                </a:lnTo>
                <a:lnTo>
                  <a:pt x="37682" y="3640366"/>
                </a:lnTo>
                <a:lnTo>
                  <a:pt x="48373" y="3624597"/>
                </a:lnTo>
                <a:lnTo>
                  <a:pt x="16837" y="3603217"/>
                </a:lnTo>
                <a:close/>
              </a:path>
              <a:path w="2529204" h="3729990">
                <a:moveTo>
                  <a:pt x="48373" y="3624597"/>
                </a:moveTo>
                <a:lnTo>
                  <a:pt x="37682" y="3640366"/>
                </a:lnTo>
                <a:lnTo>
                  <a:pt x="69210" y="3661760"/>
                </a:lnTo>
                <a:lnTo>
                  <a:pt x="79910" y="3645978"/>
                </a:lnTo>
                <a:lnTo>
                  <a:pt x="48373" y="3624597"/>
                </a:lnTo>
                <a:close/>
              </a:path>
              <a:path w="2529204" h="3729990">
                <a:moveTo>
                  <a:pt x="79910" y="3645978"/>
                </a:moveTo>
                <a:lnTo>
                  <a:pt x="69210" y="3661760"/>
                </a:lnTo>
                <a:lnTo>
                  <a:pt x="103189" y="3661760"/>
                </a:lnTo>
                <a:lnTo>
                  <a:pt x="79910" y="3645978"/>
                </a:lnTo>
                <a:close/>
              </a:path>
              <a:path w="2529204" h="3729990">
                <a:moveTo>
                  <a:pt x="2448828" y="83826"/>
                </a:moveTo>
                <a:lnTo>
                  <a:pt x="48373" y="3624597"/>
                </a:lnTo>
                <a:lnTo>
                  <a:pt x="79910" y="3645978"/>
                </a:lnTo>
                <a:lnTo>
                  <a:pt x="2480454" y="105256"/>
                </a:lnTo>
                <a:lnTo>
                  <a:pt x="2448828" y="83826"/>
                </a:lnTo>
                <a:close/>
              </a:path>
              <a:path w="2529204" h="3729990">
                <a:moveTo>
                  <a:pt x="2519725" y="68061"/>
                </a:moveTo>
                <a:lnTo>
                  <a:pt x="2459516" y="68061"/>
                </a:lnTo>
                <a:lnTo>
                  <a:pt x="2491124" y="89519"/>
                </a:lnTo>
                <a:lnTo>
                  <a:pt x="2480454" y="105256"/>
                </a:lnTo>
                <a:lnTo>
                  <a:pt x="2511972" y="126613"/>
                </a:lnTo>
                <a:lnTo>
                  <a:pt x="2519725" y="68061"/>
                </a:lnTo>
                <a:close/>
              </a:path>
              <a:path w="2529204" h="3729990">
                <a:moveTo>
                  <a:pt x="2459516" y="68061"/>
                </a:moveTo>
                <a:lnTo>
                  <a:pt x="2448828" y="83826"/>
                </a:lnTo>
                <a:lnTo>
                  <a:pt x="2480454" y="105256"/>
                </a:lnTo>
                <a:lnTo>
                  <a:pt x="2491124" y="89519"/>
                </a:lnTo>
                <a:lnTo>
                  <a:pt x="2459516" y="68061"/>
                </a:lnTo>
                <a:close/>
              </a:path>
              <a:path w="2529204" h="3729990">
                <a:moveTo>
                  <a:pt x="2528736" y="0"/>
                </a:moveTo>
                <a:lnTo>
                  <a:pt x="2417332" y="62483"/>
                </a:lnTo>
                <a:lnTo>
                  <a:pt x="2448828" y="83826"/>
                </a:lnTo>
                <a:lnTo>
                  <a:pt x="2459516" y="68061"/>
                </a:lnTo>
                <a:lnTo>
                  <a:pt x="2519725" y="68061"/>
                </a:lnTo>
                <a:lnTo>
                  <a:pt x="2528736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"/>
          <p:cNvSpPr/>
          <p:nvPr/>
        </p:nvSpPr>
        <p:spPr>
          <a:xfrm>
            <a:off x="566415" y="1622528"/>
            <a:ext cx="114300" cy="2239010"/>
          </a:xfrm>
          <a:custGeom>
            <a:avLst/>
            <a:gdLst/>
            <a:ahLst/>
            <a:cxnLst/>
            <a:rect l="l" t="t" r="r" b="b"/>
            <a:pathLst>
              <a:path w="114300" h="2239010">
                <a:moveTo>
                  <a:pt x="76199" y="95243"/>
                </a:moveTo>
                <a:lnTo>
                  <a:pt x="38099" y="95243"/>
                </a:lnTo>
                <a:lnTo>
                  <a:pt x="38099" y="2238999"/>
                </a:lnTo>
                <a:lnTo>
                  <a:pt x="76199" y="2238999"/>
                </a:lnTo>
                <a:lnTo>
                  <a:pt x="76199" y="95243"/>
                </a:lnTo>
                <a:close/>
              </a:path>
              <a:path w="114300" h="223901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010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7"/>
          <p:cNvSpPr/>
          <p:nvPr/>
        </p:nvSpPr>
        <p:spPr>
          <a:xfrm>
            <a:off x="637169" y="3794090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8"/>
          <p:cNvSpPr txBox="1"/>
          <p:nvPr/>
        </p:nvSpPr>
        <p:spPr>
          <a:xfrm>
            <a:off x="352429" y="3678201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9"/>
          <p:cNvSpPr/>
          <p:nvPr/>
        </p:nvSpPr>
        <p:spPr>
          <a:xfrm>
            <a:off x="566415" y="3754597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505"/>
                </a:moveTo>
                <a:lnTo>
                  <a:pt x="0" y="2132505"/>
                </a:lnTo>
                <a:lnTo>
                  <a:pt x="57149" y="2246805"/>
                </a:lnTo>
                <a:lnTo>
                  <a:pt x="104774" y="2151555"/>
                </a:lnTo>
                <a:lnTo>
                  <a:pt x="38099" y="2151555"/>
                </a:lnTo>
                <a:lnTo>
                  <a:pt x="38099" y="2132505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55"/>
                </a:lnTo>
                <a:lnTo>
                  <a:pt x="76199" y="2151555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505"/>
                </a:moveTo>
                <a:lnTo>
                  <a:pt x="76199" y="2132505"/>
                </a:lnTo>
                <a:lnTo>
                  <a:pt x="76199" y="2151555"/>
                </a:lnTo>
                <a:lnTo>
                  <a:pt x="104774" y="2151555"/>
                </a:lnTo>
                <a:lnTo>
                  <a:pt x="114299" y="213250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0"/>
          <p:cNvSpPr/>
          <p:nvPr/>
        </p:nvSpPr>
        <p:spPr>
          <a:xfrm>
            <a:off x="3169920" y="3976615"/>
            <a:ext cx="285343" cy="28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11"/>
          <p:cNvSpPr txBox="1"/>
          <p:nvPr/>
        </p:nvSpPr>
        <p:spPr>
          <a:xfrm>
            <a:off x="64774" y="5658390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6" name="object 12"/>
          <p:cNvSpPr/>
          <p:nvPr/>
        </p:nvSpPr>
        <p:spPr>
          <a:xfrm>
            <a:off x="1583054" y="1898097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5" h="2536190">
                <a:moveTo>
                  <a:pt x="0" y="0"/>
                </a:moveTo>
                <a:lnTo>
                  <a:pt x="14477" y="253582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3"/>
          <p:cNvSpPr/>
          <p:nvPr/>
        </p:nvSpPr>
        <p:spPr>
          <a:xfrm>
            <a:off x="2137410" y="1857986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19" h="1713229">
                <a:moveTo>
                  <a:pt x="0" y="0"/>
                </a:moveTo>
                <a:lnTo>
                  <a:pt x="7238" y="171296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4"/>
          <p:cNvSpPr/>
          <p:nvPr/>
        </p:nvSpPr>
        <p:spPr>
          <a:xfrm>
            <a:off x="2469260" y="1869538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60" h="1213485">
                <a:moveTo>
                  <a:pt x="0" y="0"/>
                </a:moveTo>
                <a:lnTo>
                  <a:pt x="9905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5"/>
          <p:cNvSpPr/>
          <p:nvPr/>
        </p:nvSpPr>
        <p:spPr>
          <a:xfrm>
            <a:off x="2747259" y="1869538"/>
            <a:ext cx="7620" cy="798830"/>
          </a:xfrm>
          <a:custGeom>
            <a:avLst/>
            <a:gdLst/>
            <a:ahLst/>
            <a:cxnLst/>
            <a:rect l="l" t="t" r="r" b="b"/>
            <a:pathLst>
              <a:path w="7619" h="798830">
                <a:moveTo>
                  <a:pt x="0" y="0"/>
                </a:moveTo>
                <a:lnTo>
                  <a:pt x="7370" y="79830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6"/>
          <p:cNvSpPr/>
          <p:nvPr/>
        </p:nvSpPr>
        <p:spPr>
          <a:xfrm>
            <a:off x="2696467" y="2886168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7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7"/>
          <p:cNvSpPr/>
          <p:nvPr/>
        </p:nvSpPr>
        <p:spPr>
          <a:xfrm>
            <a:off x="1677292" y="4337396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79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8"/>
          <p:cNvSpPr/>
          <p:nvPr/>
        </p:nvSpPr>
        <p:spPr>
          <a:xfrm>
            <a:off x="1376933" y="4801455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738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9"/>
          <p:cNvSpPr/>
          <p:nvPr/>
        </p:nvSpPr>
        <p:spPr>
          <a:xfrm>
            <a:off x="1074645" y="5252309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84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20"/>
          <p:cNvSpPr/>
          <p:nvPr/>
        </p:nvSpPr>
        <p:spPr>
          <a:xfrm>
            <a:off x="537008" y="3858902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21"/>
          <p:cNvSpPr/>
          <p:nvPr/>
        </p:nvSpPr>
        <p:spPr>
          <a:xfrm>
            <a:off x="530658" y="3858902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22"/>
          <p:cNvSpPr/>
          <p:nvPr/>
        </p:nvSpPr>
        <p:spPr>
          <a:xfrm>
            <a:off x="637163" y="1857986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693"/>
                </a:moveTo>
                <a:lnTo>
                  <a:pt x="2566406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23"/>
          <p:cNvSpPr/>
          <p:nvPr/>
        </p:nvSpPr>
        <p:spPr>
          <a:xfrm>
            <a:off x="1989072" y="1597029"/>
            <a:ext cx="904965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24"/>
          <p:cNvSpPr/>
          <p:nvPr/>
        </p:nvSpPr>
        <p:spPr>
          <a:xfrm>
            <a:off x="923467" y="5560191"/>
            <a:ext cx="90503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25"/>
          <p:cNvSpPr/>
          <p:nvPr/>
        </p:nvSpPr>
        <p:spPr>
          <a:xfrm>
            <a:off x="1431925" y="1602119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26"/>
          <p:cNvSpPr/>
          <p:nvPr/>
        </p:nvSpPr>
        <p:spPr>
          <a:xfrm>
            <a:off x="1347279" y="1684280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27"/>
          <p:cNvSpPr/>
          <p:nvPr/>
        </p:nvSpPr>
        <p:spPr>
          <a:xfrm>
            <a:off x="2535808" y="5550248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28"/>
          <p:cNvSpPr/>
          <p:nvPr/>
        </p:nvSpPr>
        <p:spPr>
          <a:xfrm>
            <a:off x="1911031" y="166675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29"/>
          <p:cNvSpPr/>
          <p:nvPr/>
        </p:nvSpPr>
        <p:spPr>
          <a:xfrm>
            <a:off x="2232851" y="1666754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30"/>
          <p:cNvSpPr/>
          <p:nvPr/>
        </p:nvSpPr>
        <p:spPr>
          <a:xfrm>
            <a:off x="2521140" y="166675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31"/>
          <p:cNvSpPr txBox="1"/>
          <p:nvPr/>
        </p:nvSpPr>
        <p:spPr>
          <a:xfrm>
            <a:off x="52391" y="1132224"/>
            <a:ext cx="910590" cy="72009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830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2" name="object 32"/>
          <p:cNvSpPr/>
          <p:nvPr/>
        </p:nvSpPr>
        <p:spPr>
          <a:xfrm>
            <a:off x="5724509" y="3544155"/>
            <a:ext cx="571500" cy="628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33"/>
          <p:cNvSpPr/>
          <p:nvPr/>
        </p:nvSpPr>
        <p:spPr>
          <a:xfrm>
            <a:off x="5841613" y="361831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84"/>
                </a:lnTo>
                <a:lnTo>
                  <a:pt x="208147" y="481084"/>
                </a:lnTo>
                <a:lnTo>
                  <a:pt x="416448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34"/>
          <p:cNvSpPr/>
          <p:nvPr/>
        </p:nvSpPr>
        <p:spPr>
          <a:xfrm>
            <a:off x="5841613" y="361831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48" y="240542"/>
                </a:lnTo>
                <a:lnTo>
                  <a:pt x="208147" y="481084"/>
                </a:lnTo>
                <a:lnTo>
                  <a:pt x="0" y="481084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35"/>
          <p:cNvSpPr/>
          <p:nvPr/>
        </p:nvSpPr>
        <p:spPr>
          <a:xfrm>
            <a:off x="4391040" y="2143980"/>
            <a:ext cx="3362340" cy="14382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36"/>
          <p:cNvSpPr/>
          <p:nvPr/>
        </p:nvSpPr>
        <p:spPr>
          <a:xfrm>
            <a:off x="4481718" y="2231732"/>
            <a:ext cx="3178175" cy="1256665"/>
          </a:xfrm>
          <a:custGeom>
            <a:avLst/>
            <a:gdLst/>
            <a:ahLst/>
            <a:cxnLst/>
            <a:rect l="l" t="t" r="r" b="b"/>
            <a:pathLst>
              <a:path w="3178175" h="1256664">
                <a:moveTo>
                  <a:pt x="2968751" y="0"/>
                </a:moveTo>
                <a:lnTo>
                  <a:pt x="209275" y="0"/>
                </a:lnTo>
                <a:lnTo>
                  <a:pt x="161300" y="5528"/>
                </a:lnTo>
                <a:lnTo>
                  <a:pt x="117254" y="21276"/>
                </a:lnTo>
                <a:lnTo>
                  <a:pt x="78397" y="45987"/>
                </a:lnTo>
                <a:lnTo>
                  <a:pt x="45984" y="78402"/>
                </a:lnTo>
                <a:lnTo>
                  <a:pt x="21276" y="117265"/>
                </a:lnTo>
                <a:lnTo>
                  <a:pt x="5528" y="161319"/>
                </a:lnTo>
                <a:lnTo>
                  <a:pt x="0" y="209306"/>
                </a:lnTo>
                <a:lnTo>
                  <a:pt x="0" y="1046744"/>
                </a:lnTo>
                <a:lnTo>
                  <a:pt x="5528" y="1094775"/>
                </a:lnTo>
                <a:lnTo>
                  <a:pt x="21276" y="1138860"/>
                </a:lnTo>
                <a:lnTo>
                  <a:pt x="45984" y="1177744"/>
                </a:lnTo>
                <a:lnTo>
                  <a:pt x="78397" y="1210171"/>
                </a:lnTo>
                <a:lnTo>
                  <a:pt x="117254" y="1234887"/>
                </a:lnTo>
                <a:lnTo>
                  <a:pt x="161300" y="1250637"/>
                </a:lnTo>
                <a:lnTo>
                  <a:pt x="209275" y="1256166"/>
                </a:lnTo>
                <a:lnTo>
                  <a:pt x="2968751" y="1256166"/>
                </a:lnTo>
                <a:lnTo>
                  <a:pt x="3016772" y="1250637"/>
                </a:lnTo>
                <a:lnTo>
                  <a:pt x="3060850" y="1234887"/>
                </a:lnTo>
                <a:lnTo>
                  <a:pt x="3099729" y="1210171"/>
                </a:lnTo>
                <a:lnTo>
                  <a:pt x="3132154" y="1177744"/>
                </a:lnTo>
                <a:lnTo>
                  <a:pt x="3156870" y="1138860"/>
                </a:lnTo>
                <a:lnTo>
                  <a:pt x="3172620" y="1094775"/>
                </a:lnTo>
                <a:lnTo>
                  <a:pt x="3178149" y="1046744"/>
                </a:lnTo>
                <a:lnTo>
                  <a:pt x="3178149" y="209306"/>
                </a:lnTo>
                <a:lnTo>
                  <a:pt x="3172620" y="161319"/>
                </a:lnTo>
                <a:lnTo>
                  <a:pt x="3156870" y="117265"/>
                </a:lnTo>
                <a:lnTo>
                  <a:pt x="3132154" y="78402"/>
                </a:lnTo>
                <a:lnTo>
                  <a:pt x="3099729" y="45987"/>
                </a:lnTo>
                <a:lnTo>
                  <a:pt x="3060850" y="21276"/>
                </a:lnTo>
                <a:lnTo>
                  <a:pt x="3016772" y="5528"/>
                </a:lnTo>
                <a:lnTo>
                  <a:pt x="2968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37"/>
          <p:cNvSpPr/>
          <p:nvPr/>
        </p:nvSpPr>
        <p:spPr>
          <a:xfrm>
            <a:off x="4481718" y="2231732"/>
            <a:ext cx="3178175" cy="1256665"/>
          </a:xfrm>
          <a:custGeom>
            <a:avLst/>
            <a:gdLst/>
            <a:ahLst/>
            <a:cxnLst/>
            <a:rect l="l" t="t" r="r" b="b"/>
            <a:pathLst>
              <a:path w="3178175" h="1256664">
                <a:moveTo>
                  <a:pt x="0" y="209306"/>
                </a:moveTo>
                <a:lnTo>
                  <a:pt x="5528" y="161319"/>
                </a:lnTo>
                <a:lnTo>
                  <a:pt x="21276" y="117265"/>
                </a:lnTo>
                <a:lnTo>
                  <a:pt x="45984" y="78402"/>
                </a:lnTo>
                <a:lnTo>
                  <a:pt x="78397" y="45987"/>
                </a:lnTo>
                <a:lnTo>
                  <a:pt x="117254" y="21276"/>
                </a:lnTo>
                <a:lnTo>
                  <a:pt x="161300" y="5528"/>
                </a:lnTo>
                <a:lnTo>
                  <a:pt x="209275" y="0"/>
                </a:lnTo>
                <a:lnTo>
                  <a:pt x="2968751" y="0"/>
                </a:lnTo>
                <a:lnTo>
                  <a:pt x="3016772" y="5528"/>
                </a:lnTo>
                <a:lnTo>
                  <a:pt x="3060850" y="21276"/>
                </a:lnTo>
                <a:lnTo>
                  <a:pt x="3099729" y="45987"/>
                </a:lnTo>
                <a:lnTo>
                  <a:pt x="3132154" y="78402"/>
                </a:lnTo>
                <a:lnTo>
                  <a:pt x="3156870" y="117265"/>
                </a:lnTo>
                <a:lnTo>
                  <a:pt x="3172620" y="161319"/>
                </a:lnTo>
                <a:lnTo>
                  <a:pt x="3178149" y="209306"/>
                </a:lnTo>
                <a:lnTo>
                  <a:pt x="3178149" y="1046744"/>
                </a:lnTo>
                <a:lnTo>
                  <a:pt x="3172620" y="1094775"/>
                </a:lnTo>
                <a:lnTo>
                  <a:pt x="3156870" y="1138860"/>
                </a:lnTo>
                <a:lnTo>
                  <a:pt x="3132154" y="1177744"/>
                </a:lnTo>
                <a:lnTo>
                  <a:pt x="3099729" y="1210171"/>
                </a:lnTo>
                <a:lnTo>
                  <a:pt x="3060850" y="1234887"/>
                </a:lnTo>
                <a:lnTo>
                  <a:pt x="3016772" y="1250637"/>
                </a:lnTo>
                <a:lnTo>
                  <a:pt x="2968751" y="1256166"/>
                </a:lnTo>
                <a:lnTo>
                  <a:pt x="209275" y="1256166"/>
                </a:lnTo>
                <a:lnTo>
                  <a:pt x="161300" y="1250637"/>
                </a:lnTo>
                <a:lnTo>
                  <a:pt x="117254" y="1234887"/>
                </a:lnTo>
                <a:lnTo>
                  <a:pt x="78397" y="1210171"/>
                </a:lnTo>
                <a:lnTo>
                  <a:pt x="45984" y="1177744"/>
                </a:lnTo>
                <a:lnTo>
                  <a:pt x="21276" y="1138860"/>
                </a:lnTo>
                <a:lnTo>
                  <a:pt x="5528" y="1094775"/>
                </a:lnTo>
                <a:lnTo>
                  <a:pt x="0" y="1046744"/>
                </a:lnTo>
                <a:lnTo>
                  <a:pt x="0" y="2093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38"/>
          <p:cNvSpPr txBox="1"/>
          <p:nvPr/>
        </p:nvSpPr>
        <p:spPr>
          <a:xfrm>
            <a:off x="5003169" y="2397413"/>
            <a:ext cx="1952625" cy="7448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1475" algn="ctr">
              <a:lnSpc>
                <a:spcPct val="100000"/>
              </a:lnSpc>
              <a:spcBef>
                <a:spcPts val="125"/>
              </a:spcBef>
            </a:pPr>
            <a:r>
              <a:rPr sz="3000" spc="202" baseline="-20833" dirty="0">
                <a:solidFill>
                  <a:srgbClr val="595959"/>
                </a:solidFill>
                <a:latin typeface="Cambria Math"/>
                <a:cs typeface="Cambria Math"/>
              </a:rPr>
              <a:t>𝑒</a:t>
            </a:r>
            <a:r>
              <a:rPr sz="1650" spc="135" dirty="0">
                <a:solidFill>
                  <a:srgbClr val="595959"/>
                </a:solidFill>
                <a:latin typeface="Cambria Math"/>
                <a:cs typeface="Cambria Math"/>
              </a:rPr>
              <a:t>log(𝑜𝑑𝑑𝑠)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ts val="1614"/>
              </a:lnSpc>
            </a:pP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P=</a:t>
            </a:r>
            <a:endParaRPr sz="2000">
              <a:latin typeface="Arial"/>
              <a:cs typeface="Arial"/>
            </a:endParaRPr>
          </a:p>
          <a:p>
            <a:pPr marL="371475" algn="ctr">
              <a:lnSpc>
                <a:spcPts val="1614"/>
              </a:lnSpc>
            </a:pPr>
            <a:r>
              <a:rPr sz="3000" spc="187" baseline="-16666" dirty="0">
                <a:solidFill>
                  <a:srgbClr val="595959"/>
                </a:solidFill>
                <a:latin typeface="Cambria Math"/>
                <a:cs typeface="Cambria Math"/>
              </a:rPr>
              <a:t>1+𝑒</a:t>
            </a:r>
            <a:r>
              <a:rPr sz="1650" spc="125" dirty="0">
                <a:solidFill>
                  <a:srgbClr val="595959"/>
                </a:solidFill>
                <a:latin typeface="Cambria Math"/>
                <a:cs typeface="Cambria Math"/>
              </a:rPr>
              <a:t>log(𝑜𝑑𝑑𝑠)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39" name="object 39"/>
          <p:cNvSpPr/>
          <p:nvPr/>
        </p:nvSpPr>
        <p:spPr>
          <a:xfrm>
            <a:off x="5383529" y="2873076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0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40"/>
          <p:cNvSpPr/>
          <p:nvPr/>
        </p:nvSpPr>
        <p:spPr>
          <a:xfrm>
            <a:off x="11737847" y="4802242"/>
            <a:ext cx="285343" cy="28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41"/>
          <p:cNvSpPr/>
          <p:nvPr/>
        </p:nvSpPr>
        <p:spPr>
          <a:xfrm>
            <a:off x="9321667" y="4554816"/>
            <a:ext cx="1366520" cy="0"/>
          </a:xfrm>
          <a:custGeom>
            <a:avLst/>
            <a:gdLst/>
            <a:ahLst/>
            <a:cxnLst/>
            <a:rect l="l" t="t" r="r" b="b"/>
            <a:pathLst>
              <a:path w="1366520">
                <a:moveTo>
                  <a:pt x="0" y="0"/>
                </a:moveTo>
                <a:lnTo>
                  <a:pt x="1366265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42"/>
          <p:cNvSpPr/>
          <p:nvPr/>
        </p:nvSpPr>
        <p:spPr>
          <a:xfrm>
            <a:off x="10110582" y="2695920"/>
            <a:ext cx="1148029" cy="19935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43"/>
          <p:cNvSpPr/>
          <p:nvPr/>
        </p:nvSpPr>
        <p:spPr>
          <a:xfrm>
            <a:off x="9307068" y="2711794"/>
            <a:ext cx="2575179" cy="19630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44"/>
          <p:cNvSpPr/>
          <p:nvPr/>
        </p:nvSpPr>
        <p:spPr>
          <a:xfrm>
            <a:off x="9306305" y="3302341"/>
            <a:ext cx="1482725" cy="0"/>
          </a:xfrm>
          <a:custGeom>
            <a:avLst/>
            <a:gdLst/>
            <a:ahLst/>
            <a:cxnLst/>
            <a:rect l="l" t="t" r="r" b="b"/>
            <a:pathLst>
              <a:path w="1482725">
                <a:moveTo>
                  <a:pt x="0" y="0"/>
                </a:moveTo>
                <a:lnTo>
                  <a:pt x="148260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45"/>
          <p:cNvSpPr/>
          <p:nvPr/>
        </p:nvSpPr>
        <p:spPr>
          <a:xfrm>
            <a:off x="9230228" y="2454236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1" y="114340"/>
                </a:moveTo>
                <a:lnTo>
                  <a:pt x="38121" y="114381"/>
                </a:lnTo>
                <a:lnTo>
                  <a:pt x="40507" y="2222632"/>
                </a:lnTo>
                <a:lnTo>
                  <a:pt x="78607" y="2222632"/>
                </a:lnTo>
                <a:lnTo>
                  <a:pt x="76221" y="114340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421"/>
                </a:lnTo>
                <a:lnTo>
                  <a:pt x="38121" y="114381"/>
                </a:lnTo>
                <a:lnTo>
                  <a:pt x="38099" y="95249"/>
                </a:lnTo>
                <a:lnTo>
                  <a:pt x="104754" y="95249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249"/>
                </a:moveTo>
                <a:lnTo>
                  <a:pt x="38099" y="95249"/>
                </a:lnTo>
                <a:lnTo>
                  <a:pt x="38121" y="114381"/>
                </a:lnTo>
                <a:lnTo>
                  <a:pt x="76221" y="114340"/>
                </a:lnTo>
                <a:lnTo>
                  <a:pt x="76199" y="95249"/>
                </a:lnTo>
                <a:close/>
              </a:path>
              <a:path w="114300" h="2223135">
                <a:moveTo>
                  <a:pt x="104754" y="95249"/>
                </a:moveTo>
                <a:lnTo>
                  <a:pt x="76199" y="95249"/>
                </a:lnTo>
                <a:lnTo>
                  <a:pt x="76221" y="114340"/>
                </a:lnTo>
                <a:lnTo>
                  <a:pt x="114299" y="114299"/>
                </a:lnTo>
                <a:lnTo>
                  <a:pt x="10475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46"/>
          <p:cNvSpPr/>
          <p:nvPr/>
        </p:nvSpPr>
        <p:spPr>
          <a:xfrm>
            <a:off x="9268068" y="463177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47"/>
          <p:cNvSpPr txBox="1"/>
          <p:nvPr/>
        </p:nvSpPr>
        <p:spPr>
          <a:xfrm>
            <a:off x="9002775" y="458142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8" name="object 48"/>
          <p:cNvSpPr/>
          <p:nvPr/>
        </p:nvSpPr>
        <p:spPr>
          <a:xfrm>
            <a:off x="9295393" y="3890352"/>
            <a:ext cx="1469390" cy="0"/>
          </a:xfrm>
          <a:custGeom>
            <a:avLst/>
            <a:gdLst/>
            <a:ahLst/>
            <a:cxnLst/>
            <a:rect l="l" t="t" r="r" b="b"/>
            <a:pathLst>
              <a:path w="1469390">
                <a:moveTo>
                  <a:pt x="0" y="0"/>
                </a:moveTo>
                <a:lnTo>
                  <a:pt x="1468861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49"/>
          <p:cNvSpPr/>
          <p:nvPr/>
        </p:nvSpPr>
        <p:spPr>
          <a:xfrm>
            <a:off x="9295393" y="3489159"/>
            <a:ext cx="1493520" cy="0"/>
          </a:xfrm>
          <a:custGeom>
            <a:avLst/>
            <a:gdLst/>
            <a:ahLst/>
            <a:cxnLst/>
            <a:rect l="l" t="t" r="r" b="b"/>
            <a:pathLst>
              <a:path w="1493520">
                <a:moveTo>
                  <a:pt x="0" y="0"/>
                </a:moveTo>
                <a:lnTo>
                  <a:pt x="1493519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50"/>
          <p:cNvSpPr/>
          <p:nvPr/>
        </p:nvSpPr>
        <p:spPr>
          <a:xfrm>
            <a:off x="9295393" y="4271865"/>
            <a:ext cx="1435735" cy="0"/>
          </a:xfrm>
          <a:custGeom>
            <a:avLst/>
            <a:gdLst/>
            <a:ahLst/>
            <a:cxnLst/>
            <a:rect l="l" t="t" r="r" b="b"/>
            <a:pathLst>
              <a:path w="1435734">
                <a:moveTo>
                  <a:pt x="0" y="0"/>
                </a:moveTo>
                <a:lnTo>
                  <a:pt x="1435486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51"/>
          <p:cNvSpPr/>
          <p:nvPr/>
        </p:nvSpPr>
        <p:spPr>
          <a:xfrm>
            <a:off x="9287255" y="4463258"/>
            <a:ext cx="1224915" cy="0"/>
          </a:xfrm>
          <a:custGeom>
            <a:avLst/>
            <a:gdLst/>
            <a:ahLst/>
            <a:cxnLst/>
            <a:rect l="l" t="t" r="r" b="b"/>
            <a:pathLst>
              <a:path w="1224915">
                <a:moveTo>
                  <a:pt x="0" y="0"/>
                </a:moveTo>
                <a:lnTo>
                  <a:pt x="1224412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52"/>
          <p:cNvSpPr/>
          <p:nvPr/>
        </p:nvSpPr>
        <p:spPr>
          <a:xfrm>
            <a:off x="9302495" y="3102332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4">
                <a:moveTo>
                  <a:pt x="0" y="0"/>
                </a:moveTo>
                <a:lnTo>
                  <a:pt x="148641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53"/>
          <p:cNvSpPr/>
          <p:nvPr/>
        </p:nvSpPr>
        <p:spPr>
          <a:xfrm>
            <a:off x="9310634" y="2748886"/>
            <a:ext cx="1546860" cy="6350"/>
          </a:xfrm>
          <a:custGeom>
            <a:avLst/>
            <a:gdLst/>
            <a:ahLst/>
            <a:cxnLst/>
            <a:rect l="l" t="t" r="r" b="b"/>
            <a:pathLst>
              <a:path w="1546859" h="6350">
                <a:moveTo>
                  <a:pt x="0" y="6217"/>
                </a:moveTo>
                <a:lnTo>
                  <a:pt x="1546463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54"/>
          <p:cNvSpPr/>
          <p:nvPr/>
        </p:nvSpPr>
        <p:spPr>
          <a:xfrm>
            <a:off x="11174607" y="2613659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55"/>
          <p:cNvSpPr/>
          <p:nvPr/>
        </p:nvSpPr>
        <p:spPr>
          <a:xfrm>
            <a:off x="11089952" y="2695850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56"/>
          <p:cNvSpPr/>
          <p:nvPr/>
        </p:nvSpPr>
        <p:spPr>
          <a:xfrm>
            <a:off x="11440790" y="2604759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57"/>
          <p:cNvSpPr/>
          <p:nvPr/>
        </p:nvSpPr>
        <p:spPr>
          <a:xfrm>
            <a:off x="11697217" y="2600705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58"/>
          <p:cNvSpPr/>
          <p:nvPr/>
        </p:nvSpPr>
        <p:spPr>
          <a:xfrm>
            <a:off x="10861792" y="2617103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59"/>
          <p:cNvSpPr/>
          <p:nvPr/>
        </p:nvSpPr>
        <p:spPr>
          <a:xfrm>
            <a:off x="9487417" y="4402204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60"/>
          <p:cNvSpPr/>
          <p:nvPr/>
        </p:nvSpPr>
        <p:spPr>
          <a:xfrm>
            <a:off x="9809226" y="4399284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61"/>
          <p:cNvSpPr/>
          <p:nvPr/>
        </p:nvSpPr>
        <p:spPr>
          <a:xfrm>
            <a:off x="9262993" y="2903054"/>
            <a:ext cx="1594485" cy="5080"/>
          </a:xfrm>
          <a:custGeom>
            <a:avLst/>
            <a:gdLst/>
            <a:ahLst/>
            <a:cxnLst/>
            <a:rect l="l" t="t" r="r" b="b"/>
            <a:pathLst>
              <a:path w="1594484" h="5080">
                <a:moveTo>
                  <a:pt x="0" y="4571"/>
                </a:moveTo>
                <a:lnTo>
                  <a:pt x="1594103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62"/>
          <p:cNvSpPr/>
          <p:nvPr/>
        </p:nvSpPr>
        <p:spPr>
          <a:xfrm>
            <a:off x="10778690" y="2683262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63"/>
          <p:cNvSpPr/>
          <p:nvPr/>
        </p:nvSpPr>
        <p:spPr>
          <a:xfrm>
            <a:off x="11623474" y="2678203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64"/>
          <p:cNvSpPr txBox="1"/>
          <p:nvPr/>
        </p:nvSpPr>
        <p:spPr>
          <a:xfrm>
            <a:off x="8629275" y="1914423"/>
            <a:ext cx="3246755" cy="8166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818639">
              <a:lnSpc>
                <a:spcPct val="102899"/>
              </a:lnSpc>
              <a:spcBef>
                <a:spcPts val="7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 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3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397510">
              <a:lnSpc>
                <a:spcPct val="100000"/>
              </a:lnSpc>
              <a:spcBef>
                <a:spcPts val="625"/>
              </a:spcBef>
              <a:tabLst>
                <a:tab pos="32334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1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5" name="object 79"/>
          <p:cNvSpPr/>
          <p:nvPr/>
        </p:nvSpPr>
        <p:spPr>
          <a:xfrm>
            <a:off x="10150602" y="4414905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80"/>
          <p:cNvSpPr/>
          <p:nvPr/>
        </p:nvSpPr>
        <p:spPr>
          <a:xfrm>
            <a:off x="10490210" y="4392807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81"/>
          <p:cNvSpPr/>
          <p:nvPr/>
        </p:nvSpPr>
        <p:spPr>
          <a:xfrm>
            <a:off x="10090848" y="4509279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82"/>
          <p:cNvSpPr/>
          <p:nvPr/>
        </p:nvSpPr>
        <p:spPr>
          <a:xfrm>
            <a:off x="9287255" y="4084163"/>
            <a:ext cx="1469390" cy="0"/>
          </a:xfrm>
          <a:custGeom>
            <a:avLst/>
            <a:gdLst/>
            <a:ahLst/>
            <a:cxnLst/>
            <a:rect l="l" t="t" r="r" b="b"/>
            <a:pathLst>
              <a:path w="1469390">
                <a:moveTo>
                  <a:pt x="0" y="0"/>
                </a:moveTo>
                <a:lnTo>
                  <a:pt x="1468892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643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1181100" y="1521395"/>
            <a:ext cx="800100" cy="771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/>
          <p:cNvSpPr/>
          <p:nvPr/>
        </p:nvSpPr>
        <p:spPr>
          <a:xfrm>
            <a:off x="1238250" y="1540445"/>
            <a:ext cx="685800" cy="6572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/>
          <p:cNvSpPr/>
          <p:nvPr/>
        </p:nvSpPr>
        <p:spPr>
          <a:xfrm>
            <a:off x="1326261" y="1635954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5">
                <a:moveTo>
                  <a:pt x="253745" y="0"/>
                </a:moveTo>
                <a:lnTo>
                  <a:pt x="202587" y="4724"/>
                </a:lnTo>
                <a:lnTo>
                  <a:pt x="154947" y="18275"/>
                </a:lnTo>
                <a:lnTo>
                  <a:pt x="111844" y="39715"/>
                </a:lnTo>
                <a:lnTo>
                  <a:pt x="74294" y="68111"/>
                </a:lnTo>
                <a:lnTo>
                  <a:pt x="43317" y="102526"/>
                </a:lnTo>
                <a:lnTo>
                  <a:pt x="19931" y="142024"/>
                </a:lnTo>
                <a:lnTo>
                  <a:pt x="5152" y="185671"/>
                </a:lnTo>
                <a:lnTo>
                  <a:pt x="0" y="232531"/>
                </a:lnTo>
                <a:lnTo>
                  <a:pt x="5152" y="279432"/>
                </a:lnTo>
                <a:lnTo>
                  <a:pt x="19931" y="323109"/>
                </a:lnTo>
                <a:lnTo>
                  <a:pt x="43317" y="362629"/>
                </a:lnTo>
                <a:lnTo>
                  <a:pt x="74294" y="397059"/>
                </a:lnTo>
                <a:lnTo>
                  <a:pt x="111844" y="425463"/>
                </a:lnTo>
                <a:lnTo>
                  <a:pt x="154947" y="446908"/>
                </a:lnTo>
                <a:lnTo>
                  <a:pt x="202587" y="460460"/>
                </a:lnTo>
                <a:lnTo>
                  <a:pt x="253745" y="465185"/>
                </a:lnTo>
                <a:lnTo>
                  <a:pt x="304866" y="460460"/>
                </a:lnTo>
                <a:lnTo>
                  <a:pt x="352488" y="446908"/>
                </a:lnTo>
                <a:lnTo>
                  <a:pt x="395590" y="425463"/>
                </a:lnTo>
                <a:lnTo>
                  <a:pt x="433147" y="397059"/>
                </a:lnTo>
                <a:lnTo>
                  <a:pt x="464139" y="362629"/>
                </a:lnTo>
                <a:lnTo>
                  <a:pt x="487542" y="323109"/>
                </a:lnTo>
                <a:lnTo>
                  <a:pt x="502334" y="279432"/>
                </a:lnTo>
                <a:lnTo>
                  <a:pt x="507491" y="232531"/>
                </a:lnTo>
                <a:lnTo>
                  <a:pt x="502334" y="185671"/>
                </a:lnTo>
                <a:lnTo>
                  <a:pt x="487542" y="142024"/>
                </a:lnTo>
                <a:lnTo>
                  <a:pt x="464139" y="102526"/>
                </a:lnTo>
                <a:lnTo>
                  <a:pt x="433147" y="68111"/>
                </a:lnTo>
                <a:lnTo>
                  <a:pt x="395590" y="39715"/>
                </a:lnTo>
                <a:lnTo>
                  <a:pt x="352488" y="18275"/>
                </a:lnTo>
                <a:lnTo>
                  <a:pt x="304866" y="4724"/>
                </a:lnTo>
                <a:lnTo>
                  <a:pt x="25374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5"/>
          <p:cNvSpPr/>
          <p:nvPr/>
        </p:nvSpPr>
        <p:spPr>
          <a:xfrm>
            <a:off x="1326261" y="1635954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5">
                <a:moveTo>
                  <a:pt x="0" y="232531"/>
                </a:moveTo>
                <a:lnTo>
                  <a:pt x="5152" y="185671"/>
                </a:lnTo>
                <a:lnTo>
                  <a:pt x="19931" y="142024"/>
                </a:lnTo>
                <a:lnTo>
                  <a:pt x="43317" y="102526"/>
                </a:lnTo>
                <a:lnTo>
                  <a:pt x="74294" y="68111"/>
                </a:lnTo>
                <a:lnTo>
                  <a:pt x="111844" y="39715"/>
                </a:lnTo>
                <a:lnTo>
                  <a:pt x="154947" y="18275"/>
                </a:lnTo>
                <a:lnTo>
                  <a:pt x="202587" y="4724"/>
                </a:lnTo>
                <a:lnTo>
                  <a:pt x="253745" y="0"/>
                </a:lnTo>
                <a:lnTo>
                  <a:pt x="304866" y="4724"/>
                </a:lnTo>
                <a:lnTo>
                  <a:pt x="352488" y="18275"/>
                </a:lnTo>
                <a:lnTo>
                  <a:pt x="395590" y="39715"/>
                </a:lnTo>
                <a:lnTo>
                  <a:pt x="433147" y="68111"/>
                </a:lnTo>
                <a:lnTo>
                  <a:pt x="464139" y="102526"/>
                </a:lnTo>
                <a:lnTo>
                  <a:pt x="487542" y="142024"/>
                </a:lnTo>
                <a:lnTo>
                  <a:pt x="502334" y="185671"/>
                </a:lnTo>
                <a:lnTo>
                  <a:pt x="507491" y="232531"/>
                </a:lnTo>
                <a:lnTo>
                  <a:pt x="502334" y="279432"/>
                </a:lnTo>
                <a:lnTo>
                  <a:pt x="487542" y="323109"/>
                </a:lnTo>
                <a:lnTo>
                  <a:pt x="464139" y="362629"/>
                </a:lnTo>
                <a:lnTo>
                  <a:pt x="433147" y="397059"/>
                </a:lnTo>
                <a:lnTo>
                  <a:pt x="395590" y="425463"/>
                </a:lnTo>
                <a:lnTo>
                  <a:pt x="352488" y="446908"/>
                </a:lnTo>
                <a:lnTo>
                  <a:pt x="304866" y="460460"/>
                </a:lnTo>
                <a:lnTo>
                  <a:pt x="253745" y="465185"/>
                </a:lnTo>
                <a:lnTo>
                  <a:pt x="202587" y="460460"/>
                </a:lnTo>
                <a:lnTo>
                  <a:pt x="154947" y="446908"/>
                </a:lnTo>
                <a:lnTo>
                  <a:pt x="111844" y="425463"/>
                </a:lnTo>
                <a:lnTo>
                  <a:pt x="74294" y="397059"/>
                </a:lnTo>
                <a:lnTo>
                  <a:pt x="43317" y="362629"/>
                </a:lnTo>
                <a:lnTo>
                  <a:pt x="19931" y="323109"/>
                </a:lnTo>
                <a:lnTo>
                  <a:pt x="5152" y="279432"/>
                </a:lnTo>
                <a:lnTo>
                  <a:pt x="0" y="23253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6"/>
          <p:cNvSpPr/>
          <p:nvPr/>
        </p:nvSpPr>
        <p:spPr>
          <a:xfrm>
            <a:off x="9307068" y="2822634"/>
            <a:ext cx="2575179" cy="1963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9896459" y="4350320"/>
            <a:ext cx="800100" cy="762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/>
          <p:nvPr/>
        </p:nvSpPr>
        <p:spPr>
          <a:xfrm>
            <a:off x="10067909" y="4455095"/>
            <a:ext cx="514350" cy="609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9"/>
          <p:cNvSpPr/>
          <p:nvPr/>
        </p:nvSpPr>
        <p:spPr>
          <a:xfrm>
            <a:off x="9953609" y="4369370"/>
            <a:ext cx="685800" cy="647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10041117" y="4460679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253745" y="0"/>
                </a:moveTo>
                <a:lnTo>
                  <a:pt x="202631" y="4725"/>
                </a:lnTo>
                <a:lnTo>
                  <a:pt x="155012" y="18280"/>
                </a:lnTo>
                <a:lnTo>
                  <a:pt x="111911" y="39729"/>
                </a:lnTo>
                <a:lnTo>
                  <a:pt x="74352" y="68138"/>
                </a:lnTo>
                <a:lnTo>
                  <a:pt x="43358" y="102571"/>
                </a:lnTo>
                <a:lnTo>
                  <a:pt x="19952" y="142094"/>
                </a:lnTo>
                <a:lnTo>
                  <a:pt x="5158" y="185772"/>
                </a:lnTo>
                <a:lnTo>
                  <a:pt x="0" y="232672"/>
                </a:lnTo>
                <a:lnTo>
                  <a:pt x="5158" y="279567"/>
                </a:lnTo>
                <a:lnTo>
                  <a:pt x="19952" y="323242"/>
                </a:lnTo>
                <a:lnTo>
                  <a:pt x="43358" y="362763"/>
                </a:lnTo>
                <a:lnTo>
                  <a:pt x="74352" y="397195"/>
                </a:lnTo>
                <a:lnTo>
                  <a:pt x="111911" y="425603"/>
                </a:lnTo>
                <a:lnTo>
                  <a:pt x="155012" y="447051"/>
                </a:lnTo>
                <a:lnTo>
                  <a:pt x="202631" y="460606"/>
                </a:lnTo>
                <a:lnTo>
                  <a:pt x="253745" y="465332"/>
                </a:lnTo>
                <a:lnTo>
                  <a:pt x="304904" y="460606"/>
                </a:lnTo>
                <a:lnTo>
                  <a:pt x="352544" y="447051"/>
                </a:lnTo>
                <a:lnTo>
                  <a:pt x="395647" y="425603"/>
                </a:lnTo>
                <a:lnTo>
                  <a:pt x="433196" y="397195"/>
                </a:lnTo>
                <a:lnTo>
                  <a:pt x="464174" y="362763"/>
                </a:lnTo>
                <a:lnTo>
                  <a:pt x="487560" y="323242"/>
                </a:lnTo>
                <a:lnTo>
                  <a:pt x="502339" y="279567"/>
                </a:lnTo>
                <a:lnTo>
                  <a:pt x="507491" y="232672"/>
                </a:lnTo>
                <a:lnTo>
                  <a:pt x="502339" y="185772"/>
                </a:lnTo>
                <a:lnTo>
                  <a:pt x="487560" y="142094"/>
                </a:lnTo>
                <a:lnTo>
                  <a:pt x="464174" y="102571"/>
                </a:lnTo>
                <a:lnTo>
                  <a:pt x="433196" y="68138"/>
                </a:lnTo>
                <a:lnTo>
                  <a:pt x="395647" y="39729"/>
                </a:lnTo>
                <a:lnTo>
                  <a:pt x="352544" y="18280"/>
                </a:lnTo>
                <a:lnTo>
                  <a:pt x="304904" y="4725"/>
                </a:lnTo>
                <a:lnTo>
                  <a:pt x="25374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/>
          <p:nvPr/>
        </p:nvSpPr>
        <p:spPr>
          <a:xfrm>
            <a:off x="10041117" y="4460679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0" y="232672"/>
                </a:moveTo>
                <a:lnTo>
                  <a:pt x="5158" y="185772"/>
                </a:lnTo>
                <a:lnTo>
                  <a:pt x="19952" y="142094"/>
                </a:lnTo>
                <a:lnTo>
                  <a:pt x="43358" y="102571"/>
                </a:lnTo>
                <a:lnTo>
                  <a:pt x="74352" y="68138"/>
                </a:lnTo>
                <a:lnTo>
                  <a:pt x="111911" y="39729"/>
                </a:lnTo>
                <a:lnTo>
                  <a:pt x="155012" y="18280"/>
                </a:lnTo>
                <a:lnTo>
                  <a:pt x="202631" y="4725"/>
                </a:lnTo>
                <a:lnTo>
                  <a:pt x="253745" y="0"/>
                </a:lnTo>
                <a:lnTo>
                  <a:pt x="304904" y="4725"/>
                </a:lnTo>
                <a:lnTo>
                  <a:pt x="352544" y="18280"/>
                </a:lnTo>
                <a:lnTo>
                  <a:pt x="395647" y="39729"/>
                </a:lnTo>
                <a:lnTo>
                  <a:pt x="433196" y="68138"/>
                </a:lnTo>
                <a:lnTo>
                  <a:pt x="464174" y="102571"/>
                </a:lnTo>
                <a:lnTo>
                  <a:pt x="487560" y="142094"/>
                </a:lnTo>
                <a:lnTo>
                  <a:pt x="502339" y="185772"/>
                </a:lnTo>
                <a:lnTo>
                  <a:pt x="507491" y="232672"/>
                </a:lnTo>
                <a:lnTo>
                  <a:pt x="502339" y="279567"/>
                </a:lnTo>
                <a:lnTo>
                  <a:pt x="487560" y="323242"/>
                </a:lnTo>
                <a:lnTo>
                  <a:pt x="464174" y="362763"/>
                </a:lnTo>
                <a:lnTo>
                  <a:pt x="433196" y="397195"/>
                </a:lnTo>
                <a:lnTo>
                  <a:pt x="395647" y="425603"/>
                </a:lnTo>
                <a:lnTo>
                  <a:pt x="352544" y="447051"/>
                </a:lnTo>
                <a:lnTo>
                  <a:pt x="304904" y="460606"/>
                </a:lnTo>
                <a:lnTo>
                  <a:pt x="253745" y="465332"/>
                </a:lnTo>
                <a:lnTo>
                  <a:pt x="202631" y="460606"/>
                </a:lnTo>
                <a:lnTo>
                  <a:pt x="155012" y="447051"/>
                </a:lnTo>
                <a:lnTo>
                  <a:pt x="111911" y="425603"/>
                </a:lnTo>
                <a:lnTo>
                  <a:pt x="74352" y="397195"/>
                </a:lnTo>
                <a:lnTo>
                  <a:pt x="43358" y="362763"/>
                </a:lnTo>
                <a:lnTo>
                  <a:pt x="19952" y="323242"/>
                </a:lnTo>
                <a:lnTo>
                  <a:pt x="5158" y="279567"/>
                </a:lnTo>
                <a:lnTo>
                  <a:pt x="0" y="232672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 txBox="1"/>
          <p:nvPr/>
        </p:nvSpPr>
        <p:spPr>
          <a:xfrm>
            <a:off x="10260084" y="4530975"/>
            <a:ext cx="83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16"/>
          <p:cNvSpPr/>
          <p:nvPr/>
        </p:nvSpPr>
        <p:spPr>
          <a:xfrm>
            <a:off x="5724509" y="3654995"/>
            <a:ext cx="571500" cy="628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5841613" y="372915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84"/>
                </a:lnTo>
                <a:lnTo>
                  <a:pt x="208147" y="481084"/>
                </a:lnTo>
                <a:lnTo>
                  <a:pt x="416448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5841613" y="372915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48" y="240542"/>
                </a:lnTo>
                <a:lnTo>
                  <a:pt x="208147" y="481084"/>
                </a:lnTo>
                <a:lnTo>
                  <a:pt x="0" y="481084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4391040" y="2254820"/>
            <a:ext cx="3362340" cy="14382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4481718" y="2342572"/>
            <a:ext cx="3178175" cy="1256665"/>
          </a:xfrm>
          <a:custGeom>
            <a:avLst/>
            <a:gdLst/>
            <a:ahLst/>
            <a:cxnLst/>
            <a:rect l="l" t="t" r="r" b="b"/>
            <a:pathLst>
              <a:path w="3178175" h="1256664">
                <a:moveTo>
                  <a:pt x="2968751" y="0"/>
                </a:moveTo>
                <a:lnTo>
                  <a:pt x="209275" y="0"/>
                </a:lnTo>
                <a:lnTo>
                  <a:pt x="161300" y="5528"/>
                </a:lnTo>
                <a:lnTo>
                  <a:pt x="117254" y="21276"/>
                </a:lnTo>
                <a:lnTo>
                  <a:pt x="78397" y="45987"/>
                </a:lnTo>
                <a:lnTo>
                  <a:pt x="45984" y="78402"/>
                </a:lnTo>
                <a:lnTo>
                  <a:pt x="21276" y="117265"/>
                </a:lnTo>
                <a:lnTo>
                  <a:pt x="5528" y="161319"/>
                </a:lnTo>
                <a:lnTo>
                  <a:pt x="0" y="209306"/>
                </a:lnTo>
                <a:lnTo>
                  <a:pt x="0" y="1046744"/>
                </a:lnTo>
                <a:lnTo>
                  <a:pt x="5528" y="1094775"/>
                </a:lnTo>
                <a:lnTo>
                  <a:pt x="21276" y="1138860"/>
                </a:lnTo>
                <a:lnTo>
                  <a:pt x="45984" y="1177744"/>
                </a:lnTo>
                <a:lnTo>
                  <a:pt x="78397" y="1210171"/>
                </a:lnTo>
                <a:lnTo>
                  <a:pt x="117254" y="1234887"/>
                </a:lnTo>
                <a:lnTo>
                  <a:pt x="161300" y="1250637"/>
                </a:lnTo>
                <a:lnTo>
                  <a:pt x="209275" y="1256166"/>
                </a:lnTo>
                <a:lnTo>
                  <a:pt x="2968751" y="1256166"/>
                </a:lnTo>
                <a:lnTo>
                  <a:pt x="3016772" y="1250637"/>
                </a:lnTo>
                <a:lnTo>
                  <a:pt x="3060850" y="1234887"/>
                </a:lnTo>
                <a:lnTo>
                  <a:pt x="3099729" y="1210171"/>
                </a:lnTo>
                <a:lnTo>
                  <a:pt x="3132154" y="1177744"/>
                </a:lnTo>
                <a:lnTo>
                  <a:pt x="3156870" y="1138860"/>
                </a:lnTo>
                <a:lnTo>
                  <a:pt x="3172620" y="1094775"/>
                </a:lnTo>
                <a:lnTo>
                  <a:pt x="3178149" y="1046744"/>
                </a:lnTo>
                <a:lnTo>
                  <a:pt x="3178149" y="209306"/>
                </a:lnTo>
                <a:lnTo>
                  <a:pt x="3172620" y="161319"/>
                </a:lnTo>
                <a:lnTo>
                  <a:pt x="3156870" y="117265"/>
                </a:lnTo>
                <a:lnTo>
                  <a:pt x="3132154" y="78402"/>
                </a:lnTo>
                <a:lnTo>
                  <a:pt x="3099729" y="45987"/>
                </a:lnTo>
                <a:lnTo>
                  <a:pt x="3060850" y="21276"/>
                </a:lnTo>
                <a:lnTo>
                  <a:pt x="3016772" y="5528"/>
                </a:lnTo>
                <a:lnTo>
                  <a:pt x="2968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4481718" y="2342572"/>
            <a:ext cx="3178175" cy="1256665"/>
          </a:xfrm>
          <a:custGeom>
            <a:avLst/>
            <a:gdLst/>
            <a:ahLst/>
            <a:cxnLst/>
            <a:rect l="l" t="t" r="r" b="b"/>
            <a:pathLst>
              <a:path w="3178175" h="1256664">
                <a:moveTo>
                  <a:pt x="0" y="209306"/>
                </a:moveTo>
                <a:lnTo>
                  <a:pt x="5528" y="161319"/>
                </a:lnTo>
                <a:lnTo>
                  <a:pt x="21276" y="117265"/>
                </a:lnTo>
                <a:lnTo>
                  <a:pt x="45984" y="78402"/>
                </a:lnTo>
                <a:lnTo>
                  <a:pt x="78397" y="45987"/>
                </a:lnTo>
                <a:lnTo>
                  <a:pt x="117254" y="21276"/>
                </a:lnTo>
                <a:lnTo>
                  <a:pt x="161300" y="5528"/>
                </a:lnTo>
                <a:lnTo>
                  <a:pt x="209275" y="0"/>
                </a:lnTo>
                <a:lnTo>
                  <a:pt x="2968751" y="0"/>
                </a:lnTo>
                <a:lnTo>
                  <a:pt x="3016772" y="5528"/>
                </a:lnTo>
                <a:lnTo>
                  <a:pt x="3060850" y="21276"/>
                </a:lnTo>
                <a:lnTo>
                  <a:pt x="3099729" y="45987"/>
                </a:lnTo>
                <a:lnTo>
                  <a:pt x="3132154" y="78402"/>
                </a:lnTo>
                <a:lnTo>
                  <a:pt x="3156870" y="117265"/>
                </a:lnTo>
                <a:lnTo>
                  <a:pt x="3172620" y="161319"/>
                </a:lnTo>
                <a:lnTo>
                  <a:pt x="3178149" y="209306"/>
                </a:lnTo>
                <a:lnTo>
                  <a:pt x="3178149" y="1046744"/>
                </a:lnTo>
                <a:lnTo>
                  <a:pt x="3172620" y="1094775"/>
                </a:lnTo>
                <a:lnTo>
                  <a:pt x="3156870" y="1138860"/>
                </a:lnTo>
                <a:lnTo>
                  <a:pt x="3132154" y="1177744"/>
                </a:lnTo>
                <a:lnTo>
                  <a:pt x="3099729" y="1210171"/>
                </a:lnTo>
                <a:lnTo>
                  <a:pt x="3060850" y="1234887"/>
                </a:lnTo>
                <a:lnTo>
                  <a:pt x="3016772" y="1250637"/>
                </a:lnTo>
                <a:lnTo>
                  <a:pt x="2968751" y="1256166"/>
                </a:lnTo>
                <a:lnTo>
                  <a:pt x="209275" y="1256166"/>
                </a:lnTo>
                <a:lnTo>
                  <a:pt x="161300" y="1250637"/>
                </a:lnTo>
                <a:lnTo>
                  <a:pt x="117254" y="1234887"/>
                </a:lnTo>
                <a:lnTo>
                  <a:pt x="78397" y="1210171"/>
                </a:lnTo>
                <a:lnTo>
                  <a:pt x="45984" y="1177744"/>
                </a:lnTo>
                <a:lnTo>
                  <a:pt x="21276" y="1138860"/>
                </a:lnTo>
                <a:lnTo>
                  <a:pt x="5528" y="1094775"/>
                </a:lnTo>
                <a:lnTo>
                  <a:pt x="0" y="1046744"/>
                </a:lnTo>
                <a:lnTo>
                  <a:pt x="0" y="2093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5039989" y="2985075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8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11737847" y="4913082"/>
            <a:ext cx="285343" cy="2853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9230228" y="2565076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1" y="114340"/>
                </a:moveTo>
                <a:lnTo>
                  <a:pt x="38121" y="114381"/>
                </a:lnTo>
                <a:lnTo>
                  <a:pt x="40507" y="2222632"/>
                </a:lnTo>
                <a:lnTo>
                  <a:pt x="78607" y="2222632"/>
                </a:lnTo>
                <a:lnTo>
                  <a:pt x="76221" y="114340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421"/>
                </a:lnTo>
                <a:lnTo>
                  <a:pt x="38121" y="114381"/>
                </a:lnTo>
                <a:lnTo>
                  <a:pt x="38099" y="95249"/>
                </a:lnTo>
                <a:lnTo>
                  <a:pt x="104754" y="95249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249"/>
                </a:moveTo>
                <a:lnTo>
                  <a:pt x="38099" y="95249"/>
                </a:lnTo>
                <a:lnTo>
                  <a:pt x="38121" y="114381"/>
                </a:lnTo>
                <a:lnTo>
                  <a:pt x="76221" y="114340"/>
                </a:lnTo>
                <a:lnTo>
                  <a:pt x="76199" y="95249"/>
                </a:lnTo>
                <a:close/>
              </a:path>
              <a:path w="114300" h="2223135">
                <a:moveTo>
                  <a:pt x="104754" y="95249"/>
                </a:moveTo>
                <a:lnTo>
                  <a:pt x="76199" y="95249"/>
                </a:lnTo>
                <a:lnTo>
                  <a:pt x="76221" y="114340"/>
                </a:lnTo>
                <a:lnTo>
                  <a:pt x="114299" y="114299"/>
                </a:lnTo>
                <a:lnTo>
                  <a:pt x="10475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9268068" y="474261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10150602" y="4525745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10090848" y="4620119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 txBox="1"/>
          <p:nvPr/>
        </p:nvSpPr>
        <p:spPr>
          <a:xfrm>
            <a:off x="8629275" y="2025263"/>
            <a:ext cx="3246755" cy="8166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818639">
              <a:lnSpc>
                <a:spcPct val="102899"/>
              </a:lnSpc>
              <a:spcBef>
                <a:spcPts val="7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 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3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397510">
              <a:lnSpc>
                <a:spcPct val="100000"/>
              </a:lnSpc>
              <a:spcBef>
                <a:spcPts val="625"/>
              </a:spcBef>
              <a:tabLst>
                <a:tab pos="32334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1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3"/>
          <p:cNvSpPr txBox="1"/>
          <p:nvPr/>
        </p:nvSpPr>
        <p:spPr>
          <a:xfrm>
            <a:off x="4659379" y="2509507"/>
            <a:ext cx="2583815" cy="7448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327660" algn="ctr">
              <a:lnSpc>
                <a:spcPts val="2340"/>
              </a:lnSpc>
              <a:spcBef>
                <a:spcPts val="125"/>
              </a:spcBef>
            </a:pPr>
            <a:r>
              <a:rPr sz="3000" spc="150" baseline="-20833" dirty="0">
                <a:solidFill>
                  <a:srgbClr val="595959"/>
                </a:solidFill>
                <a:latin typeface="Cambria Math"/>
                <a:cs typeface="Cambria Math"/>
              </a:rPr>
              <a:t>𝑒</a:t>
            </a:r>
            <a:r>
              <a:rPr sz="1650" spc="100" dirty="0">
                <a:solidFill>
                  <a:srgbClr val="595959"/>
                </a:solidFill>
                <a:latin typeface="Cambria Math"/>
                <a:cs typeface="Cambria Math"/>
              </a:rPr>
              <a:t>log(−3.2)</a:t>
            </a:r>
            <a:endParaRPr sz="1650">
              <a:latin typeface="Cambria Math"/>
              <a:cs typeface="Cambria Math"/>
            </a:endParaRPr>
          </a:p>
          <a:p>
            <a:pPr marL="12700">
              <a:lnSpc>
                <a:spcPts val="1614"/>
              </a:lnSpc>
              <a:tabLst>
                <a:tab pos="1929130" algn="l"/>
              </a:tabLst>
            </a:pPr>
            <a:r>
              <a:rPr sz="3000" spc="-37" baseline="-2777" dirty="0">
                <a:solidFill>
                  <a:srgbClr val="595959"/>
                </a:solidFill>
                <a:latin typeface="Arial"/>
                <a:cs typeface="Arial"/>
              </a:rPr>
              <a:t>P=</a:t>
            </a:r>
            <a:r>
              <a:rPr sz="3000" spc="-37" baseline="-2777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0.03</a:t>
            </a:r>
            <a:endParaRPr sz="1800">
              <a:latin typeface="Arial"/>
              <a:cs typeface="Arial"/>
            </a:endParaRPr>
          </a:p>
          <a:p>
            <a:pPr marR="327660" algn="ctr">
              <a:lnSpc>
                <a:spcPts val="1670"/>
              </a:lnSpc>
            </a:pPr>
            <a:r>
              <a:rPr sz="3000" spc="127" baseline="-16666" dirty="0">
                <a:solidFill>
                  <a:srgbClr val="595959"/>
                </a:solidFill>
                <a:latin typeface="Cambria Math"/>
                <a:cs typeface="Cambria Math"/>
              </a:rPr>
              <a:t>1+𝑒</a:t>
            </a:r>
            <a:r>
              <a:rPr sz="1650" spc="85" dirty="0">
                <a:solidFill>
                  <a:srgbClr val="595959"/>
                </a:solidFill>
                <a:latin typeface="Cambria Math"/>
                <a:cs typeface="Cambria Math"/>
              </a:rPr>
              <a:t>log(−3.2)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9" name="object 44"/>
          <p:cNvSpPr/>
          <p:nvPr/>
        </p:nvSpPr>
        <p:spPr>
          <a:xfrm>
            <a:off x="10301874" y="4689160"/>
            <a:ext cx="0" cy="139065"/>
          </a:xfrm>
          <a:custGeom>
            <a:avLst/>
            <a:gdLst/>
            <a:ahLst/>
            <a:cxnLst/>
            <a:rect l="l" t="t" r="r" b="b"/>
            <a:pathLst>
              <a:path h="139064">
                <a:moveTo>
                  <a:pt x="0" y="0"/>
                </a:moveTo>
                <a:lnTo>
                  <a:pt x="0" y="13893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5"/>
          <p:cNvSpPr/>
          <p:nvPr/>
        </p:nvSpPr>
        <p:spPr>
          <a:xfrm>
            <a:off x="9321667" y="4693350"/>
            <a:ext cx="961390" cy="6350"/>
          </a:xfrm>
          <a:custGeom>
            <a:avLst/>
            <a:gdLst/>
            <a:ahLst/>
            <a:cxnLst/>
            <a:rect l="l" t="t" r="r" b="b"/>
            <a:pathLst>
              <a:path w="961390" h="6350">
                <a:moveTo>
                  <a:pt x="0" y="5833"/>
                </a:moveTo>
                <a:lnTo>
                  <a:pt x="960760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6"/>
          <p:cNvSpPr txBox="1"/>
          <p:nvPr/>
        </p:nvSpPr>
        <p:spPr>
          <a:xfrm>
            <a:off x="8984876" y="4571615"/>
            <a:ext cx="290195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05"/>
              </a:lnSpc>
              <a:spcBef>
                <a:spcPts val="100"/>
              </a:spcBef>
            </a:pPr>
            <a:r>
              <a:rPr sz="1050" spc="5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spc="0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050" spc="5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  <a:p>
            <a:pPr marL="30480">
              <a:lnSpc>
                <a:spcPts val="2005"/>
              </a:lnSpc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47"/>
          <p:cNvSpPr txBox="1"/>
          <p:nvPr/>
        </p:nvSpPr>
        <p:spPr>
          <a:xfrm>
            <a:off x="8931667" y="3658488"/>
            <a:ext cx="343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800" b="1" spc="1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48"/>
          <p:cNvSpPr/>
          <p:nvPr/>
        </p:nvSpPr>
        <p:spPr>
          <a:xfrm>
            <a:off x="741401" y="2082364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7" y="3603217"/>
                </a:moveTo>
                <a:lnTo>
                  <a:pt x="0" y="3729889"/>
                </a:lnTo>
                <a:lnTo>
                  <a:pt x="111444" y="3667356"/>
                </a:lnTo>
                <a:lnTo>
                  <a:pt x="103189" y="3661760"/>
                </a:lnTo>
                <a:lnTo>
                  <a:pt x="69210" y="3661760"/>
                </a:lnTo>
                <a:lnTo>
                  <a:pt x="37682" y="3640366"/>
                </a:lnTo>
                <a:lnTo>
                  <a:pt x="48373" y="3624597"/>
                </a:lnTo>
                <a:lnTo>
                  <a:pt x="16837" y="3603217"/>
                </a:lnTo>
                <a:close/>
              </a:path>
              <a:path w="2529204" h="3729990">
                <a:moveTo>
                  <a:pt x="48373" y="3624597"/>
                </a:moveTo>
                <a:lnTo>
                  <a:pt x="37682" y="3640366"/>
                </a:lnTo>
                <a:lnTo>
                  <a:pt x="69210" y="3661760"/>
                </a:lnTo>
                <a:lnTo>
                  <a:pt x="79910" y="3645978"/>
                </a:lnTo>
                <a:lnTo>
                  <a:pt x="48373" y="3624597"/>
                </a:lnTo>
                <a:close/>
              </a:path>
              <a:path w="2529204" h="3729990">
                <a:moveTo>
                  <a:pt x="79910" y="3645978"/>
                </a:moveTo>
                <a:lnTo>
                  <a:pt x="69210" y="3661760"/>
                </a:lnTo>
                <a:lnTo>
                  <a:pt x="103189" y="3661760"/>
                </a:lnTo>
                <a:lnTo>
                  <a:pt x="79910" y="3645978"/>
                </a:lnTo>
                <a:close/>
              </a:path>
              <a:path w="2529204" h="3729990">
                <a:moveTo>
                  <a:pt x="2448828" y="83826"/>
                </a:moveTo>
                <a:lnTo>
                  <a:pt x="48373" y="3624597"/>
                </a:lnTo>
                <a:lnTo>
                  <a:pt x="79910" y="3645978"/>
                </a:lnTo>
                <a:lnTo>
                  <a:pt x="2480454" y="105256"/>
                </a:lnTo>
                <a:lnTo>
                  <a:pt x="2448828" y="83826"/>
                </a:lnTo>
                <a:close/>
              </a:path>
              <a:path w="2529204" h="3729990">
                <a:moveTo>
                  <a:pt x="2519725" y="68061"/>
                </a:moveTo>
                <a:lnTo>
                  <a:pt x="2459516" y="68061"/>
                </a:lnTo>
                <a:lnTo>
                  <a:pt x="2491124" y="89519"/>
                </a:lnTo>
                <a:lnTo>
                  <a:pt x="2480454" y="105256"/>
                </a:lnTo>
                <a:lnTo>
                  <a:pt x="2511972" y="126613"/>
                </a:lnTo>
                <a:lnTo>
                  <a:pt x="2519725" y="68061"/>
                </a:lnTo>
                <a:close/>
              </a:path>
              <a:path w="2529204" h="3729990">
                <a:moveTo>
                  <a:pt x="2459516" y="68061"/>
                </a:moveTo>
                <a:lnTo>
                  <a:pt x="2448828" y="83826"/>
                </a:lnTo>
                <a:lnTo>
                  <a:pt x="2480454" y="105256"/>
                </a:lnTo>
                <a:lnTo>
                  <a:pt x="2491124" y="89519"/>
                </a:lnTo>
                <a:lnTo>
                  <a:pt x="2459516" y="68061"/>
                </a:lnTo>
                <a:close/>
              </a:path>
              <a:path w="2529204" h="3729990">
                <a:moveTo>
                  <a:pt x="2528736" y="0"/>
                </a:moveTo>
                <a:lnTo>
                  <a:pt x="2417332" y="62483"/>
                </a:lnTo>
                <a:lnTo>
                  <a:pt x="2448828" y="83826"/>
                </a:lnTo>
                <a:lnTo>
                  <a:pt x="2459516" y="68061"/>
                </a:lnTo>
                <a:lnTo>
                  <a:pt x="2519725" y="68061"/>
                </a:lnTo>
                <a:lnTo>
                  <a:pt x="2528736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49"/>
          <p:cNvSpPr/>
          <p:nvPr/>
        </p:nvSpPr>
        <p:spPr>
          <a:xfrm>
            <a:off x="566415" y="1733368"/>
            <a:ext cx="114300" cy="2239010"/>
          </a:xfrm>
          <a:custGeom>
            <a:avLst/>
            <a:gdLst/>
            <a:ahLst/>
            <a:cxnLst/>
            <a:rect l="l" t="t" r="r" b="b"/>
            <a:pathLst>
              <a:path w="114300" h="2239010">
                <a:moveTo>
                  <a:pt x="76199" y="95243"/>
                </a:moveTo>
                <a:lnTo>
                  <a:pt x="38099" y="95243"/>
                </a:lnTo>
                <a:lnTo>
                  <a:pt x="38099" y="2238999"/>
                </a:lnTo>
                <a:lnTo>
                  <a:pt x="76199" y="2238999"/>
                </a:lnTo>
                <a:lnTo>
                  <a:pt x="76199" y="95243"/>
                </a:lnTo>
                <a:close/>
              </a:path>
              <a:path w="114300" h="223901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010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0"/>
          <p:cNvSpPr/>
          <p:nvPr/>
        </p:nvSpPr>
        <p:spPr>
          <a:xfrm>
            <a:off x="637169" y="3904930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1"/>
          <p:cNvSpPr txBox="1"/>
          <p:nvPr/>
        </p:nvSpPr>
        <p:spPr>
          <a:xfrm>
            <a:off x="352429" y="3789041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2"/>
          <p:cNvSpPr/>
          <p:nvPr/>
        </p:nvSpPr>
        <p:spPr>
          <a:xfrm>
            <a:off x="566415" y="3865437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505"/>
                </a:moveTo>
                <a:lnTo>
                  <a:pt x="0" y="2132505"/>
                </a:lnTo>
                <a:lnTo>
                  <a:pt x="57149" y="2246805"/>
                </a:lnTo>
                <a:lnTo>
                  <a:pt x="104774" y="2151555"/>
                </a:lnTo>
                <a:lnTo>
                  <a:pt x="38099" y="2151555"/>
                </a:lnTo>
                <a:lnTo>
                  <a:pt x="38099" y="2132505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55"/>
                </a:lnTo>
                <a:lnTo>
                  <a:pt x="76199" y="2151555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505"/>
                </a:moveTo>
                <a:lnTo>
                  <a:pt x="76199" y="2132505"/>
                </a:lnTo>
                <a:lnTo>
                  <a:pt x="76199" y="2151555"/>
                </a:lnTo>
                <a:lnTo>
                  <a:pt x="104774" y="2151555"/>
                </a:lnTo>
                <a:lnTo>
                  <a:pt x="114299" y="213250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3"/>
          <p:cNvSpPr/>
          <p:nvPr/>
        </p:nvSpPr>
        <p:spPr>
          <a:xfrm>
            <a:off x="3169920" y="4087455"/>
            <a:ext cx="285343" cy="28534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4"/>
          <p:cNvSpPr txBox="1"/>
          <p:nvPr/>
        </p:nvSpPr>
        <p:spPr>
          <a:xfrm>
            <a:off x="64774" y="5769230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0" name="object 55"/>
          <p:cNvSpPr/>
          <p:nvPr/>
        </p:nvSpPr>
        <p:spPr>
          <a:xfrm>
            <a:off x="1583054" y="2008937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5" h="2536190">
                <a:moveTo>
                  <a:pt x="0" y="0"/>
                </a:moveTo>
                <a:lnTo>
                  <a:pt x="14477" y="253582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56"/>
          <p:cNvSpPr/>
          <p:nvPr/>
        </p:nvSpPr>
        <p:spPr>
          <a:xfrm>
            <a:off x="2137410" y="1968826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19" h="1713229">
                <a:moveTo>
                  <a:pt x="0" y="0"/>
                </a:moveTo>
                <a:lnTo>
                  <a:pt x="7238" y="171296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57"/>
          <p:cNvSpPr/>
          <p:nvPr/>
        </p:nvSpPr>
        <p:spPr>
          <a:xfrm>
            <a:off x="2469260" y="1980378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60" h="1213485">
                <a:moveTo>
                  <a:pt x="0" y="0"/>
                </a:moveTo>
                <a:lnTo>
                  <a:pt x="9905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58"/>
          <p:cNvSpPr/>
          <p:nvPr/>
        </p:nvSpPr>
        <p:spPr>
          <a:xfrm>
            <a:off x="2747259" y="1980378"/>
            <a:ext cx="7620" cy="798830"/>
          </a:xfrm>
          <a:custGeom>
            <a:avLst/>
            <a:gdLst/>
            <a:ahLst/>
            <a:cxnLst/>
            <a:rect l="l" t="t" r="r" b="b"/>
            <a:pathLst>
              <a:path w="7619" h="798830">
                <a:moveTo>
                  <a:pt x="0" y="0"/>
                </a:moveTo>
                <a:lnTo>
                  <a:pt x="7370" y="79830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59"/>
          <p:cNvSpPr/>
          <p:nvPr/>
        </p:nvSpPr>
        <p:spPr>
          <a:xfrm>
            <a:off x="2696467" y="2997008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7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0"/>
          <p:cNvSpPr/>
          <p:nvPr/>
        </p:nvSpPr>
        <p:spPr>
          <a:xfrm>
            <a:off x="1677292" y="4448236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79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1"/>
          <p:cNvSpPr/>
          <p:nvPr/>
        </p:nvSpPr>
        <p:spPr>
          <a:xfrm>
            <a:off x="1376933" y="4912295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738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2"/>
          <p:cNvSpPr/>
          <p:nvPr/>
        </p:nvSpPr>
        <p:spPr>
          <a:xfrm>
            <a:off x="1074645" y="5363149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84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3"/>
          <p:cNvSpPr/>
          <p:nvPr/>
        </p:nvSpPr>
        <p:spPr>
          <a:xfrm>
            <a:off x="637163" y="1968826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693"/>
                </a:moveTo>
                <a:lnTo>
                  <a:pt x="2566406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4"/>
          <p:cNvSpPr/>
          <p:nvPr/>
        </p:nvSpPr>
        <p:spPr>
          <a:xfrm>
            <a:off x="1989072" y="1707869"/>
            <a:ext cx="904965" cy="3023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5"/>
          <p:cNvSpPr/>
          <p:nvPr/>
        </p:nvSpPr>
        <p:spPr>
          <a:xfrm>
            <a:off x="923467" y="5671031"/>
            <a:ext cx="905038" cy="3023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66"/>
          <p:cNvSpPr/>
          <p:nvPr/>
        </p:nvSpPr>
        <p:spPr>
          <a:xfrm>
            <a:off x="1431925" y="1712959"/>
            <a:ext cx="302348" cy="30234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7"/>
          <p:cNvSpPr/>
          <p:nvPr/>
        </p:nvSpPr>
        <p:spPr>
          <a:xfrm>
            <a:off x="1347279" y="1795120"/>
            <a:ext cx="191579" cy="20848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68"/>
          <p:cNvSpPr/>
          <p:nvPr/>
        </p:nvSpPr>
        <p:spPr>
          <a:xfrm>
            <a:off x="2535808" y="5661088"/>
            <a:ext cx="302348" cy="30234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69"/>
          <p:cNvSpPr/>
          <p:nvPr/>
        </p:nvSpPr>
        <p:spPr>
          <a:xfrm>
            <a:off x="1911031" y="1777594"/>
            <a:ext cx="191579" cy="20848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0"/>
          <p:cNvSpPr/>
          <p:nvPr/>
        </p:nvSpPr>
        <p:spPr>
          <a:xfrm>
            <a:off x="2232851" y="1777594"/>
            <a:ext cx="191579" cy="20848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1"/>
          <p:cNvSpPr/>
          <p:nvPr/>
        </p:nvSpPr>
        <p:spPr>
          <a:xfrm>
            <a:off x="2521140" y="1777594"/>
            <a:ext cx="191579" cy="20848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2"/>
          <p:cNvSpPr txBox="1"/>
          <p:nvPr/>
        </p:nvSpPr>
        <p:spPr>
          <a:xfrm>
            <a:off x="52391" y="1243064"/>
            <a:ext cx="910590" cy="72009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830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8" name="object 73"/>
          <p:cNvSpPr/>
          <p:nvPr/>
        </p:nvSpPr>
        <p:spPr>
          <a:xfrm>
            <a:off x="601254" y="4554286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327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4"/>
          <p:cNvSpPr txBox="1"/>
          <p:nvPr/>
        </p:nvSpPr>
        <p:spPr>
          <a:xfrm>
            <a:off x="194623" y="4455029"/>
            <a:ext cx="2819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80" name="object 75"/>
          <p:cNvSpPr/>
          <p:nvPr/>
        </p:nvSpPr>
        <p:spPr>
          <a:xfrm>
            <a:off x="1504700" y="448100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897"/>
                </a:lnTo>
                <a:lnTo>
                  <a:pt x="37718" y="73283"/>
                </a:lnTo>
                <a:lnTo>
                  <a:pt x="0" y="113537"/>
                </a:lnTo>
                <a:lnTo>
                  <a:pt x="35051" y="146435"/>
                </a:lnTo>
                <a:lnTo>
                  <a:pt x="70603" y="108453"/>
                </a:lnTo>
                <a:lnTo>
                  <a:pt x="136587" y="108453"/>
                </a:lnTo>
                <a:lnTo>
                  <a:pt x="103631" y="73283"/>
                </a:lnTo>
                <a:lnTo>
                  <a:pt x="136614" y="37968"/>
                </a:lnTo>
                <a:lnTo>
                  <a:pt x="70603" y="37968"/>
                </a:lnTo>
                <a:lnTo>
                  <a:pt x="35051" y="0"/>
                </a:lnTo>
                <a:close/>
              </a:path>
              <a:path w="141605" h="146685">
                <a:moveTo>
                  <a:pt x="136587" y="108453"/>
                </a:moveTo>
                <a:lnTo>
                  <a:pt x="70603" y="108453"/>
                </a:lnTo>
                <a:lnTo>
                  <a:pt x="106298" y="146435"/>
                </a:lnTo>
                <a:lnTo>
                  <a:pt x="141350" y="113537"/>
                </a:lnTo>
                <a:lnTo>
                  <a:pt x="136587" y="108453"/>
                </a:lnTo>
                <a:close/>
              </a:path>
              <a:path w="141605" h="146685">
                <a:moveTo>
                  <a:pt x="106298" y="0"/>
                </a:moveTo>
                <a:lnTo>
                  <a:pt x="70603" y="37968"/>
                </a:lnTo>
                <a:lnTo>
                  <a:pt x="136614" y="37968"/>
                </a:lnTo>
                <a:lnTo>
                  <a:pt x="141350" y="32897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6"/>
          <p:cNvSpPr/>
          <p:nvPr/>
        </p:nvSpPr>
        <p:spPr>
          <a:xfrm>
            <a:off x="1504700" y="448100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051" y="0"/>
                </a:lnTo>
                <a:lnTo>
                  <a:pt x="70603" y="37968"/>
                </a:lnTo>
                <a:lnTo>
                  <a:pt x="106298" y="0"/>
                </a:lnTo>
                <a:lnTo>
                  <a:pt x="141350" y="32897"/>
                </a:lnTo>
                <a:lnTo>
                  <a:pt x="103631" y="73283"/>
                </a:lnTo>
                <a:lnTo>
                  <a:pt x="141350" y="113537"/>
                </a:lnTo>
                <a:lnTo>
                  <a:pt x="106298" y="146435"/>
                </a:lnTo>
                <a:lnTo>
                  <a:pt x="70603" y="108453"/>
                </a:lnTo>
                <a:lnTo>
                  <a:pt x="35051" y="146435"/>
                </a:lnTo>
                <a:lnTo>
                  <a:pt x="0" y="113537"/>
                </a:lnTo>
                <a:lnTo>
                  <a:pt x="37718" y="73283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473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2276475" y="5400666"/>
            <a:ext cx="800100" cy="76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/>
          <p:cNvSpPr/>
          <p:nvPr/>
        </p:nvSpPr>
        <p:spPr>
          <a:xfrm>
            <a:off x="2333625" y="5419716"/>
            <a:ext cx="685800" cy="647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/>
          <p:cNvSpPr/>
          <p:nvPr/>
        </p:nvSpPr>
        <p:spPr>
          <a:xfrm>
            <a:off x="2423541" y="5509107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253745" y="0"/>
                </a:moveTo>
                <a:lnTo>
                  <a:pt x="202625" y="4726"/>
                </a:lnTo>
                <a:lnTo>
                  <a:pt x="155003" y="18281"/>
                </a:lnTo>
                <a:lnTo>
                  <a:pt x="111901" y="39730"/>
                </a:lnTo>
                <a:lnTo>
                  <a:pt x="74344" y="68138"/>
                </a:lnTo>
                <a:lnTo>
                  <a:pt x="43352" y="102567"/>
                </a:lnTo>
                <a:lnTo>
                  <a:pt x="19949" y="142084"/>
                </a:lnTo>
                <a:lnTo>
                  <a:pt x="5157" y="185751"/>
                </a:lnTo>
                <a:lnTo>
                  <a:pt x="0" y="232635"/>
                </a:lnTo>
                <a:lnTo>
                  <a:pt x="5157" y="279520"/>
                </a:lnTo>
                <a:lnTo>
                  <a:pt x="19949" y="323188"/>
                </a:lnTo>
                <a:lnTo>
                  <a:pt x="43352" y="362705"/>
                </a:lnTo>
                <a:lnTo>
                  <a:pt x="74344" y="397135"/>
                </a:lnTo>
                <a:lnTo>
                  <a:pt x="111901" y="425543"/>
                </a:lnTo>
                <a:lnTo>
                  <a:pt x="155003" y="446992"/>
                </a:lnTo>
                <a:lnTo>
                  <a:pt x="202625" y="460547"/>
                </a:lnTo>
                <a:lnTo>
                  <a:pt x="253745" y="465274"/>
                </a:lnTo>
                <a:lnTo>
                  <a:pt x="304904" y="460547"/>
                </a:lnTo>
                <a:lnTo>
                  <a:pt x="352544" y="446992"/>
                </a:lnTo>
                <a:lnTo>
                  <a:pt x="395647" y="425543"/>
                </a:lnTo>
                <a:lnTo>
                  <a:pt x="433196" y="397135"/>
                </a:lnTo>
                <a:lnTo>
                  <a:pt x="464174" y="362705"/>
                </a:lnTo>
                <a:lnTo>
                  <a:pt x="487560" y="323188"/>
                </a:lnTo>
                <a:lnTo>
                  <a:pt x="502339" y="279520"/>
                </a:lnTo>
                <a:lnTo>
                  <a:pt x="507491" y="232635"/>
                </a:lnTo>
                <a:lnTo>
                  <a:pt x="502339" y="185751"/>
                </a:lnTo>
                <a:lnTo>
                  <a:pt x="487560" y="142084"/>
                </a:lnTo>
                <a:lnTo>
                  <a:pt x="464174" y="102567"/>
                </a:lnTo>
                <a:lnTo>
                  <a:pt x="433196" y="68138"/>
                </a:lnTo>
                <a:lnTo>
                  <a:pt x="395647" y="39730"/>
                </a:lnTo>
                <a:lnTo>
                  <a:pt x="352544" y="18281"/>
                </a:lnTo>
                <a:lnTo>
                  <a:pt x="304904" y="4726"/>
                </a:lnTo>
                <a:lnTo>
                  <a:pt x="25374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5"/>
          <p:cNvSpPr/>
          <p:nvPr/>
        </p:nvSpPr>
        <p:spPr>
          <a:xfrm>
            <a:off x="2423541" y="5509107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0" y="232635"/>
                </a:moveTo>
                <a:lnTo>
                  <a:pt x="5157" y="185751"/>
                </a:lnTo>
                <a:lnTo>
                  <a:pt x="19949" y="142084"/>
                </a:lnTo>
                <a:lnTo>
                  <a:pt x="43352" y="102567"/>
                </a:lnTo>
                <a:lnTo>
                  <a:pt x="74344" y="68138"/>
                </a:lnTo>
                <a:lnTo>
                  <a:pt x="111901" y="39730"/>
                </a:lnTo>
                <a:lnTo>
                  <a:pt x="155003" y="18281"/>
                </a:lnTo>
                <a:lnTo>
                  <a:pt x="202625" y="4726"/>
                </a:lnTo>
                <a:lnTo>
                  <a:pt x="253745" y="0"/>
                </a:lnTo>
                <a:lnTo>
                  <a:pt x="304904" y="4726"/>
                </a:lnTo>
                <a:lnTo>
                  <a:pt x="352544" y="18281"/>
                </a:lnTo>
                <a:lnTo>
                  <a:pt x="395647" y="39730"/>
                </a:lnTo>
                <a:lnTo>
                  <a:pt x="433196" y="68138"/>
                </a:lnTo>
                <a:lnTo>
                  <a:pt x="464174" y="102567"/>
                </a:lnTo>
                <a:lnTo>
                  <a:pt x="487560" y="142084"/>
                </a:lnTo>
                <a:lnTo>
                  <a:pt x="502339" y="185751"/>
                </a:lnTo>
                <a:lnTo>
                  <a:pt x="507491" y="232635"/>
                </a:lnTo>
                <a:lnTo>
                  <a:pt x="502339" y="279520"/>
                </a:lnTo>
                <a:lnTo>
                  <a:pt x="487560" y="323188"/>
                </a:lnTo>
                <a:lnTo>
                  <a:pt x="464174" y="362705"/>
                </a:lnTo>
                <a:lnTo>
                  <a:pt x="433196" y="397135"/>
                </a:lnTo>
                <a:lnTo>
                  <a:pt x="395647" y="425543"/>
                </a:lnTo>
                <a:lnTo>
                  <a:pt x="352544" y="446992"/>
                </a:lnTo>
                <a:lnTo>
                  <a:pt x="304904" y="460547"/>
                </a:lnTo>
                <a:lnTo>
                  <a:pt x="253745" y="465274"/>
                </a:lnTo>
                <a:lnTo>
                  <a:pt x="202625" y="460547"/>
                </a:lnTo>
                <a:lnTo>
                  <a:pt x="155003" y="446992"/>
                </a:lnTo>
                <a:lnTo>
                  <a:pt x="111901" y="425543"/>
                </a:lnTo>
                <a:lnTo>
                  <a:pt x="74344" y="397135"/>
                </a:lnTo>
                <a:lnTo>
                  <a:pt x="43352" y="362705"/>
                </a:lnTo>
                <a:lnTo>
                  <a:pt x="19949" y="323188"/>
                </a:lnTo>
                <a:lnTo>
                  <a:pt x="5157" y="279520"/>
                </a:lnTo>
                <a:lnTo>
                  <a:pt x="0" y="23263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9"/>
          <p:cNvSpPr/>
          <p:nvPr/>
        </p:nvSpPr>
        <p:spPr>
          <a:xfrm>
            <a:off x="5724509" y="3571866"/>
            <a:ext cx="571500" cy="628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5841613" y="3646030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84"/>
                </a:lnTo>
                <a:lnTo>
                  <a:pt x="208147" y="481084"/>
                </a:lnTo>
                <a:lnTo>
                  <a:pt x="416448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5841613" y="3646030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48" y="240542"/>
                </a:lnTo>
                <a:lnTo>
                  <a:pt x="208147" y="481084"/>
                </a:lnTo>
                <a:lnTo>
                  <a:pt x="0" y="481084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4391040" y="2171691"/>
            <a:ext cx="3190890" cy="14382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4481718" y="2259443"/>
            <a:ext cx="3007995" cy="1256665"/>
          </a:xfrm>
          <a:custGeom>
            <a:avLst/>
            <a:gdLst/>
            <a:ahLst/>
            <a:cxnLst/>
            <a:rect l="l" t="t" r="r" b="b"/>
            <a:pathLst>
              <a:path w="3007995" h="1256664">
                <a:moveTo>
                  <a:pt x="2798429" y="0"/>
                </a:moveTo>
                <a:lnTo>
                  <a:pt x="209275" y="0"/>
                </a:lnTo>
                <a:lnTo>
                  <a:pt x="161300" y="5528"/>
                </a:lnTo>
                <a:lnTo>
                  <a:pt x="117254" y="21276"/>
                </a:lnTo>
                <a:lnTo>
                  <a:pt x="78397" y="45987"/>
                </a:lnTo>
                <a:lnTo>
                  <a:pt x="45984" y="78402"/>
                </a:lnTo>
                <a:lnTo>
                  <a:pt x="21276" y="117265"/>
                </a:lnTo>
                <a:lnTo>
                  <a:pt x="5528" y="161319"/>
                </a:lnTo>
                <a:lnTo>
                  <a:pt x="0" y="209306"/>
                </a:lnTo>
                <a:lnTo>
                  <a:pt x="0" y="1046744"/>
                </a:lnTo>
                <a:lnTo>
                  <a:pt x="5528" y="1094775"/>
                </a:lnTo>
                <a:lnTo>
                  <a:pt x="21276" y="1138860"/>
                </a:lnTo>
                <a:lnTo>
                  <a:pt x="45984" y="1177744"/>
                </a:lnTo>
                <a:lnTo>
                  <a:pt x="78397" y="1210171"/>
                </a:lnTo>
                <a:lnTo>
                  <a:pt x="117254" y="1234887"/>
                </a:lnTo>
                <a:lnTo>
                  <a:pt x="161300" y="1250637"/>
                </a:lnTo>
                <a:lnTo>
                  <a:pt x="209275" y="1256166"/>
                </a:lnTo>
                <a:lnTo>
                  <a:pt x="2798429" y="1256166"/>
                </a:lnTo>
                <a:lnTo>
                  <a:pt x="2846416" y="1250637"/>
                </a:lnTo>
                <a:lnTo>
                  <a:pt x="2890470" y="1234887"/>
                </a:lnTo>
                <a:lnTo>
                  <a:pt x="2929333" y="1210171"/>
                </a:lnTo>
                <a:lnTo>
                  <a:pt x="2961748" y="1177744"/>
                </a:lnTo>
                <a:lnTo>
                  <a:pt x="2986458" y="1138860"/>
                </a:lnTo>
                <a:lnTo>
                  <a:pt x="3002207" y="1094775"/>
                </a:lnTo>
                <a:lnTo>
                  <a:pt x="3007735" y="1046744"/>
                </a:lnTo>
                <a:lnTo>
                  <a:pt x="3007735" y="209306"/>
                </a:lnTo>
                <a:lnTo>
                  <a:pt x="3002207" y="161319"/>
                </a:lnTo>
                <a:lnTo>
                  <a:pt x="2986458" y="117265"/>
                </a:lnTo>
                <a:lnTo>
                  <a:pt x="2961748" y="78402"/>
                </a:lnTo>
                <a:lnTo>
                  <a:pt x="2929333" y="45987"/>
                </a:lnTo>
                <a:lnTo>
                  <a:pt x="2890470" y="21276"/>
                </a:lnTo>
                <a:lnTo>
                  <a:pt x="2846416" y="5528"/>
                </a:lnTo>
                <a:lnTo>
                  <a:pt x="27984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4481718" y="2259443"/>
            <a:ext cx="3007995" cy="1256665"/>
          </a:xfrm>
          <a:custGeom>
            <a:avLst/>
            <a:gdLst/>
            <a:ahLst/>
            <a:cxnLst/>
            <a:rect l="l" t="t" r="r" b="b"/>
            <a:pathLst>
              <a:path w="3007995" h="1256664">
                <a:moveTo>
                  <a:pt x="0" y="209306"/>
                </a:moveTo>
                <a:lnTo>
                  <a:pt x="5528" y="161319"/>
                </a:lnTo>
                <a:lnTo>
                  <a:pt x="21276" y="117265"/>
                </a:lnTo>
                <a:lnTo>
                  <a:pt x="45984" y="78402"/>
                </a:lnTo>
                <a:lnTo>
                  <a:pt x="78397" y="45987"/>
                </a:lnTo>
                <a:lnTo>
                  <a:pt x="117254" y="21276"/>
                </a:lnTo>
                <a:lnTo>
                  <a:pt x="161300" y="5528"/>
                </a:lnTo>
                <a:lnTo>
                  <a:pt x="209275" y="0"/>
                </a:lnTo>
                <a:lnTo>
                  <a:pt x="2798429" y="0"/>
                </a:lnTo>
                <a:lnTo>
                  <a:pt x="2846416" y="5528"/>
                </a:lnTo>
                <a:lnTo>
                  <a:pt x="2890470" y="21276"/>
                </a:lnTo>
                <a:lnTo>
                  <a:pt x="2929333" y="45987"/>
                </a:lnTo>
                <a:lnTo>
                  <a:pt x="2961748" y="78402"/>
                </a:lnTo>
                <a:lnTo>
                  <a:pt x="2986458" y="117265"/>
                </a:lnTo>
                <a:lnTo>
                  <a:pt x="3002207" y="161319"/>
                </a:lnTo>
                <a:lnTo>
                  <a:pt x="3007735" y="209306"/>
                </a:lnTo>
                <a:lnTo>
                  <a:pt x="3007735" y="1046744"/>
                </a:lnTo>
                <a:lnTo>
                  <a:pt x="3002207" y="1094775"/>
                </a:lnTo>
                <a:lnTo>
                  <a:pt x="2986458" y="1138860"/>
                </a:lnTo>
                <a:lnTo>
                  <a:pt x="2961748" y="1177744"/>
                </a:lnTo>
                <a:lnTo>
                  <a:pt x="2929333" y="1210171"/>
                </a:lnTo>
                <a:lnTo>
                  <a:pt x="2890470" y="1234887"/>
                </a:lnTo>
                <a:lnTo>
                  <a:pt x="2846416" y="1250637"/>
                </a:lnTo>
                <a:lnTo>
                  <a:pt x="2798429" y="1256166"/>
                </a:lnTo>
                <a:lnTo>
                  <a:pt x="209275" y="1256166"/>
                </a:lnTo>
                <a:lnTo>
                  <a:pt x="161300" y="1250637"/>
                </a:lnTo>
                <a:lnTo>
                  <a:pt x="117254" y="1234887"/>
                </a:lnTo>
                <a:lnTo>
                  <a:pt x="78397" y="1210171"/>
                </a:lnTo>
                <a:lnTo>
                  <a:pt x="45984" y="1177744"/>
                </a:lnTo>
                <a:lnTo>
                  <a:pt x="21276" y="1138860"/>
                </a:lnTo>
                <a:lnTo>
                  <a:pt x="5528" y="1094775"/>
                </a:lnTo>
                <a:lnTo>
                  <a:pt x="0" y="1046744"/>
                </a:lnTo>
                <a:lnTo>
                  <a:pt x="0" y="2093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 txBox="1"/>
          <p:nvPr/>
        </p:nvSpPr>
        <p:spPr>
          <a:xfrm>
            <a:off x="4649219" y="2730424"/>
            <a:ext cx="3282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P=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16"/>
          <p:cNvSpPr txBox="1"/>
          <p:nvPr/>
        </p:nvSpPr>
        <p:spPr>
          <a:xfrm>
            <a:off x="5192395" y="2425124"/>
            <a:ext cx="10083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157" baseline="-20833" dirty="0">
                <a:solidFill>
                  <a:srgbClr val="595959"/>
                </a:solidFill>
                <a:latin typeface="Cambria Math"/>
                <a:cs typeface="Cambria Math"/>
              </a:rPr>
              <a:t>𝑒</a:t>
            </a:r>
            <a:r>
              <a:rPr sz="1650" spc="105" dirty="0">
                <a:solidFill>
                  <a:srgbClr val="595959"/>
                </a:solidFill>
                <a:latin typeface="Cambria Math"/>
                <a:cs typeface="Cambria Math"/>
              </a:rPr>
              <a:t>log(5.6)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36" name="object 17"/>
          <p:cNvSpPr txBox="1"/>
          <p:nvPr/>
        </p:nvSpPr>
        <p:spPr>
          <a:xfrm>
            <a:off x="5020945" y="2835199"/>
            <a:ext cx="13423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135" baseline="-16666" dirty="0">
                <a:solidFill>
                  <a:srgbClr val="595959"/>
                </a:solidFill>
                <a:latin typeface="Cambria Math"/>
                <a:cs typeface="Cambria Math"/>
              </a:rPr>
              <a:t>1+𝑒</a:t>
            </a:r>
            <a:r>
              <a:rPr sz="1650" spc="90" dirty="0">
                <a:solidFill>
                  <a:srgbClr val="595959"/>
                </a:solidFill>
                <a:latin typeface="Cambria Math"/>
                <a:cs typeface="Cambria Math"/>
              </a:rPr>
              <a:t>log(5.6)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37" name="object 18"/>
          <p:cNvSpPr/>
          <p:nvPr/>
        </p:nvSpPr>
        <p:spPr>
          <a:xfrm>
            <a:off x="5029718" y="2900787"/>
            <a:ext cx="1323975" cy="0"/>
          </a:xfrm>
          <a:custGeom>
            <a:avLst/>
            <a:gdLst/>
            <a:ahLst/>
            <a:cxnLst/>
            <a:rect l="l" t="t" r="r" b="b"/>
            <a:pathLst>
              <a:path w="1323975">
                <a:moveTo>
                  <a:pt x="0" y="0"/>
                </a:moveTo>
                <a:lnTo>
                  <a:pt x="1323974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562249" y="1643381"/>
            <a:ext cx="114300" cy="2239010"/>
          </a:xfrm>
          <a:custGeom>
            <a:avLst/>
            <a:gdLst/>
            <a:ahLst/>
            <a:cxnLst/>
            <a:rect l="l" t="t" r="r" b="b"/>
            <a:pathLst>
              <a:path w="114300" h="2239010">
                <a:moveTo>
                  <a:pt x="76199" y="95243"/>
                </a:moveTo>
                <a:lnTo>
                  <a:pt x="38099" y="95243"/>
                </a:lnTo>
                <a:lnTo>
                  <a:pt x="38099" y="2238999"/>
                </a:lnTo>
                <a:lnTo>
                  <a:pt x="76199" y="2238999"/>
                </a:lnTo>
                <a:lnTo>
                  <a:pt x="76199" y="95243"/>
                </a:lnTo>
                <a:close/>
              </a:path>
              <a:path w="114300" h="223901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010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632999" y="3814944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78" y="0"/>
                </a:moveTo>
                <a:lnTo>
                  <a:pt x="2672678" y="114299"/>
                </a:lnTo>
                <a:lnTo>
                  <a:pt x="2748878" y="76199"/>
                </a:lnTo>
                <a:lnTo>
                  <a:pt x="2691728" y="76199"/>
                </a:lnTo>
                <a:lnTo>
                  <a:pt x="2691728" y="38099"/>
                </a:lnTo>
                <a:lnTo>
                  <a:pt x="2748878" y="38099"/>
                </a:lnTo>
                <a:lnTo>
                  <a:pt x="2672678" y="0"/>
                </a:lnTo>
                <a:close/>
              </a:path>
              <a:path w="2787015" h="114300">
                <a:moveTo>
                  <a:pt x="267267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78" y="76199"/>
                </a:lnTo>
                <a:lnTo>
                  <a:pt x="2672678" y="38099"/>
                </a:lnTo>
                <a:close/>
              </a:path>
              <a:path w="2787015" h="114300">
                <a:moveTo>
                  <a:pt x="2748878" y="38099"/>
                </a:moveTo>
                <a:lnTo>
                  <a:pt x="2691728" y="38099"/>
                </a:lnTo>
                <a:lnTo>
                  <a:pt x="2691728" y="76199"/>
                </a:lnTo>
                <a:lnTo>
                  <a:pt x="2748878" y="76199"/>
                </a:lnTo>
                <a:lnTo>
                  <a:pt x="2786978" y="57149"/>
                </a:lnTo>
                <a:lnTo>
                  <a:pt x="2748878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532839" y="3879755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526489" y="3879755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 txBox="1"/>
          <p:nvPr/>
        </p:nvSpPr>
        <p:spPr>
          <a:xfrm>
            <a:off x="47938" y="1165165"/>
            <a:ext cx="915035" cy="7086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790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24"/>
          <p:cNvSpPr txBox="1"/>
          <p:nvPr/>
        </p:nvSpPr>
        <p:spPr>
          <a:xfrm>
            <a:off x="347976" y="3698800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25"/>
          <p:cNvSpPr/>
          <p:nvPr/>
        </p:nvSpPr>
        <p:spPr>
          <a:xfrm>
            <a:off x="563309" y="3778749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505"/>
                </a:moveTo>
                <a:lnTo>
                  <a:pt x="0" y="2132505"/>
                </a:lnTo>
                <a:lnTo>
                  <a:pt x="57149" y="2246805"/>
                </a:lnTo>
                <a:lnTo>
                  <a:pt x="104774" y="2151555"/>
                </a:lnTo>
                <a:lnTo>
                  <a:pt x="38099" y="2151555"/>
                </a:lnTo>
                <a:lnTo>
                  <a:pt x="38099" y="2132505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55"/>
                </a:lnTo>
                <a:lnTo>
                  <a:pt x="76199" y="2151555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505"/>
                </a:moveTo>
                <a:lnTo>
                  <a:pt x="76199" y="2132505"/>
                </a:lnTo>
                <a:lnTo>
                  <a:pt x="76199" y="2151555"/>
                </a:lnTo>
                <a:lnTo>
                  <a:pt x="104774" y="2151555"/>
                </a:lnTo>
                <a:lnTo>
                  <a:pt x="114299" y="213250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633008" y="1878839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693"/>
                </a:moveTo>
                <a:lnTo>
                  <a:pt x="2566385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 txBox="1"/>
          <p:nvPr/>
        </p:nvSpPr>
        <p:spPr>
          <a:xfrm>
            <a:off x="60321" y="5679434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28"/>
          <p:cNvSpPr/>
          <p:nvPr/>
        </p:nvSpPr>
        <p:spPr>
          <a:xfrm>
            <a:off x="737234" y="1992377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4" y="3603205"/>
                </a:moveTo>
                <a:lnTo>
                  <a:pt x="0" y="3729889"/>
                </a:lnTo>
                <a:lnTo>
                  <a:pt x="111444" y="3667356"/>
                </a:lnTo>
                <a:lnTo>
                  <a:pt x="103154" y="3661736"/>
                </a:lnTo>
                <a:lnTo>
                  <a:pt x="69210" y="3661736"/>
                </a:lnTo>
                <a:lnTo>
                  <a:pt x="37682" y="3640366"/>
                </a:lnTo>
                <a:lnTo>
                  <a:pt x="48376" y="3624592"/>
                </a:lnTo>
                <a:lnTo>
                  <a:pt x="16834" y="3603205"/>
                </a:lnTo>
                <a:close/>
              </a:path>
              <a:path w="2529204" h="3729990">
                <a:moveTo>
                  <a:pt x="48376" y="3624592"/>
                </a:moveTo>
                <a:lnTo>
                  <a:pt x="37682" y="3640366"/>
                </a:lnTo>
                <a:lnTo>
                  <a:pt x="69210" y="3661736"/>
                </a:lnTo>
                <a:lnTo>
                  <a:pt x="79901" y="3645968"/>
                </a:lnTo>
                <a:lnTo>
                  <a:pt x="48376" y="3624592"/>
                </a:lnTo>
                <a:close/>
              </a:path>
              <a:path w="2529204" h="3729990">
                <a:moveTo>
                  <a:pt x="79901" y="3645968"/>
                </a:moveTo>
                <a:lnTo>
                  <a:pt x="69210" y="3661736"/>
                </a:lnTo>
                <a:lnTo>
                  <a:pt x="103154" y="3661736"/>
                </a:lnTo>
                <a:lnTo>
                  <a:pt x="79901" y="3645968"/>
                </a:lnTo>
                <a:close/>
              </a:path>
              <a:path w="2529204" h="3729990">
                <a:moveTo>
                  <a:pt x="2448852" y="83855"/>
                </a:moveTo>
                <a:lnTo>
                  <a:pt x="48376" y="3624592"/>
                </a:lnTo>
                <a:lnTo>
                  <a:pt x="79901" y="3645968"/>
                </a:lnTo>
                <a:lnTo>
                  <a:pt x="2480439" y="105266"/>
                </a:lnTo>
                <a:lnTo>
                  <a:pt x="2448852" y="83855"/>
                </a:lnTo>
                <a:close/>
              </a:path>
              <a:path w="2529204" h="3729990">
                <a:moveTo>
                  <a:pt x="2519725" y="68183"/>
                </a:moveTo>
                <a:lnTo>
                  <a:pt x="2459476" y="68183"/>
                </a:lnTo>
                <a:lnTo>
                  <a:pt x="2491115" y="89519"/>
                </a:lnTo>
                <a:lnTo>
                  <a:pt x="2480439" y="105266"/>
                </a:lnTo>
                <a:lnTo>
                  <a:pt x="2511932" y="126613"/>
                </a:lnTo>
                <a:lnTo>
                  <a:pt x="2519725" y="68183"/>
                </a:lnTo>
                <a:close/>
              </a:path>
              <a:path w="2529204" h="3729990">
                <a:moveTo>
                  <a:pt x="2459476" y="68183"/>
                </a:moveTo>
                <a:lnTo>
                  <a:pt x="2448852" y="83855"/>
                </a:lnTo>
                <a:lnTo>
                  <a:pt x="2480439" y="105266"/>
                </a:lnTo>
                <a:lnTo>
                  <a:pt x="2491115" y="89519"/>
                </a:lnTo>
                <a:lnTo>
                  <a:pt x="2459476" y="68183"/>
                </a:lnTo>
                <a:close/>
              </a:path>
              <a:path w="2529204" h="3729990">
                <a:moveTo>
                  <a:pt x="2528818" y="0"/>
                </a:moveTo>
                <a:lnTo>
                  <a:pt x="2417323" y="62483"/>
                </a:lnTo>
                <a:lnTo>
                  <a:pt x="2448852" y="83855"/>
                </a:lnTo>
                <a:lnTo>
                  <a:pt x="2459476" y="68183"/>
                </a:lnTo>
                <a:lnTo>
                  <a:pt x="2519725" y="68183"/>
                </a:lnTo>
                <a:lnTo>
                  <a:pt x="252881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2013966" y="1617882"/>
            <a:ext cx="904962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919313" y="5581044"/>
            <a:ext cx="905002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3165744" y="3997468"/>
            <a:ext cx="285343" cy="2853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1456691" y="1622972"/>
            <a:ext cx="302348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1374839" y="1692453"/>
            <a:ext cx="191579" cy="20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2531616" y="5571086"/>
            <a:ext cx="302348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1906968" y="1687607"/>
            <a:ext cx="191579" cy="20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2228660" y="1687607"/>
            <a:ext cx="191579" cy="20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2516949" y="1687607"/>
            <a:ext cx="191579" cy="20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/>
          <p:nvPr/>
        </p:nvSpPr>
        <p:spPr>
          <a:xfrm>
            <a:off x="1578863" y="1918951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5" h="2536190">
                <a:moveTo>
                  <a:pt x="0" y="0"/>
                </a:moveTo>
                <a:lnTo>
                  <a:pt x="14477" y="253582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9"/>
          <p:cNvSpPr/>
          <p:nvPr/>
        </p:nvSpPr>
        <p:spPr>
          <a:xfrm>
            <a:off x="2133219" y="1878839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19" h="1713229">
                <a:moveTo>
                  <a:pt x="0" y="0"/>
                </a:moveTo>
                <a:lnTo>
                  <a:pt x="7238" y="171296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/>
          <p:nvPr/>
        </p:nvSpPr>
        <p:spPr>
          <a:xfrm>
            <a:off x="2465069" y="1890391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60" h="1213485">
                <a:moveTo>
                  <a:pt x="0" y="0"/>
                </a:moveTo>
                <a:lnTo>
                  <a:pt x="9905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/>
          <p:nvPr/>
        </p:nvSpPr>
        <p:spPr>
          <a:xfrm>
            <a:off x="2743068" y="1890391"/>
            <a:ext cx="7620" cy="798830"/>
          </a:xfrm>
          <a:custGeom>
            <a:avLst/>
            <a:gdLst/>
            <a:ahLst/>
            <a:cxnLst/>
            <a:rect l="l" t="t" r="r" b="b"/>
            <a:pathLst>
              <a:path w="7619" h="798830">
                <a:moveTo>
                  <a:pt x="0" y="0"/>
                </a:moveTo>
                <a:lnTo>
                  <a:pt x="7370" y="79830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2"/>
          <p:cNvSpPr/>
          <p:nvPr/>
        </p:nvSpPr>
        <p:spPr>
          <a:xfrm>
            <a:off x="2692276" y="2907021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7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/>
          <p:nvPr/>
        </p:nvSpPr>
        <p:spPr>
          <a:xfrm>
            <a:off x="1673101" y="4358250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79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4"/>
          <p:cNvSpPr/>
          <p:nvPr/>
        </p:nvSpPr>
        <p:spPr>
          <a:xfrm>
            <a:off x="1372874" y="4822307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738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5"/>
          <p:cNvSpPr/>
          <p:nvPr/>
        </p:nvSpPr>
        <p:spPr>
          <a:xfrm>
            <a:off x="1070478" y="5273162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84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6"/>
          <p:cNvSpPr/>
          <p:nvPr/>
        </p:nvSpPr>
        <p:spPr>
          <a:xfrm>
            <a:off x="619399" y="4467465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339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7"/>
          <p:cNvSpPr/>
          <p:nvPr/>
        </p:nvSpPr>
        <p:spPr>
          <a:xfrm>
            <a:off x="537758" y="2841092"/>
            <a:ext cx="2113915" cy="0"/>
          </a:xfrm>
          <a:custGeom>
            <a:avLst/>
            <a:gdLst/>
            <a:ahLst/>
            <a:cxnLst/>
            <a:rect l="l" t="t" r="r" b="b"/>
            <a:pathLst>
              <a:path w="2113915">
                <a:moveTo>
                  <a:pt x="0" y="0"/>
                </a:moveTo>
                <a:lnTo>
                  <a:pt x="21137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8"/>
          <p:cNvSpPr txBox="1"/>
          <p:nvPr/>
        </p:nvSpPr>
        <p:spPr>
          <a:xfrm>
            <a:off x="225425" y="4368535"/>
            <a:ext cx="281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49"/>
          <p:cNvSpPr/>
          <p:nvPr/>
        </p:nvSpPr>
        <p:spPr>
          <a:xfrm>
            <a:off x="2603123" y="2755626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70" y="0"/>
                </a:moveTo>
                <a:lnTo>
                  <a:pt x="0" y="32887"/>
                </a:lnTo>
                <a:lnTo>
                  <a:pt x="37837" y="73273"/>
                </a:lnTo>
                <a:lnTo>
                  <a:pt x="0" y="113537"/>
                </a:lnTo>
                <a:lnTo>
                  <a:pt x="35170" y="146425"/>
                </a:lnTo>
                <a:lnTo>
                  <a:pt x="70734" y="108478"/>
                </a:lnTo>
                <a:lnTo>
                  <a:pt x="136730" y="108478"/>
                </a:lnTo>
                <a:lnTo>
                  <a:pt x="103750" y="73273"/>
                </a:lnTo>
                <a:lnTo>
                  <a:pt x="136715" y="37978"/>
                </a:lnTo>
                <a:lnTo>
                  <a:pt x="70734" y="37978"/>
                </a:lnTo>
                <a:lnTo>
                  <a:pt x="35170" y="0"/>
                </a:lnTo>
                <a:close/>
              </a:path>
              <a:path w="141605" h="146685">
                <a:moveTo>
                  <a:pt x="136730" y="108478"/>
                </a:moveTo>
                <a:lnTo>
                  <a:pt x="70734" y="108478"/>
                </a:lnTo>
                <a:lnTo>
                  <a:pt x="106417" y="146425"/>
                </a:lnTo>
                <a:lnTo>
                  <a:pt x="141469" y="113537"/>
                </a:lnTo>
                <a:lnTo>
                  <a:pt x="136730" y="108478"/>
                </a:lnTo>
                <a:close/>
              </a:path>
              <a:path w="141605" h="146685">
                <a:moveTo>
                  <a:pt x="106417" y="0"/>
                </a:moveTo>
                <a:lnTo>
                  <a:pt x="70734" y="37978"/>
                </a:lnTo>
                <a:lnTo>
                  <a:pt x="136715" y="37978"/>
                </a:lnTo>
                <a:lnTo>
                  <a:pt x="141469" y="32887"/>
                </a:lnTo>
                <a:lnTo>
                  <a:pt x="10641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50"/>
          <p:cNvSpPr/>
          <p:nvPr/>
        </p:nvSpPr>
        <p:spPr>
          <a:xfrm>
            <a:off x="2603123" y="2755626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87"/>
                </a:moveTo>
                <a:lnTo>
                  <a:pt x="35170" y="0"/>
                </a:lnTo>
                <a:lnTo>
                  <a:pt x="70734" y="37978"/>
                </a:lnTo>
                <a:lnTo>
                  <a:pt x="106417" y="0"/>
                </a:lnTo>
                <a:lnTo>
                  <a:pt x="141469" y="32887"/>
                </a:lnTo>
                <a:lnTo>
                  <a:pt x="103750" y="73273"/>
                </a:lnTo>
                <a:lnTo>
                  <a:pt x="141469" y="113537"/>
                </a:lnTo>
                <a:lnTo>
                  <a:pt x="106417" y="146425"/>
                </a:lnTo>
                <a:lnTo>
                  <a:pt x="70734" y="108478"/>
                </a:lnTo>
                <a:lnTo>
                  <a:pt x="35170" y="146425"/>
                </a:lnTo>
                <a:lnTo>
                  <a:pt x="0" y="113537"/>
                </a:lnTo>
                <a:lnTo>
                  <a:pt x="37837" y="73273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51"/>
          <p:cNvSpPr/>
          <p:nvPr/>
        </p:nvSpPr>
        <p:spPr>
          <a:xfrm>
            <a:off x="1522725" y="439431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83" y="0"/>
                </a:moveTo>
                <a:lnTo>
                  <a:pt x="0" y="32897"/>
                </a:lnTo>
                <a:lnTo>
                  <a:pt x="37850" y="73151"/>
                </a:lnTo>
                <a:lnTo>
                  <a:pt x="0" y="113537"/>
                </a:lnTo>
                <a:lnTo>
                  <a:pt x="35183" y="146435"/>
                </a:lnTo>
                <a:lnTo>
                  <a:pt x="70747" y="108335"/>
                </a:lnTo>
                <a:lnTo>
                  <a:pt x="136622" y="108335"/>
                </a:lnTo>
                <a:lnTo>
                  <a:pt x="103763" y="73151"/>
                </a:lnTo>
                <a:lnTo>
                  <a:pt x="136718" y="37981"/>
                </a:lnTo>
                <a:lnTo>
                  <a:pt x="70747" y="37981"/>
                </a:lnTo>
                <a:lnTo>
                  <a:pt x="35183" y="0"/>
                </a:lnTo>
                <a:close/>
              </a:path>
              <a:path w="141605" h="146685">
                <a:moveTo>
                  <a:pt x="136622" y="108335"/>
                </a:moveTo>
                <a:lnTo>
                  <a:pt x="70747" y="108335"/>
                </a:lnTo>
                <a:lnTo>
                  <a:pt x="106430" y="146435"/>
                </a:lnTo>
                <a:lnTo>
                  <a:pt x="141482" y="113537"/>
                </a:lnTo>
                <a:lnTo>
                  <a:pt x="136622" y="108335"/>
                </a:lnTo>
                <a:close/>
              </a:path>
              <a:path w="141605" h="146685">
                <a:moveTo>
                  <a:pt x="106430" y="0"/>
                </a:moveTo>
                <a:lnTo>
                  <a:pt x="70747" y="37981"/>
                </a:lnTo>
                <a:lnTo>
                  <a:pt x="136718" y="37981"/>
                </a:lnTo>
                <a:lnTo>
                  <a:pt x="141482" y="32897"/>
                </a:lnTo>
                <a:lnTo>
                  <a:pt x="10643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2"/>
          <p:cNvSpPr/>
          <p:nvPr/>
        </p:nvSpPr>
        <p:spPr>
          <a:xfrm>
            <a:off x="1522725" y="439431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183" y="0"/>
                </a:lnTo>
                <a:lnTo>
                  <a:pt x="70747" y="37981"/>
                </a:lnTo>
                <a:lnTo>
                  <a:pt x="106430" y="0"/>
                </a:lnTo>
                <a:lnTo>
                  <a:pt x="141482" y="32897"/>
                </a:lnTo>
                <a:lnTo>
                  <a:pt x="103763" y="73151"/>
                </a:lnTo>
                <a:lnTo>
                  <a:pt x="141482" y="113537"/>
                </a:lnTo>
                <a:lnTo>
                  <a:pt x="106430" y="146435"/>
                </a:lnTo>
                <a:lnTo>
                  <a:pt x="70747" y="108335"/>
                </a:lnTo>
                <a:lnTo>
                  <a:pt x="35183" y="146435"/>
                </a:lnTo>
                <a:lnTo>
                  <a:pt x="0" y="113537"/>
                </a:lnTo>
                <a:lnTo>
                  <a:pt x="37850" y="73151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53"/>
          <p:cNvSpPr txBox="1"/>
          <p:nvPr/>
        </p:nvSpPr>
        <p:spPr>
          <a:xfrm>
            <a:off x="188277" y="2754618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68"/>
          <p:cNvSpPr txBox="1"/>
          <p:nvPr/>
        </p:nvSpPr>
        <p:spPr>
          <a:xfrm>
            <a:off x="6394201" y="2750236"/>
            <a:ext cx="6673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0.99</a:t>
            </a:r>
            <a:endParaRPr sz="1800">
              <a:latin typeface="Arial"/>
              <a:cs typeface="Arial"/>
            </a:endParaRPr>
          </a:p>
        </p:txBody>
      </p:sp>
      <p:sp>
        <p:nvSpPr>
          <p:cNvPr id="74" name="object 69"/>
          <p:cNvSpPr/>
          <p:nvPr/>
        </p:nvSpPr>
        <p:spPr>
          <a:xfrm>
            <a:off x="11182350" y="2438391"/>
            <a:ext cx="800100" cy="7620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0"/>
          <p:cNvSpPr/>
          <p:nvPr/>
        </p:nvSpPr>
        <p:spPr>
          <a:xfrm>
            <a:off x="11239500" y="2457441"/>
            <a:ext cx="685800" cy="6477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1"/>
          <p:cNvSpPr/>
          <p:nvPr/>
        </p:nvSpPr>
        <p:spPr>
          <a:xfrm>
            <a:off x="11329659" y="2545436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253745" y="0"/>
                </a:moveTo>
                <a:lnTo>
                  <a:pt x="202587" y="4726"/>
                </a:lnTo>
                <a:lnTo>
                  <a:pt x="154947" y="18281"/>
                </a:lnTo>
                <a:lnTo>
                  <a:pt x="111844" y="39731"/>
                </a:lnTo>
                <a:lnTo>
                  <a:pt x="74294" y="68141"/>
                </a:lnTo>
                <a:lnTo>
                  <a:pt x="43317" y="102576"/>
                </a:lnTo>
                <a:lnTo>
                  <a:pt x="19931" y="142102"/>
                </a:lnTo>
                <a:lnTo>
                  <a:pt x="5152" y="185782"/>
                </a:lnTo>
                <a:lnTo>
                  <a:pt x="0" y="232684"/>
                </a:lnTo>
                <a:lnTo>
                  <a:pt x="5152" y="279535"/>
                </a:lnTo>
                <a:lnTo>
                  <a:pt x="19931" y="323178"/>
                </a:lnTo>
                <a:lnTo>
                  <a:pt x="43317" y="362676"/>
                </a:lnTo>
                <a:lnTo>
                  <a:pt x="74294" y="397093"/>
                </a:lnTo>
                <a:lnTo>
                  <a:pt x="111844" y="425492"/>
                </a:lnTo>
                <a:lnTo>
                  <a:pt x="154947" y="446936"/>
                </a:lnTo>
                <a:lnTo>
                  <a:pt x="202587" y="460490"/>
                </a:lnTo>
                <a:lnTo>
                  <a:pt x="253745" y="465216"/>
                </a:lnTo>
                <a:lnTo>
                  <a:pt x="304869" y="460490"/>
                </a:lnTo>
                <a:lnTo>
                  <a:pt x="352492" y="446936"/>
                </a:lnTo>
                <a:lnTo>
                  <a:pt x="395594" y="425492"/>
                </a:lnTo>
                <a:lnTo>
                  <a:pt x="433151" y="397093"/>
                </a:lnTo>
                <a:lnTo>
                  <a:pt x="464141" y="362676"/>
                </a:lnTo>
                <a:lnTo>
                  <a:pt x="487543" y="323178"/>
                </a:lnTo>
                <a:lnTo>
                  <a:pt x="502334" y="279535"/>
                </a:lnTo>
                <a:lnTo>
                  <a:pt x="507491" y="232684"/>
                </a:lnTo>
                <a:lnTo>
                  <a:pt x="502334" y="185782"/>
                </a:lnTo>
                <a:lnTo>
                  <a:pt x="487543" y="142102"/>
                </a:lnTo>
                <a:lnTo>
                  <a:pt x="464141" y="102576"/>
                </a:lnTo>
                <a:lnTo>
                  <a:pt x="433151" y="68141"/>
                </a:lnTo>
                <a:lnTo>
                  <a:pt x="395594" y="39731"/>
                </a:lnTo>
                <a:lnTo>
                  <a:pt x="352492" y="18281"/>
                </a:lnTo>
                <a:lnTo>
                  <a:pt x="304869" y="4726"/>
                </a:lnTo>
                <a:lnTo>
                  <a:pt x="25374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2"/>
          <p:cNvSpPr/>
          <p:nvPr/>
        </p:nvSpPr>
        <p:spPr>
          <a:xfrm>
            <a:off x="11329659" y="2545436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0" y="232684"/>
                </a:moveTo>
                <a:lnTo>
                  <a:pt x="5152" y="185782"/>
                </a:lnTo>
                <a:lnTo>
                  <a:pt x="19931" y="142102"/>
                </a:lnTo>
                <a:lnTo>
                  <a:pt x="43317" y="102576"/>
                </a:lnTo>
                <a:lnTo>
                  <a:pt x="74294" y="68141"/>
                </a:lnTo>
                <a:lnTo>
                  <a:pt x="111844" y="39731"/>
                </a:lnTo>
                <a:lnTo>
                  <a:pt x="154947" y="18281"/>
                </a:lnTo>
                <a:lnTo>
                  <a:pt x="202587" y="4726"/>
                </a:lnTo>
                <a:lnTo>
                  <a:pt x="253745" y="0"/>
                </a:lnTo>
                <a:lnTo>
                  <a:pt x="304869" y="4726"/>
                </a:lnTo>
                <a:lnTo>
                  <a:pt x="352492" y="18281"/>
                </a:lnTo>
                <a:lnTo>
                  <a:pt x="395594" y="39731"/>
                </a:lnTo>
                <a:lnTo>
                  <a:pt x="433151" y="68141"/>
                </a:lnTo>
                <a:lnTo>
                  <a:pt x="464141" y="102576"/>
                </a:lnTo>
                <a:lnTo>
                  <a:pt x="487543" y="142102"/>
                </a:lnTo>
                <a:lnTo>
                  <a:pt x="502334" y="185782"/>
                </a:lnTo>
                <a:lnTo>
                  <a:pt x="507491" y="232684"/>
                </a:lnTo>
                <a:lnTo>
                  <a:pt x="502334" y="279535"/>
                </a:lnTo>
                <a:lnTo>
                  <a:pt x="487543" y="323178"/>
                </a:lnTo>
                <a:lnTo>
                  <a:pt x="464141" y="362676"/>
                </a:lnTo>
                <a:lnTo>
                  <a:pt x="433151" y="397093"/>
                </a:lnTo>
                <a:lnTo>
                  <a:pt x="395594" y="425492"/>
                </a:lnTo>
                <a:lnTo>
                  <a:pt x="352492" y="446936"/>
                </a:lnTo>
                <a:lnTo>
                  <a:pt x="304869" y="460490"/>
                </a:lnTo>
                <a:lnTo>
                  <a:pt x="253745" y="465216"/>
                </a:lnTo>
                <a:lnTo>
                  <a:pt x="202587" y="460490"/>
                </a:lnTo>
                <a:lnTo>
                  <a:pt x="154947" y="446936"/>
                </a:lnTo>
                <a:lnTo>
                  <a:pt x="111844" y="425492"/>
                </a:lnTo>
                <a:lnTo>
                  <a:pt x="74294" y="397093"/>
                </a:lnTo>
                <a:lnTo>
                  <a:pt x="43317" y="362676"/>
                </a:lnTo>
                <a:lnTo>
                  <a:pt x="19931" y="323178"/>
                </a:lnTo>
                <a:lnTo>
                  <a:pt x="5152" y="279535"/>
                </a:lnTo>
                <a:lnTo>
                  <a:pt x="0" y="232684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3"/>
          <p:cNvSpPr/>
          <p:nvPr/>
        </p:nvSpPr>
        <p:spPr>
          <a:xfrm>
            <a:off x="11737847" y="4829953"/>
            <a:ext cx="285343" cy="28534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4"/>
          <p:cNvSpPr/>
          <p:nvPr/>
        </p:nvSpPr>
        <p:spPr>
          <a:xfrm>
            <a:off x="9307068" y="2739505"/>
            <a:ext cx="2575179" cy="196304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5"/>
          <p:cNvSpPr/>
          <p:nvPr/>
        </p:nvSpPr>
        <p:spPr>
          <a:xfrm>
            <a:off x="9230228" y="2481947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1" y="114340"/>
                </a:moveTo>
                <a:lnTo>
                  <a:pt x="38121" y="114381"/>
                </a:lnTo>
                <a:lnTo>
                  <a:pt x="40507" y="2222632"/>
                </a:lnTo>
                <a:lnTo>
                  <a:pt x="78607" y="2222632"/>
                </a:lnTo>
                <a:lnTo>
                  <a:pt x="76221" y="114340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421"/>
                </a:lnTo>
                <a:lnTo>
                  <a:pt x="38121" y="114381"/>
                </a:lnTo>
                <a:lnTo>
                  <a:pt x="38099" y="95249"/>
                </a:lnTo>
                <a:lnTo>
                  <a:pt x="104754" y="95249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249"/>
                </a:moveTo>
                <a:lnTo>
                  <a:pt x="38099" y="95249"/>
                </a:lnTo>
                <a:lnTo>
                  <a:pt x="38121" y="114381"/>
                </a:lnTo>
                <a:lnTo>
                  <a:pt x="76221" y="114340"/>
                </a:lnTo>
                <a:lnTo>
                  <a:pt x="76199" y="95249"/>
                </a:lnTo>
                <a:close/>
              </a:path>
              <a:path w="114300" h="2223135">
                <a:moveTo>
                  <a:pt x="104754" y="95249"/>
                </a:moveTo>
                <a:lnTo>
                  <a:pt x="76199" y="95249"/>
                </a:lnTo>
                <a:lnTo>
                  <a:pt x="76221" y="114340"/>
                </a:lnTo>
                <a:lnTo>
                  <a:pt x="114299" y="114299"/>
                </a:lnTo>
                <a:lnTo>
                  <a:pt x="10475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6"/>
          <p:cNvSpPr/>
          <p:nvPr/>
        </p:nvSpPr>
        <p:spPr>
          <a:xfrm>
            <a:off x="9268068" y="465948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7"/>
          <p:cNvSpPr txBox="1"/>
          <p:nvPr/>
        </p:nvSpPr>
        <p:spPr>
          <a:xfrm>
            <a:off x="9002775" y="4609136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78"/>
          <p:cNvSpPr/>
          <p:nvPr/>
        </p:nvSpPr>
        <p:spPr>
          <a:xfrm>
            <a:off x="9262993" y="2783577"/>
            <a:ext cx="2178050" cy="21590"/>
          </a:xfrm>
          <a:custGeom>
            <a:avLst/>
            <a:gdLst/>
            <a:ahLst/>
            <a:cxnLst/>
            <a:rect l="l" t="t" r="r" b="b"/>
            <a:pathLst>
              <a:path w="2178050" h="21589">
                <a:moveTo>
                  <a:pt x="0" y="21092"/>
                </a:moveTo>
                <a:lnTo>
                  <a:pt x="2177795" y="0"/>
                </a:lnTo>
              </a:path>
            </a:pathLst>
          </a:custGeom>
          <a:ln w="12700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79"/>
          <p:cNvSpPr txBox="1"/>
          <p:nvPr/>
        </p:nvSpPr>
        <p:spPr>
          <a:xfrm>
            <a:off x="8629275" y="1942134"/>
            <a:ext cx="3246755" cy="8166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818639">
              <a:lnSpc>
                <a:spcPct val="102899"/>
              </a:lnSpc>
              <a:spcBef>
                <a:spcPts val="7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 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3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397510">
              <a:lnSpc>
                <a:spcPct val="100000"/>
              </a:lnSpc>
              <a:spcBef>
                <a:spcPts val="625"/>
              </a:spcBef>
              <a:tabLst>
                <a:tab pos="32334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1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5" name="object 80"/>
          <p:cNvSpPr txBox="1"/>
          <p:nvPr/>
        </p:nvSpPr>
        <p:spPr>
          <a:xfrm>
            <a:off x="8949316" y="2746362"/>
            <a:ext cx="2901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5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050" spc="0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050" spc="5" dirty="0">
                <a:solidFill>
                  <a:srgbClr val="6F2F9F"/>
                </a:solidFill>
                <a:latin typeface="Arial"/>
                <a:cs typeface="Arial"/>
              </a:rPr>
              <a:t>9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9</a:t>
            </a:r>
            <a:endParaRPr sz="1050">
              <a:latin typeface="Arial"/>
              <a:cs typeface="Arial"/>
            </a:endParaRPr>
          </a:p>
        </p:txBody>
      </p:sp>
      <p:sp>
        <p:nvSpPr>
          <p:cNvPr id="86" name="object 81"/>
          <p:cNvSpPr/>
          <p:nvPr/>
        </p:nvSpPr>
        <p:spPr>
          <a:xfrm>
            <a:off x="11440790" y="2632470"/>
            <a:ext cx="302348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2"/>
          <p:cNvSpPr/>
          <p:nvPr/>
        </p:nvSpPr>
        <p:spPr>
          <a:xfrm>
            <a:off x="9316852" y="4577956"/>
            <a:ext cx="999490" cy="1270"/>
          </a:xfrm>
          <a:custGeom>
            <a:avLst/>
            <a:gdLst/>
            <a:ahLst/>
            <a:cxnLst/>
            <a:rect l="l" t="t" r="r" b="b"/>
            <a:pathLst>
              <a:path w="999490" h="1270">
                <a:moveTo>
                  <a:pt x="0" y="0"/>
                </a:moveTo>
                <a:lnTo>
                  <a:pt x="999225" y="893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3"/>
          <p:cNvSpPr/>
          <p:nvPr/>
        </p:nvSpPr>
        <p:spPr>
          <a:xfrm>
            <a:off x="10150602" y="4404516"/>
            <a:ext cx="302348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4"/>
          <p:cNvSpPr/>
          <p:nvPr/>
        </p:nvSpPr>
        <p:spPr>
          <a:xfrm>
            <a:off x="10090848" y="4498890"/>
            <a:ext cx="191579" cy="20848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608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9563100" y="4197051"/>
            <a:ext cx="809625" cy="76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/>
          <p:cNvSpPr/>
          <p:nvPr/>
        </p:nvSpPr>
        <p:spPr>
          <a:xfrm>
            <a:off x="9620250" y="4216101"/>
            <a:ext cx="695325" cy="647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/>
          <p:cNvSpPr/>
          <p:nvPr/>
        </p:nvSpPr>
        <p:spPr>
          <a:xfrm>
            <a:off x="9712452" y="4310339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253745" y="0"/>
                </a:moveTo>
                <a:lnTo>
                  <a:pt x="202622" y="4725"/>
                </a:lnTo>
                <a:lnTo>
                  <a:pt x="154999" y="18278"/>
                </a:lnTo>
                <a:lnTo>
                  <a:pt x="111897" y="39725"/>
                </a:lnTo>
                <a:lnTo>
                  <a:pt x="74340" y="68131"/>
                </a:lnTo>
                <a:lnTo>
                  <a:pt x="43350" y="102562"/>
                </a:lnTo>
                <a:lnTo>
                  <a:pt x="19948" y="142084"/>
                </a:lnTo>
                <a:lnTo>
                  <a:pt x="5157" y="185761"/>
                </a:lnTo>
                <a:lnTo>
                  <a:pt x="0" y="232659"/>
                </a:lnTo>
                <a:lnTo>
                  <a:pt x="5157" y="279521"/>
                </a:lnTo>
                <a:lnTo>
                  <a:pt x="19948" y="323180"/>
                </a:lnTo>
                <a:lnTo>
                  <a:pt x="43350" y="362699"/>
                </a:lnTo>
                <a:lnTo>
                  <a:pt x="74340" y="397138"/>
                </a:lnTo>
                <a:lnTo>
                  <a:pt x="111897" y="425559"/>
                </a:lnTo>
                <a:lnTo>
                  <a:pt x="154999" y="447022"/>
                </a:lnTo>
                <a:lnTo>
                  <a:pt x="202622" y="460589"/>
                </a:lnTo>
                <a:lnTo>
                  <a:pt x="253745" y="465319"/>
                </a:lnTo>
                <a:lnTo>
                  <a:pt x="304904" y="460589"/>
                </a:lnTo>
                <a:lnTo>
                  <a:pt x="352544" y="447022"/>
                </a:lnTo>
                <a:lnTo>
                  <a:pt x="395647" y="425559"/>
                </a:lnTo>
                <a:lnTo>
                  <a:pt x="433196" y="397138"/>
                </a:lnTo>
                <a:lnTo>
                  <a:pt x="464174" y="362699"/>
                </a:lnTo>
                <a:lnTo>
                  <a:pt x="487560" y="323180"/>
                </a:lnTo>
                <a:lnTo>
                  <a:pt x="502339" y="279521"/>
                </a:lnTo>
                <a:lnTo>
                  <a:pt x="507491" y="232659"/>
                </a:lnTo>
                <a:lnTo>
                  <a:pt x="502339" y="185761"/>
                </a:lnTo>
                <a:lnTo>
                  <a:pt x="487560" y="142084"/>
                </a:lnTo>
                <a:lnTo>
                  <a:pt x="464174" y="102562"/>
                </a:lnTo>
                <a:lnTo>
                  <a:pt x="433196" y="68131"/>
                </a:lnTo>
                <a:lnTo>
                  <a:pt x="395647" y="39725"/>
                </a:lnTo>
                <a:lnTo>
                  <a:pt x="352544" y="18278"/>
                </a:lnTo>
                <a:lnTo>
                  <a:pt x="304904" y="4725"/>
                </a:lnTo>
                <a:lnTo>
                  <a:pt x="25374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5"/>
          <p:cNvSpPr/>
          <p:nvPr/>
        </p:nvSpPr>
        <p:spPr>
          <a:xfrm>
            <a:off x="9712452" y="4310339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0" y="232659"/>
                </a:moveTo>
                <a:lnTo>
                  <a:pt x="5157" y="185761"/>
                </a:lnTo>
                <a:lnTo>
                  <a:pt x="19948" y="142084"/>
                </a:lnTo>
                <a:lnTo>
                  <a:pt x="43350" y="102562"/>
                </a:lnTo>
                <a:lnTo>
                  <a:pt x="74340" y="68131"/>
                </a:lnTo>
                <a:lnTo>
                  <a:pt x="111897" y="39725"/>
                </a:lnTo>
                <a:lnTo>
                  <a:pt x="154999" y="18278"/>
                </a:lnTo>
                <a:lnTo>
                  <a:pt x="202622" y="4725"/>
                </a:lnTo>
                <a:lnTo>
                  <a:pt x="253745" y="0"/>
                </a:lnTo>
                <a:lnTo>
                  <a:pt x="304904" y="4725"/>
                </a:lnTo>
                <a:lnTo>
                  <a:pt x="352544" y="18278"/>
                </a:lnTo>
                <a:lnTo>
                  <a:pt x="395647" y="39725"/>
                </a:lnTo>
                <a:lnTo>
                  <a:pt x="433196" y="68131"/>
                </a:lnTo>
                <a:lnTo>
                  <a:pt x="464174" y="102562"/>
                </a:lnTo>
                <a:lnTo>
                  <a:pt x="487560" y="142084"/>
                </a:lnTo>
                <a:lnTo>
                  <a:pt x="502339" y="185761"/>
                </a:lnTo>
                <a:lnTo>
                  <a:pt x="507491" y="232659"/>
                </a:lnTo>
                <a:lnTo>
                  <a:pt x="502339" y="279521"/>
                </a:lnTo>
                <a:lnTo>
                  <a:pt x="487560" y="323180"/>
                </a:lnTo>
                <a:lnTo>
                  <a:pt x="464174" y="362699"/>
                </a:lnTo>
                <a:lnTo>
                  <a:pt x="433196" y="397138"/>
                </a:lnTo>
                <a:lnTo>
                  <a:pt x="395647" y="425559"/>
                </a:lnTo>
                <a:lnTo>
                  <a:pt x="352544" y="447022"/>
                </a:lnTo>
                <a:lnTo>
                  <a:pt x="304904" y="460589"/>
                </a:lnTo>
                <a:lnTo>
                  <a:pt x="253745" y="465319"/>
                </a:lnTo>
                <a:lnTo>
                  <a:pt x="202622" y="460589"/>
                </a:lnTo>
                <a:lnTo>
                  <a:pt x="154999" y="447022"/>
                </a:lnTo>
                <a:lnTo>
                  <a:pt x="111897" y="425559"/>
                </a:lnTo>
                <a:lnTo>
                  <a:pt x="74340" y="397138"/>
                </a:lnTo>
                <a:lnTo>
                  <a:pt x="43350" y="362699"/>
                </a:lnTo>
                <a:lnTo>
                  <a:pt x="19948" y="323180"/>
                </a:lnTo>
                <a:lnTo>
                  <a:pt x="5157" y="279521"/>
                </a:lnTo>
                <a:lnTo>
                  <a:pt x="0" y="23265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6"/>
          <p:cNvSpPr/>
          <p:nvPr/>
        </p:nvSpPr>
        <p:spPr>
          <a:xfrm>
            <a:off x="962025" y="5340051"/>
            <a:ext cx="809625" cy="762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1019175" y="5359101"/>
            <a:ext cx="695325" cy="647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/>
          <p:nvPr/>
        </p:nvSpPr>
        <p:spPr>
          <a:xfrm>
            <a:off x="1114805" y="5452863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253745" y="0"/>
                </a:moveTo>
                <a:lnTo>
                  <a:pt x="202605" y="4726"/>
                </a:lnTo>
                <a:lnTo>
                  <a:pt x="154973" y="18281"/>
                </a:lnTo>
                <a:lnTo>
                  <a:pt x="111871" y="39730"/>
                </a:lnTo>
                <a:lnTo>
                  <a:pt x="74317" y="68136"/>
                </a:lnTo>
                <a:lnTo>
                  <a:pt x="43333" y="102564"/>
                </a:lnTo>
                <a:lnTo>
                  <a:pt x="19939" y="142078"/>
                </a:lnTo>
                <a:lnTo>
                  <a:pt x="5154" y="185743"/>
                </a:lnTo>
                <a:lnTo>
                  <a:pt x="0" y="232623"/>
                </a:lnTo>
                <a:lnTo>
                  <a:pt x="5154" y="279506"/>
                </a:lnTo>
                <a:lnTo>
                  <a:pt x="19939" y="323172"/>
                </a:lnTo>
                <a:lnTo>
                  <a:pt x="43333" y="362687"/>
                </a:lnTo>
                <a:lnTo>
                  <a:pt x="74317" y="397114"/>
                </a:lnTo>
                <a:lnTo>
                  <a:pt x="111871" y="425519"/>
                </a:lnTo>
                <a:lnTo>
                  <a:pt x="154973" y="446966"/>
                </a:lnTo>
                <a:lnTo>
                  <a:pt x="202605" y="460520"/>
                </a:lnTo>
                <a:lnTo>
                  <a:pt x="253745" y="465246"/>
                </a:lnTo>
                <a:lnTo>
                  <a:pt x="304866" y="460520"/>
                </a:lnTo>
                <a:lnTo>
                  <a:pt x="352488" y="446966"/>
                </a:lnTo>
                <a:lnTo>
                  <a:pt x="395590" y="425519"/>
                </a:lnTo>
                <a:lnTo>
                  <a:pt x="433147" y="397114"/>
                </a:lnTo>
                <a:lnTo>
                  <a:pt x="464139" y="362687"/>
                </a:lnTo>
                <a:lnTo>
                  <a:pt x="487542" y="323172"/>
                </a:lnTo>
                <a:lnTo>
                  <a:pt x="502334" y="279506"/>
                </a:lnTo>
                <a:lnTo>
                  <a:pt x="507491" y="232623"/>
                </a:lnTo>
                <a:lnTo>
                  <a:pt x="502334" y="185743"/>
                </a:lnTo>
                <a:lnTo>
                  <a:pt x="487542" y="142078"/>
                </a:lnTo>
                <a:lnTo>
                  <a:pt x="464139" y="102564"/>
                </a:lnTo>
                <a:lnTo>
                  <a:pt x="433147" y="68136"/>
                </a:lnTo>
                <a:lnTo>
                  <a:pt x="395590" y="39730"/>
                </a:lnTo>
                <a:lnTo>
                  <a:pt x="352488" y="18281"/>
                </a:lnTo>
                <a:lnTo>
                  <a:pt x="304866" y="4726"/>
                </a:lnTo>
                <a:lnTo>
                  <a:pt x="25374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9"/>
          <p:cNvSpPr/>
          <p:nvPr/>
        </p:nvSpPr>
        <p:spPr>
          <a:xfrm>
            <a:off x="1114805" y="5452863"/>
            <a:ext cx="508000" cy="465455"/>
          </a:xfrm>
          <a:custGeom>
            <a:avLst/>
            <a:gdLst/>
            <a:ahLst/>
            <a:cxnLst/>
            <a:rect l="l" t="t" r="r" b="b"/>
            <a:pathLst>
              <a:path w="508000" h="465454">
                <a:moveTo>
                  <a:pt x="0" y="232623"/>
                </a:moveTo>
                <a:lnTo>
                  <a:pt x="5154" y="185743"/>
                </a:lnTo>
                <a:lnTo>
                  <a:pt x="19939" y="142078"/>
                </a:lnTo>
                <a:lnTo>
                  <a:pt x="43333" y="102564"/>
                </a:lnTo>
                <a:lnTo>
                  <a:pt x="74317" y="68136"/>
                </a:lnTo>
                <a:lnTo>
                  <a:pt x="111871" y="39730"/>
                </a:lnTo>
                <a:lnTo>
                  <a:pt x="154973" y="18281"/>
                </a:lnTo>
                <a:lnTo>
                  <a:pt x="202605" y="4726"/>
                </a:lnTo>
                <a:lnTo>
                  <a:pt x="253745" y="0"/>
                </a:lnTo>
                <a:lnTo>
                  <a:pt x="304866" y="4726"/>
                </a:lnTo>
                <a:lnTo>
                  <a:pt x="352488" y="18281"/>
                </a:lnTo>
                <a:lnTo>
                  <a:pt x="395590" y="39730"/>
                </a:lnTo>
                <a:lnTo>
                  <a:pt x="433147" y="68136"/>
                </a:lnTo>
                <a:lnTo>
                  <a:pt x="464139" y="102564"/>
                </a:lnTo>
                <a:lnTo>
                  <a:pt x="487542" y="142078"/>
                </a:lnTo>
                <a:lnTo>
                  <a:pt x="502334" y="185743"/>
                </a:lnTo>
                <a:lnTo>
                  <a:pt x="507491" y="232623"/>
                </a:lnTo>
                <a:lnTo>
                  <a:pt x="502334" y="279506"/>
                </a:lnTo>
                <a:lnTo>
                  <a:pt x="487542" y="323172"/>
                </a:lnTo>
                <a:lnTo>
                  <a:pt x="464139" y="362687"/>
                </a:lnTo>
                <a:lnTo>
                  <a:pt x="433147" y="397114"/>
                </a:lnTo>
                <a:lnTo>
                  <a:pt x="395590" y="425519"/>
                </a:lnTo>
                <a:lnTo>
                  <a:pt x="352488" y="446966"/>
                </a:lnTo>
                <a:lnTo>
                  <a:pt x="304866" y="460520"/>
                </a:lnTo>
                <a:lnTo>
                  <a:pt x="253745" y="465246"/>
                </a:lnTo>
                <a:lnTo>
                  <a:pt x="202605" y="460520"/>
                </a:lnTo>
                <a:lnTo>
                  <a:pt x="154973" y="446966"/>
                </a:lnTo>
                <a:lnTo>
                  <a:pt x="111871" y="425519"/>
                </a:lnTo>
                <a:lnTo>
                  <a:pt x="74317" y="397114"/>
                </a:lnTo>
                <a:lnTo>
                  <a:pt x="43333" y="362687"/>
                </a:lnTo>
                <a:lnTo>
                  <a:pt x="19939" y="323172"/>
                </a:lnTo>
                <a:lnTo>
                  <a:pt x="5154" y="279506"/>
                </a:lnTo>
                <a:lnTo>
                  <a:pt x="0" y="232623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5724509" y="3530301"/>
            <a:ext cx="571500" cy="6286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5841613" y="3604465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84"/>
                </a:lnTo>
                <a:lnTo>
                  <a:pt x="208147" y="481084"/>
                </a:lnTo>
                <a:lnTo>
                  <a:pt x="416448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5841613" y="3604465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48" y="240542"/>
                </a:lnTo>
                <a:lnTo>
                  <a:pt x="208147" y="481084"/>
                </a:lnTo>
                <a:lnTo>
                  <a:pt x="0" y="481084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/>
          <p:nvPr/>
        </p:nvSpPr>
        <p:spPr>
          <a:xfrm>
            <a:off x="4391040" y="2130126"/>
            <a:ext cx="3190890" cy="14382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4481718" y="2217878"/>
            <a:ext cx="3007995" cy="1256665"/>
          </a:xfrm>
          <a:custGeom>
            <a:avLst/>
            <a:gdLst/>
            <a:ahLst/>
            <a:cxnLst/>
            <a:rect l="l" t="t" r="r" b="b"/>
            <a:pathLst>
              <a:path w="3007995" h="1256664">
                <a:moveTo>
                  <a:pt x="2798429" y="0"/>
                </a:moveTo>
                <a:lnTo>
                  <a:pt x="209275" y="0"/>
                </a:lnTo>
                <a:lnTo>
                  <a:pt x="161300" y="5528"/>
                </a:lnTo>
                <a:lnTo>
                  <a:pt x="117254" y="21276"/>
                </a:lnTo>
                <a:lnTo>
                  <a:pt x="78397" y="45987"/>
                </a:lnTo>
                <a:lnTo>
                  <a:pt x="45984" y="78402"/>
                </a:lnTo>
                <a:lnTo>
                  <a:pt x="21276" y="117265"/>
                </a:lnTo>
                <a:lnTo>
                  <a:pt x="5528" y="161319"/>
                </a:lnTo>
                <a:lnTo>
                  <a:pt x="0" y="209306"/>
                </a:lnTo>
                <a:lnTo>
                  <a:pt x="0" y="1046744"/>
                </a:lnTo>
                <a:lnTo>
                  <a:pt x="5528" y="1094775"/>
                </a:lnTo>
                <a:lnTo>
                  <a:pt x="21276" y="1138860"/>
                </a:lnTo>
                <a:lnTo>
                  <a:pt x="45984" y="1177744"/>
                </a:lnTo>
                <a:lnTo>
                  <a:pt x="78397" y="1210171"/>
                </a:lnTo>
                <a:lnTo>
                  <a:pt x="117254" y="1234887"/>
                </a:lnTo>
                <a:lnTo>
                  <a:pt x="161300" y="1250637"/>
                </a:lnTo>
                <a:lnTo>
                  <a:pt x="209275" y="1256166"/>
                </a:lnTo>
                <a:lnTo>
                  <a:pt x="2798429" y="1256166"/>
                </a:lnTo>
                <a:lnTo>
                  <a:pt x="2846416" y="1250637"/>
                </a:lnTo>
                <a:lnTo>
                  <a:pt x="2890470" y="1234887"/>
                </a:lnTo>
                <a:lnTo>
                  <a:pt x="2929333" y="1210171"/>
                </a:lnTo>
                <a:lnTo>
                  <a:pt x="2961748" y="1177744"/>
                </a:lnTo>
                <a:lnTo>
                  <a:pt x="2986458" y="1138860"/>
                </a:lnTo>
                <a:lnTo>
                  <a:pt x="3002207" y="1094775"/>
                </a:lnTo>
                <a:lnTo>
                  <a:pt x="3007735" y="1046744"/>
                </a:lnTo>
                <a:lnTo>
                  <a:pt x="3007735" y="209306"/>
                </a:lnTo>
                <a:lnTo>
                  <a:pt x="3002207" y="161319"/>
                </a:lnTo>
                <a:lnTo>
                  <a:pt x="2986458" y="117265"/>
                </a:lnTo>
                <a:lnTo>
                  <a:pt x="2961748" y="78402"/>
                </a:lnTo>
                <a:lnTo>
                  <a:pt x="2929333" y="45987"/>
                </a:lnTo>
                <a:lnTo>
                  <a:pt x="2890470" y="21276"/>
                </a:lnTo>
                <a:lnTo>
                  <a:pt x="2846416" y="5528"/>
                </a:lnTo>
                <a:lnTo>
                  <a:pt x="27984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4481718" y="2217878"/>
            <a:ext cx="3007995" cy="1256665"/>
          </a:xfrm>
          <a:custGeom>
            <a:avLst/>
            <a:gdLst/>
            <a:ahLst/>
            <a:cxnLst/>
            <a:rect l="l" t="t" r="r" b="b"/>
            <a:pathLst>
              <a:path w="3007995" h="1256664">
                <a:moveTo>
                  <a:pt x="0" y="209306"/>
                </a:moveTo>
                <a:lnTo>
                  <a:pt x="5528" y="161319"/>
                </a:lnTo>
                <a:lnTo>
                  <a:pt x="21276" y="117265"/>
                </a:lnTo>
                <a:lnTo>
                  <a:pt x="45984" y="78402"/>
                </a:lnTo>
                <a:lnTo>
                  <a:pt x="78397" y="45987"/>
                </a:lnTo>
                <a:lnTo>
                  <a:pt x="117254" y="21276"/>
                </a:lnTo>
                <a:lnTo>
                  <a:pt x="161300" y="5528"/>
                </a:lnTo>
                <a:lnTo>
                  <a:pt x="209275" y="0"/>
                </a:lnTo>
                <a:lnTo>
                  <a:pt x="2798429" y="0"/>
                </a:lnTo>
                <a:lnTo>
                  <a:pt x="2846416" y="5528"/>
                </a:lnTo>
                <a:lnTo>
                  <a:pt x="2890470" y="21276"/>
                </a:lnTo>
                <a:lnTo>
                  <a:pt x="2929333" y="45987"/>
                </a:lnTo>
                <a:lnTo>
                  <a:pt x="2961748" y="78402"/>
                </a:lnTo>
                <a:lnTo>
                  <a:pt x="2986458" y="117265"/>
                </a:lnTo>
                <a:lnTo>
                  <a:pt x="3002207" y="161319"/>
                </a:lnTo>
                <a:lnTo>
                  <a:pt x="3007735" y="209306"/>
                </a:lnTo>
                <a:lnTo>
                  <a:pt x="3007735" y="1046744"/>
                </a:lnTo>
                <a:lnTo>
                  <a:pt x="3002207" y="1094775"/>
                </a:lnTo>
                <a:lnTo>
                  <a:pt x="2986458" y="1138860"/>
                </a:lnTo>
                <a:lnTo>
                  <a:pt x="2961748" y="1177744"/>
                </a:lnTo>
                <a:lnTo>
                  <a:pt x="2929333" y="1210171"/>
                </a:lnTo>
                <a:lnTo>
                  <a:pt x="2890470" y="1234887"/>
                </a:lnTo>
                <a:lnTo>
                  <a:pt x="2846416" y="1250637"/>
                </a:lnTo>
                <a:lnTo>
                  <a:pt x="2798429" y="1256166"/>
                </a:lnTo>
                <a:lnTo>
                  <a:pt x="209275" y="1256166"/>
                </a:lnTo>
                <a:lnTo>
                  <a:pt x="161300" y="1250637"/>
                </a:lnTo>
                <a:lnTo>
                  <a:pt x="117254" y="1234887"/>
                </a:lnTo>
                <a:lnTo>
                  <a:pt x="78397" y="1210171"/>
                </a:lnTo>
                <a:lnTo>
                  <a:pt x="45984" y="1177744"/>
                </a:lnTo>
                <a:lnTo>
                  <a:pt x="21276" y="1138860"/>
                </a:lnTo>
                <a:lnTo>
                  <a:pt x="5528" y="1094775"/>
                </a:lnTo>
                <a:lnTo>
                  <a:pt x="0" y="1046744"/>
                </a:lnTo>
                <a:lnTo>
                  <a:pt x="0" y="2093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 txBox="1"/>
          <p:nvPr/>
        </p:nvSpPr>
        <p:spPr>
          <a:xfrm>
            <a:off x="4649219" y="2688859"/>
            <a:ext cx="3282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P=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20"/>
          <p:cNvSpPr txBox="1"/>
          <p:nvPr/>
        </p:nvSpPr>
        <p:spPr>
          <a:xfrm>
            <a:off x="5192395" y="2383559"/>
            <a:ext cx="11614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577" baseline="-20833" dirty="0">
                <a:solidFill>
                  <a:srgbClr val="595959"/>
                </a:solidFill>
                <a:latin typeface="Cambria Math"/>
                <a:cs typeface="Cambria Math"/>
              </a:rPr>
              <a:t>𝑒</a:t>
            </a:r>
            <a:r>
              <a:rPr sz="1650" spc="145" dirty="0">
                <a:solidFill>
                  <a:srgbClr val="595959"/>
                </a:solidFill>
                <a:latin typeface="Cambria Math"/>
                <a:cs typeface="Cambria Math"/>
              </a:rPr>
              <a:t>l</a:t>
            </a:r>
            <a:r>
              <a:rPr sz="1650" spc="165" dirty="0">
                <a:solidFill>
                  <a:srgbClr val="595959"/>
                </a:solidFill>
                <a:latin typeface="Cambria Math"/>
                <a:cs typeface="Cambria Math"/>
              </a:rPr>
              <a:t>o</a:t>
            </a:r>
            <a:r>
              <a:rPr sz="1650" spc="225" dirty="0">
                <a:solidFill>
                  <a:srgbClr val="595959"/>
                </a:solidFill>
                <a:latin typeface="Cambria Math"/>
                <a:cs typeface="Cambria Math"/>
              </a:rPr>
              <a:t>g</a:t>
            </a:r>
            <a:r>
              <a:rPr sz="1650" spc="-10" dirty="0">
                <a:solidFill>
                  <a:srgbClr val="595959"/>
                </a:solidFill>
                <a:latin typeface="Cambria Math"/>
                <a:cs typeface="Cambria Math"/>
              </a:rPr>
              <a:t>(</a:t>
            </a:r>
            <a:r>
              <a:rPr sz="1650" spc="35" dirty="0">
                <a:solidFill>
                  <a:srgbClr val="595959"/>
                </a:solidFill>
                <a:latin typeface="Cambria Math"/>
                <a:cs typeface="Cambria Math"/>
              </a:rPr>
              <a:t>−</a:t>
            </a:r>
            <a:r>
              <a:rPr sz="1650" spc="50" dirty="0">
                <a:solidFill>
                  <a:srgbClr val="595959"/>
                </a:solidFill>
                <a:latin typeface="Cambria Math"/>
                <a:cs typeface="Cambria Math"/>
              </a:rPr>
              <a:t>4</a:t>
            </a:r>
            <a:r>
              <a:rPr sz="1650" spc="30" dirty="0">
                <a:solidFill>
                  <a:srgbClr val="595959"/>
                </a:solidFill>
                <a:latin typeface="Cambria Math"/>
                <a:cs typeface="Cambria Math"/>
              </a:rPr>
              <a:t>.</a:t>
            </a:r>
            <a:r>
              <a:rPr sz="1650" spc="55" dirty="0">
                <a:solidFill>
                  <a:srgbClr val="595959"/>
                </a:solidFill>
                <a:latin typeface="Cambria Math"/>
                <a:cs typeface="Cambria Math"/>
              </a:rPr>
              <a:t>5</a:t>
            </a:r>
            <a:r>
              <a:rPr sz="1650" dirty="0">
                <a:solidFill>
                  <a:srgbClr val="595959"/>
                </a:solidFill>
                <a:latin typeface="Cambria Math"/>
                <a:cs typeface="Cambria Math"/>
              </a:rPr>
              <a:t>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0" name="object 21"/>
          <p:cNvSpPr txBox="1"/>
          <p:nvPr/>
        </p:nvSpPr>
        <p:spPr>
          <a:xfrm>
            <a:off x="5020945" y="2869834"/>
            <a:ext cx="508634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85" dirty="0">
                <a:solidFill>
                  <a:srgbClr val="595959"/>
                </a:solidFill>
                <a:latin typeface="Cambria Math"/>
                <a:cs typeface="Cambria Math"/>
              </a:rPr>
              <a:t>1</a:t>
            </a:r>
            <a:r>
              <a:rPr sz="2000" spc="0" dirty="0">
                <a:solidFill>
                  <a:srgbClr val="595959"/>
                </a:solidFill>
                <a:latin typeface="Cambria Math"/>
                <a:cs typeface="Cambria Math"/>
              </a:rPr>
              <a:t>+</a:t>
            </a:r>
            <a:r>
              <a:rPr sz="2000" spc="210" dirty="0">
                <a:solidFill>
                  <a:srgbClr val="595959"/>
                </a:solidFill>
                <a:latin typeface="Cambria Math"/>
                <a:cs typeface="Cambria Math"/>
              </a:rPr>
              <a:t>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1" name="object 22"/>
          <p:cNvSpPr/>
          <p:nvPr/>
        </p:nvSpPr>
        <p:spPr>
          <a:xfrm>
            <a:off x="5029718" y="2859222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8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4"/>
          <p:cNvSpPr/>
          <p:nvPr/>
        </p:nvSpPr>
        <p:spPr>
          <a:xfrm>
            <a:off x="9307068" y="2697940"/>
            <a:ext cx="2575179" cy="19630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5"/>
          <p:cNvSpPr/>
          <p:nvPr/>
        </p:nvSpPr>
        <p:spPr>
          <a:xfrm>
            <a:off x="9230228" y="2440382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1" y="114340"/>
                </a:moveTo>
                <a:lnTo>
                  <a:pt x="38121" y="114381"/>
                </a:lnTo>
                <a:lnTo>
                  <a:pt x="40507" y="2222632"/>
                </a:lnTo>
                <a:lnTo>
                  <a:pt x="78607" y="2222632"/>
                </a:lnTo>
                <a:lnTo>
                  <a:pt x="76221" y="114340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421"/>
                </a:lnTo>
                <a:lnTo>
                  <a:pt x="38121" y="114381"/>
                </a:lnTo>
                <a:lnTo>
                  <a:pt x="38099" y="95249"/>
                </a:lnTo>
                <a:lnTo>
                  <a:pt x="104754" y="95249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249"/>
                </a:moveTo>
                <a:lnTo>
                  <a:pt x="38099" y="95249"/>
                </a:lnTo>
                <a:lnTo>
                  <a:pt x="38121" y="114381"/>
                </a:lnTo>
                <a:lnTo>
                  <a:pt x="76221" y="114340"/>
                </a:lnTo>
                <a:lnTo>
                  <a:pt x="76199" y="95249"/>
                </a:lnTo>
                <a:close/>
              </a:path>
              <a:path w="114300" h="2223135">
                <a:moveTo>
                  <a:pt x="104754" y="95249"/>
                </a:moveTo>
                <a:lnTo>
                  <a:pt x="76199" y="95249"/>
                </a:lnTo>
                <a:lnTo>
                  <a:pt x="76221" y="114340"/>
                </a:lnTo>
                <a:lnTo>
                  <a:pt x="114299" y="114299"/>
                </a:lnTo>
                <a:lnTo>
                  <a:pt x="10475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7"/>
          <p:cNvSpPr/>
          <p:nvPr/>
        </p:nvSpPr>
        <p:spPr>
          <a:xfrm>
            <a:off x="9809226" y="4385430"/>
            <a:ext cx="302348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8"/>
          <p:cNvSpPr/>
          <p:nvPr/>
        </p:nvSpPr>
        <p:spPr>
          <a:xfrm>
            <a:off x="9262993" y="2742012"/>
            <a:ext cx="2178050" cy="21590"/>
          </a:xfrm>
          <a:custGeom>
            <a:avLst/>
            <a:gdLst/>
            <a:ahLst/>
            <a:cxnLst/>
            <a:rect l="l" t="t" r="r" b="b"/>
            <a:pathLst>
              <a:path w="2178050" h="21589">
                <a:moveTo>
                  <a:pt x="0" y="21092"/>
                </a:moveTo>
                <a:lnTo>
                  <a:pt x="2177795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9"/>
          <p:cNvSpPr txBox="1"/>
          <p:nvPr/>
        </p:nvSpPr>
        <p:spPr>
          <a:xfrm>
            <a:off x="8629275" y="1900569"/>
            <a:ext cx="3246755" cy="8166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818639">
              <a:lnSpc>
                <a:spcPct val="102899"/>
              </a:lnSpc>
              <a:spcBef>
                <a:spcPts val="7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 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3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397510">
              <a:lnSpc>
                <a:spcPct val="100000"/>
              </a:lnSpc>
              <a:spcBef>
                <a:spcPts val="625"/>
              </a:spcBef>
              <a:tabLst>
                <a:tab pos="32334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1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30"/>
          <p:cNvSpPr/>
          <p:nvPr/>
        </p:nvSpPr>
        <p:spPr>
          <a:xfrm>
            <a:off x="562249" y="1601816"/>
            <a:ext cx="114300" cy="2239010"/>
          </a:xfrm>
          <a:custGeom>
            <a:avLst/>
            <a:gdLst/>
            <a:ahLst/>
            <a:cxnLst/>
            <a:rect l="l" t="t" r="r" b="b"/>
            <a:pathLst>
              <a:path w="114300" h="2239010">
                <a:moveTo>
                  <a:pt x="76199" y="95243"/>
                </a:moveTo>
                <a:lnTo>
                  <a:pt x="38099" y="95243"/>
                </a:lnTo>
                <a:lnTo>
                  <a:pt x="38099" y="2238999"/>
                </a:lnTo>
                <a:lnTo>
                  <a:pt x="76199" y="2238999"/>
                </a:lnTo>
                <a:lnTo>
                  <a:pt x="76199" y="95243"/>
                </a:lnTo>
                <a:close/>
              </a:path>
              <a:path w="114300" h="223901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010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31"/>
          <p:cNvSpPr/>
          <p:nvPr/>
        </p:nvSpPr>
        <p:spPr>
          <a:xfrm>
            <a:off x="632999" y="377337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78" y="0"/>
                </a:moveTo>
                <a:lnTo>
                  <a:pt x="2672678" y="114299"/>
                </a:lnTo>
                <a:lnTo>
                  <a:pt x="2748878" y="76199"/>
                </a:lnTo>
                <a:lnTo>
                  <a:pt x="2691728" y="76199"/>
                </a:lnTo>
                <a:lnTo>
                  <a:pt x="2691728" y="38099"/>
                </a:lnTo>
                <a:lnTo>
                  <a:pt x="2748878" y="38099"/>
                </a:lnTo>
                <a:lnTo>
                  <a:pt x="2672678" y="0"/>
                </a:lnTo>
                <a:close/>
              </a:path>
              <a:path w="2787015" h="114300">
                <a:moveTo>
                  <a:pt x="267267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78" y="76199"/>
                </a:lnTo>
                <a:lnTo>
                  <a:pt x="2672678" y="38099"/>
                </a:lnTo>
                <a:close/>
              </a:path>
              <a:path w="2787015" h="114300">
                <a:moveTo>
                  <a:pt x="2748878" y="38099"/>
                </a:moveTo>
                <a:lnTo>
                  <a:pt x="2691728" y="38099"/>
                </a:lnTo>
                <a:lnTo>
                  <a:pt x="2691728" y="76199"/>
                </a:lnTo>
                <a:lnTo>
                  <a:pt x="2748878" y="76199"/>
                </a:lnTo>
                <a:lnTo>
                  <a:pt x="2786978" y="57149"/>
                </a:lnTo>
                <a:lnTo>
                  <a:pt x="2748878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2"/>
          <p:cNvSpPr/>
          <p:nvPr/>
        </p:nvSpPr>
        <p:spPr>
          <a:xfrm>
            <a:off x="532839" y="383819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3"/>
          <p:cNvSpPr/>
          <p:nvPr/>
        </p:nvSpPr>
        <p:spPr>
          <a:xfrm>
            <a:off x="526489" y="383819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4"/>
          <p:cNvSpPr txBox="1"/>
          <p:nvPr/>
        </p:nvSpPr>
        <p:spPr>
          <a:xfrm>
            <a:off x="47938" y="1123600"/>
            <a:ext cx="915035" cy="7086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790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35"/>
          <p:cNvSpPr txBox="1"/>
          <p:nvPr/>
        </p:nvSpPr>
        <p:spPr>
          <a:xfrm>
            <a:off x="347976" y="365723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36"/>
          <p:cNvSpPr/>
          <p:nvPr/>
        </p:nvSpPr>
        <p:spPr>
          <a:xfrm>
            <a:off x="563309" y="3737184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505"/>
                </a:moveTo>
                <a:lnTo>
                  <a:pt x="0" y="2132505"/>
                </a:lnTo>
                <a:lnTo>
                  <a:pt x="57149" y="2246805"/>
                </a:lnTo>
                <a:lnTo>
                  <a:pt x="104774" y="2151555"/>
                </a:lnTo>
                <a:lnTo>
                  <a:pt x="38099" y="2151555"/>
                </a:lnTo>
                <a:lnTo>
                  <a:pt x="38099" y="2132505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55"/>
                </a:lnTo>
                <a:lnTo>
                  <a:pt x="76199" y="2151555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505"/>
                </a:moveTo>
                <a:lnTo>
                  <a:pt x="76199" y="2132505"/>
                </a:lnTo>
                <a:lnTo>
                  <a:pt x="76199" y="2151555"/>
                </a:lnTo>
                <a:lnTo>
                  <a:pt x="104774" y="2151555"/>
                </a:lnTo>
                <a:lnTo>
                  <a:pt x="114299" y="213250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7"/>
          <p:cNvSpPr/>
          <p:nvPr/>
        </p:nvSpPr>
        <p:spPr>
          <a:xfrm>
            <a:off x="633008" y="1837274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693"/>
                </a:moveTo>
                <a:lnTo>
                  <a:pt x="2566385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8"/>
          <p:cNvSpPr txBox="1"/>
          <p:nvPr/>
        </p:nvSpPr>
        <p:spPr>
          <a:xfrm>
            <a:off x="60321" y="5637869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6" name="object 39"/>
          <p:cNvSpPr/>
          <p:nvPr/>
        </p:nvSpPr>
        <p:spPr>
          <a:xfrm>
            <a:off x="737234" y="1950812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4" y="3603205"/>
                </a:moveTo>
                <a:lnTo>
                  <a:pt x="0" y="3729889"/>
                </a:lnTo>
                <a:lnTo>
                  <a:pt x="111444" y="3667356"/>
                </a:lnTo>
                <a:lnTo>
                  <a:pt x="103154" y="3661736"/>
                </a:lnTo>
                <a:lnTo>
                  <a:pt x="69210" y="3661736"/>
                </a:lnTo>
                <a:lnTo>
                  <a:pt x="37682" y="3640366"/>
                </a:lnTo>
                <a:lnTo>
                  <a:pt x="48376" y="3624592"/>
                </a:lnTo>
                <a:lnTo>
                  <a:pt x="16834" y="3603205"/>
                </a:lnTo>
                <a:close/>
              </a:path>
              <a:path w="2529204" h="3729990">
                <a:moveTo>
                  <a:pt x="48376" y="3624592"/>
                </a:moveTo>
                <a:lnTo>
                  <a:pt x="37682" y="3640366"/>
                </a:lnTo>
                <a:lnTo>
                  <a:pt x="69210" y="3661736"/>
                </a:lnTo>
                <a:lnTo>
                  <a:pt x="79901" y="3645968"/>
                </a:lnTo>
                <a:lnTo>
                  <a:pt x="48376" y="3624592"/>
                </a:lnTo>
                <a:close/>
              </a:path>
              <a:path w="2529204" h="3729990">
                <a:moveTo>
                  <a:pt x="79901" y="3645968"/>
                </a:moveTo>
                <a:lnTo>
                  <a:pt x="69210" y="3661736"/>
                </a:lnTo>
                <a:lnTo>
                  <a:pt x="103154" y="3661736"/>
                </a:lnTo>
                <a:lnTo>
                  <a:pt x="79901" y="3645968"/>
                </a:lnTo>
                <a:close/>
              </a:path>
              <a:path w="2529204" h="3729990">
                <a:moveTo>
                  <a:pt x="2448852" y="83855"/>
                </a:moveTo>
                <a:lnTo>
                  <a:pt x="48376" y="3624592"/>
                </a:lnTo>
                <a:lnTo>
                  <a:pt x="79901" y="3645968"/>
                </a:lnTo>
                <a:lnTo>
                  <a:pt x="2480439" y="105266"/>
                </a:lnTo>
                <a:lnTo>
                  <a:pt x="2448852" y="83855"/>
                </a:lnTo>
                <a:close/>
              </a:path>
              <a:path w="2529204" h="3729990">
                <a:moveTo>
                  <a:pt x="2519725" y="68183"/>
                </a:moveTo>
                <a:lnTo>
                  <a:pt x="2459476" y="68183"/>
                </a:lnTo>
                <a:lnTo>
                  <a:pt x="2491115" y="89519"/>
                </a:lnTo>
                <a:lnTo>
                  <a:pt x="2480439" y="105266"/>
                </a:lnTo>
                <a:lnTo>
                  <a:pt x="2511932" y="126613"/>
                </a:lnTo>
                <a:lnTo>
                  <a:pt x="2519725" y="68183"/>
                </a:lnTo>
                <a:close/>
              </a:path>
              <a:path w="2529204" h="3729990">
                <a:moveTo>
                  <a:pt x="2459476" y="68183"/>
                </a:moveTo>
                <a:lnTo>
                  <a:pt x="2448852" y="83855"/>
                </a:lnTo>
                <a:lnTo>
                  <a:pt x="2480439" y="105266"/>
                </a:lnTo>
                <a:lnTo>
                  <a:pt x="2491115" y="89519"/>
                </a:lnTo>
                <a:lnTo>
                  <a:pt x="2459476" y="68183"/>
                </a:lnTo>
                <a:close/>
              </a:path>
              <a:path w="2529204" h="3729990">
                <a:moveTo>
                  <a:pt x="2528818" y="0"/>
                </a:moveTo>
                <a:lnTo>
                  <a:pt x="2417323" y="62483"/>
                </a:lnTo>
                <a:lnTo>
                  <a:pt x="2448852" y="83855"/>
                </a:lnTo>
                <a:lnTo>
                  <a:pt x="2459476" y="68183"/>
                </a:lnTo>
                <a:lnTo>
                  <a:pt x="2519725" y="68183"/>
                </a:lnTo>
                <a:lnTo>
                  <a:pt x="252881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40"/>
          <p:cNvSpPr/>
          <p:nvPr/>
        </p:nvSpPr>
        <p:spPr>
          <a:xfrm>
            <a:off x="2013966" y="1576317"/>
            <a:ext cx="904962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1"/>
          <p:cNvSpPr/>
          <p:nvPr/>
        </p:nvSpPr>
        <p:spPr>
          <a:xfrm>
            <a:off x="919313" y="5539479"/>
            <a:ext cx="905002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2"/>
          <p:cNvSpPr/>
          <p:nvPr/>
        </p:nvSpPr>
        <p:spPr>
          <a:xfrm>
            <a:off x="3165744" y="3955903"/>
            <a:ext cx="285343" cy="28534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3"/>
          <p:cNvSpPr/>
          <p:nvPr/>
        </p:nvSpPr>
        <p:spPr>
          <a:xfrm>
            <a:off x="1456691" y="1581407"/>
            <a:ext cx="302348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4"/>
          <p:cNvSpPr/>
          <p:nvPr/>
        </p:nvSpPr>
        <p:spPr>
          <a:xfrm>
            <a:off x="1374839" y="1650888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5"/>
          <p:cNvSpPr/>
          <p:nvPr/>
        </p:nvSpPr>
        <p:spPr>
          <a:xfrm>
            <a:off x="2531616" y="5529521"/>
            <a:ext cx="302348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6"/>
          <p:cNvSpPr/>
          <p:nvPr/>
        </p:nvSpPr>
        <p:spPr>
          <a:xfrm>
            <a:off x="1906968" y="1646042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7"/>
          <p:cNvSpPr/>
          <p:nvPr/>
        </p:nvSpPr>
        <p:spPr>
          <a:xfrm>
            <a:off x="2228660" y="1646042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8"/>
          <p:cNvSpPr/>
          <p:nvPr/>
        </p:nvSpPr>
        <p:spPr>
          <a:xfrm>
            <a:off x="2516949" y="1646042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9"/>
          <p:cNvSpPr/>
          <p:nvPr/>
        </p:nvSpPr>
        <p:spPr>
          <a:xfrm>
            <a:off x="1578863" y="1877386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5" h="2536190">
                <a:moveTo>
                  <a:pt x="0" y="0"/>
                </a:moveTo>
                <a:lnTo>
                  <a:pt x="14477" y="253582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50"/>
          <p:cNvSpPr/>
          <p:nvPr/>
        </p:nvSpPr>
        <p:spPr>
          <a:xfrm>
            <a:off x="2133219" y="1837274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19" h="1713229">
                <a:moveTo>
                  <a:pt x="0" y="0"/>
                </a:moveTo>
                <a:lnTo>
                  <a:pt x="7238" y="171296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51"/>
          <p:cNvSpPr/>
          <p:nvPr/>
        </p:nvSpPr>
        <p:spPr>
          <a:xfrm>
            <a:off x="2465069" y="1848826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60" h="1213485">
                <a:moveTo>
                  <a:pt x="0" y="0"/>
                </a:moveTo>
                <a:lnTo>
                  <a:pt x="9905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52"/>
          <p:cNvSpPr/>
          <p:nvPr/>
        </p:nvSpPr>
        <p:spPr>
          <a:xfrm>
            <a:off x="2743068" y="1848826"/>
            <a:ext cx="7620" cy="798830"/>
          </a:xfrm>
          <a:custGeom>
            <a:avLst/>
            <a:gdLst/>
            <a:ahLst/>
            <a:cxnLst/>
            <a:rect l="l" t="t" r="r" b="b"/>
            <a:pathLst>
              <a:path w="7619" h="798830">
                <a:moveTo>
                  <a:pt x="0" y="0"/>
                </a:moveTo>
                <a:lnTo>
                  <a:pt x="7370" y="79830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53"/>
          <p:cNvSpPr/>
          <p:nvPr/>
        </p:nvSpPr>
        <p:spPr>
          <a:xfrm>
            <a:off x="2692276" y="2865456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7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4"/>
          <p:cNvSpPr/>
          <p:nvPr/>
        </p:nvSpPr>
        <p:spPr>
          <a:xfrm>
            <a:off x="1673101" y="4316685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79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55"/>
          <p:cNvSpPr/>
          <p:nvPr/>
        </p:nvSpPr>
        <p:spPr>
          <a:xfrm>
            <a:off x="1372874" y="4780742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738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56"/>
          <p:cNvSpPr/>
          <p:nvPr/>
        </p:nvSpPr>
        <p:spPr>
          <a:xfrm>
            <a:off x="1070478" y="5231597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84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57"/>
          <p:cNvSpPr/>
          <p:nvPr/>
        </p:nvSpPr>
        <p:spPr>
          <a:xfrm>
            <a:off x="619399" y="4425900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339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58"/>
          <p:cNvSpPr/>
          <p:nvPr/>
        </p:nvSpPr>
        <p:spPr>
          <a:xfrm>
            <a:off x="537758" y="2799527"/>
            <a:ext cx="2113915" cy="0"/>
          </a:xfrm>
          <a:custGeom>
            <a:avLst/>
            <a:gdLst/>
            <a:ahLst/>
            <a:cxnLst/>
            <a:rect l="l" t="t" r="r" b="b"/>
            <a:pathLst>
              <a:path w="2113915">
                <a:moveTo>
                  <a:pt x="0" y="0"/>
                </a:moveTo>
                <a:lnTo>
                  <a:pt x="21137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59"/>
          <p:cNvSpPr txBox="1"/>
          <p:nvPr/>
        </p:nvSpPr>
        <p:spPr>
          <a:xfrm>
            <a:off x="225425" y="4326970"/>
            <a:ext cx="281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77" name="object 60"/>
          <p:cNvSpPr/>
          <p:nvPr/>
        </p:nvSpPr>
        <p:spPr>
          <a:xfrm>
            <a:off x="2603123" y="2714061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70" y="0"/>
                </a:moveTo>
                <a:lnTo>
                  <a:pt x="0" y="32887"/>
                </a:lnTo>
                <a:lnTo>
                  <a:pt x="37837" y="73273"/>
                </a:lnTo>
                <a:lnTo>
                  <a:pt x="0" y="113537"/>
                </a:lnTo>
                <a:lnTo>
                  <a:pt x="35170" y="146425"/>
                </a:lnTo>
                <a:lnTo>
                  <a:pt x="70734" y="108478"/>
                </a:lnTo>
                <a:lnTo>
                  <a:pt x="136730" y="108478"/>
                </a:lnTo>
                <a:lnTo>
                  <a:pt x="103750" y="73273"/>
                </a:lnTo>
                <a:lnTo>
                  <a:pt x="136715" y="37978"/>
                </a:lnTo>
                <a:lnTo>
                  <a:pt x="70734" y="37978"/>
                </a:lnTo>
                <a:lnTo>
                  <a:pt x="35170" y="0"/>
                </a:lnTo>
                <a:close/>
              </a:path>
              <a:path w="141605" h="146685">
                <a:moveTo>
                  <a:pt x="136730" y="108478"/>
                </a:moveTo>
                <a:lnTo>
                  <a:pt x="70734" y="108478"/>
                </a:lnTo>
                <a:lnTo>
                  <a:pt x="106417" y="146425"/>
                </a:lnTo>
                <a:lnTo>
                  <a:pt x="141469" y="113537"/>
                </a:lnTo>
                <a:lnTo>
                  <a:pt x="136730" y="108478"/>
                </a:lnTo>
                <a:close/>
              </a:path>
              <a:path w="141605" h="146685">
                <a:moveTo>
                  <a:pt x="106417" y="0"/>
                </a:moveTo>
                <a:lnTo>
                  <a:pt x="70734" y="37978"/>
                </a:lnTo>
                <a:lnTo>
                  <a:pt x="136715" y="37978"/>
                </a:lnTo>
                <a:lnTo>
                  <a:pt x="141469" y="32887"/>
                </a:lnTo>
                <a:lnTo>
                  <a:pt x="10641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61"/>
          <p:cNvSpPr/>
          <p:nvPr/>
        </p:nvSpPr>
        <p:spPr>
          <a:xfrm>
            <a:off x="2603123" y="2714061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87"/>
                </a:moveTo>
                <a:lnTo>
                  <a:pt x="35170" y="0"/>
                </a:lnTo>
                <a:lnTo>
                  <a:pt x="70734" y="37978"/>
                </a:lnTo>
                <a:lnTo>
                  <a:pt x="106417" y="0"/>
                </a:lnTo>
                <a:lnTo>
                  <a:pt x="141469" y="32887"/>
                </a:lnTo>
                <a:lnTo>
                  <a:pt x="103750" y="73273"/>
                </a:lnTo>
                <a:lnTo>
                  <a:pt x="141469" y="113537"/>
                </a:lnTo>
                <a:lnTo>
                  <a:pt x="106417" y="146425"/>
                </a:lnTo>
                <a:lnTo>
                  <a:pt x="70734" y="108478"/>
                </a:lnTo>
                <a:lnTo>
                  <a:pt x="35170" y="146425"/>
                </a:lnTo>
                <a:lnTo>
                  <a:pt x="0" y="113537"/>
                </a:lnTo>
                <a:lnTo>
                  <a:pt x="37837" y="73273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62"/>
          <p:cNvSpPr/>
          <p:nvPr/>
        </p:nvSpPr>
        <p:spPr>
          <a:xfrm>
            <a:off x="1522725" y="435274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83" y="0"/>
                </a:moveTo>
                <a:lnTo>
                  <a:pt x="0" y="32897"/>
                </a:lnTo>
                <a:lnTo>
                  <a:pt x="37850" y="73151"/>
                </a:lnTo>
                <a:lnTo>
                  <a:pt x="0" y="113537"/>
                </a:lnTo>
                <a:lnTo>
                  <a:pt x="35183" y="146435"/>
                </a:lnTo>
                <a:lnTo>
                  <a:pt x="70747" y="108335"/>
                </a:lnTo>
                <a:lnTo>
                  <a:pt x="136622" y="108335"/>
                </a:lnTo>
                <a:lnTo>
                  <a:pt x="103763" y="73151"/>
                </a:lnTo>
                <a:lnTo>
                  <a:pt x="136718" y="37981"/>
                </a:lnTo>
                <a:lnTo>
                  <a:pt x="70747" y="37981"/>
                </a:lnTo>
                <a:lnTo>
                  <a:pt x="35183" y="0"/>
                </a:lnTo>
                <a:close/>
              </a:path>
              <a:path w="141605" h="146685">
                <a:moveTo>
                  <a:pt x="136622" y="108335"/>
                </a:moveTo>
                <a:lnTo>
                  <a:pt x="70747" y="108335"/>
                </a:lnTo>
                <a:lnTo>
                  <a:pt x="106430" y="146435"/>
                </a:lnTo>
                <a:lnTo>
                  <a:pt x="141482" y="113537"/>
                </a:lnTo>
                <a:lnTo>
                  <a:pt x="136622" y="108335"/>
                </a:lnTo>
                <a:close/>
              </a:path>
              <a:path w="141605" h="146685">
                <a:moveTo>
                  <a:pt x="106430" y="0"/>
                </a:moveTo>
                <a:lnTo>
                  <a:pt x="70747" y="37981"/>
                </a:lnTo>
                <a:lnTo>
                  <a:pt x="136718" y="37981"/>
                </a:lnTo>
                <a:lnTo>
                  <a:pt x="141482" y="32897"/>
                </a:lnTo>
                <a:lnTo>
                  <a:pt x="10643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63"/>
          <p:cNvSpPr/>
          <p:nvPr/>
        </p:nvSpPr>
        <p:spPr>
          <a:xfrm>
            <a:off x="1522725" y="435274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183" y="0"/>
                </a:lnTo>
                <a:lnTo>
                  <a:pt x="70747" y="37981"/>
                </a:lnTo>
                <a:lnTo>
                  <a:pt x="106430" y="0"/>
                </a:lnTo>
                <a:lnTo>
                  <a:pt x="141482" y="32897"/>
                </a:lnTo>
                <a:lnTo>
                  <a:pt x="103763" y="73151"/>
                </a:lnTo>
                <a:lnTo>
                  <a:pt x="141482" y="113537"/>
                </a:lnTo>
                <a:lnTo>
                  <a:pt x="106430" y="146435"/>
                </a:lnTo>
                <a:lnTo>
                  <a:pt x="70747" y="108335"/>
                </a:lnTo>
                <a:lnTo>
                  <a:pt x="35183" y="146435"/>
                </a:lnTo>
                <a:lnTo>
                  <a:pt x="0" y="113537"/>
                </a:lnTo>
                <a:lnTo>
                  <a:pt x="37850" y="73151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64"/>
          <p:cNvSpPr txBox="1"/>
          <p:nvPr/>
        </p:nvSpPr>
        <p:spPr>
          <a:xfrm>
            <a:off x="188277" y="2713053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82" name="object 79"/>
          <p:cNvSpPr txBox="1"/>
          <p:nvPr/>
        </p:nvSpPr>
        <p:spPr>
          <a:xfrm>
            <a:off x="5526151" y="2822209"/>
            <a:ext cx="16878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75" dirty="0">
                <a:solidFill>
                  <a:srgbClr val="595959"/>
                </a:solidFill>
                <a:latin typeface="Cambria Math"/>
                <a:cs typeface="Cambria Math"/>
              </a:rPr>
              <a:t>log(−4.5) </a:t>
            </a:r>
            <a:r>
              <a:rPr sz="2700" baseline="27777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700" spc="-157" baseline="2777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700" spc="-22" baseline="27777" dirty="0">
                <a:solidFill>
                  <a:srgbClr val="595959"/>
                </a:solidFill>
                <a:latin typeface="Arial"/>
                <a:cs typeface="Arial"/>
              </a:rPr>
              <a:t>0.01</a:t>
            </a:r>
            <a:endParaRPr sz="2700" baseline="27777">
              <a:latin typeface="Arial"/>
              <a:cs typeface="Arial"/>
            </a:endParaRPr>
          </a:p>
        </p:txBody>
      </p:sp>
      <p:sp>
        <p:nvSpPr>
          <p:cNvPr id="83" name="object 80"/>
          <p:cNvSpPr/>
          <p:nvPr/>
        </p:nvSpPr>
        <p:spPr>
          <a:xfrm>
            <a:off x="597825" y="4754073"/>
            <a:ext cx="673735" cy="0"/>
          </a:xfrm>
          <a:custGeom>
            <a:avLst/>
            <a:gdLst/>
            <a:ahLst/>
            <a:cxnLst/>
            <a:rect l="l" t="t" r="r" b="b"/>
            <a:pathLst>
              <a:path w="673735">
                <a:moveTo>
                  <a:pt x="0" y="0"/>
                </a:moveTo>
                <a:lnTo>
                  <a:pt x="67357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1"/>
          <p:cNvSpPr/>
          <p:nvPr/>
        </p:nvSpPr>
        <p:spPr>
          <a:xfrm>
            <a:off x="1280540" y="4707591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897"/>
                </a:lnTo>
                <a:lnTo>
                  <a:pt x="37718" y="73151"/>
                </a:lnTo>
                <a:lnTo>
                  <a:pt x="0" y="113537"/>
                </a:lnTo>
                <a:lnTo>
                  <a:pt x="35051" y="146435"/>
                </a:lnTo>
                <a:lnTo>
                  <a:pt x="70616" y="108453"/>
                </a:lnTo>
                <a:lnTo>
                  <a:pt x="136602" y="108453"/>
                </a:lnTo>
                <a:lnTo>
                  <a:pt x="103631" y="73151"/>
                </a:lnTo>
                <a:lnTo>
                  <a:pt x="136598" y="37968"/>
                </a:lnTo>
                <a:lnTo>
                  <a:pt x="70616" y="37968"/>
                </a:lnTo>
                <a:lnTo>
                  <a:pt x="35051" y="0"/>
                </a:lnTo>
                <a:close/>
              </a:path>
              <a:path w="141605" h="146685">
                <a:moveTo>
                  <a:pt x="136602" y="108453"/>
                </a:moveTo>
                <a:lnTo>
                  <a:pt x="70616" y="108453"/>
                </a:lnTo>
                <a:lnTo>
                  <a:pt x="106298" y="146435"/>
                </a:lnTo>
                <a:lnTo>
                  <a:pt x="141350" y="113537"/>
                </a:lnTo>
                <a:lnTo>
                  <a:pt x="136602" y="108453"/>
                </a:lnTo>
                <a:close/>
              </a:path>
              <a:path w="141605" h="146685">
                <a:moveTo>
                  <a:pt x="106298" y="0"/>
                </a:moveTo>
                <a:lnTo>
                  <a:pt x="70616" y="37968"/>
                </a:lnTo>
                <a:lnTo>
                  <a:pt x="136598" y="37968"/>
                </a:lnTo>
                <a:lnTo>
                  <a:pt x="141350" y="32897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2"/>
          <p:cNvSpPr/>
          <p:nvPr/>
        </p:nvSpPr>
        <p:spPr>
          <a:xfrm>
            <a:off x="1280540" y="4707591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051" y="0"/>
                </a:lnTo>
                <a:lnTo>
                  <a:pt x="70616" y="37968"/>
                </a:lnTo>
                <a:lnTo>
                  <a:pt x="106298" y="0"/>
                </a:lnTo>
                <a:lnTo>
                  <a:pt x="141350" y="32897"/>
                </a:lnTo>
                <a:lnTo>
                  <a:pt x="103631" y="73151"/>
                </a:lnTo>
                <a:lnTo>
                  <a:pt x="141350" y="113537"/>
                </a:lnTo>
                <a:lnTo>
                  <a:pt x="106298" y="146435"/>
                </a:lnTo>
                <a:lnTo>
                  <a:pt x="70616" y="108453"/>
                </a:lnTo>
                <a:lnTo>
                  <a:pt x="35051" y="146435"/>
                </a:lnTo>
                <a:lnTo>
                  <a:pt x="0" y="113537"/>
                </a:lnTo>
                <a:lnTo>
                  <a:pt x="37718" y="73151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3"/>
          <p:cNvSpPr/>
          <p:nvPr/>
        </p:nvSpPr>
        <p:spPr>
          <a:xfrm>
            <a:off x="9960498" y="456446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4"/>
          <p:cNvSpPr txBox="1"/>
          <p:nvPr/>
        </p:nvSpPr>
        <p:spPr>
          <a:xfrm>
            <a:off x="8945633" y="4471369"/>
            <a:ext cx="1045210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10"/>
              </a:lnSpc>
              <a:spcBef>
                <a:spcPts val="100"/>
              </a:spcBef>
              <a:tabLst>
                <a:tab pos="1031875" algn="l"/>
              </a:tabLst>
            </a:pP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0.01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105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05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  <a:p>
            <a:pPr marL="69215">
              <a:lnSpc>
                <a:spcPts val="1910"/>
              </a:lnSpc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8" name="object 85"/>
          <p:cNvSpPr/>
          <p:nvPr/>
        </p:nvSpPr>
        <p:spPr>
          <a:xfrm>
            <a:off x="10150602" y="4362951"/>
            <a:ext cx="302348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6"/>
          <p:cNvSpPr txBox="1"/>
          <p:nvPr/>
        </p:nvSpPr>
        <p:spPr>
          <a:xfrm>
            <a:off x="237490" y="4672275"/>
            <a:ext cx="1085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2515" algn="l"/>
              </a:tabLst>
            </a:pPr>
            <a:r>
              <a:rPr sz="1200" spc="-15" dirty="0">
                <a:solidFill>
                  <a:srgbClr val="6F2F9F"/>
                </a:solidFill>
                <a:latin typeface="Arial"/>
                <a:cs typeface="Arial"/>
              </a:rPr>
              <a:t>-4.5</a:t>
            </a:r>
            <a:r>
              <a:rPr sz="12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spc="11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0" name="object 87"/>
          <p:cNvSpPr/>
          <p:nvPr/>
        </p:nvSpPr>
        <p:spPr>
          <a:xfrm>
            <a:off x="10090848" y="4457325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88"/>
          <p:cNvSpPr/>
          <p:nvPr/>
        </p:nvSpPr>
        <p:spPr>
          <a:xfrm>
            <a:off x="11440790" y="2590905"/>
            <a:ext cx="302348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89"/>
          <p:cNvSpPr/>
          <p:nvPr/>
        </p:nvSpPr>
        <p:spPr>
          <a:xfrm>
            <a:off x="9316852" y="4536391"/>
            <a:ext cx="999490" cy="1270"/>
          </a:xfrm>
          <a:custGeom>
            <a:avLst/>
            <a:gdLst/>
            <a:ahLst/>
            <a:cxnLst/>
            <a:rect l="l" t="t" r="r" b="b"/>
            <a:pathLst>
              <a:path w="999490" h="1270">
                <a:moveTo>
                  <a:pt x="0" y="0"/>
                </a:moveTo>
                <a:lnTo>
                  <a:pt x="999225" y="89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0"/>
          <p:cNvSpPr/>
          <p:nvPr/>
        </p:nvSpPr>
        <p:spPr>
          <a:xfrm>
            <a:off x="10301874" y="4530556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4">
                <a:moveTo>
                  <a:pt x="0" y="0"/>
                </a:moveTo>
                <a:lnTo>
                  <a:pt x="0" y="13474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395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9788895" y="2654355"/>
            <a:ext cx="1654554" cy="1993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/>
          <p:cNvSpPr/>
          <p:nvPr/>
        </p:nvSpPr>
        <p:spPr>
          <a:xfrm>
            <a:off x="9307068" y="2670229"/>
            <a:ext cx="2575179" cy="196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/>
          <p:cNvSpPr/>
          <p:nvPr/>
        </p:nvSpPr>
        <p:spPr>
          <a:xfrm>
            <a:off x="9230228" y="2412671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1" y="114340"/>
                </a:moveTo>
                <a:lnTo>
                  <a:pt x="38121" y="114381"/>
                </a:lnTo>
                <a:lnTo>
                  <a:pt x="40507" y="2222632"/>
                </a:lnTo>
                <a:lnTo>
                  <a:pt x="78607" y="2222632"/>
                </a:lnTo>
                <a:lnTo>
                  <a:pt x="76221" y="114340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421"/>
                </a:lnTo>
                <a:lnTo>
                  <a:pt x="38121" y="114381"/>
                </a:lnTo>
                <a:lnTo>
                  <a:pt x="38099" y="95249"/>
                </a:lnTo>
                <a:lnTo>
                  <a:pt x="104754" y="95249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249"/>
                </a:moveTo>
                <a:lnTo>
                  <a:pt x="38099" y="95249"/>
                </a:lnTo>
                <a:lnTo>
                  <a:pt x="38121" y="114381"/>
                </a:lnTo>
                <a:lnTo>
                  <a:pt x="76221" y="114340"/>
                </a:lnTo>
                <a:lnTo>
                  <a:pt x="76199" y="95249"/>
                </a:lnTo>
                <a:close/>
              </a:path>
              <a:path w="114300" h="2223135">
                <a:moveTo>
                  <a:pt x="104754" y="95249"/>
                </a:moveTo>
                <a:lnTo>
                  <a:pt x="76199" y="95249"/>
                </a:lnTo>
                <a:lnTo>
                  <a:pt x="76221" y="114340"/>
                </a:lnTo>
                <a:lnTo>
                  <a:pt x="114299" y="114299"/>
                </a:lnTo>
                <a:lnTo>
                  <a:pt x="10475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5"/>
          <p:cNvSpPr/>
          <p:nvPr/>
        </p:nvSpPr>
        <p:spPr>
          <a:xfrm>
            <a:off x="9268068" y="4590213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6"/>
          <p:cNvSpPr/>
          <p:nvPr/>
        </p:nvSpPr>
        <p:spPr>
          <a:xfrm>
            <a:off x="9809226" y="4357719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9263267" y="2714301"/>
            <a:ext cx="2120900" cy="8890"/>
          </a:xfrm>
          <a:custGeom>
            <a:avLst/>
            <a:gdLst/>
            <a:ahLst/>
            <a:cxnLst/>
            <a:rect l="l" t="t" r="r" b="b"/>
            <a:pathLst>
              <a:path w="2120900" h="8889">
                <a:moveTo>
                  <a:pt x="0" y="8503"/>
                </a:moveTo>
                <a:lnTo>
                  <a:pt x="2120371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/>
          <p:nvPr/>
        </p:nvSpPr>
        <p:spPr>
          <a:xfrm>
            <a:off x="9506467" y="4358100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5724509" y="3502590"/>
            <a:ext cx="571500" cy="6286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5841613" y="3576754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84"/>
                </a:lnTo>
                <a:lnTo>
                  <a:pt x="208147" y="481084"/>
                </a:lnTo>
                <a:lnTo>
                  <a:pt x="416448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5841613" y="3576754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48" y="240542"/>
                </a:lnTo>
                <a:lnTo>
                  <a:pt x="208147" y="481084"/>
                </a:lnTo>
                <a:lnTo>
                  <a:pt x="0" y="481084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4391040" y="2102415"/>
            <a:ext cx="3190890" cy="14382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/>
          <p:nvPr/>
        </p:nvSpPr>
        <p:spPr>
          <a:xfrm>
            <a:off x="4481718" y="2190167"/>
            <a:ext cx="3007995" cy="1256665"/>
          </a:xfrm>
          <a:custGeom>
            <a:avLst/>
            <a:gdLst/>
            <a:ahLst/>
            <a:cxnLst/>
            <a:rect l="l" t="t" r="r" b="b"/>
            <a:pathLst>
              <a:path w="3007995" h="1256664">
                <a:moveTo>
                  <a:pt x="2798429" y="0"/>
                </a:moveTo>
                <a:lnTo>
                  <a:pt x="209275" y="0"/>
                </a:lnTo>
                <a:lnTo>
                  <a:pt x="161300" y="5528"/>
                </a:lnTo>
                <a:lnTo>
                  <a:pt x="117254" y="21276"/>
                </a:lnTo>
                <a:lnTo>
                  <a:pt x="78397" y="45987"/>
                </a:lnTo>
                <a:lnTo>
                  <a:pt x="45984" y="78402"/>
                </a:lnTo>
                <a:lnTo>
                  <a:pt x="21276" y="117265"/>
                </a:lnTo>
                <a:lnTo>
                  <a:pt x="5528" y="161319"/>
                </a:lnTo>
                <a:lnTo>
                  <a:pt x="0" y="209306"/>
                </a:lnTo>
                <a:lnTo>
                  <a:pt x="0" y="1046744"/>
                </a:lnTo>
                <a:lnTo>
                  <a:pt x="5528" y="1094775"/>
                </a:lnTo>
                <a:lnTo>
                  <a:pt x="21276" y="1138860"/>
                </a:lnTo>
                <a:lnTo>
                  <a:pt x="45984" y="1177744"/>
                </a:lnTo>
                <a:lnTo>
                  <a:pt x="78397" y="1210171"/>
                </a:lnTo>
                <a:lnTo>
                  <a:pt x="117254" y="1234887"/>
                </a:lnTo>
                <a:lnTo>
                  <a:pt x="161300" y="1250637"/>
                </a:lnTo>
                <a:lnTo>
                  <a:pt x="209275" y="1256166"/>
                </a:lnTo>
                <a:lnTo>
                  <a:pt x="2798429" y="1256166"/>
                </a:lnTo>
                <a:lnTo>
                  <a:pt x="2846416" y="1250637"/>
                </a:lnTo>
                <a:lnTo>
                  <a:pt x="2890470" y="1234887"/>
                </a:lnTo>
                <a:lnTo>
                  <a:pt x="2929333" y="1210171"/>
                </a:lnTo>
                <a:lnTo>
                  <a:pt x="2961748" y="1177744"/>
                </a:lnTo>
                <a:lnTo>
                  <a:pt x="2986458" y="1138860"/>
                </a:lnTo>
                <a:lnTo>
                  <a:pt x="3002207" y="1094775"/>
                </a:lnTo>
                <a:lnTo>
                  <a:pt x="3007735" y="1046744"/>
                </a:lnTo>
                <a:lnTo>
                  <a:pt x="3007735" y="209306"/>
                </a:lnTo>
                <a:lnTo>
                  <a:pt x="3002207" y="161319"/>
                </a:lnTo>
                <a:lnTo>
                  <a:pt x="2986458" y="117265"/>
                </a:lnTo>
                <a:lnTo>
                  <a:pt x="2961748" y="78402"/>
                </a:lnTo>
                <a:lnTo>
                  <a:pt x="2929333" y="45987"/>
                </a:lnTo>
                <a:lnTo>
                  <a:pt x="2890470" y="21276"/>
                </a:lnTo>
                <a:lnTo>
                  <a:pt x="2846416" y="5528"/>
                </a:lnTo>
                <a:lnTo>
                  <a:pt x="27984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4481718" y="2190167"/>
            <a:ext cx="3007995" cy="1256665"/>
          </a:xfrm>
          <a:custGeom>
            <a:avLst/>
            <a:gdLst/>
            <a:ahLst/>
            <a:cxnLst/>
            <a:rect l="l" t="t" r="r" b="b"/>
            <a:pathLst>
              <a:path w="3007995" h="1256664">
                <a:moveTo>
                  <a:pt x="0" y="209306"/>
                </a:moveTo>
                <a:lnTo>
                  <a:pt x="5528" y="161319"/>
                </a:lnTo>
                <a:lnTo>
                  <a:pt x="21276" y="117265"/>
                </a:lnTo>
                <a:lnTo>
                  <a:pt x="45984" y="78402"/>
                </a:lnTo>
                <a:lnTo>
                  <a:pt x="78397" y="45987"/>
                </a:lnTo>
                <a:lnTo>
                  <a:pt x="117254" y="21276"/>
                </a:lnTo>
                <a:lnTo>
                  <a:pt x="161300" y="5528"/>
                </a:lnTo>
                <a:lnTo>
                  <a:pt x="209275" y="0"/>
                </a:lnTo>
                <a:lnTo>
                  <a:pt x="2798429" y="0"/>
                </a:lnTo>
                <a:lnTo>
                  <a:pt x="2846416" y="5528"/>
                </a:lnTo>
                <a:lnTo>
                  <a:pt x="2890470" y="21276"/>
                </a:lnTo>
                <a:lnTo>
                  <a:pt x="2929333" y="45987"/>
                </a:lnTo>
                <a:lnTo>
                  <a:pt x="2961748" y="78402"/>
                </a:lnTo>
                <a:lnTo>
                  <a:pt x="2986458" y="117265"/>
                </a:lnTo>
                <a:lnTo>
                  <a:pt x="3002207" y="161319"/>
                </a:lnTo>
                <a:lnTo>
                  <a:pt x="3007735" y="209306"/>
                </a:lnTo>
                <a:lnTo>
                  <a:pt x="3007735" y="1046744"/>
                </a:lnTo>
                <a:lnTo>
                  <a:pt x="3002207" y="1094775"/>
                </a:lnTo>
                <a:lnTo>
                  <a:pt x="2986458" y="1138860"/>
                </a:lnTo>
                <a:lnTo>
                  <a:pt x="2961748" y="1177744"/>
                </a:lnTo>
                <a:lnTo>
                  <a:pt x="2929333" y="1210171"/>
                </a:lnTo>
                <a:lnTo>
                  <a:pt x="2890470" y="1234887"/>
                </a:lnTo>
                <a:lnTo>
                  <a:pt x="2846416" y="1250637"/>
                </a:lnTo>
                <a:lnTo>
                  <a:pt x="2798429" y="1256166"/>
                </a:lnTo>
                <a:lnTo>
                  <a:pt x="209275" y="1256166"/>
                </a:lnTo>
                <a:lnTo>
                  <a:pt x="161300" y="1250637"/>
                </a:lnTo>
                <a:lnTo>
                  <a:pt x="117254" y="1234887"/>
                </a:lnTo>
                <a:lnTo>
                  <a:pt x="78397" y="1210171"/>
                </a:lnTo>
                <a:lnTo>
                  <a:pt x="45984" y="1177744"/>
                </a:lnTo>
                <a:lnTo>
                  <a:pt x="21276" y="1138860"/>
                </a:lnTo>
                <a:lnTo>
                  <a:pt x="5528" y="1094775"/>
                </a:lnTo>
                <a:lnTo>
                  <a:pt x="0" y="1046744"/>
                </a:lnTo>
                <a:lnTo>
                  <a:pt x="0" y="2093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 txBox="1"/>
          <p:nvPr/>
        </p:nvSpPr>
        <p:spPr>
          <a:xfrm>
            <a:off x="5129788" y="2677023"/>
            <a:ext cx="3289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P=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19"/>
          <p:cNvSpPr txBox="1"/>
          <p:nvPr/>
        </p:nvSpPr>
        <p:spPr>
          <a:xfrm>
            <a:off x="5673475" y="2371711"/>
            <a:ext cx="12465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240" baseline="-20833" dirty="0">
                <a:solidFill>
                  <a:srgbClr val="595959"/>
                </a:solidFill>
                <a:latin typeface="Cambria Math"/>
                <a:cs typeface="Cambria Math"/>
              </a:rPr>
              <a:t>𝑒</a:t>
            </a:r>
            <a:r>
              <a:rPr sz="1650" spc="160" dirty="0">
                <a:solidFill>
                  <a:srgbClr val="595959"/>
                </a:solidFill>
                <a:latin typeface="Cambria Math"/>
                <a:cs typeface="Cambria Math"/>
              </a:rPr>
              <a:t>log(odds)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39" name="object 20"/>
          <p:cNvSpPr txBox="1"/>
          <p:nvPr/>
        </p:nvSpPr>
        <p:spPr>
          <a:xfrm>
            <a:off x="5501644" y="2781798"/>
            <a:ext cx="15805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187" baseline="-16666" dirty="0">
                <a:solidFill>
                  <a:srgbClr val="595959"/>
                </a:solidFill>
                <a:latin typeface="Cambria Math"/>
                <a:cs typeface="Cambria Math"/>
              </a:rPr>
              <a:t>1+𝑒</a:t>
            </a:r>
            <a:r>
              <a:rPr sz="1650" spc="125" dirty="0">
                <a:solidFill>
                  <a:srgbClr val="595959"/>
                </a:solidFill>
                <a:latin typeface="Cambria Math"/>
                <a:cs typeface="Cambria Math"/>
              </a:rPr>
              <a:t>log(𝑜𝑑𝑑𝑠)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40" name="object 21"/>
          <p:cNvSpPr/>
          <p:nvPr/>
        </p:nvSpPr>
        <p:spPr>
          <a:xfrm>
            <a:off x="5510143" y="2847392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099" y="0"/>
                </a:lnTo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11737847" y="4760677"/>
            <a:ext cx="285343" cy="2853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 txBox="1"/>
          <p:nvPr/>
        </p:nvSpPr>
        <p:spPr>
          <a:xfrm>
            <a:off x="8629275" y="1872858"/>
            <a:ext cx="3246755" cy="8166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818639">
              <a:lnSpc>
                <a:spcPct val="102899"/>
              </a:lnSpc>
              <a:spcBef>
                <a:spcPts val="7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 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3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  <a:p>
            <a:pPr marL="397510">
              <a:lnSpc>
                <a:spcPct val="100000"/>
              </a:lnSpc>
              <a:spcBef>
                <a:spcPts val="625"/>
              </a:spcBef>
              <a:tabLst>
                <a:tab pos="652780" algn="l"/>
                <a:tab pos="323342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1800" u="dash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dash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24"/>
          <p:cNvSpPr/>
          <p:nvPr/>
        </p:nvSpPr>
        <p:spPr>
          <a:xfrm>
            <a:off x="562249" y="1574105"/>
            <a:ext cx="114300" cy="2239010"/>
          </a:xfrm>
          <a:custGeom>
            <a:avLst/>
            <a:gdLst/>
            <a:ahLst/>
            <a:cxnLst/>
            <a:rect l="l" t="t" r="r" b="b"/>
            <a:pathLst>
              <a:path w="114300" h="2239010">
                <a:moveTo>
                  <a:pt x="76199" y="95243"/>
                </a:moveTo>
                <a:lnTo>
                  <a:pt x="38099" y="95243"/>
                </a:lnTo>
                <a:lnTo>
                  <a:pt x="38099" y="2238999"/>
                </a:lnTo>
                <a:lnTo>
                  <a:pt x="76199" y="2238999"/>
                </a:lnTo>
                <a:lnTo>
                  <a:pt x="76199" y="95243"/>
                </a:lnTo>
                <a:close/>
              </a:path>
              <a:path w="114300" h="2239010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010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632999" y="374566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78" y="0"/>
                </a:moveTo>
                <a:lnTo>
                  <a:pt x="2672678" y="114299"/>
                </a:lnTo>
                <a:lnTo>
                  <a:pt x="2748878" y="76199"/>
                </a:lnTo>
                <a:lnTo>
                  <a:pt x="2691728" y="76199"/>
                </a:lnTo>
                <a:lnTo>
                  <a:pt x="2691728" y="38099"/>
                </a:lnTo>
                <a:lnTo>
                  <a:pt x="2748878" y="38099"/>
                </a:lnTo>
                <a:lnTo>
                  <a:pt x="2672678" y="0"/>
                </a:lnTo>
                <a:close/>
              </a:path>
              <a:path w="2787015" h="114300">
                <a:moveTo>
                  <a:pt x="267267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78" y="76199"/>
                </a:lnTo>
                <a:lnTo>
                  <a:pt x="2672678" y="38099"/>
                </a:lnTo>
                <a:close/>
              </a:path>
              <a:path w="2787015" h="114300">
                <a:moveTo>
                  <a:pt x="2748878" y="38099"/>
                </a:moveTo>
                <a:lnTo>
                  <a:pt x="2691728" y="38099"/>
                </a:lnTo>
                <a:lnTo>
                  <a:pt x="2691728" y="76199"/>
                </a:lnTo>
                <a:lnTo>
                  <a:pt x="2748878" y="76199"/>
                </a:lnTo>
                <a:lnTo>
                  <a:pt x="2786978" y="57149"/>
                </a:lnTo>
                <a:lnTo>
                  <a:pt x="2748878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532839" y="3810479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526489" y="3810479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 txBox="1"/>
          <p:nvPr/>
        </p:nvSpPr>
        <p:spPr>
          <a:xfrm>
            <a:off x="47938" y="1095889"/>
            <a:ext cx="915035" cy="7086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790"/>
              </a:spcBef>
            </a:pPr>
            <a:r>
              <a:rPr sz="1400" b="1" spc="-2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og</a:t>
            </a:r>
            <a:r>
              <a:rPr sz="1400" b="1" spc="-25" dirty="0">
                <a:solidFill>
                  <a:srgbClr val="6F2F9F"/>
                </a:solidFill>
                <a:latin typeface="Arial"/>
                <a:cs typeface="Arial"/>
              </a:rPr>
              <a:t>(</a:t>
            </a:r>
            <a:r>
              <a:rPr sz="1400" b="1" spc="35" dirty="0">
                <a:solidFill>
                  <a:srgbClr val="6F2F9F"/>
                </a:solidFill>
                <a:latin typeface="Arial"/>
                <a:cs typeface="Arial"/>
              </a:rPr>
              <a:t>odd</a:t>
            </a:r>
            <a:r>
              <a:rPr sz="1400" b="1" spc="-30" dirty="0">
                <a:solidFill>
                  <a:srgbClr val="6F2F9F"/>
                </a:solidFill>
                <a:latin typeface="Arial"/>
                <a:cs typeface="Arial"/>
              </a:rPr>
              <a:t>s</a:t>
            </a:r>
            <a:r>
              <a:rPr sz="1400" b="1" spc="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spc="-5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29"/>
          <p:cNvSpPr txBox="1"/>
          <p:nvPr/>
        </p:nvSpPr>
        <p:spPr>
          <a:xfrm>
            <a:off x="347976" y="362952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30"/>
          <p:cNvSpPr/>
          <p:nvPr/>
        </p:nvSpPr>
        <p:spPr>
          <a:xfrm>
            <a:off x="563309" y="3709473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505"/>
                </a:moveTo>
                <a:lnTo>
                  <a:pt x="0" y="2132505"/>
                </a:lnTo>
                <a:lnTo>
                  <a:pt x="57149" y="2246805"/>
                </a:lnTo>
                <a:lnTo>
                  <a:pt x="104774" y="2151555"/>
                </a:lnTo>
                <a:lnTo>
                  <a:pt x="38099" y="2151555"/>
                </a:lnTo>
                <a:lnTo>
                  <a:pt x="38099" y="2132505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55"/>
                </a:lnTo>
                <a:lnTo>
                  <a:pt x="76199" y="2151555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505"/>
                </a:moveTo>
                <a:lnTo>
                  <a:pt x="76199" y="2132505"/>
                </a:lnTo>
                <a:lnTo>
                  <a:pt x="76199" y="2151555"/>
                </a:lnTo>
                <a:lnTo>
                  <a:pt x="104774" y="2151555"/>
                </a:lnTo>
                <a:lnTo>
                  <a:pt x="114299" y="213250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633008" y="1809563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693"/>
                </a:moveTo>
                <a:lnTo>
                  <a:pt x="2566385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 txBox="1"/>
          <p:nvPr/>
        </p:nvSpPr>
        <p:spPr>
          <a:xfrm>
            <a:off x="60321" y="5610158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33"/>
          <p:cNvSpPr/>
          <p:nvPr/>
        </p:nvSpPr>
        <p:spPr>
          <a:xfrm>
            <a:off x="737234" y="1923101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34" y="3603205"/>
                </a:moveTo>
                <a:lnTo>
                  <a:pt x="0" y="3729889"/>
                </a:lnTo>
                <a:lnTo>
                  <a:pt x="111444" y="3667356"/>
                </a:lnTo>
                <a:lnTo>
                  <a:pt x="103154" y="3661736"/>
                </a:lnTo>
                <a:lnTo>
                  <a:pt x="69210" y="3661736"/>
                </a:lnTo>
                <a:lnTo>
                  <a:pt x="37682" y="3640366"/>
                </a:lnTo>
                <a:lnTo>
                  <a:pt x="48376" y="3624592"/>
                </a:lnTo>
                <a:lnTo>
                  <a:pt x="16834" y="3603205"/>
                </a:lnTo>
                <a:close/>
              </a:path>
              <a:path w="2529204" h="3729990">
                <a:moveTo>
                  <a:pt x="48376" y="3624592"/>
                </a:moveTo>
                <a:lnTo>
                  <a:pt x="37682" y="3640366"/>
                </a:lnTo>
                <a:lnTo>
                  <a:pt x="69210" y="3661736"/>
                </a:lnTo>
                <a:lnTo>
                  <a:pt x="79901" y="3645968"/>
                </a:lnTo>
                <a:lnTo>
                  <a:pt x="48376" y="3624592"/>
                </a:lnTo>
                <a:close/>
              </a:path>
              <a:path w="2529204" h="3729990">
                <a:moveTo>
                  <a:pt x="79901" y="3645968"/>
                </a:moveTo>
                <a:lnTo>
                  <a:pt x="69210" y="3661736"/>
                </a:lnTo>
                <a:lnTo>
                  <a:pt x="103154" y="3661736"/>
                </a:lnTo>
                <a:lnTo>
                  <a:pt x="79901" y="3645968"/>
                </a:lnTo>
                <a:close/>
              </a:path>
              <a:path w="2529204" h="3729990">
                <a:moveTo>
                  <a:pt x="2448852" y="83855"/>
                </a:moveTo>
                <a:lnTo>
                  <a:pt x="48376" y="3624592"/>
                </a:lnTo>
                <a:lnTo>
                  <a:pt x="79901" y="3645968"/>
                </a:lnTo>
                <a:lnTo>
                  <a:pt x="2480439" y="105266"/>
                </a:lnTo>
                <a:lnTo>
                  <a:pt x="2448852" y="83855"/>
                </a:lnTo>
                <a:close/>
              </a:path>
              <a:path w="2529204" h="3729990">
                <a:moveTo>
                  <a:pt x="2519725" y="68183"/>
                </a:moveTo>
                <a:lnTo>
                  <a:pt x="2459476" y="68183"/>
                </a:lnTo>
                <a:lnTo>
                  <a:pt x="2491115" y="89519"/>
                </a:lnTo>
                <a:lnTo>
                  <a:pt x="2480439" y="105266"/>
                </a:lnTo>
                <a:lnTo>
                  <a:pt x="2511932" y="126613"/>
                </a:lnTo>
                <a:lnTo>
                  <a:pt x="2519725" y="68183"/>
                </a:lnTo>
                <a:close/>
              </a:path>
              <a:path w="2529204" h="3729990">
                <a:moveTo>
                  <a:pt x="2459476" y="68183"/>
                </a:moveTo>
                <a:lnTo>
                  <a:pt x="2448852" y="83855"/>
                </a:lnTo>
                <a:lnTo>
                  <a:pt x="2480439" y="105266"/>
                </a:lnTo>
                <a:lnTo>
                  <a:pt x="2491115" y="89519"/>
                </a:lnTo>
                <a:lnTo>
                  <a:pt x="2459476" y="68183"/>
                </a:lnTo>
                <a:close/>
              </a:path>
              <a:path w="2529204" h="3729990">
                <a:moveTo>
                  <a:pt x="2528818" y="0"/>
                </a:moveTo>
                <a:lnTo>
                  <a:pt x="2417323" y="62483"/>
                </a:lnTo>
                <a:lnTo>
                  <a:pt x="2448852" y="83855"/>
                </a:lnTo>
                <a:lnTo>
                  <a:pt x="2459476" y="68183"/>
                </a:lnTo>
                <a:lnTo>
                  <a:pt x="2519725" y="68183"/>
                </a:lnTo>
                <a:lnTo>
                  <a:pt x="252881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2013966" y="1548606"/>
            <a:ext cx="904962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919313" y="5511768"/>
            <a:ext cx="905002" cy="302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3165744" y="3928192"/>
            <a:ext cx="285343" cy="2853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1456691" y="1553696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/>
          <p:nvPr/>
        </p:nvSpPr>
        <p:spPr>
          <a:xfrm>
            <a:off x="1374839" y="1623177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9"/>
          <p:cNvSpPr/>
          <p:nvPr/>
        </p:nvSpPr>
        <p:spPr>
          <a:xfrm>
            <a:off x="2531616" y="5501810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/>
          <p:nvPr/>
        </p:nvSpPr>
        <p:spPr>
          <a:xfrm>
            <a:off x="1906968" y="1618331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/>
          <p:nvPr/>
        </p:nvSpPr>
        <p:spPr>
          <a:xfrm>
            <a:off x="2228660" y="1618331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2"/>
          <p:cNvSpPr/>
          <p:nvPr/>
        </p:nvSpPr>
        <p:spPr>
          <a:xfrm>
            <a:off x="2516949" y="1618331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/>
          <p:nvPr/>
        </p:nvSpPr>
        <p:spPr>
          <a:xfrm>
            <a:off x="1578863" y="1849675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5" h="2536190">
                <a:moveTo>
                  <a:pt x="0" y="0"/>
                </a:moveTo>
                <a:lnTo>
                  <a:pt x="14477" y="253582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4"/>
          <p:cNvSpPr/>
          <p:nvPr/>
        </p:nvSpPr>
        <p:spPr>
          <a:xfrm>
            <a:off x="2133219" y="1809563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19" h="1713229">
                <a:moveTo>
                  <a:pt x="0" y="0"/>
                </a:moveTo>
                <a:lnTo>
                  <a:pt x="7238" y="171296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5"/>
          <p:cNvSpPr/>
          <p:nvPr/>
        </p:nvSpPr>
        <p:spPr>
          <a:xfrm>
            <a:off x="2465069" y="1821115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60" h="1213485">
                <a:moveTo>
                  <a:pt x="0" y="0"/>
                </a:moveTo>
                <a:lnTo>
                  <a:pt x="9905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6"/>
          <p:cNvSpPr/>
          <p:nvPr/>
        </p:nvSpPr>
        <p:spPr>
          <a:xfrm>
            <a:off x="2743068" y="1821115"/>
            <a:ext cx="7620" cy="798830"/>
          </a:xfrm>
          <a:custGeom>
            <a:avLst/>
            <a:gdLst/>
            <a:ahLst/>
            <a:cxnLst/>
            <a:rect l="l" t="t" r="r" b="b"/>
            <a:pathLst>
              <a:path w="7619" h="798830">
                <a:moveTo>
                  <a:pt x="0" y="0"/>
                </a:moveTo>
                <a:lnTo>
                  <a:pt x="7370" y="79830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7"/>
          <p:cNvSpPr/>
          <p:nvPr/>
        </p:nvSpPr>
        <p:spPr>
          <a:xfrm>
            <a:off x="2692276" y="2837745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7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8"/>
          <p:cNvSpPr/>
          <p:nvPr/>
        </p:nvSpPr>
        <p:spPr>
          <a:xfrm>
            <a:off x="1673101" y="4288974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79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49"/>
          <p:cNvSpPr/>
          <p:nvPr/>
        </p:nvSpPr>
        <p:spPr>
          <a:xfrm>
            <a:off x="1372874" y="4753031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738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50"/>
          <p:cNvSpPr/>
          <p:nvPr/>
        </p:nvSpPr>
        <p:spPr>
          <a:xfrm>
            <a:off x="1070478" y="5203886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84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51"/>
          <p:cNvSpPr/>
          <p:nvPr/>
        </p:nvSpPr>
        <p:spPr>
          <a:xfrm>
            <a:off x="619399" y="4398189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339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2"/>
          <p:cNvSpPr/>
          <p:nvPr/>
        </p:nvSpPr>
        <p:spPr>
          <a:xfrm>
            <a:off x="537758" y="2771816"/>
            <a:ext cx="2113915" cy="0"/>
          </a:xfrm>
          <a:custGeom>
            <a:avLst/>
            <a:gdLst/>
            <a:ahLst/>
            <a:cxnLst/>
            <a:rect l="l" t="t" r="r" b="b"/>
            <a:pathLst>
              <a:path w="2113915">
                <a:moveTo>
                  <a:pt x="0" y="0"/>
                </a:moveTo>
                <a:lnTo>
                  <a:pt x="21137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53"/>
          <p:cNvSpPr txBox="1"/>
          <p:nvPr/>
        </p:nvSpPr>
        <p:spPr>
          <a:xfrm>
            <a:off x="225425" y="4299259"/>
            <a:ext cx="281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54"/>
          <p:cNvSpPr/>
          <p:nvPr/>
        </p:nvSpPr>
        <p:spPr>
          <a:xfrm>
            <a:off x="2603123" y="2686350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70" y="0"/>
                </a:moveTo>
                <a:lnTo>
                  <a:pt x="0" y="32887"/>
                </a:lnTo>
                <a:lnTo>
                  <a:pt x="37837" y="73273"/>
                </a:lnTo>
                <a:lnTo>
                  <a:pt x="0" y="113537"/>
                </a:lnTo>
                <a:lnTo>
                  <a:pt x="35170" y="146425"/>
                </a:lnTo>
                <a:lnTo>
                  <a:pt x="70734" y="108478"/>
                </a:lnTo>
                <a:lnTo>
                  <a:pt x="136730" y="108478"/>
                </a:lnTo>
                <a:lnTo>
                  <a:pt x="103750" y="73273"/>
                </a:lnTo>
                <a:lnTo>
                  <a:pt x="136715" y="37978"/>
                </a:lnTo>
                <a:lnTo>
                  <a:pt x="70734" y="37978"/>
                </a:lnTo>
                <a:lnTo>
                  <a:pt x="35170" y="0"/>
                </a:lnTo>
                <a:close/>
              </a:path>
              <a:path w="141605" h="146685">
                <a:moveTo>
                  <a:pt x="136730" y="108478"/>
                </a:moveTo>
                <a:lnTo>
                  <a:pt x="70734" y="108478"/>
                </a:lnTo>
                <a:lnTo>
                  <a:pt x="106417" y="146425"/>
                </a:lnTo>
                <a:lnTo>
                  <a:pt x="141469" y="113537"/>
                </a:lnTo>
                <a:lnTo>
                  <a:pt x="136730" y="108478"/>
                </a:lnTo>
                <a:close/>
              </a:path>
              <a:path w="141605" h="146685">
                <a:moveTo>
                  <a:pt x="106417" y="0"/>
                </a:moveTo>
                <a:lnTo>
                  <a:pt x="70734" y="37978"/>
                </a:lnTo>
                <a:lnTo>
                  <a:pt x="136715" y="37978"/>
                </a:lnTo>
                <a:lnTo>
                  <a:pt x="141469" y="32887"/>
                </a:lnTo>
                <a:lnTo>
                  <a:pt x="10641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55"/>
          <p:cNvSpPr/>
          <p:nvPr/>
        </p:nvSpPr>
        <p:spPr>
          <a:xfrm>
            <a:off x="2603123" y="2686350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87"/>
                </a:moveTo>
                <a:lnTo>
                  <a:pt x="35170" y="0"/>
                </a:lnTo>
                <a:lnTo>
                  <a:pt x="70734" y="37978"/>
                </a:lnTo>
                <a:lnTo>
                  <a:pt x="106417" y="0"/>
                </a:lnTo>
                <a:lnTo>
                  <a:pt x="141469" y="32887"/>
                </a:lnTo>
                <a:lnTo>
                  <a:pt x="103750" y="73273"/>
                </a:lnTo>
                <a:lnTo>
                  <a:pt x="141469" y="113537"/>
                </a:lnTo>
                <a:lnTo>
                  <a:pt x="106417" y="146425"/>
                </a:lnTo>
                <a:lnTo>
                  <a:pt x="70734" y="108478"/>
                </a:lnTo>
                <a:lnTo>
                  <a:pt x="35170" y="146425"/>
                </a:lnTo>
                <a:lnTo>
                  <a:pt x="0" y="113537"/>
                </a:lnTo>
                <a:lnTo>
                  <a:pt x="37837" y="73273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56"/>
          <p:cNvSpPr/>
          <p:nvPr/>
        </p:nvSpPr>
        <p:spPr>
          <a:xfrm>
            <a:off x="1522725" y="432503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83" y="0"/>
                </a:moveTo>
                <a:lnTo>
                  <a:pt x="0" y="32897"/>
                </a:lnTo>
                <a:lnTo>
                  <a:pt x="37850" y="73151"/>
                </a:lnTo>
                <a:lnTo>
                  <a:pt x="0" y="113537"/>
                </a:lnTo>
                <a:lnTo>
                  <a:pt x="35183" y="146435"/>
                </a:lnTo>
                <a:lnTo>
                  <a:pt x="70747" y="108335"/>
                </a:lnTo>
                <a:lnTo>
                  <a:pt x="136622" y="108335"/>
                </a:lnTo>
                <a:lnTo>
                  <a:pt x="103763" y="73151"/>
                </a:lnTo>
                <a:lnTo>
                  <a:pt x="136718" y="37981"/>
                </a:lnTo>
                <a:lnTo>
                  <a:pt x="70747" y="37981"/>
                </a:lnTo>
                <a:lnTo>
                  <a:pt x="35183" y="0"/>
                </a:lnTo>
                <a:close/>
              </a:path>
              <a:path w="141605" h="146685">
                <a:moveTo>
                  <a:pt x="136622" y="108335"/>
                </a:moveTo>
                <a:lnTo>
                  <a:pt x="70747" y="108335"/>
                </a:lnTo>
                <a:lnTo>
                  <a:pt x="106430" y="146435"/>
                </a:lnTo>
                <a:lnTo>
                  <a:pt x="141482" y="113537"/>
                </a:lnTo>
                <a:lnTo>
                  <a:pt x="136622" y="108335"/>
                </a:lnTo>
                <a:close/>
              </a:path>
              <a:path w="141605" h="146685">
                <a:moveTo>
                  <a:pt x="106430" y="0"/>
                </a:moveTo>
                <a:lnTo>
                  <a:pt x="70747" y="37981"/>
                </a:lnTo>
                <a:lnTo>
                  <a:pt x="136718" y="37981"/>
                </a:lnTo>
                <a:lnTo>
                  <a:pt x="141482" y="32897"/>
                </a:lnTo>
                <a:lnTo>
                  <a:pt x="10643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57"/>
          <p:cNvSpPr/>
          <p:nvPr/>
        </p:nvSpPr>
        <p:spPr>
          <a:xfrm>
            <a:off x="1522725" y="432503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183" y="0"/>
                </a:lnTo>
                <a:lnTo>
                  <a:pt x="70747" y="37981"/>
                </a:lnTo>
                <a:lnTo>
                  <a:pt x="106430" y="0"/>
                </a:lnTo>
                <a:lnTo>
                  <a:pt x="141482" y="32897"/>
                </a:lnTo>
                <a:lnTo>
                  <a:pt x="103763" y="73151"/>
                </a:lnTo>
                <a:lnTo>
                  <a:pt x="141482" y="113537"/>
                </a:lnTo>
                <a:lnTo>
                  <a:pt x="106430" y="146435"/>
                </a:lnTo>
                <a:lnTo>
                  <a:pt x="70747" y="108335"/>
                </a:lnTo>
                <a:lnTo>
                  <a:pt x="35183" y="146435"/>
                </a:lnTo>
                <a:lnTo>
                  <a:pt x="0" y="113537"/>
                </a:lnTo>
                <a:lnTo>
                  <a:pt x="37850" y="73151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58"/>
          <p:cNvSpPr txBox="1"/>
          <p:nvPr/>
        </p:nvSpPr>
        <p:spPr>
          <a:xfrm>
            <a:off x="188277" y="2685342"/>
            <a:ext cx="23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78" name="object 73"/>
          <p:cNvSpPr/>
          <p:nvPr/>
        </p:nvSpPr>
        <p:spPr>
          <a:xfrm>
            <a:off x="597825" y="4726362"/>
            <a:ext cx="673735" cy="0"/>
          </a:xfrm>
          <a:custGeom>
            <a:avLst/>
            <a:gdLst/>
            <a:ahLst/>
            <a:cxnLst/>
            <a:rect l="l" t="t" r="r" b="b"/>
            <a:pathLst>
              <a:path w="673735">
                <a:moveTo>
                  <a:pt x="0" y="0"/>
                </a:moveTo>
                <a:lnTo>
                  <a:pt x="67357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4"/>
          <p:cNvSpPr/>
          <p:nvPr/>
        </p:nvSpPr>
        <p:spPr>
          <a:xfrm>
            <a:off x="1280540" y="4679880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897"/>
                </a:lnTo>
                <a:lnTo>
                  <a:pt x="37718" y="73151"/>
                </a:lnTo>
                <a:lnTo>
                  <a:pt x="0" y="113537"/>
                </a:lnTo>
                <a:lnTo>
                  <a:pt x="35051" y="146435"/>
                </a:lnTo>
                <a:lnTo>
                  <a:pt x="70616" y="108453"/>
                </a:lnTo>
                <a:lnTo>
                  <a:pt x="136602" y="108453"/>
                </a:lnTo>
                <a:lnTo>
                  <a:pt x="103631" y="73151"/>
                </a:lnTo>
                <a:lnTo>
                  <a:pt x="136598" y="37968"/>
                </a:lnTo>
                <a:lnTo>
                  <a:pt x="70616" y="37968"/>
                </a:lnTo>
                <a:lnTo>
                  <a:pt x="35051" y="0"/>
                </a:lnTo>
                <a:close/>
              </a:path>
              <a:path w="141605" h="146685">
                <a:moveTo>
                  <a:pt x="136602" y="108453"/>
                </a:moveTo>
                <a:lnTo>
                  <a:pt x="70616" y="108453"/>
                </a:lnTo>
                <a:lnTo>
                  <a:pt x="106298" y="146435"/>
                </a:lnTo>
                <a:lnTo>
                  <a:pt x="141350" y="113537"/>
                </a:lnTo>
                <a:lnTo>
                  <a:pt x="136602" y="108453"/>
                </a:lnTo>
                <a:close/>
              </a:path>
              <a:path w="141605" h="146685">
                <a:moveTo>
                  <a:pt x="106298" y="0"/>
                </a:moveTo>
                <a:lnTo>
                  <a:pt x="70616" y="37968"/>
                </a:lnTo>
                <a:lnTo>
                  <a:pt x="136598" y="37968"/>
                </a:lnTo>
                <a:lnTo>
                  <a:pt x="141350" y="32897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5"/>
          <p:cNvSpPr/>
          <p:nvPr/>
        </p:nvSpPr>
        <p:spPr>
          <a:xfrm>
            <a:off x="1280540" y="4679880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051" y="0"/>
                </a:lnTo>
                <a:lnTo>
                  <a:pt x="70616" y="37968"/>
                </a:lnTo>
                <a:lnTo>
                  <a:pt x="106298" y="0"/>
                </a:lnTo>
                <a:lnTo>
                  <a:pt x="141350" y="32897"/>
                </a:lnTo>
                <a:lnTo>
                  <a:pt x="103631" y="73151"/>
                </a:lnTo>
                <a:lnTo>
                  <a:pt x="141350" y="113537"/>
                </a:lnTo>
                <a:lnTo>
                  <a:pt x="106298" y="146435"/>
                </a:lnTo>
                <a:lnTo>
                  <a:pt x="70616" y="108453"/>
                </a:lnTo>
                <a:lnTo>
                  <a:pt x="35051" y="146435"/>
                </a:lnTo>
                <a:lnTo>
                  <a:pt x="0" y="113537"/>
                </a:lnTo>
                <a:lnTo>
                  <a:pt x="37718" y="73151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6"/>
          <p:cNvSpPr/>
          <p:nvPr/>
        </p:nvSpPr>
        <p:spPr>
          <a:xfrm>
            <a:off x="9960498" y="4536755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7"/>
          <p:cNvSpPr txBox="1"/>
          <p:nvPr/>
        </p:nvSpPr>
        <p:spPr>
          <a:xfrm>
            <a:off x="8945633" y="4443658"/>
            <a:ext cx="1045210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10"/>
              </a:lnSpc>
              <a:spcBef>
                <a:spcPts val="100"/>
              </a:spcBef>
              <a:tabLst>
                <a:tab pos="1031875" algn="l"/>
              </a:tabLst>
            </a:pP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0.01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105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05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  <a:p>
            <a:pPr marL="69215">
              <a:lnSpc>
                <a:spcPts val="1910"/>
              </a:lnSpc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78"/>
          <p:cNvSpPr/>
          <p:nvPr/>
        </p:nvSpPr>
        <p:spPr>
          <a:xfrm>
            <a:off x="10150602" y="4335240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79"/>
          <p:cNvSpPr txBox="1"/>
          <p:nvPr/>
        </p:nvSpPr>
        <p:spPr>
          <a:xfrm>
            <a:off x="237490" y="4644564"/>
            <a:ext cx="1085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2515" algn="l"/>
              </a:tabLst>
            </a:pPr>
            <a:r>
              <a:rPr sz="1200" spc="-15" dirty="0">
                <a:solidFill>
                  <a:srgbClr val="6F2F9F"/>
                </a:solidFill>
                <a:latin typeface="Arial"/>
                <a:cs typeface="Arial"/>
              </a:rPr>
              <a:t>-4.5</a:t>
            </a:r>
            <a:r>
              <a:rPr sz="12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spc="11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5" name="object 80"/>
          <p:cNvSpPr/>
          <p:nvPr/>
        </p:nvSpPr>
        <p:spPr>
          <a:xfrm>
            <a:off x="10090848" y="4429614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1"/>
          <p:cNvSpPr/>
          <p:nvPr/>
        </p:nvSpPr>
        <p:spPr>
          <a:xfrm>
            <a:off x="9316852" y="4508680"/>
            <a:ext cx="999490" cy="1270"/>
          </a:xfrm>
          <a:custGeom>
            <a:avLst/>
            <a:gdLst/>
            <a:ahLst/>
            <a:cxnLst/>
            <a:rect l="l" t="t" r="r" b="b"/>
            <a:pathLst>
              <a:path w="999490" h="1270">
                <a:moveTo>
                  <a:pt x="0" y="0"/>
                </a:moveTo>
                <a:lnTo>
                  <a:pt x="999225" y="89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2"/>
          <p:cNvSpPr/>
          <p:nvPr/>
        </p:nvSpPr>
        <p:spPr>
          <a:xfrm>
            <a:off x="10301874" y="4502845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4">
                <a:moveTo>
                  <a:pt x="0" y="0"/>
                </a:moveTo>
                <a:lnTo>
                  <a:pt x="0" y="13474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3"/>
          <p:cNvSpPr/>
          <p:nvPr/>
        </p:nvSpPr>
        <p:spPr>
          <a:xfrm>
            <a:off x="10372709" y="4335112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4"/>
          <p:cNvSpPr/>
          <p:nvPr/>
        </p:nvSpPr>
        <p:spPr>
          <a:xfrm>
            <a:off x="11109593" y="2563194"/>
            <a:ext cx="576394" cy="30234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85"/>
          <p:cNvSpPr/>
          <p:nvPr/>
        </p:nvSpPr>
        <p:spPr>
          <a:xfrm>
            <a:off x="10864474" y="2648690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86"/>
          <p:cNvSpPr/>
          <p:nvPr/>
        </p:nvSpPr>
        <p:spPr>
          <a:xfrm>
            <a:off x="11682465" y="2563194"/>
            <a:ext cx="302348" cy="3023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87"/>
          <p:cNvSpPr/>
          <p:nvPr/>
        </p:nvSpPr>
        <p:spPr>
          <a:xfrm>
            <a:off x="10796064" y="2727437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88"/>
          <p:cNvSpPr/>
          <p:nvPr/>
        </p:nvSpPr>
        <p:spPr>
          <a:xfrm>
            <a:off x="11032314" y="2640448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1622590" y="2629261"/>
            <a:ext cx="191579" cy="2084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0"/>
          <p:cNvSpPr/>
          <p:nvPr/>
        </p:nvSpPr>
        <p:spPr>
          <a:xfrm>
            <a:off x="999256" y="509059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34" y="0"/>
                </a:moveTo>
                <a:lnTo>
                  <a:pt x="0" y="32897"/>
                </a:lnTo>
                <a:lnTo>
                  <a:pt x="37764" y="73151"/>
                </a:lnTo>
                <a:lnTo>
                  <a:pt x="0" y="113537"/>
                </a:lnTo>
                <a:lnTo>
                  <a:pt x="35134" y="146386"/>
                </a:lnTo>
                <a:lnTo>
                  <a:pt x="70734" y="108335"/>
                </a:lnTo>
                <a:lnTo>
                  <a:pt x="136581" y="108335"/>
                </a:lnTo>
                <a:lnTo>
                  <a:pt x="103689" y="73151"/>
                </a:lnTo>
                <a:lnTo>
                  <a:pt x="136688" y="37968"/>
                </a:lnTo>
                <a:lnTo>
                  <a:pt x="70734" y="37968"/>
                </a:lnTo>
                <a:lnTo>
                  <a:pt x="35134" y="0"/>
                </a:lnTo>
                <a:close/>
              </a:path>
              <a:path w="141605" h="146685">
                <a:moveTo>
                  <a:pt x="136581" y="108335"/>
                </a:moveTo>
                <a:lnTo>
                  <a:pt x="70734" y="108335"/>
                </a:lnTo>
                <a:lnTo>
                  <a:pt x="106323" y="146386"/>
                </a:lnTo>
                <a:lnTo>
                  <a:pt x="141445" y="113537"/>
                </a:lnTo>
                <a:lnTo>
                  <a:pt x="136581" y="108335"/>
                </a:lnTo>
                <a:close/>
              </a:path>
              <a:path w="141605" h="146685">
                <a:moveTo>
                  <a:pt x="106323" y="0"/>
                </a:moveTo>
                <a:lnTo>
                  <a:pt x="70734" y="37968"/>
                </a:lnTo>
                <a:lnTo>
                  <a:pt x="136688" y="37968"/>
                </a:lnTo>
                <a:lnTo>
                  <a:pt x="141445" y="32897"/>
                </a:lnTo>
                <a:lnTo>
                  <a:pt x="10632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1"/>
          <p:cNvSpPr/>
          <p:nvPr/>
        </p:nvSpPr>
        <p:spPr>
          <a:xfrm>
            <a:off x="999256" y="509059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134" y="0"/>
                </a:lnTo>
                <a:lnTo>
                  <a:pt x="70734" y="37968"/>
                </a:lnTo>
                <a:lnTo>
                  <a:pt x="106323" y="0"/>
                </a:lnTo>
                <a:lnTo>
                  <a:pt x="141445" y="32897"/>
                </a:lnTo>
                <a:lnTo>
                  <a:pt x="103689" y="73151"/>
                </a:lnTo>
                <a:lnTo>
                  <a:pt x="141445" y="113537"/>
                </a:lnTo>
                <a:lnTo>
                  <a:pt x="106323" y="146386"/>
                </a:lnTo>
                <a:lnTo>
                  <a:pt x="70734" y="108335"/>
                </a:lnTo>
                <a:lnTo>
                  <a:pt x="35134" y="146386"/>
                </a:lnTo>
                <a:lnTo>
                  <a:pt x="0" y="113537"/>
                </a:lnTo>
                <a:lnTo>
                  <a:pt x="37764" y="73151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2"/>
          <p:cNvSpPr/>
          <p:nvPr/>
        </p:nvSpPr>
        <p:spPr>
          <a:xfrm>
            <a:off x="1602354" y="418381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83" y="0"/>
                </a:moveTo>
                <a:lnTo>
                  <a:pt x="0" y="32897"/>
                </a:lnTo>
                <a:lnTo>
                  <a:pt x="37850" y="73151"/>
                </a:lnTo>
                <a:lnTo>
                  <a:pt x="0" y="113537"/>
                </a:lnTo>
                <a:lnTo>
                  <a:pt x="35183" y="146435"/>
                </a:lnTo>
                <a:lnTo>
                  <a:pt x="70747" y="108453"/>
                </a:lnTo>
                <a:lnTo>
                  <a:pt x="136733" y="108453"/>
                </a:lnTo>
                <a:lnTo>
                  <a:pt x="103763" y="73151"/>
                </a:lnTo>
                <a:lnTo>
                  <a:pt x="136729" y="37968"/>
                </a:lnTo>
                <a:lnTo>
                  <a:pt x="70747" y="37968"/>
                </a:lnTo>
                <a:lnTo>
                  <a:pt x="35183" y="0"/>
                </a:lnTo>
                <a:close/>
              </a:path>
              <a:path w="141605" h="146685">
                <a:moveTo>
                  <a:pt x="136733" y="108453"/>
                </a:moveTo>
                <a:lnTo>
                  <a:pt x="70747" y="108453"/>
                </a:lnTo>
                <a:lnTo>
                  <a:pt x="106298" y="146435"/>
                </a:lnTo>
                <a:lnTo>
                  <a:pt x="141482" y="113537"/>
                </a:lnTo>
                <a:lnTo>
                  <a:pt x="136733" y="108453"/>
                </a:lnTo>
                <a:close/>
              </a:path>
              <a:path w="141605" h="146685">
                <a:moveTo>
                  <a:pt x="106298" y="0"/>
                </a:moveTo>
                <a:lnTo>
                  <a:pt x="70747" y="37968"/>
                </a:lnTo>
                <a:lnTo>
                  <a:pt x="136729" y="37968"/>
                </a:lnTo>
                <a:lnTo>
                  <a:pt x="141482" y="32897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3"/>
          <p:cNvSpPr/>
          <p:nvPr/>
        </p:nvSpPr>
        <p:spPr>
          <a:xfrm>
            <a:off x="1602354" y="418381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183" y="0"/>
                </a:lnTo>
                <a:lnTo>
                  <a:pt x="70747" y="37968"/>
                </a:lnTo>
                <a:lnTo>
                  <a:pt x="106298" y="0"/>
                </a:lnTo>
                <a:lnTo>
                  <a:pt x="141482" y="32897"/>
                </a:lnTo>
                <a:lnTo>
                  <a:pt x="103763" y="73151"/>
                </a:lnTo>
                <a:lnTo>
                  <a:pt x="141482" y="113537"/>
                </a:lnTo>
                <a:lnTo>
                  <a:pt x="106298" y="146435"/>
                </a:lnTo>
                <a:lnTo>
                  <a:pt x="70747" y="108453"/>
                </a:lnTo>
                <a:lnTo>
                  <a:pt x="35183" y="146435"/>
                </a:lnTo>
                <a:lnTo>
                  <a:pt x="0" y="113537"/>
                </a:lnTo>
                <a:lnTo>
                  <a:pt x="37850" y="73151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4"/>
          <p:cNvSpPr/>
          <p:nvPr/>
        </p:nvSpPr>
        <p:spPr>
          <a:xfrm>
            <a:off x="2080509" y="3482266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83" y="0"/>
                </a:moveTo>
                <a:lnTo>
                  <a:pt x="0" y="32897"/>
                </a:lnTo>
                <a:lnTo>
                  <a:pt x="37850" y="73283"/>
                </a:lnTo>
                <a:lnTo>
                  <a:pt x="0" y="113537"/>
                </a:lnTo>
                <a:lnTo>
                  <a:pt x="35183" y="146435"/>
                </a:lnTo>
                <a:lnTo>
                  <a:pt x="70747" y="108466"/>
                </a:lnTo>
                <a:lnTo>
                  <a:pt x="136729" y="108466"/>
                </a:lnTo>
                <a:lnTo>
                  <a:pt x="103763" y="73283"/>
                </a:lnTo>
                <a:lnTo>
                  <a:pt x="136622" y="38099"/>
                </a:lnTo>
                <a:lnTo>
                  <a:pt x="70747" y="38099"/>
                </a:lnTo>
                <a:lnTo>
                  <a:pt x="35183" y="0"/>
                </a:lnTo>
                <a:close/>
              </a:path>
              <a:path w="141605" h="146685">
                <a:moveTo>
                  <a:pt x="136729" y="108466"/>
                </a:moveTo>
                <a:lnTo>
                  <a:pt x="70747" y="108466"/>
                </a:lnTo>
                <a:lnTo>
                  <a:pt x="106298" y="146435"/>
                </a:lnTo>
                <a:lnTo>
                  <a:pt x="141482" y="113537"/>
                </a:lnTo>
                <a:lnTo>
                  <a:pt x="136729" y="108466"/>
                </a:lnTo>
                <a:close/>
              </a:path>
              <a:path w="141605" h="146685">
                <a:moveTo>
                  <a:pt x="106298" y="0"/>
                </a:moveTo>
                <a:lnTo>
                  <a:pt x="70747" y="38099"/>
                </a:lnTo>
                <a:lnTo>
                  <a:pt x="136622" y="38099"/>
                </a:lnTo>
                <a:lnTo>
                  <a:pt x="141482" y="32897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95"/>
          <p:cNvSpPr/>
          <p:nvPr/>
        </p:nvSpPr>
        <p:spPr>
          <a:xfrm>
            <a:off x="2080509" y="3482266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183" y="0"/>
                </a:lnTo>
                <a:lnTo>
                  <a:pt x="70747" y="38099"/>
                </a:lnTo>
                <a:lnTo>
                  <a:pt x="106298" y="0"/>
                </a:lnTo>
                <a:lnTo>
                  <a:pt x="141482" y="32897"/>
                </a:lnTo>
                <a:lnTo>
                  <a:pt x="103763" y="73283"/>
                </a:lnTo>
                <a:lnTo>
                  <a:pt x="141482" y="113537"/>
                </a:lnTo>
                <a:lnTo>
                  <a:pt x="106298" y="146435"/>
                </a:lnTo>
                <a:lnTo>
                  <a:pt x="70747" y="108466"/>
                </a:lnTo>
                <a:lnTo>
                  <a:pt x="35183" y="146435"/>
                </a:lnTo>
                <a:lnTo>
                  <a:pt x="0" y="113537"/>
                </a:lnTo>
                <a:lnTo>
                  <a:pt x="37850" y="73283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96"/>
          <p:cNvSpPr/>
          <p:nvPr/>
        </p:nvSpPr>
        <p:spPr>
          <a:xfrm>
            <a:off x="2409063" y="297883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83" y="0"/>
                </a:moveTo>
                <a:lnTo>
                  <a:pt x="0" y="32887"/>
                </a:lnTo>
                <a:lnTo>
                  <a:pt x="37850" y="73273"/>
                </a:lnTo>
                <a:lnTo>
                  <a:pt x="0" y="113537"/>
                </a:lnTo>
                <a:lnTo>
                  <a:pt x="35183" y="146425"/>
                </a:lnTo>
                <a:lnTo>
                  <a:pt x="70734" y="108447"/>
                </a:lnTo>
                <a:lnTo>
                  <a:pt x="136713" y="108447"/>
                </a:lnTo>
                <a:lnTo>
                  <a:pt x="103763" y="73273"/>
                </a:lnTo>
                <a:lnTo>
                  <a:pt x="136728" y="37978"/>
                </a:lnTo>
                <a:lnTo>
                  <a:pt x="70734" y="37978"/>
                </a:lnTo>
                <a:lnTo>
                  <a:pt x="35183" y="0"/>
                </a:lnTo>
                <a:close/>
              </a:path>
              <a:path w="141605" h="146685">
                <a:moveTo>
                  <a:pt x="136713" y="108447"/>
                </a:moveTo>
                <a:lnTo>
                  <a:pt x="70734" y="108447"/>
                </a:lnTo>
                <a:lnTo>
                  <a:pt x="106430" y="146425"/>
                </a:lnTo>
                <a:lnTo>
                  <a:pt x="141482" y="113537"/>
                </a:lnTo>
                <a:lnTo>
                  <a:pt x="136713" y="108447"/>
                </a:lnTo>
                <a:close/>
              </a:path>
              <a:path w="141605" h="146685">
                <a:moveTo>
                  <a:pt x="106430" y="0"/>
                </a:moveTo>
                <a:lnTo>
                  <a:pt x="70734" y="37978"/>
                </a:lnTo>
                <a:lnTo>
                  <a:pt x="136728" y="37978"/>
                </a:lnTo>
                <a:lnTo>
                  <a:pt x="141482" y="32887"/>
                </a:lnTo>
                <a:lnTo>
                  <a:pt x="106430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97"/>
          <p:cNvSpPr/>
          <p:nvPr/>
        </p:nvSpPr>
        <p:spPr>
          <a:xfrm>
            <a:off x="2409063" y="297883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87"/>
                </a:moveTo>
                <a:lnTo>
                  <a:pt x="35183" y="0"/>
                </a:lnTo>
                <a:lnTo>
                  <a:pt x="70734" y="37978"/>
                </a:lnTo>
                <a:lnTo>
                  <a:pt x="106430" y="0"/>
                </a:lnTo>
                <a:lnTo>
                  <a:pt x="141482" y="32887"/>
                </a:lnTo>
                <a:lnTo>
                  <a:pt x="103763" y="73273"/>
                </a:lnTo>
                <a:lnTo>
                  <a:pt x="141482" y="113537"/>
                </a:lnTo>
                <a:lnTo>
                  <a:pt x="106430" y="146425"/>
                </a:lnTo>
                <a:lnTo>
                  <a:pt x="70734" y="108447"/>
                </a:lnTo>
                <a:lnTo>
                  <a:pt x="35183" y="146425"/>
                </a:lnTo>
                <a:lnTo>
                  <a:pt x="0" y="113537"/>
                </a:lnTo>
                <a:lnTo>
                  <a:pt x="37850" y="73273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98"/>
          <p:cNvSpPr/>
          <p:nvPr/>
        </p:nvSpPr>
        <p:spPr>
          <a:xfrm>
            <a:off x="2686050" y="2569521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887"/>
                </a:lnTo>
                <a:lnTo>
                  <a:pt x="37718" y="73151"/>
                </a:lnTo>
                <a:lnTo>
                  <a:pt x="0" y="113537"/>
                </a:lnTo>
                <a:lnTo>
                  <a:pt x="35051" y="146425"/>
                </a:lnTo>
                <a:lnTo>
                  <a:pt x="70734" y="108447"/>
                </a:lnTo>
                <a:lnTo>
                  <a:pt x="136596" y="108447"/>
                </a:lnTo>
                <a:lnTo>
                  <a:pt x="103631" y="73151"/>
                </a:lnTo>
                <a:lnTo>
                  <a:pt x="136582" y="37978"/>
                </a:lnTo>
                <a:lnTo>
                  <a:pt x="70734" y="37978"/>
                </a:lnTo>
                <a:lnTo>
                  <a:pt x="35051" y="0"/>
                </a:lnTo>
                <a:close/>
              </a:path>
              <a:path w="141605" h="146685">
                <a:moveTo>
                  <a:pt x="136596" y="108447"/>
                </a:moveTo>
                <a:lnTo>
                  <a:pt x="70734" y="108447"/>
                </a:lnTo>
                <a:lnTo>
                  <a:pt x="106298" y="146425"/>
                </a:lnTo>
                <a:lnTo>
                  <a:pt x="141350" y="113537"/>
                </a:lnTo>
                <a:lnTo>
                  <a:pt x="136596" y="108447"/>
                </a:lnTo>
                <a:close/>
              </a:path>
              <a:path w="141605" h="146685">
                <a:moveTo>
                  <a:pt x="106298" y="0"/>
                </a:moveTo>
                <a:lnTo>
                  <a:pt x="70734" y="37978"/>
                </a:lnTo>
                <a:lnTo>
                  <a:pt x="136582" y="37978"/>
                </a:lnTo>
                <a:lnTo>
                  <a:pt x="141350" y="32887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99"/>
          <p:cNvSpPr/>
          <p:nvPr/>
        </p:nvSpPr>
        <p:spPr>
          <a:xfrm>
            <a:off x="2686050" y="2569521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87"/>
                </a:moveTo>
                <a:lnTo>
                  <a:pt x="35051" y="0"/>
                </a:lnTo>
                <a:lnTo>
                  <a:pt x="70734" y="37978"/>
                </a:lnTo>
                <a:lnTo>
                  <a:pt x="106298" y="0"/>
                </a:lnTo>
                <a:lnTo>
                  <a:pt x="141350" y="32887"/>
                </a:lnTo>
                <a:lnTo>
                  <a:pt x="103631" y="73151"/>
                </a:lnTo>
                <a:lnTo>
                  <a:pt x="141350" y="113537"/>
                </a:lnTo>
                <a:lnTo>
                  <a:pt x="106298" y="146425"/>
                </a:lnTo>
                <a:lnTo>
                  <a:pt x="70734" y="108447"/>
                </a:lnTo>
                <a:lnTo>
                  <a:pt x="35051" y="146425"/>
                </a:lnTo>
                <a:lnTo>
                  <a:pt x="0" y="113537"/>
                </a:lnTo>
                <a:lnTo>
                  <a:pt x="37718" y="73151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730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19"/>
          <p:cNvSpPr/>
          <p:nvPr/>
        </p:nvSpPr>
        <p:spPr>
          <a:xfrm>
            <a:off x="1240027" y="3028440"/>
            <a:ext cx="1654554" cy="1993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/>
          <p:cNvSpPr/>
          <p:nvPr/>
        </p:nvSpPr>
        <p:spPr>
          <a:xfrm>
            <a:off x="758202" y="3044314"/>
            <a:ext cx="2575179" cy="196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1"/>
          <p:cNvSpPr/>
          <p:nvPr/>
        </p:nvSpPr>
        <p:spPr>
          <a:xfrm>
            <a:off x="681359" y="2786756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196" y="114340"/>
                </a:moveTo>
                <a:lnTo>
                  <a:pt x="38096" y="114381"/>
                </a:lnTo>
                <a:lnTo>
                  <a:pt x="40446" y="2222632"/>
                </a:lnTo>
                <a:lnTo>
                  <a:pt x="78546" y="2222632"/>
                </a:lnTo>
                <a:lnTo>
                  <a:pt x="76196" y="114340"/>
                </a:lnTo>
                <a:close/>
              </a:path>
              <a:path w="114300" h="2223135">
                <a:moveTo>
                  <a:pt x="57018" y="0"/>
                </a:moveTo>
                <a:lnTo>
                  <a:pt x="0" y="114421"/>
                </a:lnTo>
                <a:lnTo>
                  <a:pt x="38096" y="114381"/>
                </a:lnTo>
                <a:lnTo>
                  <a:pt x="38075" y="95249"/>
                </a:lnTo>
                <a:lnTo>
                  <a:pt x="104753" y="95249"/>
                </a:lnTo>
                <a:lnTo>
                  <a:pt x="57018" y="0"/>
                </a:lnTo>
                <a:close/>
              </a:path>
              <a:path w="114300" h="2223135">
                <a:moveTo>
                  <a:pt x="76175" y="95249"/>
                </a:moveTo>
                <a:lnTo>
                  <a:pt x="38075" y="95249"/>
                </a:lnTo>
                <a:lnTo>
                  <a:pt x="38096" y="114381"/>
                </a:lnTo>
                <a:lnTo>
                  <a:pt x="76196" y="114340"/>
                </a:lnTo>
                <a:lnTo>
                  <a:pt x="76175" y="95249"/>
                </a:lnTo>
                <a:close/>
              </a:path>
              <a:path w="114300" h="2223135">
                <a:moveTo>
                  <a:pt x="104753" y="95249"/>
                </a:moveTo>
                <a:lnTo>
                  <a:pt x="76175" y="95249"/>
                </a:lnTo>
                <a:lnTo>
                  <a:pt x="76196" y="114340"/>
                </a:lnTo>
                <a:lnTo>
                  <a:pt x="114299" y="114299"/>
                </a:lnTo>
                <a:lnTo>
                  <a:pt x="104753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/>
          <p:cNvSpPr/>
          <p:nvPr/>
        </p:nvSpPr>
        <p:spPr>
          <a:xfrm>
            <a:off x="719190" y="496429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3"/>
          <p:cNvSpPr txBox="1"/>
          <p:nvPr/>
        </p:nvSpPr>
        <p:spPr>
          <a:xfrm>
            <a:off x="304804" y="49409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4"/>
          <p:cNvSpPr/>
          <p:nvPr/>
        </p:nvSpPr>
        <p:spPr>
          <a:xfrm>
            <a:off x="1260360" y="4731804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5"/>
          <p:cNvSpPr/>
          <p:nvPr/>
        </p:nvSpPr>
        <p:spPr>
          <a:xfrm>
            <a:off x="714338" y="3088386"/>
            <a:ext cx="2120900" cy="8890"/>
          </a:xfrm>
          <a:custGeom>
            <a:avLst/>
            <a:gdLst/>
            <a:ahLst/>
            <a:cxnLst/>
            <a:rect l="l" t="t" r="r" b="b"/>
            <a:pathLst>
              <a:path w="2120900" h="8889">
                <a:moveTo>
                  <a:pt x="0" y="8503"/>
                </a:moveTo>
                <a:lnTo>
                  <a:pt x="2120301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6"/>
          <p:cNvSpPr/>
          <p:nvPr/>
        </p:nvSpPr>
        <p:spPr>
          <a:xfrm>
            <a:off x="957489" y="4732185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7"/>
          <p:cNvSpPr/>
          <p:nvPr/>
        </p:nvSpPr>
        <p:spPr>
          <a:xfrm>
            <a:off x="3188970" y="5134762"/>
            <a:ext cx="285343" cy="285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8"/>
          <p:cNvSpPr txBox="1"/>
          <p:nvPr/>
        </p:nvSpPr>
        <p:spPr>
          <a:xfrm>
            <a:off x="73656" y="2246943"/>
            <a:ext cx="143700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 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r>
              <a:rPr sz="1400" b="1" spc="-1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16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29"/>
          <p:cNvSpPr/>
          <p:nvPr/>
        </p:nvSpPr>
        <p:spPr>
          <a:xfrm>
            <a:off x="1411473" y="4910840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0"/>
          <p:cNvSpPr/>
          <p:nvPr/>
        </p:nvSpPr>
        <p:spPr>
          <a:xfrm>
            <a:off x="1601724" y="4709325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1"/>
          <p:cNvSpPr/>
          <p:nvPr/>
        </p:nvSpPr>
        <p:spPr>
          <a:xfrm>
            <a:off x="1541842" y="4803699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2"/>
          <p:cNvSpPr/>
          <p:nvPr/>
        </p:nvSpPr>
        <p:spPr>
          <a:xfrm>
            <a:off x="767964" y="4882765"/>
            <a:ext cx="999490" cy="1270"/>
          </a:xfrm>
          <a:custGeom>
            <a:avLst/>
            <a:gdLst/>
            <a:ahLst/>
            <a:cxnLst/>
            <a:rect l="l" t="t" r="r" b="b"/>
            <a:pathLst>
              <a:path w="999489" h="1270">
                <a:moveTo>
                  <a:pt x="0" y="0"/>
                </a:moveTo>
                <a:lnTo>
                  <a:pt x="999244" y="89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3"/>
          <p:cNvSpPr/>
          <p:nvPr/>
        </p:nvSpPr>
        <p:spPr>
          <a:xfrm>
            <a:off x="1752849" y="4876930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4">
                <a:moveTo>
                  <a:pt x="0" y="0"/>
                </a:moveTo>
                <a:lnTo>
                  <a:pt x="0" y="13474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4"/>
          <p:cNvSpPr/>
          <p:nvPr/>
        </p:nvSpPr>
        <p:spPr>
          <a:xfrm>
            <a:off x="1823847" y="4709197"/>
            <a:ext cx="302348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5"/>
          <p:cNvSpPr/>
          <p:nvPr/>
        </p:nvSpPr>
        <p:spPr>
          <a:xfrm>
            <a:off x="2560701" y="2937279"/>
            <a:ext cx="576287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6"/>
          <p:cNvSpPr/>
          <p:nvPr/>
        </p:nvSpPr>
        <p:spPr>
          <a:xfrm>
            <a:off x="2315465" y="3022775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7"/>
          <p:cNvSpPr/>
          <p:nvPr/>
        </p:nvSpPr>
        <p:spPr>
          <a:xfrm>
            <a:off x="3133587" y="2937279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8"/>
          <p:cNvSpPr/>
          <p:nvPr/>
        </p:nvSpPr>
        <p:spPr>
          <a:xfrm>
            <a:off x="2247201" y="3101522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9"/>
          <p:cNvSpPr/>
          <p:nvPr/>
        </p:nvSpPr>
        <p:spPr>
          <a:xfrm>
            <a:off x="2483421" y="3014533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0"/>
          <p:cNvSpPr/>
          <p:nvPr/>
        </p:nvSpPr>
        <p:spPr>
          <a:xfrm>
            <a:off x="3073712" y="3003346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1"/>
          <p:cNvSpPr/>
          <p:nvPr/>
        </p:nvSpPr>
        <p:spPr>
          <a:xfrm>
            <a:off x="7877190" y="1666875"/>
            <a:ext cx="4257690" cy="41338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2"/>
          <p:cNvSpPr/>
          <p:nvPr/>
        </p:nvSpPr>
        <p:spPr>
          <a:xfrm>
            <a:off x="7968995" y="1756288"/>
            <a:ext cx="4070985" cy="3949700"/>
          </a:xfrm>
          <a:custGeom>
            <a:avLst/>
            <a:gdLst/>
            <a:ahLst/>
            <a:cxnLst/>
            <a:rect l="l" t="t" r="r" b="b"/>
            <a:pathLst>
              <a:path w="4070984" h="3949700">
                <a:moveTo>
                  <a:pt x="3412114" y="0"/>
                </a:moveTo>
                <a:lnTo>
                  <a:pt x="658367" y="0"/>
                </a:lnTo>
                <a:lnTo>
                  <a:pt x="611351" y="1653"/>
                </a:lnTo>
                <a:lnTo>
                  <a:pt x="565226" y="6538"/>
                </a:lnTo>
                <a:lnTo>
                  <a:pt x="520105" y="14543"/>
                </a:lnTo>
                <a:lnTo>
                  <a:pt x="476099" y="25557"/>
                </a:lnTo>
                <a:lnTo>
                  <a:pt x="433319" y="39469"/>
                </a:lnTo>
                <a:lnTo>
                  <a:pt x="391876" y="56166"/>
                </a:lnTo>
                <a:lnTo>
                  <a:pt x="351883" y="75538"/>
                </a:lnTo>
                <a:lnTo>
                  <a:pt x="313451" y="97473"/>
                </a:lnTo>
                <a:lnTo>
                  <a:pt x="276690" y="121860"/>
                </a:lnTo>
                <a:lnTo>
                  <a:pt x="241713" y="148586"/>
                </a:lnTo>
                <a:lnTo>
                  <a:pt x="208631" y="177541"/>
                </a:lnTo>
                <a:lnTo>
                  <a:pt x="177555" y="208613"/>
                </a:lnTo>
                <a:lnTo>
                  <a:pt x="148596" y="241691"/>
                </a:lnTo>
                <a:lnTo>
                  <a:pt x="121867" y="276663"/>
                </a:lnTo>
                <a:lnTo>
                  <a:pt x="97479" y="313417"/>
                </a:lnTo>
                <a:lnTo>
                  <a:pt x="75542" y="351842"/>
                </a:lnTo>
                <a:lnTo>
                  <a:pt x="56169" y="391827"/>
                </a:lnTo>
                <a:lnTo>
                  <a:pt x="39470" y="433260"/>
                </a:lnTo>
                <a:lnTo>
                  <a:pt x="25558" y="476030"/>
                </a:lnTo>
                <a:lnTo>
                  <a:pt x="14543" y="520025"/>
                </a:lnTo>
                <a:lnTo>
                  <a:pt x="6538" y="565133"/>
                </a:lnTo>
                <a:lnTo>
                  <a:pt x="1653" y="611244"/>
                </a:lnTo>
                <a:lnTo>
                  <a:pt x="0" y="658246"/>
                </a:lnTo>
                <a:lnTo>
                  <a:pt x="0" y="3291449"/>
                </a:lnTo>
                <a:lnTo>
                  <a:pt x="1653" y="3338451"/>
                </a:lnTo>
                <a:lnTo>
                  <a:pt x="6538" y="3384562"/>
                </a:lnTo>
                <a:lnTo>
                  <a:pt x="14543" y="3429670"/>
                </a:lnTo>
                <a:lnTo>
                  <a:pt x="25558" y="3473665"/>
                </a:lnTo>
                <a:lnTo>
                  <a:pt x="39470" y="3516435"/>
                </a:lnTo>
                <a:lnTo>
                  <a:pt x="56169" y="3557868"/>
                </a:lnTo>
                <a:lnTo>
                  <a:pt x="75542" y="3597853"/>
                </a:lnTo>
                <a:lnTo>
                  <a:pt x="97479" y="3636279"/>
                </a:lnTo>
                <a:lnTo>
                  <a:pt x="121867" y="3673033"/>
                </a:lnTo>
                <a:lnTo>
                  <a:pt x="148596" y="3708005"/>
                </a:lnTo>
                <a:lnTo>
                  <a:pt x="177555" y="3741083"/>
                </a:lnTo>
                <a:lnTo>
                  <a:pt x="208631" y="3772155"/>
                </a:lnTo>
                <a:lnTo>
                  <a:pt x="241713" y="3801110"/>
                </a:lnTo>
                <a:lnTo>
                  <a:pt x="276690" y="3827837"/>
                </a:lnTo>
                <a:lnTo>
                  <a:pt x="313451" y="3852224"/>
                </a:lnTo>
                <a:lnTo>
                  <a:pt x="351883" y="3874159"/>
                </a:lnTo>
                <a:lnTo>
                  <a:pt x="391876" y="3893531"/>
                </a:lnTo>
                <a:lnTo>
                  <a:pt x="433319" y="3910229"/>
                </a:lnTo>
                <a:lnTo>
                  <a:pt x="476099" y="3924141"/>
                </a:lnTo>
                <a:lnTo>
                  <a:pt x="520105" y="3935155"/>
                </a:lnTo>
                <a:lnTo>
                  <a:pt x="565226" y="3943160"/>
                </a:lnTo>
                <a:lnTo>
                  <a:pt x="611351" y="3948045"/>
                </a:lnTo>
                <a:lnTo>
                  <a:pt x="658367" y="3949698"/>
                </a:lnTo>
                <a:lnTo>
                  <a:pt x="3412114" y="3949698"/>
                </a:lnTo>
                <a:lnTo>
                  <a:pt x="3459130" y="3948045"/>
                </a:lnTo>
                <a:lnTo>
                  <a:pt x="3505255" y="3943160"/>
                </a:lnTo>
                <a:lnTo>
                  <a:pt x="3550376" y="3935155"/>
                </a:lnTo>
                <a:lnTo>
                  <a:pt x="3594382" y="3924141"/>
                </a:lnTo>
                <a:lnTo>
                  <a:pt x="3637162" y="3910229"/>
                </a:lnTo>
                <a:lnTo>
                  <a:pt x="3678605" y="3893531"/>
                </a:lnTo>
                <a:lnTo>
                  <a:pt x="3718598" y="3874159"/>
                </a:lnTo>
                <a:lnTo>
                  <a:pt x="3757030" y="3852224"/>
                </a:lnTo>
                <a:lnTo>
                  <a:pt x="3793791" y="3827837"/>
                </a:lnTo>
                <a:lnTo>
                  <a:pt x="3828768" y="3801110"/>
                </a:lnTo>
                <a:lnTo>
                  <a:pt x="3861850" y="3772155"/>
                </a:lnTo>
                <a:lnTo>
                  <a:pt x="3892926" y="3741083"/>
                </a:lnTo>
                <a:lnTo>
                  <a:pt x="3921885" y="3708005"/>
                </a:lnTo>
                <a:lnTo>
                  <a:pt x="3948614" y="3673033"/>
                </a:lnTo>
                <a:lnTo>
                  <a:pt x="3973002" y="3636279"/>
                </a:lnTo>
                <a:lnTo>
                  <a:pt x="3994939" y="3597853"/>
                </a:lnTo>
                <a:lnTo>
                  <a:pt x="4014312" y="3557868"/>
                </a:lnTo>
                <a:lnTo>
                  <a:pt x="4031011" y="3516435"/>
                </a:lnTo>
                <a:lnTo>
                  <a:pt x="4044923" y="3473665"/>
                </a:lnTo>
                <a:lnTo>
                  <a:pt x="4055938" y="3429670"/>
                </a:lnTo>
                <a:lnTo>
                  <a:pt x="4063943" y="3384562"/>
                </a:lnTo>
                <a:lnTo>
                  <a:pt x="4068828" y="3338451"/>
                </a:lnTo>
                <a:lnTo>
                  <a:pt x="4070481" y="3291449"/>
                </a:lnTo>
                <a:lnTo>
                  <a:pt x="4070481" y="658246"/>
                </a:lnTo>
                <a:lnTo>
                  <a:pt x="4068828" y="611244"/>
                </a:lnTo>
                <a:lnTo>
                  <a:pt x="4063943" y="565133"/>
                </a:lnTo>
                <a:lnTo>
                  <a:pt x="4055938" y="520025"/>
                </a:lnTo>
                <a:lnTo>
                  <a:pt x="4044923" y="476030"/>
                </a:lnTo>
                <a:lnTo>
                  <a:pt x="4031011" y="433260"/>
                </a:lnTo>
                <a:lnTo>
                  <a:pt x="4014312" y="391827"/>
                </a:lnTo>
                <a:lnTo>
                  <a:pt x="3994939" y="351842"/>
                </a:lnTo>
                <a:lnTo>
                  <a:pt x="3973002" y="313417"/>
                </a:lnTo>
                <a:lnTo>
                  <a:pt x="3948614" y="276663"/>
                </a:lnTo>
                <a:lnTo>
                  <a:pt x="3921885" y="241691"/>
                </a:lnTo>
                <a:lnTo>
                  <a:pt x="3892926" y="208613"/>
                </a:lnTo>
                <a:lnTo>
                  <a:pt x="3861850" y="177541"/>
                </a:lnTo>
                <a:lnTo>
                  <a:pt x="3828768" y="148586"/>
                </a:lnTo>
                <a:lnTo>
                  <a:pt x="3793791" y="121860"/>
                </a:lnTo>
                <a:lnTo>
                  <a:pt x="3757030" y="97473"/>
                </a:lnTo>
                <a:lnTo>
                  <a:pt x="3718598" y="75538"/>
                </a:lnTo>
                <a:lnTo>
                  <a:pt x="3678605" y="56166"/>
                </a:lnTo>
                <a:lnTo>
                  <a:pt x="3637162" y="39469"/>
                </a:lnTo>
                <a:lnTo>
                  <a:pt x="3594382" y="25557"/>
                </a:lnTo>
                <a:lnTo>
                  <a:pt x="3550376" y="14543"/>
                </a:lnTo>
                <a:lnTo>
                  <a:pt x="3505255" y="6538"/>
                </a:lnTo>
                <a:lnTo>
                  <a:pt x="3459130" y="1653"/>
                </a:lnTo>
                <a:lnTo>
                  <a:pt x="34121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3"/>
          <p:cNvSpPr/>
          <p:nvPr/>
        </p:nvSpPr>
        <p:spPr>
          <a:xfrm>
            <a:off x="7968995" y="1756288"/>
            <a:ext cx="4070985" cy="3949700"/>
          </a:xfrm>
          <a:custGeom>
            <a:avLst/>
            <a:gdLst/>
            <a:ahLst/>
            <a:cxnLst/>
            <a:rect l="l" t="t" r="r" b="b"/>
            <a:pathLst>
              <a:path w="4070984" h="3949700">
                <a:moveTo>
                  <a:pt x="0" y="658246"/>
                </a:moveTo>
                <a:lnTo>
                  <a:pt x="1653" y="611244"/>
                </a:lnTo>
                <a:lnTo>
                  <a:pt x="6538" y="565133"/>
                </a:lnTo>
                <a:lnTo>
                  <a:pt x="14543" y="520025"/>
                </a:lnTo>
                <a:lnTo>
                  <a:pt x="25558" y="476030"/>
                </a:lnTo>
                <a:lnTo>
                  <a:pt x="39470" y="433260"/>
                </a:lnTo>
                <a:lnTo>
                  <a:pt x="56169" y="391827"/>
                </a:lnTo>
                <a:lnTo>
                  <a:pt x="75542" y="351842"/>
                </a:lnTo>
                <a:lnTo>
                  <a:pt x="97479" y="313417"/>
                </a:lnTo>
                <a:lnTo>
                  <a:pt x="121867" y="276663"/>
                </a:lnTo>
                <a:lnTo>
                  <a:pt x="148596" y="241691"/>
                </a:lnTo>
                <a:lnTo>
                  <a:pt x="177555" y="208613"/>
                </a:lnTo>
                <a:lnTo>
                  <a:pt x="208631" y="177541"/>
                </a:lnTo>
                <a:lnTo>
                  <a:pt x="241713" y="148586"/>
                </a:lnTo>
                <a:lnTo>
                  <a:pt x="276690" y="121860"/>
                </a:lnTo>
                <a:lnTo>
                  <a:pt x="313451" y="97473"/>
                </a:lnTo>
                <a:lnTo>
                  <a:pt x="351883" y="75538"/>
                </a:lnTo>
                <a:lnTo>
                  <a:pt x="391876" y="56166"/>
                </a:lnTo>
                <a:lnTo>
                  <a:pt x="433319" y="39469"/>
                </a:lnTo>
                <a:lnTo>
                  <a:pt x="476099" y="25557"/>
                </a:lnTo>
                <a:lnTo>
                  <a:pt x="520105" y="14543"/>
                </a:lnTo>
                <a:lnTo>
                  <a:pt x="565226" y="6538"/>
                </a:lnTo>
                <a:lnTo>
                  <a:pt x="611351" y="1653"/>
                </a:lnTo>
                <a:lnTo>
                  <a:pt x="658367" y="0"/>
                </a:lnTo>
                <a:lnTo>
                  <a:pt x="3412114" y="0"/>
                </a:lnTo>
                <a:lnTo>
                  <a:pt x="3459130" y="1653"/>
                </a:lnTo>
                <a:lnTo>
                  <a:pt x="3505255" y="6538"/>
                </a:lnTo>
                <a:lnTo>
                  <a:pt x="3550376" y="14543"/>
                </a:lnTo>
                <a:lnTo>
                  <a:pt x="3594382" y="25557"/>
                </a:lnTo>
                <a:lnTo>
                  <a:pt x="3637162" y="39469"/>
                </a:lnTo>
                <a:lnTo>
                  <a:pt x="3678605" y="56166"/>
                </a:lnTo>
                <a:lnTo>
                  <a:pt x="3718598" y="75538"/>
                </a:lnTo>
                <a:lnTo>
                  <a:pt x="3757030" y="97473"/>
                </a:lnTo>
                <a:lnTo>
                  <a:pt x="3793791" y="121860"/>
                </a:lnTo>
                <a:lnTo>
                  <a:pt x="3828768" y="148586"/>
                </a:lnTo>
                <a:lnTo>
                  <a:pt x="3861850" y="177541"/>
                </a:lnTo>
                <a:lnTo>
                  <a:pt x="3892926" y="208613"/>
                </a:lnTo>
                <a:lnTo>
                  <a:pt x="3921885" y="241691"/>
                </a:lnTo>
                <a:lnTo>
                  <a:pt x="3948614" y="276663"/>
                </a:lnTo>
                <a:lnTo>
                  <a:pt x="3973002" y="313417"/>
                </a:lnTo>
                <a:lnTo>
                  <a:pt x="3994939" y="351842"/>
                </a:lnTo>
                <a:lnTo>
                  <a:pt x="4014312" y="391827"/>
                </a:lnTo>
                <a:lnTo>
                  <a:pt x="4031011" y="433260"/>
                </a:lnTo>
                <a:lnTo>
                  <a:pt x="4044923" y="476030"/>
                </a:lnTo>
                <a:lnTo>
                  <a:pt x="4055938" y="520025"/>
                </a:lnTo>
                <a:lnTo>
                  <a:pt x="4063943" y="565133"/>
                </a:lnTo>
                <a:lnTo>
                  <a:pt x="4068828" y="611244"/>
                </a:lnTo>
                <a:lnTo>
                  <a:pt x="4070481" y="658246"/>
                </a:lnTo>
                <a:lnTo>
                  <a:pt x="4070481" y="3291449"/>
                </a:lnTo>
                <a:lnTo>
                  <a:pt x="4068828" y="3338451"/>
                </a:lnTo>
                <a:lnTo>
                  <a:pt x="4063943" y="3384562"/>
                </a:lnTo>
                <a:lnTo>
                  <a:pt x="4055938" y="3429670"/>
                </a:lnTo>
                <a:lnTo>
                  <a:pt x="4044923" y="3473665"/>
                </a:lnTo>
                <a:lnTo>
                  <a:pt x="4031011" y="3516435"/>
                </a:lnTo>
                <a:lnTo>
                  <a:pt x="4014312" y="3557868"/>
                </a:lnTo>
                <a:lnTo>
                  <a:pt x="3994939" y="3597853"/>
                </a:lnTo>
                <a:lnTo>
                  <a:pt x="3973002" y="3636279"/>
                </a:lnTo>
                <a:lnTo>
                  <a:pt x="3948614" y="3673033"/>
                </a:lnTo>
                <a:lnTo>
                  <a:pt x="3921885" y="3708005"/>
                </a:lnTo>
                <a:lnTo>
                  <a:pt x="3892926" y="3741083"/>
                </a:lnTo>
                <a:lnTo>
                  <a:pt x="3861850" y="3772155"/>
                </a:lnTo>
                <a:lnTo>
                  <a:pt x="3828768" y="3801110"/>
                </a:lnTo>
                <a:lnTo>
                  <a:pt x="3793791" y="3827837"/>
                </a:lnTo>
                <a:lnTo>
                  <a:pt x="3757030" y="3852224"/>
                </a:lnTo>
                <a:lnTo>
                  <a:pt x="3718598" y="3874159"/>
                </a:lnTo>
                <a:lnTo>
                  <a:pt x="3678605" y="3893531"/>
                </a:lnTo>
                <a:lnTo>
                  <a:pt x="3637162" y="3910229"/>
                </a:lnTo>
                <a:lnTo>
                  <a:pt x="3594382" y="3924141"/>
                </a:lnTo>
                <a:lnTo>
                  <a:pt x="3550376" y="3935155"/>
                </a:lnTo>
                <a:lnTo>
                  <a:pt x="3505255" y="3943160"/>
                </a:lnTo>
                <a:lnTo>
                  <a:pt x="3459130" y="3948045"/>
                </a:lnTo>
                <a:lnTo>
                  <a:pt x="3412114" y="3949698"/>
                </a:lnTo>
                <a:lnTo>
                  <a:pt x="658367" y="3949698"/>
                </a:lnTo>
                <a:lnTo>
                  <a:pt x="611351" y="3948045"/>
                </a:lnTo>
                <a:lnTo>
                  <a:pt x="565226" y="3943160"/>
                </a:lnTo>
                <a:lnTo>
                  <a:pt x="520105" y="3935155"/>
                </a:lnTo>
                <a:lnTo>
                  <a:pt x="476099" y="3924141"/>
                </a:lnTo>
                <a:lnTo>
                  <a:pt x="433319" y="3910229"/>
                </a:lnTo>
                <a:lnTo>
                  <a:pt x="391876" y="3893531"/>
                </a:lnTo>
                <a:lnTo>
                  <a:pt x="351883" y="3874159"/>
                </a:lnTo>
                <a:lnTo>
                  <a:pt x="313451" y="3852224"/>
                </a:lnTo>
                <a:lnTo>
                  <a:pt x="276690" y="3827837"/>
                </a:lnTo>
                <a:lnTo>
                  <a:pt x="241713" y="3801110"/>
                </a:lnTo>
                <a:lnTo>
                  <a:pt x="208631" y="3772155"/>
                </a:lnTo>
                <a:lnTo>
                  <a:pt x="177555" y="3741083"/>
                </a:lnTo>
                <a:lnTo>
                  <a:pt x="148596" y="3708005"/>
                </a:lnTo>
                <a:lnTo>
                  <a:pt x="121867" y="3673033"/>
                </a:lnTo>
                <a:lnTo>
                  <a:pt x="97479" y="3636279"/>
                </a:lnTo>
                <a:lnTo>
                  <a:pt x="75542" y="3597853"/>
                </a:lnTo>
                <a:lnTo>
                  <a:pt x="56169" y="3557868"/>
                </a:lnTo>
                <a:lnTo>
                  <a:pt x="39470" y="3516435"/>
                </a:lnTo>
                <a:lnTo>
                  <a:pt x="25558" y="3473665"/>
                </a:lnTo>
                <a:lnTo>
                  <a:pt x="14543" y="3429670"/>
                </a:lnTo>
                <a:lnTo>
                  <a:pt x="6538" y="3384562"/>
                </a:lnTo>
                <a:lnTo>
                  <a:pt x="1653" y="3338451"/>
                </a:lnTo>
                <a:lnTo>
                  <a:pt x="0" y="3291449"/>
                </a:lnTo>
                <a:lnTo>
                  <a:pt x="0" y="65824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4"/>
          <p:cNvSpPr txBox="1"/>
          <p:nvPr/>
        </p:nvSpPr>
        <p:spPr>
          <a:xfrm>
            <a:off x="11452869" y="2214495"/>
            <a:ext cx="320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45"/>
          <p:cNvSpPr txBox="1"/>
          <p:nvPr/>
        </p:nvSpPr>
        <p:spPr>
          <a:xfrm>
            <a:off x="11450963" y="2624451"/>
            <a:ext cx="320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46"/>
          <p:cNvSpPr txBox="1"/>
          <p:nvPr/>
        </p:nvSpPr>
        <p:spPr>
          <a:xfrm>
            <a:off x="8320399" y="2625407"/>
            <a:ext cx="302196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400" b="1" spc="-1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r>
              <a:rPr sz="1350" b="1" baseline="27777" dirty="0">
                <a:solidFill>
                  <a:srgbClr val="6F2F9F"/>
                </a:solidFill>
                <a:latin typeface="Arial"/>
                <a:cs typeface="Arial"/>
              </a:rPr>
              <a:t>nd</a:t>
            </a:r>
            <a:r>
              <a:rPr sz="1350" b="1" spc="127" baseline="27777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r>
              <a:rPr sz="1400" b="1" spc="-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400" b="1" spc="-16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47"/>
          <p:cNvSpPr txBox="1"/>
          <p:nvPr/>
        </p:nvSpPr>
        <p:spPr>
          <a:xfrm>
            <a:off x="8315704" y="2174303"/>
            <a:ext cx="29825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1400" b="1" spc="-1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350" b="1" spc="15" baseline="27777" dirty="0">
                <a:solidFill>
                  <a:srgbClr val="6F2F9F"/>
                </a:solidFill>
                <a:latin typeface="Arial"/>
                <a:cs typeface="Arial"/>
              </a:rPr>
              <a:t>st</a:t>
            </a:r>
            <a:r>
              <a:rPr sz="1350" b="1" spc="75" baseline="27777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r>
              <a:rPr sz="14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1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400" b="1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48"/>
          <p:cNvSpPr txBox="1"/>
          <p:nvPr/>
        </p:nvSpPr>
        <p:spPr>
          <a:xfrm>
            <a:off x="403856" y="4696462"/>
            <a:ext cx="1043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9969" algn="l"/>
              </a:tabLst>
            </a:pPr>
            <a:r>
              <a:rPr sz="1200" b="1" spc="-10" dirty="0">
                <a:solidFill>
                  <a:srgbClr val="6F2F9F"/>
                </a:solidFill>
                <a:latin typeface="Arial"/>
                <a:cs typeface="Arial"/>
              </a:rPr>
              <a:t>0.03</a:t>
            </a:r>
            <a:r>
              <a:rPr sz="12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spc="-1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b="1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4" name="object 49"/>
          <p:cNvSpPr txBox="1"/>
          <p:nvPr/>
        </p:nvSpPr>
        <p:spPr>
          <a:xfrm>
            <a:off x="410833" y="4834959"/>
            <a:ext cx="320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01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0"/>
          <p:cNvSpPr txBox="1"/>
          <p:nvPr/>
        </p:nvSpPr>
        <p:spPr>
          <a:xfrm>
            <a:off x="8324209" y="3021334"/>
            <a:ext cx="298894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r>
              <a:rPr sz="1350" b="1" spc="22" baseline="27777" dirty="0">
                <a:solidFill>
                  <a:srgbClr val="6F2F9F"/>
                </a:solidFill>
                <a:latin typeface="Arial"/>
                <a:cs typeface="Arial"/>
              </a:rPr>
              <a:t>rd</a:t>
            </a:r>
            <a:r>
              <a:rPr sz="1350" b="1" spc="150" baseline="27777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400" b="1" spc="-1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</p:txBody>
      </p:sp>
      <p:sp>
        <p:nvSpPr>
          <p:cNvPr id="56" name="object 51"/>
          <p:cNvSpPr txBox="1"/>
          <p:nvPr/>
        </p:nvSpPr>
        <p:spPr>
          <a:xfrm>
            <a:off x="8345159" y="3861503"/>
            <a:ext cx="29794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400" b="1" spc="-1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r>
              <a:rPr sz="1350" b="1" spc="15" baseline="27777" dirty="0">
                <a:solidFill>
                  <a:srgbClr val="6F2F9F"/>
                </a:solidFill>
                <a:latin typeface="Arial"/>
                <a:cs typeface="Arial"/>
              </a:rPr>
              <a:t>th</a:t>
            </a:r>
            <a:r>
              <a:rPr sz="1350" b="1" spc="150" baseline="27777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400" b="1" spc="-1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2"/>
          <p:cNvSpPr txBox="1"/>
          <p:nvPr/>
        </p:nvSpPr>
        <p:spPr>
          <a:xfrm>
            <a:off x="8340337" y="3439542"/>
            <a:ext cx="297878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4</a:t>
            </a:r>
            <a:r>
              <a:rPr sz="1350" b="1" spc="15" baseline="27777" dirty="0">
                <a:solidFill>
                  <a:srgbClr val="6F2F9F"/>
                </a:solidFill>
                <a:latin typeface="Arial"/>
                <a:cs typeface="Arial"/>
              </a:rPr>
              <a:t>th</a:t>
            </a:r>
            <a:r>
              <a:rPr sz="1350" b="1" spc="150" baseline="27777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400" b="1" spc="-1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3"/>
          <p:cNvSpPr txBox="1"/>
          <p:nvPr/>
        </p:nvSpPr>
        <p:spPr>
          <a:xfrm>
            <a:off x="8363333" y="4300797"/>
            <a:ext cx="29794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400" b="1" spc="-1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6</a:t>
            </a:r>
            <a:r>
              <a:rPr sz="1350" b="1" spc="15" baseline="27777" dirty="0">
                <a:solidFill>
                  <a:srgbClr val="6F2F9F"/>
                </a:solidFill>
                <a:latin typeface="Arial"/>
                <a:cs typeface="Arial"/>
              </a:rPr>
              <a:t>th</a:t>
            </a:r>
            <a:r>
              <a:rPr sz="1350" b="1" spc="150" baseline="27777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400" b="1" spc="-1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4"/>
          <p:cNvSpPr txBox="1"/>
          <p:nvPr/>
        </p:nvSpPr>
        <p:spPr>
          <a:xfrm>
            <a:off x="8367770" y="5108835"/>
            <a:ext cx="297878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8</a:t>
            </a:r>
            <a:r>
              <a:rPr sz="1350" b="1" spc="15" baseline="27777" dirty="0">
                <a:solidFill>
                  <a:srgbClr val="6F2F9F"/>
                </a:solidFill>
                <a:latin typeface="Arial"/>
                <a:cs typeface="Arial"/>
              </a:rPr>
              <a:t>th</a:t>
            </a:r>
            <a:r>
              <a:rPr sz="1350" b="1" spc="150" baseline="27777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1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400" b="1" spc="-1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55"/>
          <p:cNvSpPr txBox="1"/>
          <p:nvPr/>
        </p:nvSpPr>
        <p:spPr>
          <a:xfrm>
            <a:off x="8362567" y="4701228"/>
            <a:ext cx="29825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1400" b="1" spc="-1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7</a:t>
            </a:r>
            <a:r>
              <a:rPr sz="1350" b="1" spc="7" baseline="27777" dirty="0">
                <a:solidFill>
                  <a:srgbClr val="6F2F9F"/>
                </a:solidFill>
                <a:latin typeface="Arial"/>
                <a:cs typeface="Arial"/>
              </a:rPr>
              <a:t>th</a:t>
            </a:r>
            <a:r>
              <a:rPr sz="1350" b="1" spc="150" baseline="27777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r>
              <a:rPr sz="1400" b="1" spc="-1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6F2F9F"/>
                </a:solidFill>
                <a:latin typeface="Arial"/>
                <a:cs typeface="Arial"/>
              </a:rPr>
              <a:t>being</a:t>
            </a:r>
            <a:r>
              <a:rPr sz="1400" b="1" spc="-1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6F2F9F"/>
                </a:solidFill>
                <a:latin typeface="Arial"/>
                <a:cs typeface="Arial"/>
              </a:rPr>
              <a:t>spam</a:t>
            </a:r>
            <a:r>
              <a:rPr sz="1400" b="1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56"/>
          <p:cNvSpPr txBox="1"/>
          <p:nvPr/>
        </p:nvSpPr>
        <p:spPr>
          <a:xfrm>
            <a:off x="11464287" y="3049020"/>
            <a:ext cx="320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57"/>
          <p:cNvSpPr txBox="1"/>
          <p:nvPr/>
        </p:nvSpPr>
        <p:spPr>
          <a:xfrm>
            <a:off x="11464287" y="3491492"/>
            <a:ext cx="320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58"/>
          <p:cNvSpPr txBox="1"/>
          <p:nvPr/>
        </p:nvSpPr>
        <p:spPr>
          <a:xfrm>
            <a:off x="11464287" y="3879851"/>
            <a:ext cx="320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9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59"/>
          <p:cNvSpPr txBox="1"/>
          <p:nvPr/>
        </p:nvSpPr>
        <p:spPr>
          <a:xfrm>
            <a:off x="11465299" y="4308738"/>
            <a:ext cx="320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9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0"/>
          <p:cNvSpPr txBox="1"/>
          <p:nvPr/>
        </p:nvSpPr>
        <p:spPr>
          <a:xfrm>
            <a:off x="11464287" y="4709483"/>
            <a:ext cx="3200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99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1"/>
          <p:cNvSpPr txBox="1"/>
          <p:nvPr/>
        </p:nvSpPr>
        <p:spPr>
          <a:xfrm>
            <a:off x="11464287" y="5124198"/>
            <a:ext cx="320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9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2"/>
          <p:cNvSpPr/>
          <p:nvPr/>
        </p:nvSpPr>
        <p:spPr>
          <a:xfrm>
            <a:off x="3838590" y="3295650"/>
            <a:ext cx="3571890" cy="14287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3"/>
          <p:cNvSpPr/>
          <p:nvPr/>
        </p:nvSpPr>
        <p:spPr>
          <a:xfrm>
            <a:off x="3926067" y="3390138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731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50"/>
                </a:lnTo>
                <a:lnTo>
                  <a:pt x="77553" y="45500"/>
                </a:lnTo>
                <a:lnTo>
                  <a:pt x="45490" y="77576"/>
                </a:lnTo>
                <a:lnTo>
                  <a:pt x="21047" y="116037"/>
                </a:lnTo>
                <a:lnTo>
                  <a:pt x="5469" y="159639"/>
                </a:lnTo>
                <a:lnTo>
                  <a:pt x="0" y="207142"/>
                </a:lnTo>
                <a:lnTo>
                  <a:pt x="0" y="1035426"/>
                </a:lnTo>
                <a:lnTo>
                  <a:pt x="5469" y="1082883"/>
                </a:lnTo>
                <a:lnTo>
                  <a:pt x="21047" y="1126453"/>
                </a:lnTo>
                <a:lnTo>
                  <a:pt x="45490" y="1164890"/>
                </a:lnTo>
                <a:lnTo>
                  <a:pt x="77553" y="1196952"/>
                </a:lnTo>
                <a:lnTo>
                  <a:pt x="115992" y="1221394"/>
                </a:lnTo>
                <a:lnTo>
                  <a:pt x="159563" y="1236971"/>
                </a:lnTo>
                <a:lnTo>
                  <a:pt x="207020" y="1242440"/>
                </a:lnTo>
                <a:lnTo>
                  <a:pt x="3189731" y="1242440"/>
                </a:lnTo>
                <a:lnTo>
                  <a:pt x="3237243" y="1236971"/>
                </a:lnTo>
                <a:lnTo>
                  <a:pt x="3280850" y="1221394"/>
                </a:lnTo>
                <a:lnTo>
                  <a:pt x="3319310" y="1196952"/>
                </a:lnTo>
                <a:lnTo>
                  <a:pt x="3351383" y="1164890"/>
                </a:lnTo>
                <a:lnTo>
                  <a:pt x="3375828" y="1126453"/>
                </a:lnTo>
                <a:lnTo>
                  <a:pt x="3391405" y="1082883"/>
                </a:lnTo>
                <a:lnTo>
                  <a:pt x="3396874" y="1035426"/>
                </a:lnTo>
                <a:lnTo>
                  <a:pt x="3396874" y="207142"/>
                </a:lnTo>
                <a:lnTo>
                  <a:pt x="3391405" y="159639"/>
                </a:lnTo>
                <a:lnTo>
                  <a:pt x="3375828" y="116037"/>
                </a:lnTo>
                <a:lnTo>
                  <a:pt x="3351383" y="77576"/>
                </a:lnTo>
                <a:lnTo>
                  <a:pt x="3319310" y="45500"/>
                </a:lnTo>
                <a:lnTo>
                  <a:pt x="3280850" y="21050"/>
                </a:lnTo>
                <a:lnTo>
                  <a:pt x="3237243" y="5469"/>
                </a:lnTo>
                <a:lnTo>
                  <a:pt x="3189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4"/>
          <p:cNvSpPr/>
          <p:nvPr/>
        </p:nvSpPr>
        <p:spPr>
          <a:xfrm>
            <a:off x="3926067" y="3390138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142"/>
                </a:moveTo>
                <a:lnTo>
                  <a:pt x="5469" y="159639"/>
                </a:lnTo>
                <a:lnTo>
                  <a:pt x="21047" y="116037"/>
                </a:lnTo>
                <a:lnTo>
                  <a:pt x="45490" y="77576"/>
                </a:lnTo>
                <a:lnTo>
                  <a:pt x="77553" y="45500"/>
                </a:lnTo>
                <a:lnTo>
                  <a:pt x="115992" y="21050"/>
                </a:lnTo>
                <a:lnTo>
                  <a:pt x="159563" y="5469"/>
                </a:lnTo>
                <a:lnTo>
                  <a:pt x="207020" y="0"/>
                </a:lnTo>
                <a:lnTo>
                  <a:pt x="3189731" y="0"/>
                </a:lnTo>
                <a:lnTo>
                  <a:pt x="3237243" y="5469"/>
                </a:lnTo>
                <a:lnTo>
                  <a:pt x="3280850" y="21050"/>
                </a:lnTo>
                <a:lnTo>
                  <a:pt x="3319310" y="45500"/>
                </a:lnTo>
                <a:lnTo>
                  <a:pt x="3351383" y="77576"/>
                </a:lnTo>
                <a:lnTo>
                  <a:pt x="3375828" y="116037"/>
                </a:lnTo>
                <a:lnTo>
                  <a:pt x="3391405" y="159639"/>
                </a:lnTo>
                <a:lnTo>
                  <a:pt x="3396874" y="207142"/>
                </a:lnTo>
                <a:lnTo>
                  <a:pt x="3396874" y="1035426"/>
                </a:lnTo>
                <a:lnTo>
                  <a:pt x="3391405" y="1082883"/>
                </a:lnTo>
                <a:lnTo>
                  <a:pt x="3375828" y="1126453"/>
                </a:lnTo>
                <a:lnTo>
                  <a:pt x="3351383" y="1164890"/>
                </a:lnTo>
                <a:lnTo>
                  <a:pt x="3319310" y="1196952"/>
                </a:lnTo>
                <a:lnTo>
                  <a:pt x="3280850" y="1221394"/>
                </a:lnTo>
                <a:lnTo>
                  <a:pt x="3237243" y="1236971"/>
                </a:lnTo>
                <a:lnTo>
                  <a:pt x="3189731" y="1242440"/>
                </a:lnTo>
                <a:lnTo>
                  <a:pt x="207020" y="1242440"/>
                </a:lnTo>
                <a:lnTo>
                  <a:pt x="159563" y="1236971"/>
                </a:lnTo>
                <a:lnTo>
                  <a:pt x="115992" y="1221394"/>
                </a:lnTo>
                <a:lnTo>
                  <a:pt x="77553" y="1196952"/>
                </a:lnTo>
                <a:lnTo>
                  <a:pt x="45490" y="1164890"/>
                </a:lnTo>
                <a:lnTo>
                  <a:pt x="21047" y="1126453"/>
                </a:lnTo>
                <a:lnTo>
                  <a:pt x="5469" y="1082883"/>
                </a:lnTo>
                <a:lnTo>
                  <a:pt x="0" y="1035426"/>
                </a:lnTo>
                <a:lnTo>
                  <a:pt x="0" y="207142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5"/>
          <p:cNvSpPr txBox="1"/>
          <p:nvPr/>
        </p:nvSpPr>
        <p:spPr>
          <a:xfrm>
            <a:off x="4008504" y="3552758"/>
            <a:ext cx="3232785" cy="9448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-8890" algn="ctr">
              <a:lnSpc>
                <a:spcPct val="100000"/>
              </a:lnSpc>
              <a:spcBef>
                <a:spcPts val="125"/>
              </a:spcBef>
            </a:pPr>
            <a:r>
              <a:rPr sz="2000" b="1" spc="30" dirty="0">
                <a:solidFill>
                  <a:srgbClr val="6F2F9F"/>
                </a:solidFill>
                <a:latin typeface="Arial"/>
                <a:cs typeface="Arial"/>
              </a:rPr>
              <a:t>Now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let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us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find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out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the 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individual</a:t>
            </a:r>
            <a:r>
              <a:rPr sz="2000" b="1" spc="-229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log</a:t>
            </a:r>
            <a:r>
              <a:rPr sz="2000" b="1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2000" b="1" spc="-2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of 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each</a:t>
            </a:r>
            <a:r>
              <a:rPr sz="2000" b="1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50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endParaRPr sz="2000">
              <a:latin typeface="Arial"/>
              <a:cs typeface="Arial"/>
            </a:endParaRPr>
          </a:p>
        </p:txBody>
      </p:sp>
      <p:sp>
        <p:nvSpPr>
          <p:cNvPr id="71" name="object 66"/>
          <p:cNvSpPr/>
          <p:nvPr/>
        </p:nvSpPr>
        <p:spPr>
          <a:xfrm>
            <a:off x="3238500" y="3619500"/>
            <a:ext cx="571500" cy="6191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67"/>
          <p:cNvSpPr/>
          <p:nvPr/>
        </p:nvSpPr>
        <p:spPr>
          <a:xfrm>
            <a:off x="3359779" y="3688202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39"/>
                </a:lnTo>
                <a:lnTo>
                  <a:pt x="0" y="481081"/>
                </a:lnTo>
                <a:lnTo>
                  <a:pt x="208147" y="481081"/>
                </a:lnTo>
                <a:lnTo>
                  <a:pt x="416448" y="240539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68"/>
          <p:cNvSpPr/>
          <p:nvPr/>
        </p:nvSpPr>
        <p:spPr>
          <a:xfrm>
            <a:off x="3359779" y="3688202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48" y="240539"/>
                </a:lnTo>
                <a:lnTo>
                  <a:pt x="208147" y="481081"/>
                </a:lnTo>
                <a:lnTo>
                  <a:pt x="0" y="481081"/>
                </a:lnTo>
                <a:lnTo>
                  <a:pt x="208147" y="2405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69"/>
          <p:cNvSpPr/>
          <p:nvPr/>
        </p:nvSpPr>
        <p:spPr>
          <a:xfrm>
            <a:off x="7372350" y="3619500"/>
            <a:ext cx="571500" cy="6191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0"/>
          <p:cNvSpPr/>
          <p:nvPr/>
        </p:nvSpPr>
        <p:spPr>
          <a:xfrm>
            <a:off x="7489697" y="368896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208147" y="0"/>
                </a:moveTo>
                <a:lnTo>
                  <a:pt x="0" y="0"/>
                </a:lnTo>
                <a:lnTo>
                  <a:pt x="208147" y="240539"/>
                </a:lnTo>
                <a:lnTo>
                  <a:pt x="0" y="481081"/>
                </a:lnTo>
                <a:lnTo>
                  <a:pt x="208147" y="481081"/>
                </a:lnTo>
                <a:lnTo>
                  <a:pt x="416448" y="240539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1"/>
          <p:cNvSpPr/>
          <p:nvPr/>
        </p:nvSpPr>
        <p:spPr>
          <a:xfrm>
            <a:off x="7489697" y="368896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0" y="0"/>
                </a:moveTo>
                <a:lnTo>
                  <a:pt x="208147" y="0"/>
                </a:lnTo>
                <a:lnTo>
                  <a:pt x="416448" y="240539"/>
                </a:lnTo>
                <a:lnTo>
                  <a:pt x="208147" y="481081"/>
                </a:lnTo>
                <a:lnTo>
                  <a:pt x="0" y="481081"/>
                </a:lnTo>
                <a:lnTo>
                  <a:pt x="208147" y="2405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2"/>
          <p:cNvSpPr txBox="1"/>
          <p:nvPr/>
        </p:nvSpPr>
        <p:spPr>
          <a:xfrm>
            <a:off x="342582" y="2748594"/>
            <a:ext cx="2984500" cy="47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390525" algn="l"/>
                <a:tab pos="297116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1800" u="dash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dash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52705">
              <a:lnSpc>
                <a:spcPts val="1415"/>
              </a:lnSpc>
            </a:pPr>
            <a:r>
              <a:rPr sz="1200" b="1" spc="-10" dirty="0">
                <a:solidFill>
                  <a:srgbClr val="6F2F9F"/>
                </a:solidFill>
                <a:latin typeface="Arial"/>
                <a:cs typeface="Arial"/>
              </a:rPr>
              <a:t>0.99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784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490798" y="4944486"/>
            <a:ext cx="1366520" cy="0"/>
          </a:xfrm>
          <a:custGeom>
            <a:avLst/>
            <a:gdLst/>
            <a:ahLst/>
            <a:cxnLst/>
            <a:rect l="l" t="t" r="r" b="b"/>
            <a:pathLst>
              <a:path w="1366520">
                <a:moveTo>
                  <a:pt x="0" y="0"/>
                </a:moveTo>
                <a:lnTo>
                  <a:pt x="1366326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/>
          <p:cNvSpPr/>
          <p:nvPr/>
        </p:nvSpPr>
        <p:spPr>
          <a:xfrm>
            <a:off x="1279778" y="3028440"/>
            <a:ext cx="1148029" cy="1993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5"/>
          <p:cNvSpPr/>
          <p:nvPr/>
        </p:nvSpPr>
        <p:spPr>
          <a:xfrm>
            <a:off x="8661288" y="3267821"/>
            <a:ext cx="3458210" cy="1028700"/>
          </a:xfrm>
          <a:custGeom>
            <a:avLst/>
            <a:gdLst/>
            <a:ahLst/>
            <a:cxnLst/>
            <a:rect l="l" t="t" r="r" b="b"/>
            <a:pathLst>
              <a:path w="3458209" h="1028700">
                <a:moveTo>
                  <a:pt x="3286749" y="0"/>
                </a:moveTo>
                <a:lnTo>
                  <a:pt x="171449" y="0"/>
                </a:lnTo>
                <a:lnTo>
                  <a:pt x="125846" y="6129"/>
                </a:lnTo>
                <a:lnTo>
                  <a:pt x="84883" y="23425"/>
                </a:lnTo>
                <a:lnTo>
                  <a:pt x="50189" y="50246"/>
                </a:lnTo>
                <a:lnTo>
                  <a:pt x="23391" y="84951"/>
                </a:lnTo>
                <a:lnTo>
                  <a:pt x="6119" y="125899"/>
                </a:lnTo>
                <a:lnTo>
                  <a:pt x="0" y="171449"/>
                </a:lnTo>
                <a:lnTo>
                  <a:pt x="0" y="857015"/>
                </a:lnTo>
                <a:lnTo>
                  <a:pt x="6119" y="902564"/>
                </a:lnTo>
                <a:lnTo>
                  <a:pt x="23391" y="943512"/>
                </a:lnTo>
                <a:lnTo>
                  <a:pt x="50189" y="978217"/>
                </a:lnTo>
                <a:lnTo>
                  <a:pt x="84883" y="1005039"/>
                </a:lnTo>
                <a:lnTo>
                  <a:pt x="125846" y="1022335"/>
                </a:lnTo>
                <a:lnTo>
                  <a:pt x="171449" y="1028465"/>
                </a:lnTo>
                <a:lnTo>
                  <a:pt x="3286749" y="1028465"/>
                </a:lnTo>
                <a:lnTo>
                  <a:pt x="3332291" y="1022335"/>
                </a:lnTo>
                <a:lnTo>
                  <a:pt x="3373217" y="1005039"/>
                </a:lnTo>
                <a:lnTo>
                  <a:pt x="3407892" y="978217"/>
                </a:lnTo>
                <a:lnTo>
                  <a:pt x="3434683" y="943512"/>
                </a:lnTo>
                <a:lnTo>
                  <a:pt x="3451957" y="902564"/>
                </a:lnTo>
                <a:lnTo>
                  <a:pt x="3458077" y="857015"/>
                </a:lnTo>
                <a:lnTo>
                  <a:pt x="3458077" y="171449"/>
                </a:lnTo>
                <a:lnTo>
                  <a:pt x="3451957" y="125899"/>
                </a:lnTo>
                <a:lnTo>
                  <a:pt x="3434683" y="84951"/>
                </a:lnTo>
                <a:lnTo>
                  <a:pt x="3407892" y="50246"/>
                </a:lnTo>
                <a:lnTo>
                  <a:pt x="3373217" y="23425"/>
                </a:lnTo>
                <a:lnTo>
                  <a:pt x="3332291" y="6129"/>
                </a:lnTo>
                <a:lnTo>
                  <a:pt x="328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6"/>
          <p:cNvSpPr/>
          <p:nvPr/>
        </p:nvSpPr>
        <p:spPr>
          <a:xfrm>
            <a:off x="8661288" y="3267821"/>
            <a:ext cx="3458210" cy="1028700"/>
          </a:xfrm>
          <a:custGeom>
            <a:avLst/>
            <a:gdLst/>
            <a:ahLst/>
            <a:cxnLst/>
            <a:rect l="l" t="t" r="r" b="b"/>
            <a:pathLst>
              <a:path w="3458209" h="1028700">
                <a:moveTo>
                  <a:pt x="0" y="171449"/>
                </a:moveTo>
                <a:lnTo>
                  <a:pt x="6119" y="125899"/>
                </a:lnTo>
                <a:lnTo>
                  <a:pt x="23391" y="84951"/>
                </a:lnTo>
                <a:lnTo>
                  <a:pt x="50189" y="50246"/>
                </a:lnTo>
                <a:lnTo>
                  <a:pt x="84883" y="23425"/>
                </a:lnTo>
                <a:lnTo>
                  <a:pt x="125846" y="6129"/>
                </a:lnTo>
                <a:lnTo>
                  <a:pt x="171449" y="0"/>
                </a:lnTo>
                <a:lnTo>
                  <a:pt x="3286749" y="0"/>
                </a:lnTo>
                <a:lnTo>
                  <a:pt x="3332291" y="6129"/>
                </a:lnTo>
                <a:lnTo>
                  <a:pt x="3373217" y="23425"/>
                </a:lnTo>
                <a:lnTo>
                  <a:pt x="3407892" y="50246"/>
                </a:lnTo>
                <a:lnTo>
                  <a:pt x="3434683" y="84951"/>
                </a:lnTo>
                <a:lnTo>
                  <a:pt x="3451957" y="125899"/>
                </a:lnTo>
                <a:lnTo>
                  <a:pt x="3458077" y="171449"/>
                </a:lnTo>
                <a:lnTo>
                  <a:pt x="3458077" y="857015"/>
                </a:lnTo>
                <a:lnTo>
                  <a:pt x="3451957" y="902564"/>
                </a:lnTo>
                <a:lnTo>
                  <a:pt x="3434683" y="943512"/>
                </a:lnTo>
                <a:lnTo>
                  <a:pt x="3407892" y="978217"/>
                </a:lnTo>
                <a:lnTo>
                  <a:pt x="3373217" y="1005039"/>
                </a:lnTo>
                <a:lnTo>
                  <a:pt x="3332291" y="1022335"/>
                </a:lnTo>
                <a:lnTo>
                  <a:pt x="3286749" y="1028465"/>
                </a:lnTo>
                <a:lnTo>
                  <a:pt x="171449" y="1028465"/>
                </a:lnTo>
                <a:lnTo>
                  <a:pt x="125846" y="1022335"/>
                </a:lnTo>
                <a:lnTo>
                  <a:pt x="84883" y="1005039"/>
                </a:lnTo>
                <a:lnTo>
                  <a:pt x="50189" y="978217"/>
                </a:lnTo>
                <a:lnTo>
                  <a:pt x="23391" y="943512"/>
                </a:lnTo>
                <a:lnTo>
                  <a:pt x="6119" y="902564"/>
                </a:lnTo>
                <a:lnTo>
                  <a:pt x="0" y="857015"/>
                </a:lnTo>
                <a:lnTo>
                  <a:pt x="0" y="17144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/>
          <p:cNvSpPr/>
          <p:nvPr/>
        </p:nvSpPr>
        <p:spPr>
          <a:xfrm>
            <a:off x="476286" y="3044314"/>
            <a:ext cx="2575179" cy="196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1"/>
          <p:cNvSpPr txBox="1"/>
          <p:nvPr/>
        </p:nvSpPr>
        <p:spPr>
          <a:xfrm>
            <a:off x="8878323" y="3378203"/>
            <a:ext cx="3094990" cy="74993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(1-0.01)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x 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(1-0.01)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x 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(1-0.03)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x</a:t>
            </a:r>
            <a:r>
              <a:rPr sz="1550" b="1" spc="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(1-</a:t>
            </a:r>
            <a:endParaRPr sz="1550">
              <a:latin typeface="Arial"/>
              <a:cs typeface="Arial"/>
            </a:endParaRPr>
          </a:p>
          <a:p>
            <a:pPr marL="69850">
              <a:lnSpc>
                <a:spcPct val="100000"/>
              </a:lnSpc>
              <a:spcBef>
                <a:spcPts val="990"/>
              </a:spcBef>
            </a:pP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0.05)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x 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0.97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x 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0.99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x 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0.99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x</a:t>
            </a:r>
            <a:r>
              <a:rPr sz="1550" b="1" spc="-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15" dirty="0">
                <a:solidFill>
                  <a:srgbClr val="6F2F9F"/>
                </a:solidFill>
                <a:latin typeface="Arial"/>
                <a:cs typeface="Arial"/>
              </a:rPr>
              <a:t>0.99</a:t>
            </a:r>
            <a:endParaRPr sz="1550">
              <a:latin typeface="Arial"/>
              <a:cs typeface="Arial"/>
            </a:endParaRPr>
          </a:p>
        </p:txBody>
      </p:sp>
      <p:sp>
        <p:nvSpPr>
          <p:cNvPr id="30" name="object 12"/>
          <p:cNvSpPr txBox="1"/>
          <p:nvPr/>
        </p:nvSpPr>
        <p:spPr>
          <a:xfrm>
            <a:off x="4559049" y="3619811"/>
            <a:ext cx="397382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Likelihood of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data given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this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curve</a:t>
            </a:r>
            <a:r>
              <a:rPr sz="1800" b="1" spc="-2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13"/>
          <p:cNvSpPr/>
          <p:nvPr/>
        </p:nvSpPr>
        <p:spPr>
          <a:xfrm>
            <a:off x="3824356" y="3405262"/>
            <a:ext cx="685406" cy="6854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4"/>
          <p:cNvSpPr/>
          <p:nvPr/>
        </p:nvSpPr>
        <p:spPr>
          <a:xfrm>
            <a:off x="3663979" y="3600273"/>
            <a:ext cx="434300" cy="472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5"/>
          <p:cNvSpPr/>
          <p:nvPr/>
        </p:nvSpPr>
        <p:spPr>
          <a:xfrm>
            <a:off x="475451" y="3634861"/>
            <a:ext cx="1482725" cy="0"/>
          </a:xfrm>
          <a:custGeom>
            <a:avLst/>
            <a:gdLst/>
            <a:ahLst/>
            <a:cxnLst/>
            <a:rect l="l" t="t" r="r" b="b"/>
            <a:pathLst>
              <a:path w="1482725">
                <a:moveTo>
                  <a:pt x="0" y="0"/>
                </a:moveTo>
                <a:lnTo>
                  <a:pt x="148263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6"/>
          <p:cNvSpPr/>
          <p:nvPr/>
        </p:nvSpPr>
        <p:spPr>
          <a:xfrm>
            <a:off x="399443" y="2786756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196" y="114340"/>
                </a:moveTo>
                <a:lnTo>
                  <a:pt x="38096" y="114381"/>
                </a:lnTo>
                <a:lnTo>
                  <a:pt x="40431" y="2222632"/>
                </a:lnTo>
                <a:lnTo>
                  <a:pt x="78531" y="2222632"/>
                </a:lnTo>
                <a:lnTo>
                  <a:pt x="76196" y="114340"/>
                </a:lnTo>
                <a:close/>
              </a:path>
              <a:path w="114300" h="2223135">
                <a:moveTo>
                  <a:pt x="57006" y="0"/>
                </a:moveTo>
                <a:lnTo>
                  <a:pt x="0" y="114421"/>
                </a:lnTo>
                <a:lnTo>
                  <a:pt x="38096" y="114381"/>
                </a:lnTo>
                <a:lnTo>
                  <a:pt x="38075" y="95249"/>
                </a:lnTo>
                <a:lnTo>
                  <a:pt x="104751" y="95249"/>
                </a:lnTo>
                <a:lnTo>
                  <a:pt x="57006" y="0"/>
                </a:lnTo>
                <a:close/>
              </a:path>
              <a:path w="114300" h="2223135">
                <a:moveTo>
                  <a:pt x="76175" y="95249"/>
                </a:moveTo>
                <a:lnTo>
                  <a:pt x="38075" y="95249"/>
                </a:lnTo>
                <a:lnTo>
                  <a:pt x="38096" y="114381"/>
                </a:lnTo>
                <a:lnTo>
                  <a:pt x="76196" y="114340"/>
                </a:lnTo>
                <a:lnTo>
                  <a:pt x="76175" y="95249"/>
                </a:lnTo>
                <a:close/>
              </a:path>
              <a:path w="114300" h="2223135">
                <a:moveTo>
                  <a:pt x="104751" y="95249"/>
                </a:moveTo>
                <a:lnTo>
                  <a:pt x="76175" y="95249"/>
                </a:lnTo>
                <a:lnTo>
                  <a:pt x="76196" y="114340"/>
                </a:lnTo>
                <a:lnTo>
                  <a:pt x="114299" y="114299"/>
                </a:lnTo>
                <a:lnTo>
                  <a:pt x="104751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7"/>
          <p:cNvSpPr/>
          <p:nvPr/>
        </p:nvSpPr>
        <p:spPr>
          <a:xfrm>
            <a:off x="437275" y="496429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90" y="0"/>
                </a:moveTo>
                <a:lnTo>
                  <a:pt x="2672690" y="114299"/>
                </a:lnTo>
                <a:lnTo>
                  <a:pt x="2748890" y="76199"/>
                </a:lnTo>
                <a:lnTo>
                  <a:pt x="2691740" y="76199"/>
                </a:lnTo>
                <a:lnTo>
                  <a:pt x="2691740" y="38099"/>
                </a:lnTo>
                <a:lnTo>
                  <a:pt x="2748890" y="38099"/>
                </a:lnTo>
                <a:lnTo>
                  <a:pt x="2672690" y="0"/>
                </a:lnTo>
                <a:close/>
              </a:path>
              <a:path w="2787015" h="114300">
                <a:moveTo>
                  <a:pt x="267269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90" y="76199"/>
                </a:lnTo>
                <a:lnTo>
                  <a:pt x="2672690" y="38099"/>
                </a:lnTo>
                <a:close/>
              </a:path>
              <a:path w="2787015" h="114300">
                <a:moveTo>
                  <a:pt x="2748890" y="38099"/>
                </a:moveTo>
                <a:lnTo>
                  <a:pt x="2691740" y="38099"/>
                </a:lnTo>
                <a:lnTo>
                  <a:pt x="2691740" y="76199"/>
                </a:lnTo>
                <a:lnTo>
                  <a:pt x="2748890" y="76199"/>
                </a:lnTo>
                <a:lnTo>
                  <a:pt x="2786990" y="57149"/>
                </a:lnTo>
                <a:lnTo>
                  <a:pt x="2748890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8"/>
          <p:cNvSpPr txBox="1"/>
          <p:nvPr/>
        </p:nvSpPr>
        <p:spPr>
          <a:xfrm>
            <a:off x="165096" y="491394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19"/>
          <p:cNvSpPr/>
          <p:nvPr/>
        </p:nvSpPr>
        <p:spPr>
          <a:xfrm>
            <a:off x="464499" y="4222872"/>
            <a:ext cx="1469390" cy="0"/>
          </a:xfrm>
          <a:custGeom>
            <a:avLst/>
            <a:gdLst/>
            <a:ahLst/>
            <a:cxnLst/>
            <a:rect l="l" t="t" r="r" b="b"/>
            <a:pathLst>
              <a:path w="1469389">
                <a:moveTo>
                  <a:pt x="0" y="0"/>
                </a:moveTo>
                <a:lnTo>
                  <a:pt x="1468825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0"/>
          <p:cNvSpPr/>
          <p:nvPr/>
        </p:nvSpPr>
        <p:spPr>
          <a:xfrm>
            <a:off x="2907029" y="5134762"/>
            <a:ext cx="285343" cy="2853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1"/>
          <p:cNvSpPr txBox="1"/>
          <p:nvPr/>
        </p:nvSpPr>
        <p:spPr>
          <a:xfrm>
            <a:off x="130496" y="4850445"/>
            <a:ext cx="177355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9585" algn="l"/>
              </a:tabLst>
            </a:pP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0.03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0" name="object 22"/>
          <p:cNvSpPr/>
          <p:nvPr/>
        </p:nvSpPr>
        <p:spPr>
          <a:xfrm>
            <a:off x="471629" y="4022348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5">
                <a:moveTo>
                  <a:pt x="0" y="0"/>
                </a:moveTo>
                <a:lnTo>
                  <a:pt x="148646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3"/>
          <p:cNvSpPr/>
          <p:nvPr/>
        </p:nvSpPr>
        <p:spPr>
          <a:xfrm>
            <a:off x="464499" y="3821679"/>
            <a:ext cx="1494155" cy="0"/>
          </a:xfrm>
          <a:custGeom>
            <a:avLst/>
            <a:gdLst/>
            <a:ahLst/>
            <a:cxnLst/>
            <a:rect l="l" t="t" r="r" b="b"/>
            <a:pathLst>
              <a:path w="1494155">
                <a:moveTo>
                  <a:pt x="0" y="0"/>
                </a:moveTo>
                <a:lnTo>
                  <a:pt x="149359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4"/>
          <p:cNvSpPr/>
          <p:nvPr/>
        </p:nvSpPr>
        <p:spPr>
          <a:xfrm>
            <a:off x="464499" y="4604385"/>
            <a:ext cx="1435735" cy="0"/>
          </a:xfrm>
          <a:custGeom>
            <a:avLst/>
            <a:gdLst/>
            <a:ahLst/>
            <a:cxnLst/>
            <a:rect l="l" t="t" r="r" b="b"/>
            <a:pathLst>
              <a:path w="1435735">
                <a:moveTo>
                  <a:pt x="0" y="0"/>
                </a:moveTo>
                <a:lnTo>
                  <a:pt x="1435547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5"/>
          <p:cNvSpPr/>
          <p:nvPr/>
        </p:nvSpPr>
        <p:spPr>
          <a:xfrm>
            <a:off x="456450" y="4795778"/>
            <a:ext cx="1224915" cy="0"/>
          </a:xfrm>
          <a:custGeom>
            <a:avLst/>
            <a:gdLst/>
            <a:ahLst/>
            <a:cxnLst/>
            <a:rect l="l" t="t" r="r" b="b"/>
            <a:pathLst>
              <a:path w="1224914">
                <a:moveTo>
                  <a:pt x="0" y="0"/>
                </a:moveTo>
                <a:lnTo>
                  <a:pt x="122439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6"/>
          <p:cNvSpPr/>
          <p:nvPr/>
        </p:nvSpPr>
        <p:spPr>
          <a:xfrm>
            <a:off x="471629" y="3434852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5">
                <a:moveTo>
                  <a:pt x="0" y="0"/>
                </a:moveTo>
                <a:lnTo>
                  <a:pt x="148646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7"/>
          <p:cNvSpPr/>
          <p:nvPr/>
        </p:nvSpPr>
        <p:spPr>
          <a:xfrm>
            <a:off x="479822" y="3081406"/>
            <a:ext cx="1546860" cy="6350"/>
          </a:xfrm>
          <a:custGeom>
            <a:avLst/>
            <a:gdLst/>
            <a:ahLst/>
            <a:cxnLst/>
            <a:rect l="l" t="t" r="r" b="b"/>
            <a:pathLst>
              <a:path w="1546860" h="6350">
                <a:moveTo>
                  <a:pt x="0" y="6217"/>
                </a:moveTo>
                <a:lnTo>
                  <a:pt x="1546466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8"/>
          <p:cNvSpPr/>
          <p:nvPr/>
        </p:nvSpPr>
        <p:spPr>
          <a:xfrm>
            <a:off x="1319783" y="4741076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9"/>
          <p:cNvSpPr/>
          <p:nvPr/>
        </p:nvSpPr>
        <p:spPr>
          <a:xfrm>
            <a:off x="2343659" y="2946179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30"/>
          <p:cNvSpPr/>
          <p:nvPr/>
        </p:nvSpPr>
        <p:spPr>
          <a:xfrm>
            <a:off x="2273362" y="3022396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1"/>
          <p:cNvSpPr/>
          <p:nvPr/>
        </p:nvSpPr>
        <p:spPr>
          <a:xfrm>
            <a:off x="2609978" y="2937279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2"/>
          <p:cNvSpPr/>
          <p:nvPr/>
        </p:nvSpPr>
        <p:spPr>
          <a:xfrm>
            <a:off x="2866390" y="2933225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3"/>
          <p:cNvSpPr/>
          <p:nvPr/>
        </p:nvSpPr>
        <p:spPr>
          <a:xfrm>
            <a:off x="2781744" y="3015538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4"/>
          <p:cNvSpPr/>
          <p:nvPr/>
        </p:nvSpPr>
        <p:spPr>
          <a:xfrm>
            <a:off x="2030983" y="2949623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5"/>
          <p:cNvSpPr/>
          <p:nvPr/>
        </p:nvSpPr>
        <p:spPr>
          <a:xfrm>
            <a:off x="656591" y="4741076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6"/>
          <p:cNvSpPr/>
          <p:nvPr/>
        </p:nvSpPr>
        <p:spPr>
          <a:xfrm>
            <a:off x="978432" y="4738153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7"/>
          <p:cNvSpPr/>
          <p:nvPr/>
        </p:nvSpPr>
        <p:spPr>
          <a:xfrm>
            <a:off x="432197" y="3235574"/>
            <a:ext cx="1594485" cy="5080"/>
          </a:xfrm>
          <a:custGeom>
            <a:avLst/>
            <a:gdLst/>
            <a:ahLst/>
            <a:cxnLst/>
            <a:rect l="l" t="t" r="r" b="b"/>
            <a:pathLst>
              <a:path w="1594485" h="5080">
                <a:moveTo>
                  <a:pt x="0" y="4571"/>
                </a:moveTo>
                <a:lnTo>
                  <a:pt x="1594091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8"/>
          <p:cNvSpPr/>
          <p:nvPr/>
        </p:nvSpPr>
        <p:spPr>
          <a:xfrm>
            <a:off x="1697483" y="4734852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9"/>
          <p:cNvSpPr/>
          <p:nvPr/>
        </p:nvSpPr>
        <p:spPr>
          <a:xfrm>
            <a:off x="1251267" y="4815254"/>
            <a:ext cx="191579" cy="20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0"/>
          <p:cNvSpPr/>
          <p:nvPr/>
        </p:nvSpPr>
        <p:spPr>
          <a:xfrm>
            <a:off x="3067050" y="3448050"/>
            <a:ext cx="571500" cy="6286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1"/>
          <p:cNvSpPr txBox="1"/>
          <p:nvPr/>
        </p:nvSpPr>
        <p:spPr>
          <a:xfrm>
            <a:off x="115256" y="2476236"/>
            <a:ext cx="2929890" cy="7112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400">
              <a:latin typeface="Arial"/>
              <a:cs typeface="Arial"/>
            </a:endParaRPr>
          </a:p>
          <a:p>
            <a:pPr marL="73660">
              <a:lnSpc>
                <a:spcPts val="2020"/>
              </a:lnSpc>
              <a:spcBef>
                <a:spcPts val="310"/>
              </a:spcBef>
              <a:tabLst>
                <a:tab pos="291655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7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9685">
              <a:lnSpc>
                <a:spcPts val="1120"/>
              </a:lnSpc>
              <a:tabLst>
                <a:tab pos="1953895" algn="l"/>
              </a:tabLst>
            </a:pP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0.99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0" name="object 42"/>
          <p:cNvSpPr/>
          <p:nvPr/>
        </p:nvSpPr>
        <p:spPr>
          <a:xfrm>
            <a:off x="3184154" y="351979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48"/>
                </a:lnTo>
                <a:lnTo>
                  <a:pt x="0" y="481081"/>
                </a:lnTo>
                <a:lnTo>
                  <a:pt x="208147" y="481081"/>
                </a:lnTo>
                <a:lnTo>
                  <a:pt x="416417" y="240548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3"/>
          <p:cNvSpPr/>
          <p:nvPr/>
        </p:nvSpPr>
        <p:spPr>
          <a:xfrm>
            <a:off x="3184154" y="351979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17" y="240548"/>
                </a:lnTo>
                <a:lnTo>
                  <a:pt x="208147" y="481081"/>
                </a:lnTo>
                <a:lnTo>
                  <a:pt x="0" y="481081"/>
                </a:lnTo>
                <a:lnTo>
                  <a:pt x="208147" y="24054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4"/>
          <p:cNvSpPr/>
          <p:nvPr/>
        </p:nvSpPr>
        <p:spPr>
          <a:xfrm>
            <a:off x="1949131" y="3010966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5"/>
          <p:cNvSpPr txBox="1"/>
          <p:nvPr/>
        </p:nvSpPr>
        <p:spPr>
          <a:xfrm>
            <a:off x="64774" y="3880165"/>
            <a:ext cx="1966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53260" algn="l"/>
              </a:tabLst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r>
              <a:rPr sz="1800" spc="1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377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9048750" y="2790825"/>
            <a:ext cx="2905125" cy="200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/>
          <p:cNvSpPr/>
          <p:nvPr/>
        </p:nvSpPr>
        <p:spPr>
          <a:xfrm>
            <a:off x="9140586" y="2887340"/>
            <a:ext cx="2724785" cy="1824989"/>
          </a:xfrm>
          <a:custGeom>
            <a:avLst/>
            <a:gdLst/>
            <a:ahLst/>
            <a:cxnLst/>
            <a:rect l="l" t="t" r="r" b="b"/>
            <a:pathLst>
              <a:path w="2724784" h="1824989">
                <a:moveTo>
                  <a:pt x="2420721" y="0"/>
                </a:moveTo>
                <a:lnTo>
                  <a:pt x="304037" y="0"/>
                </a:lnTo>
                <a:lnTo>
                  <a:pt x="254721" y="3980"/>
                </a:lnTo>
                <a:lnTo>
                  <a:pt x="207938" y="15503"/>
                </a:lnTo>
                <a:lnTo>
                  <a:pt x="164315" y="33942"/>
                </a:lnTo>
                <a:lnTo>
                  <a:pt x="124477" y="58670"/>
                </a:lnTo>
                <a:lnTo>
                  <a:pt x="89051" y="89062"/>
                </a:lnTo>
                <a:lnTo>
                  <a:pt x="58662" y="124490"/>
                </a:lnTo>
                <a:lnTo>
                  <a:pt x="33936" y="164329"/>
                </a:lnTo>
                <a:lnTo>
                  <a:pt x="15500" y="207950"/>
                </a:lnTo>
                <a:lnTo>
                  <a:pt x="3979" y="254729"/>
                </a:lnTo>
                <a:lnTo>
                  <a:pt x="0" y="304037"/>
                </a:lnTo>
                <a:lnTo>
                  <a:pt x="0" y="1520449"/>
                </a:lnTo>
                <a:lnTo>
                  <a:pt x="3979" y="1569759"/>
                </a:lnTo>
                <a:lnTo>
                  <a:pt x="15500" y="1616538"/>
                </a:lnTo>
                <a:lnTo>
                  <a:pt x="33936" y="1660160"/>
                </a:lnTo>
                <a:lnTo>
                  <a:pt x="58662" y="1699998"/>
                </a:lnTo>
                <a:lnTo>
                  <a:pt x="89051" y="1735426"/>
                </a:lnTo>
                <a:lnTo>
                  <a:pt x="124477" y="1765817"/>
                </a:lnTo>
                <a:lnTo>
                  <a:pt x="164315" y="1790546"/>
                </a:lnTo>
                <a:lnTo>
                  <a:pt x="207938" y="1808984"/>
                </a:lnTo>
                <a:lnTo>
                  <a:pt x="254721" y="1820507"/>
                </a:lnTo>
                <a:lnTo>
                  <a:pt x="304037" y="1824487"/>
                </a:lnTo>
                <a:lnTo>
                  <a:pt x="2420721" y="1824487"/>
                </a:lnTo>
                <a:lnTo>
                  <a:pt x="2470037" y="1820507"/>
                </a:lnTo>
                <a:lnTo>
                  <a:pt x="2516820" y="1808984"/>
                </a:lnTo>
                <a:lnTo>
                  <a:pt x="2560443" y="1790546"/>
                </a:lnTo>
                <a:lnTo>
                  <a:pt x="2600281" y="1765817"/>
                </a:lnTo>
                <a:lnTo>
                  <a:pt x="2635708" y="1735426"/>
                </a:lnTo>
                <a:lnTo>
                  <a:pt x="2666097" y="1699998"/>
                </a:lnTo>
                <a:lnTo>
                  <a:pt x="2690823" y="1660160"/>
                </a:lnTo>
                <a:lnTo>
                  <a:pt x="2709259" y="1616538"/>
                </a:lnTo>
                <a:lnTo>
                  <a:pt x="2720780" y="1569759"/>
                </a:lnTo>
                <a:lnTo>
                  <a:pt x="2724759" y="1520449"/>
                </a:lnTo>
                <a:lnTo>
                  <a:pt x="2724759" y="304037"/>
                </a:lnTo>
                <a:lnTo>
                  <a:pt x="2720780" y="254729"/>
                </a:lnTo>
                <a:lnTo>
                  <a:pt x="2709259" y="207950"/>
                </a:lnTo>
                <a:lnTo>
                  <a:pt x="2690823" y="164329"/>
                </a:lnTo>
                <a:lnTo>
                  <a:pt x="2666097" y="124490"/>
                </a:lnTo>
                <a:lnTo>
                  <a:pt x="2635708" y="89062"/>
                </a:lnTo>
                <a:lnTo>
                  <a:pt x="2600281" y="58670"/>
                </a:lnTo>
                <a:lnTo>
                  <a:pt x="2560443" y="33942"/>
                </a:lnTo>
                <a:lnTo>
                  <a:pt x="2516820" y="15503"/>
                </a:lnTo>
                <a:lnTo>
                  <a:pt x="2470037" y="3980"/>
                </a:lnTo>
                <a:lnTo>
                  <a:pt x="2420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/>
          <p:cNvSpPr/>
          <p:nvPr/>
        </p:nvSpPr>
        <p:spPr>
          <a:xfrm>
            <a:off x="9140586" y="2887340"/>
            <a:ext cx="2724785" cy="1824989"/>
          </a:xfrm>
          <a:custGeom>
            <a:avLst/>
            <a:gdLst/>
            <a:ahLst/>
            <a:cxnLst/>
            <a:rect l="l" t="t" r="r" b="b"/>
            <a:pathLst>
              <a:path w="2724784" h="1824989">
                <a:moveTo>
                  <a:pt x="0" y="304037"/>
                </a:moveTo>
                <a:lnTo>
                  <a:pt x="3979" y="254729"/>
                </a:lnTo>
                <a:lnTo>
                  <a:pt x="15500" y="207950"/>
                </a:lnTo>
                <a:lnTo>
                  <a:pt x="33936" y="164329"/>
                </a:lnTo>
                <a:lnTo>
                  <a:pt x="58662" y="124490"/>
                </a:lnTo>
                <a:lnTo>
                  <a:pt x="89051" y="89062"/>
                </a:lnTo>
                <a:lnTo>
                  <a:pt x="124477" y="58670"/>
                </a:lnTo>
                <a:lnTo>
                  <a:pt x="164315" y="33942"/>
                </a:lnTo>
                <a:lnTo>
                  <a:pt x="207938" y="15503"/>
                </a:lnTo>
                <a:lnTo>
                  <a:pt x="254721" y="3980"/>
                </a:lnTo>
                <a:lnTo>
                  <a:pt x="304037" y="0"/>
                </a:lnTo>
                <a:lnTo>
                  <a:pt x="2420721" y="0"/>
                </a:lnTo>
                <a:lnTo>
                  <a:pt x="2470037" y="3980"/>
                </a:lnTo>
                <a:lnTo>
                  <a:pt x="2516820" y="15503"/>
                </a:lnTo>
                <a:lnTo>
                  <a:pt x="2560443" y="33942"/>
                </a:lnTo>
                <a:lnTo>
                  <a:pt x="2600281" y="58670"/>
                </a:lnTo>
                <a:lnTo>
                  <a:pt x="2635708" y="89062"/>
                </a:lnTo>
                <a:lnTo>
                  <a:pt x="2666097" y="124490"/>
                </a:lnTo>
                <a:lnTo>
                  <a:pt x="2690823" y="164329"/>
                </a:lnTo>
                <a:lnTo>
                  <a:pt x="2709259" y="207950"/>
                </a:lnTo>
                <a:lnTo>
                  <a:pt x="2720780" y="254729"/>
                </a:lnTo>
                <a:lnTo>
                  <a:pt x="2724759" y="304037"/>
                </a:lnTo>
                <a:lnTo>
                  <a:pt x="2724759" y="1520449"/>
                </a:lnTo>
                <a:lnTo>
                  <a:pt x="2720780" y="1569759"/>
                </a:lnTo>
                <a:lnTo>
                  <a:pt x="2709259" y="1616538"/>
                </a:lnTo>
                <a:lnTo>
                  <a:pt x="2690823" y="1660160"/>
                </a:lnTo>
                <a:lnTo>
                  <a:pt x="2666097" y="1699998"/>
                </a:lnTo>
                <a:lnTo>
                  <a:pt x="2635708" y="1735426"/>
                </a:lnTo>
                <a:lnTo>
                  <a:pt x="2600281" y="1765817"/>
                </a:lnTo>
                <a:lnTo>
                  <a:pt x="2560443" y="1790546"/>
                </a:lnTo>
                <a:lnTo>
                  <a:pt x="2516820" y="1808984"/>
                </a:lnTo>
                <a:lnTo>
                  <a:pt x="2470037" y="1820507"/>
                </a:lnTo>
                <a:lnTo>
                  <a:pt x="2420721" y="1824487"/>
                </a:lnTo>
                <a:lnTo>
                  <a:pt x="304037" y="1824487"/>
                </a:lnTo>
                <a:lnTo>
                  <a:pt x="254721" y="1820507"/>
                </a:lnTo>
                <a:lnTo>
                  <a:pt x="207938" y="1808984"/>
                </a:lnTo>
                <a:lnTo>
                  <a:pt x="164315" y="1790546"/>
                </a:lnTo>
                <a:lnTo>
                  <a:pt x="124477" y="1765817"/>
                </a:lnTo>
                <a:lnTo>
                  <a:pt x="89051" y="1735426"/>
                </a:lnTo>
                <a:lnTo>
                  <a:pt x="58662" y="1699998"/>
                </a:lnTo>
                <a:lnTo>
                  <a:pt x="33936" y="1660160"/>
                </a:lnTo>
                <a:lnTo>
                  <a:pt x="15500" y="1616538"/>
                </a:lnTo>
                <a:lnTo>
                  <a:pt x="3979" y="1569759"/>
                </a:lnTo>
                <a:lnTo>
                  <a:pt x="0" y="1520449"/>
                </a:lnTo>
                <a:lnTo>
                  <a:pt x="0" y="30403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5"/>
          <p:cNvSpPr/>
          <p:nvPr/>
        </p:nvSpPr>
        <p:spPr>
          <a:xfrm>
            <a:off x="490798" y="4944486"/>
            <a:ext cx="1366520" cy="0"/>
          </a:xfrm>
          <a:custGeom>
            <a:avLst/>
            <a:gdLst/>
            <a:ahLst/>
            <a:cxnLst/>
            <a:rect l="l" t="t" r="r" b="b"/>
            <a:pathLst>
              <a:path w="1366520">
                <a:moveTo>
                  <a:pt x="0" y="0"/>
                </a:moveTo>
                <a:lnTo>
                  <a:pt x="1366326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6"/>
          <p:cNvSpPr/>
          <p:nvPr/>
        </p:nvSpPr>
        <p:spPr>
          <a:xfrm>
            <a:off x="476286" y="3044314"/>
            <a:ext cx="2575179" cy="196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3067050" y="3448050"/>
            <a:ext cx="571500" cy="628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3184154" y="351979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48"/>
                </a:lnTo>
                <a:lnTo>
                  <a:pt x="0" y="481081"/>
                </a:lnTo>
                <a:lnTo>
                  <a:pt x="208147" y="481081"/>
                </a:lnTo>
                <a:lnTo>
                  <a:pt x="416417" y="240548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3184154" y="351979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17" y="240548"/>
                </a:lnTo>
                <a:lnTo>
                  <a:pt x="208147" y="481081"/>
                </a:lnTo>
                <a:lnTo>
                  <a:pt x="0" y="481081"/>
                </a:lnTo>
                <a:lnTo>
                  <a:pt x="208147" y="24054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 txBox="1"/>
          <p:nvPr/>
        </p:nvSpPr>
        <p:spPr>
          <a:xfrm>
            <a:off x="4559049" y="3619815"/>
            <a:ext cx="4468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log(Likelihood of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data given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this </a:t>
            </a:r>
            <a:r>
              <a:rPr sz="1800" b="1" spc="-20" dirty="0">
                <a:solidFill>
                  <a:srgbClr val="6F2F9F"/>
                </a:solidFill>
                <a:latin typeface="Arial"/>
                <a:cs typeface="Arial"/>
              </a:rPr>
              <a:t>curve)</a:t>
            </a:r>
            <a:r>
              <a:rPr sz="1800" b="1" spc="-19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14"/>
          <p:cNvSpPr/>
          <p:nvPr/>
        </p:nvSpPr>
        <p:spPr>
          <a:xfrm>
            <a:off x="3824356" y="3405262"/>
            <a:ext cx="685406" cy="6854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3663979" y="3600273"/>
            <a:ext cx="434300" cy="472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/>
          <p:nvPr/>
        </p:nvSpPr>
        <p:spPr>
          <a:xfrm>
            <a:off x="475451" y="3634861"/>
            <a:ext cx="1482725" cy="0"/>
          </a:xfrm>
          <a:custGeom>
            <a:avLst/>
            <a:gdLst/>
            <a:ahLst/>
            <a:cxnLst/>
            <a:rect l="l" t="t" r="r" b="b"/>
            <a:pathLst>
              <a:path w="1482725">
                <a:moveTo>
                  <a:pt x="0" y="0"/>
                </a:moveTo>
                <a:lnTo>
                  <a:pt x="148263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399443" y="2786756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196" y="114340"/>
                </a:moveTo>
                <a:lnTo>
                  <a:pt x="38096" y="114381"/>
                </a:lnTo>
                <a:lnTo>
                  <a:pt x="40431" y="2222632"/>
                </a:lnTo>
                <a:lnTo>
                  <a:pt x="78531" y="2222632"/>
                </a:lnTo>
                <a:lnTo>
                  <a:pt x="76196" y="114340"/>
                </a:lnTo>
                <a:close/>
              </a:path>
              <a:path w="114300" h="2223135">
                <a:moveTo>
                  <a:pt x="57006" y="0"/>
                </a:moveTo>
                <a:lnTo>
                  <a:pt x="0" y="114421"/>
                </a:lnTo>
                <a:lnTo>
                  <a:pt x="38096" y="114381"/>
                </a:lnTo>
                <a:lnTo>
                  <a:pt x="38075" y="95249"/>
                </a:lnTo>
                <a:lnTo>
                  <a:pt x="104751" y="95249"/>
                </a:lnTo>
                <a:lnTo>
                  <a:pt x="57006" y="0"/>
                </a:lnTo>
                <a:close/>
              </a:path>
              <a:path w="114300" h="2223135">
                <a:moveTo>
                  <a:pt x="76175" y="95249"/>
                </a:moveTo>
                <a:lnTo>
                  <a:pt x="38075" y="95249"/>
                </a:lnTo>
                <a:lnTo>
                  <a:pt x="38096" y="114381"/>
                </a:lnTo>
                <a:lnTo>
                  <a:pt x="76196" y="114340"/>
                </a:lnTo>
                <a:lnTo>
                  <a:pt x="76175" y="95249"/>
                </a:lnTo>
                <a:close/>
              </a:path>
              <a:path w="114300" h="2223135">
                <a:moveTo>
                  <a:pt x="104751" y="95249"/>
                </a:moveTo>
                <a:lnTo>
                  <a:pt x="76175" y="95249"/>
                </a:lnTo>
                <a:lnTo>
                  <a:pt x="76196" y="114340"/>
                </a:lnTo>
                <a:lnTo>
                  <a:pt x="114299" y="114299"/>
                </a:lnTo>
                <a:lnTo>
                  <a:pt x="104751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437275" y="496429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90" y="0"/>
                </a:moveTo>
                <a:lnTo>
                  <a:pt x="2672690" y="114299"/>
                </a:lnTo>
                <a:lnTo>
                  <a:pt x="2748890" y="76199"/>
                </a:lnTo>
                <a:lnTo>
                  <a:pt x="2691740" y="76199"/>
                </a:lnTo>
                <a:lnTo>
                  <a:pt x="2691740" y="38099"/>
                </a:lnTo>
                <a:lnTo>
                  <a:pt x="2748890" y="38099"/>
                </a:lnTo>
                <a:lnTo>
                  <a:pt x="2672690" y="0"/>
                </a:lnTo>
                <a:close/>
              </a:path>
              <a:path w="2787015" h="114300">
                <a:moveTo>
                  <a:pt x="267269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90" y="76199"/>
                </a:lnTo>
                <a:lnTo>
                  <a:pt x="2672690" y="38099"/>
                </a:lnTo>
                <a:close/>
              </a:path>
              <a:path w="2787015" h="114300">
                <a:moveTo>
                  <a:pt x="2748890" y="38099"/>
                </a:moveTo>
                <a:lnTo>
                  <a:pt x="2691740" y="38099"/>
                </a:lnTo>
                <a:lnTo>
                  <a:pt x="2691740" y="76199"/>
                </a:lnTo>
                <a:lnTo>
                  <a:pt x="2748890" y="76199"/>
                </a:lnTo>
                <a:lnTo>
                  <a:pt x="2786990" y="57149"/>
                </a:lnTo>
                <a:lnTo>
                  <a:pt x="2748890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 txBox="1"/>
          <p:nvPr/>
        </p:nvSpPr>
        <p:spPr>
          <a:xfrm>
            <a:off x="165096" y="491394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20"/>
          <p:cNvSpPr/>
          <p:nvPr/>
        </p:nvSpPr>
        <p:spPr>
          <a:xfrm>
            <a:off x="464499" y="4222872"/>
            <a:ext cx="1469390" cy="0"/>
          </a:xfrm>
          <a:custGeom>
            <a:avLst/>
            <a:gdLst/>
            <a:ahLst/>
            <a:cxnLst/>
            <a:rect l="l" t="t" r="r" b="b"/>
            <a:pathLst>
              <a:path w="1469389">
                <a:moveTo>
                  <a:pt x="0" y="0"/>
                </a:moveTo>
                <a:lnTo>
                  <a:pt x="1468825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2907029" y="5134762"/>
            <a:ext cx="285343" cy="2853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 txBox="1"/>
          <p:nvPr/>
        </p:nvSpPr>
        <p:spPr>
          <a:xfrm>
            <a:off x="130496" y="4850445"/>
            <a:ext cx="177355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9585" algn="l"/>
              </a:tabLst>
            </a:pP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0.03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spc="1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2" name="object 23"/>
          <p:cNvSpPr txBox="1"/>
          <p:nvPr/>
        </p:nvSpPr>
        <p:spPr>
          <a:xfrm>
            <a:off x="115256" y="2476236"/>
            <a:ext cx="2929890" cy="58737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400">
              <a:latin typeface="Arial"/>
              <a:cs typeface="Arial"/>
            </a:endParaRPr>
          </a:p>
          <a:p>
            <a:pPr marL="73660">
              <a:lnSpc>
                <a:spcPct val="100000"/>
              </a:lnSpc>
              <a:spcBef>
                <a:spcPts val="310"/>
              </a:spcBef>
              <a:tabLst>
                <a:tab pos="291655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7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24"/>
          <p:cNvSpPr/>
          <p:nvPr/>
        </p:nvSpPr>
        <p:spPr>
          <a:xfrm>
            <a:off x="471629" y="4022348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5">
                <a:moveTo>
                  <a:pt x="0" y="0"/>
                </a:moveTo>
                <a:lnTo>
                  <a:pt x="148646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464499" y="3821679"/>
            <a:ext cx="1494155" cy="0"/>
          </a:xfrm>
          <a:custGeom>
            <a:avLst/>
            <a:gdLst/>
            <a:ahLst/>
            <a:cxnLst/>
            <a:rect l="l" t="t" r="r" b="b"/>
            <a:pathLst>
              <a:path w="1494155">
                <a:moveTo>
                  <a:pt x="0" y="0"/>
                </a:moveTo>
                <a:lnTo>
                  <a:pt x="149359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464499" y="4604385"/>
            <a:ext cx="1435735" cy="0"/>
          </a:xfrm>
          <a:custGeom>
            <a:avLst/>
            <a:gdLst/>
            <a:ahLst/>
            <a:cxnLst/>
            <a:rect l="l" t="t" r="r" b="b"/>
            <a:pathLst>
              <a:path w="1435735">
                <a:moveTo>
                  <a:pt x="0" y="0"/>
                </a:moveTo>
                <a:lnTo>
                  <a:pt x="1435547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456450" y="4795778"/>
            <a:ext cx="1224915" cy="0"/>
          </a:xfrm>
          <a:custGeom>
            <a:avLst/>
            <a:gdLst/>
            <a:ahLst/>
            <a:cxnLst/>
            <a:rect l="l" t="t" r="r" b="b"/>
            <a:pathLst>
              <a:path w="1224914">
                <a:moveTo>
                  <a:pt x="0" y="0"/>
                </a:moveTo>
                <a:lnTo>
                  <a:pt x="122439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471629" y="3434852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5">
                <a:moveTo>
                  <a:pt x="0" y="0"/>
                </a:moveTo>
                <a:lnTo>
                  <a:pt x="148646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479822" y="3081406"/>
            <a:ext cx="1546860" cy="6350"/>
          </a:xfrm>
          <a:custGeom>
            <a:avLst/>
            <a:gdLst/>
            <a:ahLst/>
            <a:cxnLst/>
            <a:rect l="l" t="t" r="r" b="b"/>
            <a:pathLst>
              <a:path w="1546860" h="6350">
                <a:moveTo>
                  <a:pt x="0" y="6217"/>
                </a:moveTo>
                <a:lnTo>
                  <a:pt x="1546466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1319783" y="4741076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2609978" y="2937279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2866390" y="2933225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2805238" y="3014898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656591" y="4741076"/>
            <a:ext cx="30234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978432" y="4738153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432197" y="3235574"/>
            <a:ext cx="1594485" cy="5080"/>
          </a:xfrm>
          <a:custGeom>
            <a:avLst/>
            <a:gdLst/>
            <a:ahLst/>
            <a:cxnLst/>
            <a:rect l="l" t="t" r="r" b="b"/>
            <a:pathLst>
              <a:path w="1594485" h="5080">
                <a:moveTo>
                  <a:pt x="0" y="4571"/>
                </a:moveTo>
                <a:lnTo>
                  <a:pt x="1594091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1697483" y="4734852"/>
            <a:ext cx="30234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 txBox="1"/>
          <p:nvPr/>
        </p:nvSpPr>
        <p:spPr>
          <a:xfrm>
            <a:off x="122555" y="3001324"/>
            <a:ext cx="195961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6275" algn="l"/>
              </a:tabLst>
            </a:pP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0.99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spc="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8" name="object 39"/>
          <p:cNvSpPr txBox="1"/>
          <p:nvPr/>
        </p:nvSpPr>
        <p:spPr>
          <a:xfrm>
            <a:off x="9278373" y="2966399"/>
            <a:ext cx="2465070" cy="148463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1085"/>
              </a:spcBef>
            </a:pP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log(1-0.01)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550" b="1" spc="8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log(1-0.02)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ts val="1585"/>
              </a:lnSpc>
              <a:spcBef>
                <a:spcPts val="990"/>
              </a:spcBef>
            </a:pP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log(1-0.05)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550" b="1" spc="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log(1-0.05)</a:t>
            </a:r>
            <a:endParaRPr sz="1550">
              <a:latin typeface="Arial"/>
              <a:cs typeface="Arial"/>
            </a:endParaRPr>
          </a:p>
          <a:p>
            <a:pPr marL="740410">
              <a:lnSpc>
                <a:spcPts val="1465"/>
              </a:lnSpc>
            </a:pP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-0.084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ts val="1739"/>
              </a:lnSpc>
            </a:pP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+ log(0.97) +</a:t>
            </a:r>
            <a:r>
              <a:rPr sz="1550" b="1" spc="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log(0.99)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 </a:t>
            </a:r>
            <a:r>
              <a:rPr sz="1550" b="1" spc="0" dirty="0">
                <a:solidFill>
                  <a:srgbClr val="6F2F9F"/>
                </a:solidFill>
                <a:latin typeface="Arial"/>
                <a:cs typeface="Arial"/>
              </a:rPr>
              <a:t>log(0.99)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550" b="1" spc="1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0" dirty="0">
                <a:solidFill>
                  <a:srgbClr val="6F2F9F"/>
                </a:solidFill>
                <a:latin typeface="Arial"/>
                <a:cs typeface="Arial"/>
              </a:rPr>
              <a:t>log(0.99)</a:t>
            </a:r>
            <a:endParaRPr sz="1550">
              <a:latin typeface="Arial"/>
              <a:cs typeface="Arial"/>
            </a:endParaRPr>
          </a:p>
        </p:txBody>
      </p:sp>
      <p:sp>
        <p:nvSpPr>
          <p:cNvPr id="59" name="object 40"/>
          <p:cNvSpPr/>
          <p:nvPr/>
        </p:nvSpPr>
        <p:spPr>
          <a:xfrm>
            <a:off x="1259777" y="4801538"/>
            <a:ext cx="191579" cy="2084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 txBox="1"/>
          <p:nvPr/>
        </p:nvSpPr>
        <p:spPr>
          <a:xfrm>
            <a:off x="64770" y="3880172"/>
            <a:ext cx="1966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53260" algn="l"/>
              </a:tabLst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r>
              <a:rPr sz="1800" spc="1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1" name="object 42"/>
          <p:cNvSpPr/>
          <p:nvPr/>
        </p:nvSpPr>
        <p:spPr>
          <a:xfrm>
            <a:off x="1279778" y="3028440"/>
            <a:ext cx="1148029" cy="199352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/>
          <p:nvPr/>
        </p:nvSpPr>
        <p:spPr>
          <a:xfrm>
            <a:off x="2030983" y="2949623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4"/>
          <p:cNvSpPr/>
          <p:nvPr/>
        </p:nvSpPr>
        <p:spPr>
          <a:xfrm>
            <a:off x="2343659" y="2946179"/>
            <a:ext cx="30234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5"/>
          <p:cNvSpPr/>
          <p:nvPr/>
        </p:nvSpPr>
        <p:spPr>
          <a:xfrm>
            <a:off x="1960942" y="3028248"/>
            <a:ext cx="191579" cy="2084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6"/>
          <p:cNvSpPr/>
          <p:nvPr/>
        </p:nvSpPr>
        <p:spPr>
          <a:xfrm>
            <a:off x="2259140" y="3028370"/>
            <a:ext cx="191579" cy="2084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720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8582040" y="3156235"/>
            <a:ext cx="3581400" cy="1428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/>
          <p:cNvSpPr/>
          <p:nvPr/>
        </p:nvSpPr>
        <p:spPr>
          <a:xfrm>
            <a:off x="8675765" y="3251104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731" y="0"/>
                </a:moveTo>
                <a:lnTo>
                  <a:pt x="206989" y="0"/>
                </a:lnTo>
                <a:lnTo>
                  <a:pt x="159495" y="5469"/>
                </a:lnTo>
                <a:lnTo>
                  <a:pt x="115915" y="21047"/>
                </a:lnTo>
                <a:lnTo>
                  <a:pt x="77484" y="45490"/>
                </a:lnTo>
                <a:lnTo>
                  <a:pt x="45440" y="77553"/>
                </a:lnTo>
                <a:lnTo>
                  <a:pt x="21020" y="115992"/>
                </a:lnTo>
                <a:lnTo>
                  <a:pt x="5461" y="159563"/>
                </a:lnTo>
                <a:lnTo>
                  <a:pt x="0" y="207020"/>
                </a:lnTo>
                <a:lnTo>
                  <a:pt x="0" y="1035308"/>
                </a:lnTo>
                <a:lnTo>
                  <a:pt x="5461" y="1082808"/>
                </a:lnTo>
                <a:lnTo>
                  <a:pt x="21020" y="1126409"/>
                </a:lnTo>
                <a:lnTo>
                  <a:pt x="45440" y="1164868"/>
                </a:lnTo>
                <a:lnTo>
                  <a:pt x="77484" y="1196943"/>
                </a:lnTo>
                <a:lnTo>
                  <a:pt x="115915" y="1221391"/>
                </a:lnTo>
                <a:lnTo>
                  <a:pt x="159495" y="1236971"/>
                </a:lnTo>
                <a:lnTo>
                  <a:pt x="206989" y="1242440"/>
                </a:lnTo>
                <a:lnTo>
                  <a:pt x="3189731" y="1242440"/>
                </a:lnTo>
                <a:lnTo>
                  <a:pt x="3237187" y="1236971"/>
                </a:lnTo>
                <a:lnTo>
                  <a:pt x="3280753" y="1221391"/>
                </a:lnTo>
                <a:lnTo>
                  <a:pt x="3319186" y="1196943"/>
                </a:lnTo>
                <a:lnTo>
                  <a:pt x="3351242" y="1164868"/>
                </a:lnTo>
                <a:lnTo>
                  <a:pt x="3375679" y="1126409"/>
                </a:lnTo>
                <a:lnTo>
                  <a:pt x="3391253" y="1082808"/>
                </a:lnTo>
                <a:lnTo>
                  <a:pt x="3396721" y="1035308"/>
                </a:lnTo>
                <a:lnTo>
                  <a:pt x="3396721" y="207020"/>
                </a:lnTo>
                <a:lnTo>
                  <a:pt x="3391253" y="159563"/>
                </a:lnTo>
                <a:lnTo>
                  <a:pt x="3375679" y="115992"/>
                </a:lnTo>
                <a:lnTo>
                  <a:pt x="3351242" y="77553"/>
                </a:lnTo>
                <a:lnTo>
                  <a:pt x="3319186" y="45490"/>
                </a:lnTo>
                <a:lnTo>
                  <a:pt x="3280753" y="21047"/>
                </a:lnTo>
                <a:lnTo>
                  <a:pt x="3237187" y="5469"/>
                </a:lnTo>
                <a:lnTo>
                  <a:pt x="3189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/>
          <p:cNvSpPr/>
          <p:nvPr/>
        </p:nvSpPr>
        <p:spPr>
          <a:xfrm>
            <a:off x="8675765" y="3251104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020"/>
                </a:moveTo>
                <a:lnTo>
                  <a:pt x="5461" y="159563"/>
                </a:lnTo>
                <a:lnTo>
                  <a:pt x="21020" y="115992"/>
                </a:lnTo>
                <a:lnTo>
                  <a:pt x="45440" y="77553"/>
                </a:lnTo>
                <a:lnTo>
                  <a:pt x="77484" y="45490"/>
                </a:lnTo>
                <a:lnTo>
                  <a:pt x="115915" y="21047"/>
                </a:lnTo>
                <a:lnTo>
                  <a:pt x="159495" y="5469"/>
                </a:lnTo>
                <a:lnTo>
                  <a:pt x="206989" y="0"/>
                </a:lnTo>
                <a:lnTo>
                  <a:pt x="3189731" y="0"/>
                </a:lnTo>
                <a:lnTo>
                  <a:pt x="3237187" y="5469"/>
                </a:lnTo>
                <a:lnTo>
                  <a:pt x="3280753" y="21047"/>
                </a:lnTo>
                <a:lnTo>
                  <a:pt x="3319186" y="45490"/>
                </a:lnTo>
                <a:lnTo>
                  <a:pt x="3351242" y="77553"/>
                </a:lnTo>
                <a:lnTo>
                  <a:pt x="3375679" y="115992"/>
                </a:lnTo>
                <a:lnTo>
                  <a:pt x="3391253" y="159563"/>
                </a:lnTo>
                <a:lnTo>
                  <a:pt x="3396721" y="207020"/>
                </a:lnTo>
                <a:lnTo>
                  <a:pt x="3396721" y="1035308"/>
                </a:lnTo>
                <a:lnTo>
                  <a:pt x="3391253" y="1082808"/>
                </a:lnTo>
                <a:lnTo>
                  <a:pt x="3375679" y="1126409"/>
                </a:lnTo>
                <a:lnTo>
                  <a:pt x="3351242" y="1164868"/>
                </a:lnTo>
                <a:lnTo>
                  <a:pt x="3319186" y="1196943"/>
                </a:lnTo>
                <a:lnTo>
                  <a:pt x="3280753" y="1221391"/>
                </a:lnTo>
                <a:lnTo>
                  <a:pt x="3237187" y="1236971"/>
                </a:lnTo>
                <a:lnTo>
                  <a:pt x="3189731" y="1242440"/>
                </a:lnTo>
                <a:lnTo>
                  <a:pt x="206989" y="1242440"/>
                </a:lnTo>
                <a:lnTo>
                  <a:pt x="159495" y="1236971"/>
                </a:lnTo>
                <a:lnTo>
                  <a:pt x="115915" y="1221391"/>
                </a:lnTo>
                <a:lnTo>
                  <a:pt x="77484" y="1196943"/>
                </a:lnTo>
                <a:lnTo>
                  <a:pt x="45440" y="1164868"/>
                </a:lnTo>
                <a:lnTo>
                  <a:pt x="21020" y="1126409"/>
                </a:lnTo>
                <a:lnTo>
                  <a:pt x="5461" y="1082808"/>
                </a:lnTo>
                <a:lnTo>
                  <a:pt x="0" y="1035308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 txBox="1"/>
          <p:nvPr/>
        </p:nvSpPr>
        <p:spPr>
          <a:xfrm>
            <a:off x="8961766" y="3413407"/>
            <a:ext cx="2833370" cy="9455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30"/>
              </a:spcBef>
            </a:pPr>
            <a:r>
              <a:rPr sz="2000" b="1" spc="50" dirty="0">
                <a:solidFill>
                  <a:srgbClr val="6F2F9F"/>
                </a:solidFill>
                <a:latin typeface="Arial"/>
                <a:cs typeface="Arial"/>
              </a:rPr>
              <a:t>This</a:t>
            </a:r>
            <a:r>
              <a:rPr sz="2000" b="1" spc="-19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means</a:t>
            </a:r>
            <a:r>
              <a:rPr sz="2000" b="1" spc="-19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that</a:t>
            </a:r>
            <a:r>
              <a:rPr sz="2000" b="1" spc="-2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log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2000" b="1" spc="-2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2000" b="1" spc="-1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this</a:t>
            </a:r>
            <a:r>
              <a:rPr sz="20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r>
              <a:rPr sz="2000" b="1" spc="-1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is</a:t>
            </a:r>
            <a:endParaRPr sz="2000">
              <a:latin typeface="Arial"/>
              <a:cs typeface="Arial"/>
            </a:endParaRPr>
          </a:p>
          <a:p>
            <a:pPr marL="4445" algn="ctr">
              <a:lnSpc>
                <a:spcPct val="100000"/>
              </a:lnSpc>
            </a:pP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-0.084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9"/>
          <p:cNvSpPr/>
          <p:nvPr/>
        </p:nvSpPr>
        <p:spPr>
          <a:xfrm>
            <a:off x="7962900" y="3480085"/>
            <a:ext cx="571500" cy="6191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8080369" y="3549045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71"/>
                </a:lnTo>
                <a:lnTo>
                  <a:pt x="208147" y="481071"/>
                </a:lnTo>
                <a:lnTo>
                  <a:pt x="416448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8080369" y="3549045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0" y="0"/>
                </a:moveTo>
                <a:lnTo>
                  <a:pt x="208147" y="0"/>
                </a:lnTo>
                <a:lnTo>
                  <a:pt x="416448" y="240542"/>
                </a:lnTo>
                <a:lnTo>
                  <a:pt x="208147" y="481071"/>
                </a:lnTo>
                <a:lnTo>
                  <a:pt x="0" y="481071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4019550" y="3470560"/>
            <a:ext cx="571500" cy="628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4137141" y="354511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78" y="0"/>
                </a:moveTo>
                <a:lnTo>
                  <a:pt x="0" y="0"/>
                </a:lnTo>
                <a:lnTo>
                  <a:pt x="208178" y="240532"/>
                </a:lnTo>
                <a:lnTo>
                  <a:pt x="0" y="481074"/>
                </a:lnTo>
                <a:lnTo>
                  <a:pt x="208178" y="481074"/>
                </a:lnTo>
                <a:lnTo>
                  <a:pt x="416326" y="240532"/>
                </a:lnTo>
                <a:lnTo>
                  <a:pt x="208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4137141" y="354511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78" y="0"/>
                </a:lnTo>
                <a:lnTo>
                  <a:pt x="416326" y="240532"/>
                </a:lnTo>
                <a:lnTo>
                  <a:pt x="208178" y="481074"/>
                </a:lnTo>
                <a:lnTo>
                  <a:pt x="0" y="481074"/>
                </a:lnTo>
                <a:lnTo>
                  <a:pt x="208178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683453" y="1561506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/>
          <p:nvPr/>
        </p:nvSpPr>
        <p:spPr>
          <a:xfrm>
            <a:off x="754191" y="373306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654033" y="379788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647683" y="379788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 txBox="1"/>
          <p:nvPr/>
        </p:nvSpPr>
        <p:spPr>
          <a:xfrm>
            <a:off x="169227" y="1490943"/>
            <a:ext cx="322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20"/>
          <p:cNvSpPr txBox="1"/>
          <p:nvPr/>
        </p:nvSpPr>
        <p:spPr>
          <a:xfrm>
            <a:off x="469265" y="361654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21"/>
          <p:cNvSpPr/>
          <p:nvPr/>
        </p:nvSpPr>
        <p:spPr>
          <a:xfrm>
            <a:off x="684501" y="3697005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754200" y="1796964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3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 txBox="1"/>
          <p:nvPr/>
        </p:nvSpPr>
        <p:spPr>
          <a:xfrm>
            <a:off x="181610" y="5597177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24"/>
          <p:cNvSpPr/>
          <p:nvPr/>
        </p:nvSpPr>
        <p:spPr>
          <a:xfrm>
            <a:off x="858429" y="1910502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46" y="3603299"/>
                </a:moveTo>
                <a:lnTo>
                  <a:pt x="0" y="3729971"/>
                </a:lnTo>
                <a:lnTo>
                  <a:pt x="111440" y="3667429"/>
                </a:lnTo>
                <a:lnTo>
                  <a:pt x="103186" y="3661833"/>
                </a:lnTo>
                <a:lnTo>
                  <a:pt x="69223" y="3661833"/>
                </a:lnTo>
                <a:lnTo>
                  <a:pt x="37682" y="3640448"/>
                </a:lnTo>
                <a:lnTo>
                  <a:pt x="48376" y="3624675"/>
                </a:lnTo>
                <a:lnTo>
                  <a:pt x="16846" y="3603299"/>
                </a:lnTo>
                <a:close/>
              </a:path>
              <a:path w="2529204" h="3729990">
                <a:moveTo>
                  <a:pt x="48376" y="3624675"/>
                </a:moveTo>
                <a:lnTo>
                  <a:pt x="37682" y="3640448"/>
                </a:lnTo>
                <a:lnTo>
                  <a:pt x="69223" y="3661833"/>
                </a:lnTo>
                <a:lnTo>
                  <a:pt x="79917" y="3646058"/>
                </a:lnTo>
                <a:lnTo>
                  <a:pt x="48376" y="3624675"/>
                </a:lnTo>
                <a:close/>
              </a:path>
              <a:path w="2529204" h="3729990">
                <a:moveTo>
                  <a:pt x="79917" y="3646058"/>
                </a:moveTo>
                <a:lnTo>
                  <a:pt x="69223" y="3661833"/>
                </a:lnTo>
                <a:lnTo>
                  <a:pt x="103186" y="3661833"/>
                </a:lnTo>
                <a:lnTo>
                  <a:pt x="79917" y="3646058"/>
                </a:lnTo>
                <a:close/>
              </a:path>
              <a:path w="2529204" h="3729990">
                <a:moveTo>
                  <a:pt x="2448842" y="83995"/>
                </a:moveTo>
                <a:lnTo>
                  <a:pt x="48376" y="3624675"/>
                </a:lnTo>
                <a:lnTo>
                  <a:pt x="79917" y="3646058"/>
                </a:lnTo>
                <a:lnTo>
                  <a:pt x="2480346" y="105350"/>
                </a:lnTo>
                <a:lnTo>
                  <a:pt x="2448842" y="83995"/>
                </a:lnTo>
                <a:close/>
              </a:path>
              <a:path w="2529204" h="3729990">
                <a:moveTo>
                  <a:pt x="2519697" y="68183"/>
                </a:moveTo>
                <a:lnTo>
                  <a:pt x="2459562" y="68183"/>
                </a:lnTo>
                <a:lnTo>
                  <a:pt x="2491078" y="89519"/>
                </a:lnTo>
                <a:lnTo>
                  <a:pt x="2480346" y="105350"/>
                </a:lnTo>
                <a:lnTo>
                  <a:pt x="2511896" y="126735"/>
                </a:lnTo>
                <a:lnTo>
                  <a:pt x="2519697" y="68183"/>
                </a:lnTo>
                <a:close/>
              </a:path>
              <a:path w="2529204" h="3729990">
                <a:moveTo>
                  <a:pt x="2459562" y="68183"/>
                </a:moveTo>
                <a:lnTo>
                  <a:pt x="2448842" y="83995"/>
                </a:lnTo>
                <a:lnTo>
                  <a:pt x="2480346" y="105350"/>
                </a:lnTo>
                <a:lnTo>
                  <a:pt x="2491078" y="89519"/>
                </a:lnTo>
                <a:lnTo>
                  <a:pt x="2459562" y="68183"/>
                </a:lnTo>
                <a:close/>
              </a:path>
              <a:path w="2529204" h="3729990">
                <a:moveTo>
                  <a:pt x="2528782" y="0"/>
                </a:moveTo>
                <a:lnTo>
                  <a:pt x="2417286" y="62605"/>
                </a:lnTo>
                <a:lnTo>
                  <a:pt x="2448842" y="83995"/>
                </a:lnTo>
                <a:lnTo>
                  <a:pt x="2459562" y="68183"/>
                </a:lnTo>
                <a:lnTo>
                  <a:pt x="2519697" y="68183"/>
                </a:lnTo>
                <a:lnTo>
                  <a:pt x="252878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2106167" y="1536129"/>
            <a:ext cx="904962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1040498" y="5499245"/>
            <a:ext cx="904974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3286902" y="3915721"/>
            <a:ext cx="285343" cy="2853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1548893" y="1541097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1464374" y="1623411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2652774" y="5489302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2028126" y="1605854"/>
            <a:ext cx="191579" cy="20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2349943" y="1605854"/>
            <a:ext cx="191579" cy="20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2638107" y="1605854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1700153" y="1837075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5" h="2536190">
                <a:moveTo>
                  <a:pt x="0" y="0"/>
                </a:moveTo>
                <a:lnTo>
                  <a:pt x="14346" y="253594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2254376" y="1796964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19" h="1713229">
                <a:moveTo>
                  <a:pt x="0" y="0"/>
                </a:moveTo>
                <a:lnTo>
                  <a:pt x="7238" y="171309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2586227" y="1808638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60" h="1213485">
                <a:moveTo>
                  <a:pt x="0" y="0"/>
                </a:moveTo>
                <a:lnTo>
                  <a:pt x="10037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2864357" y="1808638"/>
            <a:ext cx="7620" cy="798195"/>
          </a:xfrm>
          <a:custGeom>
            <a:avLst/>
            <a:gdLst/>
            <a:ahLst/>
            <a:cxnLst/>
            <a:rect l="l" t="t" r="r" b="b"/>
            <a:pathLst>
              <a:path w="7619" h="798194">
                <a:moveTo>
                  <a:pt x="0" y="0"/>
                </a:moveTo>
                <a:lnTo>
                  <a:pt x="7238" y="79817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/>
          <p:nvPr/>
        </p:nvSpPr>
        <p:spPr>
          <a:xfrm>
            <a:off x="2813435" y="2825267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1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9"/>
          <p:cNvSpPr/>
          <p:nvPr/>
        </p:nvSpPr>
        <p:spPr>
          <a:xfrm>
            <a:off x="1794260" y="4276375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86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/>
          <p:nvPr/>
        </p:nvSpPr>
        <p:spPr>
          <a:xfrm>
            <a:off x="1494032" y="4740564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67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/>
          <p:nvPr/>
        </p:nvSpPr>
        <p:spPr>
          <a:xfrm>
            <a:off x="1191685" y="5191406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3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2"/>
          <p:cNvSpPr/>
          <p:nvPr/>
        </p:nvSpPr>
        <p:spPr>
          <a:xfrm>
            <a:off x="740603" y="4385721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424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/>
          <p:nvPr/>
        </p:nvSpPr>
        <p:spPr>
          <a:xfrm>
            <a:off x="658950" y="2759217"/>
            <a:ext cx="2113915" cy="635"/>
          </a:xfrm>
          <a:custGeom>
            <a:avLst/>
            <a:gdLst/>
            <a:ahLst/>
            <a:cxnLst/>
            <a:rect l="l" t="t" r="r" b="b"/>
            <a:pathLst>
              <a:path w="2113915" h="635">
                <a:moveTo>
                  <a:pt x="0" y="0"/>
                </a:moveTo>
                <a:lnTo>
                  <a:pt x="2113717" y="15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4"/>
          <p:cNvSpPr txBox="1"/>
          <p:nvPr/>
        </p:nvSpPr>
        <p:spPr>
          <a:xfrm>
            <a:off x="346714" y="4286215"/>
            <a:ext cx="2819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45"/>
          <p:cNvSpPr/>
          <p:nvPr/>
        </p:nvSpPr>
        <p:spPr>
          <a:xfrm>
            <a:off x="2724399" y="267387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918"/>
                </a:lnTo>
                <a:lnTo>
                  <a:pt x="37718" y="73151"/>
                </a:lnTo>
                <a:lnTo>
                  <a:pt x="0" y="113537"/>
                </a:lnTo>
                <a:lnTo>
                  <a:pt x="35051" y="146456"/>
                </a:lnTo>
                <a:lnTo>
                  <a:pt x="70747" y="108356"/>
                </a:lnTo>
                <a:lnTo>
                  <a:pt x="136511" y="108356"/>
                </a:lnTo>
                <a:lnTo>
                  <a:pt x="103631" y="73151"/>
                </a:lnTo>
                <a:lnTo>
                  <a:pt x="136607" y="37978"/>
                </a:lnTo>
                <a:lnTo>
                  <a:pt x="70747" y="37978"/>
                </a:lnTo>
                <a:lnTo>
                  <a:pt x="35051" y="0"/>
                </a:lnTo>
                <a:close/>
              </a:path>
              <a:path w="141605" h="146685">
                <a:moveTo>
                  <a:pt x="136511" y="108356"/>
                </a:moveTo>
                <a:lnTo>
                  <a:pt x="70747" y="108356"/>
                </a:lnTo>
                <a:lnTo>
                  <a:pt x="106298" y="146456"/>
                </a:lnTo>
                <a:lnTo>
                  <a:pt x="141350" y="113537"/>
                </a:lnTo>
                <a:lnTo>
                  <a:pt x="136511" y="108356"/>
                </a:lnTo>
                <a:close/>
              </a:path>
              <a:path w="141605" h="146685">
                <a:moveTo>
                  <a:pt x="106298" y="0"/>
                </a:moveTo>
                <a:lnTo>
                  <a:pt x="70747" y="37978"/>
                </a:lnTo>
                <a:lnTo>
                  <a:pt x="136607" y="37978"/>
                </a:lnTo>
                <a:lnTo>
                  <a:pt x="141350" y="32918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6"/>
          <p:cNvSpPr/>
          <p:nvPr/>
        </p:nvSpPr>
        <p:spPr>
          <a:xfrm>
            <a:off x="2724399" y="267387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918"/>
                </a:moveTo>
                <a:lnTo>
                  <a:pt x="35051" y="0"/>
                </a:lnTo>
                <a:lnTo>
                  <a:pt x="70747" y="37978"/>
                </a:lnTo>
                <a:lnTo>
                  <a:pt x="106298" y="0"/>
                </a:lnTo>
                <a:lnTo>
                  <a:pt x="141350" y="32918"/>
                </a:lnTo>
                <a:lnTo>
                  <a:pt x="103631" y="73151"/>
                </a:lnTo>
                <a:lnTo>
                  <a:pt x="141350" y="113537"/>
                </a:lnTo>
                <a:lnTo>
                  <a:pt x="106298" y="146456"/>
                </a:lnTo>
                <a:lnTo>
                  <a:pt x="70747" y="108356"/>
                </a:lnTo>
                <a:lnTo>
                  <a:pt x="35051" y="146456"/>
                </a:lnTo>
                <a:lnTo>
                  <a:pt x="0" y="113537"/>
                </a:lnTo>
                <a:lnTo>
                  <a:pt x="37718" y="73151"/>
                </a:lnTo>
                <a:lnTo>
                  <a:pt x="0" y="32918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7"/>
          <p:cNvSpPr/>
          <p:nvPr/>
        </p:nvSpPr>
        <p:spPr>
          <a:xfrm>
            <a:off x="1644014" y="431243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897"/>
                </a:lnTo>
                <a:lnTo>
                  <a:pt x="37718" y="73283"/>
                </a:lnTo>
                <a:lnTo>
                  <a:pt x="0" y="113537"/>
                </a:lnTo>
                <a:lnTo>
                  <a:pt x="35051" y="146435"/>
                </a:lnTo>
                <a:lnTo>
                  <a:pt x="70734" y="108466"/>
                </a:lnTo>
                <a:lnTo>
                  <a:pt x="136598" y="108466"/>
                </a:lnTo>
                <a:lnTo>
                  <a:pt x="103631" y="73283"/>
                </a:lnTo>
                <a:lnTo>
                  <a:pt x="136602" y="37981"/>
                </a:lnTo>
                <a:lnTo>
                  <a:pt x="70734" y="37981"/>
                </a:lnTo>
                <a:lnTo>
                  <a:pt x="35051" y="0"/>
                </a:lnTo>
                <a:close/>
              </a:path>
              <a:path w="141605" h="146685">
                <a:moveTo>
                  <a:pt x="136598" y="108466"/>
                </a:moveTo>
                <a:lnTo>
                  <a:pt x="70734" y="108466"/>
                </a:lnTo>
                <a:lnTo>
                  <a:pt x="106298" y="146435"/>
                </a:lnTo>
                <a:lnTo>
                  <a:pt x="141350" y="113537"/>
                </a:lnTo>
                <a:lnTo>
                  <a:pt x="136598" y="108466"/>
                </a:lnTo>
                <a:close/>
              </a:path>
              <a:path w="141605" h="146685">
                <a:moveTo>
                  <a:pt x="106298" y="0"/>
                </a:moveTo>
                <a:lnTo>
                  <a:pt x="70734" y="37981"/>
                </a:lnTo>
                <a:lnTo>
                  <a:pt x="136602" y="37981"/>
                </a:lnTo>
                <a:lnTo>
                  <a:pt x="141350" y="32897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8"/>
          <p:cNvSpPr/>
          <p:nvPr/>
        </p:nvSpPr>
        <p:spPr>
          <a:xfrm>
            <a:off x="1644014" y="431243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051" y="0"/>
                </a:lnTo>
                <a:lnTo>
                  <a:pt x="70734" y="37981"/>
                </a:lnTo>
                <a:lnTo>
                  <a:pt x="106298" y="0"/>
                </a:lnTo>
                <a:lnTo>
                  <a:pt x="141350" y="32897"/>
                </a:lnTo>
                <a:lnTo>
                  <a:pt x="103631" y="73283"/>
                </a:lnTo>
                <a:lnTo>
                  <a:pt x="141350" y="113537"/>
                </a:lnTo>
                <a:lnTo>
                  <a:pt x="106298" y="146435"/>
                </a:lnTo>
                <a:lnTo>
                  <a:pt x="70734" y="108466"/>
                </a:lnTo>
                <a:lnTo>
                  <a:pt x="35051" y="146435"/>
                </a:lnTo>
                <a:lnTo>
                  <a:pt x="0" y="113537"/>
                </a:lnTo>
                <a:lnTo>
                  <a:pt x="37718" y="73283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49"/>
          <p:cNvSpPr txBox="1"/>
          <p:nvPr/>
        </p:nvSpPr>
        <p:spPr>
          <a:xfrm>
            <a:off x="309566" y="2672298"/>
            <a:ext cx="2343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50"/>
          <p:cNvSpPr/>
          <p:nvPr/>
        </p:nvSpPr>
        <p:spPr>
          <a:xfrm>
            <a:off x="5975360" y="2917600"/>
            <a:ext cx="1148029" cy="199352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51"/>
          <p:cNvSpPr/>
          <p:nvPr/>
        </p:nvSpPr>
        <p:spPr>
          <a:xfrm>
            <a:off x="5186415" y="4833646"/>
            <a:ext cx="1366520" cy="0"/>
          </a:xfrm>
          <a:custGeom>
            <a:avLst/>
            <a:gdLst/>
            <a:ahLst/>
            <a:cxnLst/>
            <a:rect l="l" t="t" r="r" b="b"/>
            <a:pathLst>
              <a:path w="1366520">
                <a:moveTo>
                  <a:pt x="0" y="0"/>
                </a:moveTo>
                <a:lnTo>
                  <a:pt x="1366265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2"/>
          <p:cNvSpPr/>
          <p:nvPr/>
        </p:nvSpPr>
        <p:spPr>
          <a:xfrm>
            <a:off x="5171816" y="2933474"/>
            <a:ext cx="2575178" cy="19630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53"/>
          <p:cNvSpPr/>
          <p:nvPr/>
        </p:nvSpPr>
        <p:spPr>
          <a:xfrm>
            <a:off x="5171053" y="3524021"/>
            <a:ext cx="1482725" cy="0"/>
          </a:xfrm>
          <a:custGeom>
            <a:avLst/>
            <a:gdLst/>
            <a:ahLst/>
            <a:cxnLst/>
            <a:rect l="l" t="t" r="r" b="b"/>
            <a:pathLst>
              <a:path w="1482725">
                <a:moveTo>
                  <a:pt x="0" y="0"/>
                </a:moveTo>
                <a:lnTo>
                  <a:pt x="148260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54"/>
          <p:cNvSpPr/>
          <p:nvPr/>
        </p:nvSpPr>
        <p:spPr>
          <a:xfrm>
            <a:off x="5094975" y="2675916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1" y="114340"/>
                </a:moveTo>
                <a:lnTo>
                  <a:pt x="38121" y="114381"/>
                </a:lnTo>
                <a:lnTo>
                  <a:pt x="40538" y="2222632"/>
                </a:lnTo>
                <a:lnTo>
                  <a:pt x="78638" y="2222632"/>
                </a:lnTo>
                <a:lnTo>
                  <a:pt x="76221" y="114340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421"/>
                </a:lnTo>
                <a:lnTo>
                  <a:pt x="38121" y="114381"/>
                </a:lnTo>
                <a:lnTo>
                  <a:pt x="38099" y="95249"/>
                </a:lnTo>
                <a:lnTo>
                  <a:pt x="104754" y="95249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249"/>
                </a:moveTo>
                <a:lnTo>
                  <a:pt x="38099" y="95249"/>
                </a:lnTo>
                <a:lnTo>
                  <a:pt x="38121" y="114381"/>
                </a:lnTo>
                <a:lnTo>
                  <a:pt x="76221" y="114340"/>
                </a:lnTo>
                <a:lnTo>
                  <a:pt x="76199" y="95249"/>
                </a:lnTo>
                <a:close/>
              </a:path>
              <a:path w="114300" h="2223135">
                <a:moveTo>
                  <a:pt x="104754" y="95249"/>
                </a:moveTo>
                <a:lnTo>
                  <a:pt x="76199" y="95249"/>
                </a:lnTo>
                <a:lnTo>
                  <a:pt x="76221" y="114340"/>
                </a:lnTo>
                <a:lnTo>
                  <a:pt x="114299" y="114299"/>
                </a:lnTo>
                <a:lnTo>
                  <a:pt x="10475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55"/>
          <p:cNvSpPr/>
          <p:nvPr/>
        </p:nvSpPr>
        <p:spPr>
          <a:xfrm>
            <a:off x="5132847" y="485345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56"/>
          <p:cNvSpPr txBox="1"/>
          <p:nvPr/>
        </p:nvSpPr>
        <p:spPr>
          <a:xfrm>
            <a:off x="4864107" y="480310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6" name="object 57"/>
          <p:cNvSpPr/>
          <p:nvPr/>
        </p:nvSpPr>
        <p:spPr>
          <a:xfrm>
            <a:off x="5160142" y="4112032"/>
            <a:ext cx="1468755" cy="0"/>
          </a:xfrm>
          <a:custGeom>
            <a:avLst/>
            <a:gdLst/>
            <a:ahLst/>
            <a:cxnLst/>
            <a:rect l="l" t="t" r="r" b="b"/>
            <a:pathLst>
              <a:path w="1468754">
                <a:moveTo>
                  <a:pt x="0" y="0"/>
                </a:moveTo>
                <a:lnTo>
                  <a:pt x="1468739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58"/>
          <p:cNvSpPr/>
          <p:nvPr/>
        </p:nvSpPr>
        <p:spPr>
          <a:xfrm>
            <a:off x="7602595" y="5023922"/>
            <a:ext cx="285343" cy="28534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59"/>
          <p:cNvSpPr txBox="1"/>
          <p:nvPr/>
        </p:nvSpPr>
        <p:spPr>
          <a:xfrm>
            <a:off x="4829813" y="4739605"/>
            <a:ext cx="17697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6410" algn="l"/>
              </a:tabLst>
            </a:pP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0.03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spc="1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9" name="object 60"/>
          <p:cNvSpPr/>
          <p:nvPr/>
        </p:nvSpPr>
        <p:spPr>
          <a:xfrm>
            <a:off x="5167243" y="3911508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4">
                <a:moveTo>
                  <a:pt x="0" y="0"/>
                </a:moveTo>
                <a:lnTo>
                  <a:pt x="148641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61"/>
          <p:cNvSpPr/>
          <p:nvPr/>
        </p:nvSpPr>
        <p:spPr>
          <a:xfrm>
            <a:off x="5160142" y="3710839"/>
            <a:ext cx="1493520" cy="0"/>
          </a:xfrm>
          <a:custGeom>
            <a:avLst/>
            <a:gdLst/>
            <a:ahLst/>
            <a:cxnLst/>
            <a:rect l="l" t="t" r="r" b="b"/>
            <a:pathLst>
              <a:path w="1493520">
                <a:moveTo>
                  <a:pt x="0" y="0"/>
                </a:moveTo>
                <a:lnTo>
                  <a:pt x="1493519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62"/>
          <p:cNvSpPr/>
          <p:nvPr/>
        </p:nvSpPr>
        <p:spPr>
          <a:xfrm>
            <a:off x="5160142" y="4493545"/>
            <a:ext cx="1435735" cy="0"/>
          </a:xfrm>
          <a:custGeom>
            <a:avLst/>
            <a:gdLst/>
            <a:ahLst/>
            <a:cxnLst/>
            <a:rect l="l" t="t" r="r" b="b"/>
            <a:pathLst>
              <a:path w="1435734">
                <a:moveTo>
                  <a:pt x="0" y="0"/>
                </a:moveTo>
                <a:lnTo>
                  <a:pt x="1435486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63"/>
          <p:cNvSpPr/>
          <p:nvPr/>
        </p:nvSpPr>
        <p:spPr>
          <a:xfrm>
            <a:off x="5152003" y="4684938"/>
            <a:ext cx="1224915" cy="0"/>
          </a:xfrm>
          <a:custGeom>
            <a:avLst/>
            <a:gdLst/>
            <a:ahLst/>
            <a:cxnLst/>
            <a:rect l="l" t="t" r="r" b="b"/>
            <a:pathLst>
              <a:path w="1224914">
                <a:moveTo>
                  <a:pt x="0" y="0"/>
                </a:moveTo>
                <a:lnTo>
                  <a:pt x="1224412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4"/>
          <p:cNvSpPr/>
          <p:nvPr/>
        </p:nvSpPr>
        <p:spPr>
          <a:xfrm>
            <a:off x="5167243" y="3324012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4">
                <a:moveTo>
                  <a:pt x="0" y="0"/>
                </a:moveTo>
                <a:lnTo>
                  <a:pt x="148641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65"/>
          <p:cNvSpPr/>
          <p:nvPr/>
        </p:nvSpPr>
        <p:spPr>
          <a:xfrm>
            <a:off x="5175381" y="2970566"/>
            <a:ext cx="1546860" cy="6350"/>
          </a:xfrm>
          <a:custGeom>
            <a:avLst/>
            <a:gdLst/>
            <a:ahLst/>
            <a:cxnLst/>
            <a:rect l="l" t="t" r="r" b="b"/>
            <a:pathLst>
              <a:path w="1546859" h="6350">
                <a:moveTo>
                  <a:pt x="0" y="6217"/>
                </a:moveTo>
                <a:lnTo>
                  <a:pt x="1546463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66"/>
          <p:cNvSpPr/>
          <p:nvPr/>
        </p:nvSpPr>
        <p:spPr>
          <a:xfrm>
            <a:off x="6015349" y="4630236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67"/>
          <p:cNvSpPr/>
          <p:nvPr/>
        </p:nvSpPr>
        <p:spPr>
          <a:xfrm>
            <a:off x="7039356" y="2835339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68"/>
          <p:cNvSpPr/>
          <p:nvPr/>
        </p:nvSpPr>
        <p:spPr>
          <a:xfrm>
            <a:off x="6954700" y="2917530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69"/>
          <p:cNvSpPr/>
          <p:nvPr/>
        </p:nvSpPr>
        <p:spPr>
          <a:xfrm>
            <a:off x="7305537" y="2826439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70"/>
          <p:cNvSpPr/>
          <p:nvPr/>
        </p:nvSpPr>
        <p:spPr>
          <a:xfrm>
            <a:off x="7561966" y="2822385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71"/>
          <p:cNvSpPr/>
          <p:nvPr/>
        </p:nvSpPr>
        <p:spPr>
          <a:xfrm>
            <a:off x="7477310" y="2904698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72"/>
          <p:cNvSpPr/>
          <p:nvPr/>
        </p:nvSpPr>
        <p:spPr>
          <a:xfrm>
            <a:off x="6682740" y="2912423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73"/>
          <p:cNvSpPr/>
          <p:nvPr/>
        </p:nvSpPr>
        <p:spPr>
          <a:xfrm>
            <a:off x="5352165" y="4630236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74"/>
          <p:cNvSpPr/>
          <p:nvPr/>
        </p:nvSpPr>
        <p:spPr>
          <a:xfrm>
            <a:off x="5673973" y="4627313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75"/>
          <p:cNvSpPr/>
          <p:nvPr/>
        </p:nvSpPr>
        <p:spPr>
          <a:xfrm>
            <a:off x="5127741" y="3124734"/>
            <a:ext cx="1594485" cy="5080"/>
          </a:xfrm>
          <a:custGeom>
            <a:avLst/>
            <a:gdLst/>
            <a:ahLst/>
            <a:cxnLst/>
            <a:rect l="l" t="t" r="r" b="b"/>
            <a:pathLst>
              <a:path w="1594484" h="5080">
                <a:moveTo>
                  <a:pt x="0" y="4571"/>
                </a:moveTo>
                <a:lnTo>
                  <a:pt x="1594103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76"/>
          <p:cNvSpPr/>
          <p:nvPr/>
        </p:nvSpPr>
        <p:spPr>
          <a:xfrm>
            <a:off x="6310639" y="4603947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77"/>
          <p:cNvSpPr/>
          <p:nvPr/>
        </p:nvSpPr>
        <p:spPr>
          <a:xfrm>
            <a:off x="5948616" y="4703908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78"/>
          <p:cNvSpPr txBox="1"/>
          <p:nvPr/>
        </p:nvSpPr>
        <p:spPr>
          <a:xfrm>
            <a:off x="4814319" y="2365396"/>
            <a:ext cx="2926715" cy="7112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400">
              <a:latin typeface="Arial"/>
              <a:cs typeface="Arial"/>
            </a:endParaRPr>
          </a:p>
          <a:p>
            <a:pPr marL="74295">
              <a:lnSpc>
                <a:spcPts val="2020"/>
              </a:lnSpc>
              <a:spcBef>
                <a:spcPts val="310"/>
              </a:spcBef>
              <a:tabLst>
                <a:tab pos="291338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9685">
              <a:lnSpc>
                <a:spcPts val="1120"/>
              </a:lnSpc>
              <a:tabLst>
                <a:tab pos="1950085" algn="l"/>
              </a:tabLst>
            </a:pP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0.99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10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8" name="object 79"/>
          <p:cNvSpPr/>
          <p:nvPr/>
        </p:nvSpPr>
        <p:spPr>
          <a:xfrm>
            <a:off x="6619298" y="2992846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80"/>
          <p:cNvSpPr txBox="1"/>
          <p:nvPr/>
        </p:nvSpPr>
        <p:spPr>
          <a:xfrm>
            <a:off x="4764151" y="3769332"/>
            <a:ext cx="19627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9450" algn="l"/>
              </a:tabLst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r>
              <a:rPr sz="1800" spc="1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989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4552950" y="3086960"/>
            <a:ext cx="7610490" cy="1428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/>
          <p:cNvSpPr/>
          <p:nvPr/>
        </p:nvSpPr>
        <p:spPr>
          <a:xfrm>
            <a:off x="4648321" y="3181829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7217176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47"/>
                </a:lnTo>
                <a:lnTo>
                  <a:pt x="77553" y="45490"/>
                </a:lnTo>
                <a:lnTo>
                  <a:pt x="45490" y="77553"/>
                </a:lnTo>
                <a:lnTo>
                  <a:pt x="21047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08"/>
                </a:lnTo>
                <a:lnTo>
                  <a:pt x="5469" y="1082808"/>
                </a:lnTo>
                <a:lnTo>
                  <a:pt x="21047" y="1126409"/>
                </a:lnTo>
                <a:lnTo>
                  <a:pt x="45490" y="1164868"/>
                </a:lnTo>
                <a:lnTo>
                  <a:pt x="77553" y="1196943"/>
                </a:lnTo>
                <a:lnTo>
                  <a:pt x="115992" y="1221391"/>
                </a:lnTo>
                <a:lnTo>
                  <a:pt x="159563" y="1236971"/>
                </a:lnTo>
                <a:lnTo>
                  <a:pt x="207020" y="1242440"/>
                </a:lnTo>
                <a:lnTo>
                  <a:pt x="7217176" y="1242440"/>
                </a:lnTo>
                <a:lnTo>
                  <a:pt x="7264631" y="1236971"/>
                </a:lnTo>
                <a:lnTo>
                  <a:pt x="7308197" y="1221391"/>
                </a:lnTo>
                <a:lnTo>
                  <a:pt x="7346630" y="1196943"/>
                </a:lnTo>
                <a:lnTo>
                  <a:pt x="7378687" y="1164868"/>
                </a:lnTo>
                <a:lnTo>
                  <a:pt x="7403124" y="1126409"/>
                </a:lnTo>
                <a:lnTo>
                  <a:pt x="7418698" y="1082808"/>
                </a:lnTo>
                <a:lnTo>
                  <a:pt x="7424165" y="1035308"/>
                </a:lnTo>
                <a:lnTo>
                  <a:pt x="7424165" y="207020"/>
                </a:lnTo>
                <a:lnTo>
                  <a:pt x="7418698" y="159563"/>
                </a:lnTo>
                <a:lnTo>
                  <a:pt x="7403124" y="115992"/>
                </a:lnTo>
                <a:lnTo>
                  <a:pt x="7378687" y="77553"/>
                </a:lnTo>
                <a:lnTo>
                  <a:pt x="7346630" y="45490"/>
                </a:lnTo>
                <a:lnTo>
                  <a:pt x="7308197" y="21047"/>
                </a:lnTo>
                <a:lnTo>
                  <a:pt x="7264631" y="5469"/>
                </a:lnTo>
                <a:lnTo>
                  <a:pt x="72171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/>
          <p:cNvSpPr/>
          <p:nvPr/>
        </p:nvSpPr>
        <p:spPr>
          <a:xfrm>
            <a:off x="4648321" y="3181829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0" y="207020"/>
                </a:moveTo>
                <a:lnTo>
                  <a:pt x="5469" y="159563"/>
                </a:lnTo>
                <a:lnTo>
                  <a:pt x="21047" y="115992"/>
                </a:lnTo>
                <a:lnTo>
                  <a:pt x="45490" y="77553"/>
                </a:lnTo>
                <a:lnTo>
                  <a:pt x="77553" y="45490"/>
                </a:lnTo>
                <a:lnTo>
                  <a:pt x="115992" y="21047"/>
                </a:lnTo>
                <a:lnTo>
                  <a:pt x="159563" y="5469"/>
                </a:lnTo>
                <a:lnTo>
                  <a:pt x="207020" y="0"/>
                </a:lnTo>
                <a:lnTo>
                  <a:pt x="7217176" y="0"/>
                </a:lnTo>
                <a:lnTo>
                  <a:pt x="7264631" y="5469"/>
                </a:lnTo>
                <a:lnTo>
                  <a:pt x="7308197" y="21047"/>
                </a:lnTo>
                <a:lnTo>
                  <a:pt x="7346630" y="45490"/>
                </a:lnTo>
                <a:lnTo>
                  <a:pt x="7378687" y="77553"/>
                </a:lnTo>
                <a:lnTo>
                  <a:pt x="7403124" y="115992"/>
                </a:lnTo>
                <a:lnTo>
                  <a:pt x="7418698" y="159563"/>
                </a:lnTo>
                <a:lnTo>
                  <a:pt x="7424165" y="207020"/>
                </a:lnTo>
                <a:lnTo>
                  <a:pt x="7424165" y="1035308"/>
                </a:lnTo>
                <a:lnTo>
                  <a:pt x="7418698" y="1082808"/>
                </a:lnTo>
                <a:lnTo>
                  <a:pt x="7403124" y="1126409"/>
                </a:lnTo>
                <a:lnTo>
                  <a:pt x="7378687" y="1164868"/>
                </a:lnTo>
                <a:lnTo>
                  <a:pt x="7346630" y="1196943"/>
                </a:lnTo>
                <a:lnTo>
                  <a:pt x="7308197" y="1221391"/>
                </a:lnTo>
                <a:lnTo>
                  <a:pt x="7264631" y="1236971"/>
                </a:lnTo>
                <a:lnTo>
                  <a:pt x="7217176" y="1242440"/>
                </a:lnTo>
                <a:lnTo>
                  <a:pt x="207020" y="1242440"/>
                </a:lnTo>
                <a:lnTo>
                  <a:pt x="159563" y="1236971"/>
                </a:lnTo>
                <a:lnTo>
                  <a:pt x="115992" y="1221391"/>
                </a:lnTo>
                <a:lnTo>
                  <a:pt x="77553" y="1196943"/>
                </a:lnTo>
                <a:lnTo>
                  <a:pt x="45490" y="1164868"/>
                </a:lnTo>
                <a:lnTo>
                  <a:pt x="21047" y="1126409"/>
                </a:lnTo>
                <a:lnTo>
                  <a:pt x="5469" y="1082808"/>
                </a:lnTo>
                <a:lnTo>
                  <a:pt x="0" y="1035308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 txBox="1"/>
          <p:nvPr/>
        </p:nvSpPr>
        <p:spPr>
          <a:xfrm>
            <a:off x="5221609" y="3486055"/>
            <a:ext cx="615124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28520" marR="5080" indent="-2116455">
              <a:lnSpc>
                <a:spcPct val="100000"/>
              </a:lnSpc>
              <a:spcBef>
                <a:spcPts val="125"/>
              </a:spcBef>
            </a:pPr>
            <a:r>
              <a:rPr sz="2000" b="1" spc="30" dirty="0">
                <a:solidFill>
                  <a:srgbClr val="6F2F9F"/>
                </a:solidFill>
                <a:latin typeface="Arial"/>
                <a:cs typeface="Arial"/>
              </a:rPr>
              <a:t>Now</a:t>
            </a:r>
            <a:r>
              <a:rPr sz="20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let</a:t>
            </a:r>
            <a:r>
              <a:rPr sz="20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us</a:t>
            </a:r>
            <a:r>
              <a:rPr sz="20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rotate</a:t>
            </a:r>
            <a:r>
              <a:rPr sz="20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this</a:t>
            </a:r>
            <a:r>
              <a:rPr sz="2000" b="1" spc="-1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r>
              <a:rPr sz="20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to</a:t>
            </a:r>
            <a:r>
              <a:rPr sz="2000" b="1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find</a:t>
            </a:r>
            <a:r>
              <a:rPr sz="2000" b="1" spc="-1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out</a:t>
            </a:r>
            <a:r>
              <a:rPr sz="2000" b="1" spc="-1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0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best</a:t>
            </a:r>
            <a:r>
              <a:rPr sz="20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fitted 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regression</a:t>
            </a:r>
            <a:r>
              <a:rPr sz="2000" b="1" spc="-2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line.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9"/>
          <p:cNvSpPr/>
          <p:nvPr/>
        </p:nvSpPr>
        <p:spPr>
          <a:xfrm>
            <a:off x="4019550" y="3401285"/>
            <a:ext cx="571500" cy="628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4137141" y="347583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78" y="0"/>
                </a:moveTo>
                <a:lnTo>
                  <a:pt x="0" y="0"/>
                </a:lnTo>
                <a:lnTo>
                  <a:pt x="208178" y="240532"/>
                </a:lnTo>
                <a:lnTo>
                  <a:pt x="0" y="481074"/>
                </a:lnTo>
                <a:lnTo>
                  <a:pt x="208178" y="481074"/>
                </a:lnTo>
                <a:lnTo>
                  <a:pt x="416326" y="240532"/>
                </a:lnTo>
                <a:lnTo>
                  <a:pt x="208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4137141" y="347583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78" y="0"/>
                </a:lnTo>
                <a:lnTo>
                  <a:pt x="416326" y="240532"/>
                </a:lnTo>
                <a:lnTo>
                  <a:pt x="208178" y="481074"/>
                </a:lnTo>
                <a:lnTo>
                  <a:pt x="0" y="481074"/>
                </a:lnTo>
                <a:lnTo>
                  <a:pt x="208178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683453" y="1492231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754191" y="3663794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654033" y="3728605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647683" y="3728605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 txBox="1"/>
          <p:nvPr/>
        </p:nvSpPr>
        <p:spPr>
          <a:xfrm>
            <a:off x="169227" y="1421668"/>
            <a:ext cx="322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17"/>
          <p:cNvSpPr txBox="1"/>
          <p:nvPr/>
        </p:nvSpPr>
        <p:spPr>
          <a:xfrm>
            <a:off x="469265" y="354726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18"/>
          <p:cNvSpPr/>
          <p:nvPr/>
        </p:nvSpPr>
        <p:spPr>
          <a:xfrm>
            <a:off x="684501" y="3627730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754200" y="1727689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3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 txBox="1"/>
          <p:nvPr/>
        </p:nvSpPr>
        <p:spPr>
          <a:xfrm>
            <a:off x="181610" y="5527902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21"/>
          <p:cNvSpPr/>
          <p:nvPr/>
        </p:nvSpPr>
        <p:spPr>
          <a:xfrm>
            <a:off x="858429" y="1841227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46" y="3603299"/>
                </a:moveTo>
                <a:lnTo>
                  <a:pt x="0" y="3729971"/>
                </a:lnTo>
                <a:lnTo>
                  <a:pt x="111440" y="3667429"/>
                </a:lnTo>
                <a:lnTo>
                  <a:pt x="103186" y="3661833"/>
                </a:lnTo>
                <a:lnTo>
                  <a:pt x="69223" y="3661833"/>
                </a:lnTo>
                <a:lnTo>
                  <a:pt x="37682" y="3640448"/>
                </a:lnTo>
                <a:lnTo>
                  <a:pt x="48376" y="3624675"/>
                </a:lnTo>
                <a:lnTo>
                  <a:pt x="16846" y="3603299"/>
                </a:lnTo>
                <a:close/>
              </a:path>
              <a:path w="2529204" h="3729990">
                <a:moveTo>
                  <a:pt x="48376" y="3624675"/>
                </a:moveTo>
                <a:lnTo>
                  <a:pt x="37682" y="3640448"/>
                </a:lnTo>
                <a:lnTo>
                  <a:pt x="69223" y="3661833"/>
                </a:lnTo>
                <a:lnTo>
                  <a:pt x="79917" y="3646058"/>
                </a:lnTo>
                <a:lnTo>
                  <a:pt x="48376" y="3624675"/>
                </a:lnTo>
                <a:close/>
              </a:path>
              <a:path w="2529204" h="3729990">
                <a:moveTo>
                  <a:pt x="79917" y="3646058"/>
                </a:moveTo>
                <a:lnTo>
                  <a:pt x="69223" y="3661833"/>
                </a:lnTo>
                <a:lnTo>
                  <a:pt x="103186" y="3661833"/>
                </a:lnTo>
                <a:lnTo>
                  <a:pt x="79917" y="3646058"/>
                </a:lnTo>
                <a:close/>
              </a:path>
              <a:path w="2529204" h="3729990">
                <a:moveTo>
                  <a:pt x="2448842" y="83995"/>
                </a:moveTo>
                <a:lnTo>
                  <a:pt x="48376" y="3624675"/>
                </a:lnTo>
                <a:lnTo>
                  <a:pt x="79917" y="3646058"/>
                </a:lnTo>
                <a:lnTo>
                  <a:pt x="2480346" y="105350"/>
                </a:lnTo>
                <a:lnTo>
                  <a:pt x="2448842" y="83995"/>
                </a:lnTo>
                <a:close/>
              </a:path>
              <a:path w="2529204" h="3729990">
                <a:moveTo>
                  <a:pt x="2519697" y="68183"/>
                </a:moveTo>
                <a:lnTo>
                  <a:pt x="2459562" y="68183"/>
                </a:lnTo>
                <a:lnTo>
                  <a:pt x="2491078" y="89519"/>
                </a:lnTo>
                <a:lnTo>
                  <a:pt x="2480346" y="105350"/>
                </a:lnTo>
                <a:lnTo>
                  <a:pt x="2511896" y="126735"/>
                </a:lnTo>
                <a:lnTo>
                  <a:pt x="2519697" y="68183"/>
                </a:lnTo>
                <a:close/>
              </a:path>
              <a:path w="2529204" h="3729990">
                <a:moveTo>
                  <a:pt x="2459562" y="68183"/>
                </a:moveTo>
                <a:lnTo>
                  <a:pt x="2448842" y="83995"/>
                </a:lnTo>
                <a:lnTo>
                  <a:pt x="2480346" y="105350"/>
                </a:lnTo>
                <a:lnTo>
                  <a:pt x="2491078" y="89519"/>
                </a:lnTo>
                <a:lnTo>
                  <a:pt x="2459562" y="68183"/>
                </a:lnTo>
                <a:close/>
              </a:path>
              <a:path w="2529204" h="3729990">
                <a:moveTo>
                  <a:pt x="2528782" y="0"/>
                </a:moveTo>
                <a:lnTo>
                  <a:pt x="2417286" y="62605"/>
                </a:lnTo>
                <a:lnTo>
                  <a:pt x="2448842" y="83995"/>
                </a:lnTo>
                <a:lnTo>
                  <a:pt x="2459562" y="68183"/>
                </a:lnTo>
                <a:lnTo>
                  <a:pt x="2519697" y="68183"/>
                </a:lnTo>
                <a:lnTo>
                  <a:pt x="252878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2106167" y="1466854"/>
            <a:ext cx="904962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1040498" y="5429970"/>
            <a:ext cx="904974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3286902" y="3846446"/>
            <a:ext cx="285343" cy="2853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1548893" y="1471822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1464374" y="1554136"/>
            <a:ext cx="191579" cy="2084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2652774" y="5420027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2028126" y="1536579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2349943" y="1536579"/>
            <a:ext cx="191579" cy="2084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2638107" y="1536579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1700153" y="1767800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5" h="2536190">
                <a:moveTo>
                  <a:pt x="0" y="0"/>
                </a:moveTo>
                <a:lnTo>
                  <a:pt x="14346" y="253594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2254376" y="1727689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19" h="1713229">
                <a:moveTo>
                  <a:pt x="0" y="0"/>
                </a:moveTo>
                <a:lnTo>
                  <a:pt x="7238" y="171309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2586227" y="1739363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60" h="1213485">
                <a:moveTo>
                  <a:pt x="0" y="0"/>
                </a:moveTo>
                <a:lnTo>
                  <a:pt x="10037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2864357" y="1739363"/>
            <a:ext cx="7620" cy="798195"/>
          </a:xfrm>
          <a:custGeom>
            <a:avLst/>
            <a:gdLst/>
            <a:ahLst/>
            <a:cxnLst/>
            <a:rect l="l" t="t" r="r" b="b"/>
            <a:pathLst>
              <a:path w="7619" h="798194">
                <a:moveTo>
                  <a:pt x="0" y="0"/>
                </a:moveTo>
                <a:lnTo>
                  <a:pt x="7238" y="79817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2813435" y="2755992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1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1794260" y="4207100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86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1494032" y="4671289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67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/>
          <p:nvPr/>
        </p:nvSpPr>
        <p:spPr>
          <a:xfrm>
            <a:off x="1191685" y="5122131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3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9"/>
          <p:cNvSpPr/>
          <p:nvPr/>
        </p:nvSpPr>
        <p:spPr>
          <a:xfrm>
            <a:off x="740603" y="4316446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424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/>
          <p:nvPr/>
        </p:nvSpPr>
        <p:spPr>
          <a:xfrm>
            <a:off x="658950" y="2689942"/>
            <a:ext cx="2113915" cy="635"/>
          </a:xfrm>
          <a:custGeom>
            <a:avLst/>
            <a:gdLst/>
            <a:ahLst/>
            <a:cxnLst/>
            <a:rect l="l" t="t" r="r" b="b"/>
            <a:pathLst>
              <a:path w="2113915" h="635">
                <a:moveTo>
                  <a:pt x="0" y="0"/>
                </a:moveTo>
                <a:lnTo>
                  <a:pt x="2113717" y="15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 txBox="1"/>
          <p:nvPr/>
        </p:nvSpPr>
        <p:spPr>
          <a:xfrm>
            <a:off x="346714" y="4216940"/>
            <a:ext cx="2819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42"/>
          <p:cNvSpPr/>
          <p:nvPr/>
        </p:nvSpPr>
        <p:spPr>
          <a:xfrm>
            <a:off x="2724399" y="260459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918"/>
                </a:lnTo>
                <a:lnTo>
                  <a:pt x="37718" y="73151"/>
                </a:lnTo>
                <a:lnTo>
                  <a:pt x="0" y="113537"/>
                </a:lnTo>
                <a:lnTo>
                  <a:pt x="35051" y="146456"/>
                </a:lnTo>
                <a:lnTo>
                  <a:pt x="70747" y="108356"/>
                </a:lnTo>
                <a:lnTo>
                  <a:pt x="136511" y="108356"/>
                </a:lnTo>
                <a:lnTo>
                  <a:pt x="103631" y="73151"/>
                </a:lnTo>
                <a:lnTo>
                  <a:pt x="136607" y="37978"/>
                </a:lnTo>
                <a:lnTo>
                  <a:pt x="70747" y="37978"/>
                </a:lnTo>
                <a:lnTo>
                  <a:pt x="35051" y="0"/>
                </a:lnTo>
                <a:close/>
              </a:path>
              <a:path w="141605" h="146685">
                <a:moveTo>
                  <a:pt x="136511" y="108356"/>
                </a:moveTo>
                <a:lnTo>
                  <a:pt x="70747" y="108356"/>
                </a:lnTo>
                <a:lnTo>
                  <a:pt x="106298" y="146456"/>
                </a:lnTo>
                <a:lnTo>
                  <a:pt x="141350" y="113537"/>
                </a:lnTo>
                <a:lnTo>
                  <a:pt x="136511" y="108356"/>
                </a:lnTo>
                <a:close/>
              </a:path>
              <a:path w="141605" h="146685">
                <a:moveTo>
                  <a:pt x="106298" y="0"/>
                </a:moveTo>
                <a:lnTo>
                  <a:pt x="70747" y="37978"/>
                </a:lnTo>
                <a:lnTo>
                  <a:pt x="136607" y="37978"/>
                </a:lnTo>
                <a:lnTo>
                  <a:pt x="141350" y="32918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/>
          <p:nvPr/>
        </p:nvSpPr>
        <p:spPr>
          <a:xfrm>
            <a:off x="2724399" y="2604598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918"/>
                </a:moveTo>
                <a:lnTo>
                  <a:pt x="35051" y="0"/>
                </a:lnTo>
                <a:lnTo>
                  <a:pt x="70747" y="37978"/>
                </a:lnTo>
                <a:lnTo>
                  <a:pt x="106298" y="0"/>
                </a:lnTo>
                <a:lnTo>
                  <a:pt x="141350" y="32918"/>
                </a:lnTo>
                <a:lnTo>
                  <a:pt x="103631" y="73151"/>
                </a:lnTo>
                <a:lnTo>
                  <a:pt x="141350" y="113537"/>
                </a:lnTo>
                <a:lnTo>
                  <a:pt x="106298" y="146456"/>
                </a:lnTo>
                <a:lnTo>
                  <a:pt x="70747" y="108356"/>
                </a:lnTo>
                <a:lnTo>
                  <a:pt x="35051" y="146456"/>
                </a:lnTo>
                <a:lnTo>
                  <a:pt x="0" y="113537"/>
                </a:lnTo>
                <a:lnTo>
                  <a:pt x="37718" y="73151"/>
                </a:lnTo>
                <a:lnTo>
                  <a:pt x="0" y="32918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4"/>
          <p:cNvSpPr/>
          <p:nvPr/>
        </p:nvSpPr>
        <p:spPr>
          <a:xfrm>
            <a:off x="1644014" y="424316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897"/>
                </a:lnTo>
                <a:lnTo>
                  <a:pt x="37718" y="73283"/>
                </a:lnTo>
                <a:lnTo>
                  <a:pt x="0" y="113537"/>
                </a:lnTo>
                <a:lnTo>
                  <a:pt x="35051" y="146435"/>
                </a:lnTo>
                <a:lnTo>
                  <a:pt x="70734" y="108466"/>
                </a:lnTo>
                <a:lnTo>
                  <a:pt x="136598" y="108466"/>
                </a:lnTo>
                <a:lnTo>
                  <a:pt x="103631" y="73283"/>
                </a:lnTo>
                <a:lnTo>
                  <a:pt x="136602" y="37981"/>
                </a:lnTo>
                <a:lnTo>
                  <a:pt x="70734" y="37981"/>
                </a:lnTo>
                <a:lnTo>
                  <a:pt x="35051" y="0"/>
                </a:lnTo>
                <a:close/>
              </a:path>
              <a:path w="141605" h="146685">
                <a:moveTo>
                  <a:pt x="136598" y="108466"/>
                </a:moveTo>
                <a:lnTo>
                  <a:pt x="70734" y="108466"/>
                </a:lnTo>
                <a:lnTo>
                  <a:pt x="106298" y="146435"/>
                </a:lnTo>
                <a:lnTo>
                  <a:pt x="141350" y="113537"/>
                </a:lnTo>
                <a:lnTo>
                  <a:pt x="136598" y="108466"/>
                </a:lnTo>
                <a:close/>
              </a:path>
              <a:path w="141605" h="146685">
                <a:moveTo>
                  <a:pt x="106298" y="0"/>
                </a:moveTo>
                <a:lnTo>
                  <a:pt x="70734" y="37981"/>
                </a:lnTo>
                <a:lnTo>
                  <a:pt x="136602" y="37981"/>
                </a:lnTo>
                <a:lnTo>
                  <a:pt x="141350" y="32897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5"/>
          <p:cNvSpPr/>
          <p:nvPr/>
        </p:nvSpPr>
        <p:spPr>
          <a:xfrm>
            <a:off x="1644014" y="4243163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051" y="0"/>
                </a:lnTo>
                <a:lnTo>
                  <a:pt x="70734" y="37981"/>
                </a:lnTo>
                <a:lnTo>
                  <a:pt x="106298" y="0"/>
                </a:lnTo>
                <a:lnTo>
                  <a:pt x="141350" y="32897"/>
                </a:lnTo>
                <a:lnTo>
                  <a:pt x="103631" y="73283"/>
                </a:lnTo>
                <a:lnTo>
                  <a:pt x="141350" y="113537"/>
                </a:lnTo>
                <a:lnTo>
                  <a:pt x="106298" y="146435"/>
                </a:lnTo>
                <a:lnTo>
                  <a:pt x="70734" y="108466"/>
                </a:lnTo>
                <a:lnTo>
                  <a:pt x="35051" y="146435"/>
                </a:lnTo>
                <a:lnTo>
                  <a:pt x="0" y="113537"/>
                </a:lnTo>
                <a:lnTo>
                  <a:pt x="37718" y="73283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6"/>
          <p:cNvSpPr txBox="1"/>
          <p:nvPr/>
        </p:nvSpPr>
        <p:spPr>
          <a:xfrm>
            <a:off x="309566" y="2603023"/>
            <a:ext cx="2343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66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4019550" y="3442850"/>
            <a:ext cx="571500" cy="62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4137141" y="351740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78" y="0"/>
                </a:moveTo>
                <a:lnTo>
                  <a:pt x="0" y="0"/>
                </a:lnTo>
                <a:lnTo>
                  <a:pt x="208178" y="240532"/>
                </a:lnTo>
                <a:lnTo>
                  <a:pt x="0" y="481074"/>
                </a:lnTo>
                <a:lnTo>
                  <a:pt x="208178" y="481074"/>
                </a:lnTo>
                <a:lnTo>
                  <a:pt x="416326" y="240532"/>
                </a:lnTo>
                <a:lnTo>
                  <a:pt x="208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4137141" y="351740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78" y="0"/>
                </a:lnTo>
                <a:lnTo>
                  <a:pt x="416326" y="240532"/>
                </a:lnTo>
                <a:lnTo>
                  <a:pt x="208178" y="481074"/>
                </a:lnTo>
                <a:lnTo>
                  <a:pt x="0" y="481074"/>
                </a:lnTo>
                <a:lnTo>
                  <a:pt x="208178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683453" y="1533796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9"/>
          <p:cNvSpPr/>
          <p:nvPr/>
        </p:nvSpPr>
        <p:spPr>
          <a:xfrm>
            <a:off x="754191" y="370535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654033" y="377017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647683" y="377017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 txBox="1"/>
          <p:nvPr/>
        </p:nvSpPr>
        <p:spPr>
          <a:xfrm>
            <a:off x="169227" y="1463233"/>
            <a:ext cx="322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13"/>
          <p:cNvSpPr/>
          <p:nvPr/>
        </p:nvSpPr>
        <p:spPr>
          <a:xfrm>
            <a:off x="684501" y="3669295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754200" y="1769254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3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 txBox="1"/>
          <p:nvPr/>
        </p:nvSpPr>
        <p:spPr>
          <a:xfrm>
            <a:off x="181610" y="5569467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16"/>
          <p:cNvSpPr/>
          <p:nvPr/>
        </p:nvSpPr>
        <p:spPr>
          <a:xfrm>
            <a:off x="2106167" y="1508419"/>
            <a:ext cx="904962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1040498" y="5471535"/>
            <a:ext cx="904974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3286902" y="3888011"/>
            <a:ext cx="285343" cy="285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1548893" y="1513387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1464374" y="1595701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2652774" y="5461592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2028126" y="157814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2349943" y="1578144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2638107" y="157814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1700153" y="1809365"/>
            <a:ext cx="12700" cy="2277110"/>
          </a:xfrm>
          <a:custGeom>
            <a:avLst/>
            <a:gdLst/>
            <a:ahLst/>
            <a:cxnLst/>
            <a:rect l="l" t="t" r="r" b="b"/>
            <a:pathLst>
              <a:path w="12700" h="2277110">
                <a:moveTo>
                  <a:pt x="0" y="0"/>
                </a:moveTo>
                <a:lnTo>
                  <a:pt x="12441" y="227674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2254376" y="1769254"/>
            <a:ext cx="0" cy="1940560"/>
          </a:xfrm>
          <a:custGeom>
            <a:avLst/>
            <a:gdLst/>
            <a:ahLst/>
            <a:cxnLst/>
            <a:rect l="l" t="t" r="r" b="b"/>
            <a:pathLst>
              <a:path h="1940560">
                <a:moveTo>
                  <a:pt x="0" y="0"/>
                </a:moveTo>
                <a:lnTo>
                  <a:pt x="0" y="194029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2586227" y="1780928"/>
            <a:ext cx="5080" cy="1652905"/>
          </a:xfrm>
          <a:custGeom>
            <a:avLst/>
            <a:gdLst/>
            <a:ahLst/>
            <a:cxnLst/>
            <a:rect l="l" t="t" r="r" b="b"/>
            <a:pathLst>
              <a:path w="5080" h="1652904">
                <a:moveTo>
                  <a:pt x="0" y="0"/>
                </a:moveTo>
                <a:lnTo>
                  <a:pt x="4571" y="165238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2864357" y="1780928"/>
            <a:ext cx="3810" cy="1461135"/>
          </a:xfrm>
          <a:custGeom>
            <a:avLst/>
            <a:gdLst/>
            <a:ahLst/>
            <a:cxnLst/>
            <a:rect l="l" t="t" r="r" b="b"/>
            <a:pathLst>
              <a:path w="3810" h="1461135">
                <a:moveTo>
                  <a:pt x="0" y="0"/>
                </a:moveTo>
                <a:lnTo>
                  <a:pt x="3560" y="146111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2813435" y="3242047"/>
            <a:ext cx="0" cy="2236470"/>
          </a:xfrm>
          <a:custGeom>
            <a:avLst/>
            <a:gdLst/>
            <a:ahLst/>
            <a:cxnLst/>
            <a:rect l="l" t="t" r="r" b="b"/>
            <a:pathLst>
              <a:path h="2236470">
                <a:moveTo>
                  <a:pt x="0" y="0"/>
                </a:moveTo>
                <a:lnTo>
                  <a:pt x="0" y="223632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1794260" y="4030221"/>
            <a:ext cx="0" cy="1441450"/>
          </a:xfrm>
          <a:custGeom>
            <a:avLst/>
            <a:gdLst/>
            <a:ahLst/>
            <a:cxnLst/>
            <a:rect l="l" t="t" r="r" b="b"/>
            <a:pathLst>
              <a:path h="1441450">
                <a:moveTo>
                  <a:pt x="0" y="0"/>
                </a:moveTo>
                <a:lnTo>
                  <a:pt x="0" y="144131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1494032" y="4219459"/>
            <a:ext cx="0" cy="1252220"/>
          </a:xfrm>
          <a:custGeom>
            <a:avLst/>
            <a:gdLst/>
            <a:ahLst/>
            <a:cxnLst/>
            <a:rect l="l" t="t" r="r" b="b"/>
            <a:pathLst>
              <a:path h="1252220">
                <a:moveTo>
                  <a:pt x="0" y="0"/>
                </a:moveTo>
                <a:lnTo>
                  <a:pt x="0" y="125207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1191685" y="4465835"/>
            <a:ext cx="0" cy="1005840"/>
          </a:xfrm>
          <a:custGeom>
            <a:avLst/>
            <a:gdLst/>
            <a:ahLst/>
            <a:cxnLst/>
            <a:rect l="l" t="t" r="r" b="b"/>
            <a:pathLst>
              <a:path h="1005839">
                <a:moveTo>
                  <a:pt x="0" y="0"/>
                </a:moveTo>
                <a:lnTo>
                  <a:pt x="0" y="100569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591729" y="2473707"/>
            <a:ext cx="3307715" cy="2435225"/>
          </a:xfrm>
          <a:custGeom>
            <a:avLst/>
            <a:gdLst/>
            <a:ahLst/>
            <a:cxnLst/>
            <a:rect l="l" t="t" r="r" b="b"/>
            <a:pathLst>
              <a:path w="3307715" h="2435225">
                <a:moveTo>
                  <a:pt x="58174" y="2320930"/>
                </a:moveTo>
                <a:lnTo>
                  <a:pt x="0" y="2434717"/>
                </a:lnTo>
                <a:lnTo>
                  <a:pt x="125931" y="2413000"/>
                </a:lnTo>
                <a:lnTo>
                  <a:pt x="111631" y="2393569"/>
                </a:lnTo>
                <a:lnTo>
                  <a:pt x="87986" y="2393569"/>
                </a:lnTo>
                <a:lnTo>
                  <a:pt x="65413" y="2362971"/>
                </a:lnTo>
                <a:lnTo>
                  <a:pt x="80784" y="2351654"/>
                </a:lnTo>
                <a:lnTo>
                  <a:pt x="58174" y="2320930"/>
                </a:lnTo>
                <a:close/>
              </a:path>
              <a:path w="3307715" h="2435225">
                <a:moveTo>
                  <a:pt x="80784" y="2351654"/>
                </a:moveTo>
                <a:lnTo>
                  <a:pt x="65413" y="2362971"/>
                </a:lnTo>
                <a:lnTo>
                  <a:pt x="87986" y="2393569"/>
                </a:lnTo>
                <a:lnTo>
                  <a:pt x="103322" y="2382279"/>
                </a:lnTo>
                <a:lnTo>
                  <a:pt x="80784" y="2351654"/>
                </a:lnTo>
                <a:close/>
              </a:path>
              <a:path w="3307715" h="2435225">
                <a:moveTo>
                  <a:pt x="103322" y="2382279"/>
                </a:moveTo>
                <a:lnTo>
                  <a:pt x="87986" y="2393569"/>
                </a:lnTo>
                <a:lnTo>
                  <a:pt x="111631" y="2393569"/>
                </a:lnTo>
                <a:lnTo>
                  <a:pt x="103322" y="2382279"/>
                </a:lnTo>
                <a:close/>
              </a:path>
              <a:path w="3307715" h="2435225">
                <a:moveTo>
                  <a:pt x="3203805" y="52447"/>
                </a:moveTo>
                <a:lnTo>
                  <a:pt x="80784" y="2351654"/>
                </a:lnTo>
                <a:lnTo>
                  <a:pt x="103322" y="2382279"/>
                </a:lnTo>
                <a:lnTo>
                  <a:pt x="3226376" y="83082"/>
                </a:lnTo>
                <a:lnTo>
                  <a:pt x="3203805" y="52447"/>
                </a:lnTo>
                <a:close/>
              </a:path>
              <a:path w="3307715" h="2435225">
                <a:moveTo>
                  <a:pt x="3286138" y="41147"/>
                </a:moveTo>
                <a:lnTo>
                  <a:pt x="3219154" y="41147"/>
                </a:lnTo>
                <a:lnTo>
                  <a:pt x="3241770" y="71749"/>
                </a:lnTo>
                <a:lnTo>
                  <a:pt x="3226376" y="83082"/>
                </a:lnTo>
                <a:lnTo>
                  <a:pt x="3248994" y="113781"/>
                </a:lnTo>
                <a:lnTo>
                  <a:pt x="3286138" y="41147"/>
                </a:lnTo>
                <a:close/>
              </a:path>
              <a:path w="3307715" h="2435225">
                <a:moveTo>
                  <a:pt x="3219154" y="41147"/>
                </a:moveTo>
                <a:lnTo>
                  <a:pt x="3203805" y="52447"/>
                </a:lnTo>
                <a:lnTo>
                  <a:pt x="3226376" y="83082"/>
                </a:lnTo>
                <a:lnTo>
                  <a:pt x="3241770" y="71749"/>
                </a:lnTo>
                <a:lnTo>
                  <a:pt x="3219154" y="41147"/>
                </a:lnTo>
                <a:close/>
              </a:path>
              <a:path w="3307715" h="2435225">
                <a:moveTo>
                  <a:pt x="3307180" y="0"/>
                </a:moveTo>
                <a:lnTo>
                  <a:pt x="3181176" y="21732"/>
                </a:lnTo>
                <a:lnTo>
                  <a:pt x="3203805" y="52447"/>
                </a:lnTo>
                <a:lnTo>
                  <a:pt x="3219154" y="41147"/>
                </a:lnTo>
                <a:lnTo>
                  <a:pt x="3286138" y="41147"/>
                </a:lnTo>
                <a:lnTo>
                  <a:pt x="33071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740603" y="4073785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424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754200" y="3250307"/>
            <a:ext cx="2113915" cy="0"/>
          </a:xfrm>
          <a:custGeom>
            <a:avLst/>
            <a:gdLst/>
            <a:ahLst/>
            <a:cxnLst/>
            <a:rect l="l" t="t" r="r" b="b"/>
            <a:pathLst>
              <a:path w="2113915">
                <a:moveTo>
                  <a:pt x="0" y="0"/>
                </a:moveTo>
                <a:lnTo>
                  <a:pt x="2113717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2734948" y="3168774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70" y="0"/>
                </a:moveTo>
                <a:lnTo>
                  <a:pt x="0" y="32887"/>
                </a:lnTo>
                <a:lnTo>
                  <a:pt x="37837" y="73273"/>
                </a:lnTo>
                <a:lnTo>
                  <a:pt x="0" y="113537"/>
                </a:lnTo>
                <a:lnTo>
                  <a:pt x="35170" y="146425"/>
                </a:lnTo>
                <a:lnTo>
                  <a:pt x="70734" y="108478"/>
                </a:lnTo>
                <a:lnTo>
                  <a:pt x="136730" y="108478"/>
                </a:lnTo>
                <a:lnTo>
                  <a:pt x="103750" y="73273"/>
                </a:lnTo>
                <a:lnTo>
                  <a:pt x="136601" y="38099"/>
                </a:lnTo>
                <a:lnTo>
                  <a:pt x="70734" y="38099"/>
                </a:lnTo>
                <a:lnTo>
                  <a:pt x="35170" y="0"/>
                </a:lnTo>
                <a:close/>
              </a:path>
              <a:path w="141605" h="146685">
                <a:moveTo>
                  <a:pt x="136730" y="108478"/>
                </a:moveTo>
                <a:lnTo>
                  <a:pt x="70734" y="108478"/>
                </a:lnTo>
                <a:lnTo>
                  <a:pt x="106417" y="146425"/>
                </a:lnTo>
                <a:lnTo>
                  <a:pt x="141469" y="113537"/>
                </a:lnTo>
                <a:lnTo>
                  <a:pt x="136730" y="108478"/>
                </a:lnTo>
                <a:close/>
              </a:path>
              <a:path w="141605" h="146685">
                <a:moveTo>
                  <a:pt x="106417" y="0"/>
                </a:moveTo>
                <a:lnTo>
                  <a:pt x="70734" y="38099"/>
                </a:lnTo>
                <a:lnTo>
                  <a:pt x="136601" y="38099"/>
                </a:lnTo>
                <a:lnTo>
                  <a:pt x="141469" y="32887"/>
                </a:lnTo>
                <a:lnTo>
                  <a:pt x="10641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2734948" y="3168774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87"/>
                </a:moveTo>
                <a:lnTo>
                  <a:pt x="35170" y="0"/>
                </a:lnTo>
                <a:lnTo>
                  <a:pt x="70734" y="38099"/>
                </a:lnTo>
                <a:lnTo>
                  <a:pt x="106417" y="0"/>
                </a:lnTo>
                <a:lnTo>
                  <a:pt x="141469" y="32887"/>
                </a:lnTo>
                <a:lnTo>
                  <a:pt x="103750" y="73273"/>
                </a:lnTo>
                <a:lnTo>
                  <a:pt x="141469" y="113537"/>
                </a:lnTo>
                <a:lnTo>
                  <a:pt x="106417" y="146425"/>
                </a:lnTo>
                <a:lnTo>
                  <a:pt x="70734" y="108478"/>
                </a:lnTo>
                <a:lnTo>
                  <a:pt x="35170" y="146425"/>
                </a:lnTo>
                <a:lnTo>
                  <a:pt x="0" y="113537"/>
                </a:lnTo>
                <a:lnTo>
                  <a:pt x="37837" y="73273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/>
          <p:nvPr/>
        </p:nvSpPr>
        <p:spPr>
          <a:xfrm>
            <a:off x="1634489" y="401295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884"/>
                </a:lnTo>
                <a:lnTo>
                  <a:pt x="37718" y="73151"/>
                </a:lnTo>
                <a:lnTo>
                  <a:pt x="0" y="113537"/>
                </a:lnTo>
                <a:lnTo>
                  <a:pt x="35051" y="146422"/>
                </a:lnTo>
                <a:lnTo>
                  <a:pt x="70734" y="108322"/>
                </a:lnTo>
                <a:lnTo>
                  <a:pt x="136480" y="108322"/>
                </a:lnTo>
                <a:lnTo>
                  <a:pt x="103631" y="73151"/>
                </a:lnTo>
                <a:lnTo>
                  <a:pt x="136588" y="37968"/>
                </a:lnTo>
                <a:lnTo>
                  <a:pt x="70734" y="37968"/>
                </a:lnTo>
                <a:lnTo>
                  <a:pt x="35051" y="0"/>
                </a:lnTo>
                <a:close/>
              </a:path>
              <a:path w="141605" h="146685">
                <a:moveTo>
                  <a:pt x="136480" y="108322"/>
                </a:moveTo>
                <a:lnTo>
                  <a:pt x="70734" y="108322"/>
                </a:lnTo>
                <a:lnTo>
                  <a:pt x="106298" y="146422"/>
                </a:lnTo>
                <a:lnTo>
                  <a:pt x="141350" y="113537"/>
                </a:lnTo>
                <a:lnTo>
                  <a:pt x="136480" y="108322"/>
                </a:lnTo>
                <a:close/>
              </a:path>
              <a:path w="141605" h="146685">
                <a:moveTo>
                  <a:pt x="106298" y="0"/>
                </a:moveTo>
                <a:lnTo>
                  <a:pt x="70734" y="37968"/>
                </a:lnTo>
                <a:lnTo>
                  <a:pt x="136588" y="37968"/>
                </a:lnTo>
                <a:lnTo>
                  <a:pt x="141350" y="32884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9"/>
          <p:cNvSpPr/>
          <p:nvPr/>
        </p:nvSpPr>
        <p:spPr>
          <a:xfrm>
            <a:off x="1634489" y="401295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84"/>
                </a:moveTo>
                <a:lnTo>
                  <a:pt x="35051" y="0"/>
                </a:lnTo>
                <a:lnTo>
                  <a:pt x="70734" y="37968"/>
                </a:lnTo>
                <a:lnTo>
                  <a:pt x="106298" y="0"/>
                </a:lnTo>
                <a:lnTo>
                  <a:pt x="141350" y="32884"/>
                </a:lnTo>
                <a:lnTo>
                  <a:pt x="103631" y="73151"/>
                </a:lnTo>
                <a:lnTo>
                  <a:pt x="141350" y="113537"/>
                </a:lnTo>
                <a:lnTo>
                  <a:pt x="106298" y="146422"/>
                </a:lnTo>
                <a:lnTo>
                  <a:pt x="70734" y="108322"/>
                </a:lnTo>
                <a:lnTo>
                  <a:pt x="35051" y="146422"/>
                </a:lnTo>
                <a:lnTo>
                  <a:pt x="0" y="113537"/>
                </a:lnTo>
                <a:lnTo>
                  <a:pt x="37718" y="73151"/>
                </a:lnTo>
                <a:lnTo>
                  <a:pt x="0" y="32884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 txBox="1"/>
          <p:nvPr/>
        </p:nvSpPr>
        <p:spPr>
          <a:xfrm>
            <a:off x="346714" y="3588834"/>
            <a:ext cx="281940" cy="59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1200" spc="-25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41"/>
          <p:cNvSpPr txBox="1"/>
          <p:nvPr/>
        </p:nvSpPr>
        <p:spPr>
          <a:xfrm>
            <a:off x="404816" y="3085921"/>
            <a:ext cx="2343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42"/>
          <p:cNvSpPr/>
          <p:nvPr/>
        </p:nvSpPr>
        <p:spPr>
          <a:xfrm>
            <a:off x="8582040" y="3128525"/>
            <a:ext cx="3581400" cy="14287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/>
          <p:nvPr/>
        </p:nvSpPr>
        <p:spPr>
          <a:xfrm>
            <a:off x="8675765" y="3223394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731" y="0"/>
                </a:moveTo>
                <a:lnTo>
                  <a:pt x="206989" y="0"/>
                </a:lnTo>
                <a:lnTo>
                  <a:pt x="159495" y="5469"/>
                </a:lnTo>
                <a:lnTo>
                  <a:pt x="115915" y="21047"/>
                </a:lnTo>
                <a:lnTo>
                  <a:pt x="77484" y="45490"/>
                </a:lnTo>
                <a:lnTo>
                  <a:pt x="45440" y="77553"/>
                </a:lnTo>
                <a:lnTo>
                  <a:pt x="21020" y="115992"/>
                </a:lnTo>
                <a:lnTo>
                  <a:pt x="5461" y="159563"/>
                </a:lnTo>
                <a:lnTo>
                  <a:pt x="0" y="207020"/>
                </a:lnTo>
                <a:lnTo>
                  <a:pt x="0" y="1035308"/>
                </a:lnTo>
                <a:lnTo>
                  <a:pt x="5461" y="1082808"/>
                </a:lnTo>
                <a:lnTo>
                  <a:pt x="21020" y="1126409"/>
                </a:lnTo>
                <a:lnTo>
                  <a:pt x="45440" y="1164868"/>
                </a:lnTo>
                <a:lnTo>
                  <a:pt x="77484" y="1196943"/>
                </a:lnTo>
                <a:lnTo>
                  <a:pt x="115915" y="1221391"/>
                </a:lnTo>
                <a:lnTo>
                  <a:pt x="159495" y="1236971"/>
                </a:lnTo>
                <a:lnTo>
                  <a:pt x="206989" y="1242440"/>
                </a:lnTo>
                <a:lnTo>
                  <a:pt x="3189731" y="1242440"/>
                </a:lnTo>
                <a:lnTo>
                  <a:pt x="3237187" y="1236971"/>
                </a:lnTo>
                <a:lnTo>
                  <a:pt x="3280753" y="1221391"/>
                </a:lnTo>
                <a:lnTo>
                  <a:pt x="3319186" y="1196943"/>
                </a:lnTo>
                <a:lnTo>
                  <a:pt x="3351242" y="1164868"/>
                </a:lnTo>
                <a:lnTo>
                  <a:pt x="3375679" y="1126409"/>
                </a:lnTo>
                <a:lnTo>
                  <a:pt x="3391253" y="1082808"/>
                </a:lnTo>
                <a:lnTo>
                  <a:pt x="3396721" y="1035308"/>
                </a:lnTo>
                <a:lnTo>
                  <a:pt x="3396721" y="207020"/>
                </a:lnTo>
                <a:lnTo>
                  <a:pt x="3391253" y="159563"/>
                </a:lnTo>
                <a:lnTo>
                  <a:pt x="3375679" y="115992"/>
                </a:lnTo>
                <a:lnTo>
                  <a:pt x="3351242" y="77553"/>
                </a:lnTo>
                <a:lnTo>
                  <a:pt x="3319186" y="45490"/>
                </a:lnTo>
                <a:lnTo>
                  <a:pt x="3280753" y="21047"/>
                </a:lnTo>
                <a:lnTo>
                  <a:pt x="3237187" y="5469"/>
                </a:lnTo>
                <a:lnTo>
                  <a:pt x="3189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4"/>
          <p:cNvSpPr/>
          <p:nvPr/>
        </p:nvSpPr>
        <p:spPr>
          <a:xfrm>
            <a:off x="8675765" y="3223394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020"/>
                </a:moveTo>
                <a:lnTo>
                  <a:pt x="5461" y="159563"/>
                </a:lnTo>
                <a:lnTo>
                  <a:pt x="21020" y="115992"/>
                </a:lnTo>
                <a:lnTo>
                  <a:pt x="45440" y="77553"/>
                </a:lnTo>
                <a:lnTo>
                  <a:pt x="77484" y="45490"/>
                </a:lnTo>
                <a:lnTo>
                  <a:pt x="115915" y="21047"/>
                </a:lnTo>
                <a:lnTo>
                  <a:pt x="159495" y="5469"/>
                </a:lnTo>
                <a:lnTo>
                  <a:pt x="206989" y="0"/>
                </a:lnTo>
                <a:lnTo>
                  <a:pt x="3189731" y="0"/>
                </a:lnTo>
                <a:lnTo>
                  <a:pt x="3237187" y="5469"/>
                </a:lnTo>
                <a:lnTo>
                  <a:pt x="3280753" y="21047"/>
                </a:lnTo>
                <a:lnTo>
                  <a:pt x="3319186" y="45490"/>
                </a:lnTo>
                <a:lnTo>
                  <a:pt x="3351242" y="77553"/>
                </a:lnTo>
                <a:lnTo>
                  <a:pt x="3375679" y="115992"/>
                </a:lnTo>
                <a:lnTo>
                  <a:pt x="3391253" y="159563"/>
                </a:lnTo>
                <a:lnTo>
                  <a:pt x="3396721" y="207020"/>
                </a:lnTo>
                <a:lnTo>
                  <a:pt x="3396721" y="1035308"/>
                </a:lnTo>
                <a:lnTo>
                  <a:pt x="3391253" y="1082808"/>
                </a:lnTo>
                <a:lnTo>
                  <a:pt x="3375679" y="1126409"/>
                </a:lnTo>
                <a:lnTo>
                  <a:pt x="3351242" y="1164868"/>
                </a:lnTo>
                <a:lnTo>
                  <a:pt x="3319186" y="1196943"/>
                </a:lnTo>
                <a:lnTo>
                  <a:pt x="3280753" y="1221391"/>
                </a:lnTo>
                <a:lnTo>
                  <a:pt x="3237187" y="1236971"/>
                </a:lnTo>
                <a:lnTo>
                  <a:pt x="3189731" y="1242440"/>
                </a:lnTo>
                <a:lnTo>
                  <a:pt x="206989" y="1242440"/>
                </a:lnTo>
                <a:lnTo>
                  <a:pt x="159495" y="1236971"/>
                </a:lnTo>
                <a:lnTo>
                  <a:pt x="115915" y="1221391"/>
                </a:lnTo>
                <a:lnTo>
                  <a:pt x="77484" y="1196943"/>
                </a:lnTo>
                <a:lnTo>
                  <a:pt x="45440" y="1164868"/>
                </a:lnTo>
                <a:lnTo>
                  <a:pt x="21020" y="1126409"/>
                </a:lnTo>
                <a:lnTo>
                  <a:pt x="5461" y="1082808"/>
                </a:lnTo>
                <a:lnTo>
                  <a:pt x="0" y="1035308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5"/>
          <p:cNvSpPr txBox="1"/>
          <p:nvPr/>
        </p:nvSpPr>
        <p:spPr>
          <a:xfrm>
            <a:off x="8761737" y="3385697"/>
            <a:ext cx="3232785" cy="9455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30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Again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we will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calculate  individual</a:t>
            </a:r>
            <a:r>
              <a:rPr sz="2000" b="1" spc="-229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log</a:t>
            </a:r>
            <a:r>
              <a:rPr sz="2000" b="1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r>
              <a:rPr sz="2000" b="1" spc="-2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of 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each</a:t>
            </a:r>
            <a:r>
              <a:rPr sz="2000" b="1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50" dirty="0">
                <a:solidFill>
                  <a:srgbClr val="6F2F9F"/>
                </a:solidFill>
                <a:latin typeface="Arial"/>
                <a:cs typeface="Arial"/>
              </a:rPr>
              <a:t>mail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46"/>
          <p:cNvSpPr/>
          <p:nvPr/>
        </p:nvSpPr>
        <p:spPr>
          <a:xfrm>
            <a:off x="7962900" y="3452375"/>
            <a:ext cx="571500" cy="6191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7"/>
          <p:cNvSpPr/>
          <p:nvPr/>
        </p:nvSpPr>
        <p:spPr>
          <a:xfrm>
            <a:off x="8080369" y="3521335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71"/>
                </a:lnTo>
                <a:lnTo>
                  <a:pt x="208147" y="481071"/>
                </a:lnTo>
                <a:lnTo>
                  <a:pt x="416448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8"/>
          <p:cNvSpPr/>
          <p:nvPr/>
        </p:nvSpPr>
        <p:spPr>
          <a:xfrm>
            <a:off x="8080369" y="3521335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0" y="0"/>
                </a:moveTo>
                <a:lnTo>
                  <a:pt x="208147" y="0"/>
                </a:lnTo>
                <a:lnTo>
                  <a:pt x="416448" y="240542"/>
                </a:lnTo>
                <a:lnTo>
                  <a:pt x="208147" y="481071"/>
                </a:lnTo>
                <a:lnTo>
                  <a:pt x="0" y="481071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49"/>
          <p:cNvSpPr txBox="1"/>
          <p:nvPr/>
        </p:nvSpPr>
        <p:spPr>
          <a:xfrm>
            <a:off x="4675254" y="4251901"/>
            <a:ext cx="188531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6725" algn="l"/>
                <a:tab pos="1871980" algn="l"/>
              </a:tabLst>
            </a:pPr>
            <a:r>
              <a:rPr sz="1200" spc="-10" dirty="0">
                <a:solidFill>
                  <a:srgbClr val="6F2F9F"/>
                </a:solidFill>
                <a:latin typeface="Arial"/>
                <a:cs typeface="Arial"/>
              </a:rPr>
              <a:t>0.18</a:t>
            </a:r>
            <a:r>
              <a:rPr sz="1200" spc="-1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1200" u="heavy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u="heavy" spc="-1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9" name="object 50"/>
          <p:cNvSpPr/>
          <p:nvPr/>
        </p:nvSpPr>
        <p:spPr>
          <a:xfrm>
            <a:off x="5128138" y="2776480"/>
            <a:ext cx="2575179" cy="19630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51"/>
          <p:cNvSpPr txBox="1"/>
          <p:nvPr/>
        </p:nvSpPr>
        <p:spPr>
          <a:xfrm>
            <a:off x="4732654" y="3612078"/>
            <a:ext cx="1876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089" algn="l"/>
              </a:tabLst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r>
              <a:rPr sz="18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1" name="object 52"/>
          <p:cNvSpPr/>
          <p:nvPr/>
        </p:nvSpPr>
        <p:spPr>
          <a:xfrm>
            <a:off x="5091927" y="2760606"/>
            <a:ext cx="2481452" cy="200063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53"/>
          <p:cNvSpPr/>
          <p:nvPr/>
        </p:nvSpPr>
        <p:spPr>
          <a:xfrm>
            <a:off x="6436095" y="4090081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54"/>
          <p:cNvSpPr/>
          <p:nvPr/>
        </p:nvSpPr>
        <p:spPr>
          <a:xfrm>
            <a:off x="5127254" y="3366893"/>
            <a:ext cx="1408430" cy="1270"/>
          </a:xfrm>
          <a:custGeom>
            <a:avLst/>
            <a:gdLst/>
            <a:ahLst/>
            <a:cxnLst/>
            <a:rect l="l" t="t" r="r" b="b"/>
            <a:pathLst>
              <a:path w="1408429" h="1270">
                <a:moveTo>
                  <a:pt x="0" y="0"/>
                </a:moveTo>
                <a:lnTo>
                  <a:pt x="1408054" y="1158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55"/>
          <p:cNvSpPr/>
          <p:nvPr/>
        </p:nvSpPr>
        <p:spPr>
          <a:xfrm>
            <a:off x="5051297" y="2518909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0" y="114218"/>
                </a:moveTo>
                <a:lnTo>
                  <a:pt x="38120" y="114259"/>
                </a:lnTo>
                <a:lnTo>
                  <a:pt x="40385" y="2222519"/>
                </a:lnTo>
                <a:lnTo>
                  <a:pt x="78485" y="2222519"/>
                </a:lnTo>
                <a:lnTo>
                  <a:pt x="76220" y="114218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299"/>
                </a:lnTo>
                <a:lnTo>
                  <a:pt x="38120" y="114259"/>
                </a:lnTo>
                <a:lnTo>
                  <a:pt x="38099" y="95249"/>
                </a:lnTo>
                <a:lnTo>
                  <a:pt x="104744" y="95128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128"/>
                </a:moveTo>
                <a:lnTo>
                  <a:pt x="38099" y="95249"/>
                </a:lnTo>
                <a:lnTo>
                  <a:pt x="38120" y="114259"/>
                </a:lnTo>
                <a:lnTo>
                  <a:pt x="76220" y="114218"/>
                </a:lnTo>
                <a:lnTo>
                  <a:pt x="76199" y="95128"/>
                </a:lnTo>
                <a:close/>
              </a:path>
              <a:path w="114300" h="2223135">
                <a:moveTo>
                  <a:pt x="104744" y="95128"/>
                </a:moveTo>
                <a:lnTo>
                  <a:pt x="76199" y="95128"/>
                </a:lnTo>
                <a:lnTo>
                  <a:pt x="76220" y="114218"/>
                </a:lnTo>
                <a:lnTo>
                  <a:pt x="114299" y="114178"/>
                </a:lnTo>
                <a:lnTo>
                  <a:pt x="104744" y="95128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56"/>
          <p:cNvSpPr/>
          <p:nvPr/>
        </p:nvSpPr>
        <p:spPr>
          <a:xfrm>
            <a:off x="5089147" y="4696340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83" y="0"/>
                </a:moveTo>
                <a:lnTo>
                  <a:pt x="2672583" y="114299"/>
                </a:lnTo>
                <a:lnTo>
                  <a:pt x="2748783" y="76199"/>
                </a:lnTo>
                <a:lnTo>
                  <a:pt x="2691633" y="76199"/>
                </a:lnTo>
                <a:lnTo>
                  <a:pt x="2691633" y="38099"/>
                </a:lnTo>
                <a:lnTo>
                  <a:pt x="2748783" y="38099"/>
                </a:lnTo>
                <a:lnTo>
                  <a:pt x="2672583" y="0"/>
                </a:lnTo>
                <a:close/>
              </a:path>
              <a:path w="2787015" h="114300">
                <a:moveTo>
                  <a:pt x="267258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83" y="76199"/>
                </a:lnTo>
                <a:lnTo>
                  <a:pt x="2672583" y="38099"/>
                </a:lnTo>
                <a:close/>
              </a:path>
              <a:path w="2787015" h="114300">
                <a:moveTo>
                  <a:pt x="2748783" y="38099"/>
                </a:moveTo>
                <a:lnTo>
                  <a:pt x="2691633" y="38099"/>
                </a:lnTo>
                <a:lnTo>
                  <a:pt x="2691633" y="76199"/>
                </a:lnTo>
                <a:lnTo>
                  <a:pt x="2748783" y="76199"/>
                </a:lnTo>
                <a:lnTo>
                  <a:pt x="2786883" y="57149"/>
                </a:lnTo>
                <a:lnTo>
                  <a:pt x="2748783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57"/>
          <p:cNvSpPr txBox="1"/>
          <p:nvPr/>
        </p:nvSpPr>
        <p:spPr>
          <a:xfrm>
            <a:off x="4820284" y="4645856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58"/>
          <p:cNvSpPr/>
          <p:nvPr/>
        </p:nvSpPr>
        <p:spPr>
          <a:xfrm>
            <a:off x="5116311" y="3955045"/>
            <a:ext cx="1381760" cy="0"/>
          </a:xfrm>
          <a:custGeom>
            <a:avLst/>
            <a:gdLst/>
            <a:ahLst/>
            <a:cxnLst/>
            <a:rect l="l" t="t" r="r" b="b"/>
            <a:pathLst>
              <a:path w="1381760">
                <a:moveTo>
                  <a:pt x="0" y="0"/>
                </a:moveTo>
                <a:lnTo>
                  <a:pt x="138165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59"/>
          <p:cNvSpPr/>
          <p:nvPr/>
        </p:nvSpPr>
        <p:spPr>
          <a:xfrm>
            <a:off x="7558918" y="4866800"/>
            <a:ext cx="285343" cy="28534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60"/>
          <p:cNvSpPr txBox="1"/>
          <p:nvPr/>
        </p:nvSpPr>
        <p:spPr>
          <a:xfrm>
            <a:off x="4699257" y="2168142"/>
            <a:ext cx="2997835" cy="86296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68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400">
              <a:latin typeface="Arial"/>
              <a:cs typeface="Arial"/>
            </a:endParaRPr>
          </a:p>
          <a:p>
            <a:pPr marL="146050">
              <a:lnSpc>
                <a:spcPct val="100000"/>
              </a:lnSpc>
              <a:spcBef>
                <a:spcPts val="710"/>
              </a:spcBef>
              <a:tabLst>
                <a:tab pos="2984500" algn="l"/>
              </a:tabLst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021839" algn="l"/>
              </a:tabLst>
            </a:pPr>
            <a:r>
              <a:rPr sz="1200" spc="-10" dirty="0">
                <a:solidFill>
                  <a:srgbClr val="6F2F9F"/>
                </a:solidFill>
                <a:latin typeface="Arial"/>
                <a:cs typeface="Arial"/>
              </a:rPr>
              <a:t>0.93</a:t>
            </a:r>
            <a:r>
              <a:rPr sz="1200" spc="-10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1200" spc="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u="dbl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u="dbl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0" name="object 61"/>
          <p:cNvSpPr/>
          <p:nvPr/>
        </p:nvSpPr>
        <p:spPr>
          <a:xfrm>
            <a:off x="5123443" y="3754377"/>
            <a:ext cx="1408430" cy="1270"/>
          </a:xfrm>
          <a:custGeom>
            <a:avLst/>
            <a:gdLst/>
            <a:ahLst/>
            <a:cxnLst/>
            <a:rect l="l" t="t" r="r" b="b"/>
            <a:pathLst>
              <a:path w="1408429" h="1270">
                <a:moveTo>
                  <a:pt x="0" y="0"/>
                </a:moveTo>
                <a:lnTo>
                  <a:pt x="1408054" y="1142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62"/>
          <p:cNvSpPr/>
          <p:nvPr/>
        </p:nvSpPr>
        <p:spPr>
          <a:xfrm>
            <a:off x="5116311" y="3553706"/>
            <a:ext cx="1408430" cy="1270"/>
          </a:xfrm>
          <a:custGeom>
            <a:avLst/>
            <a:gdLst/>
            <a:ahLst/>
            <a:cxnLst/>
            <a:rect l="l" t="t" r="r" b="b"/>
            <a:pathLst>
              <a:path w="1408429" h="1270">
                <a:moveTo>
                  <a:pt x="0" y="0"/>
                </a:moveTo>
                <a:lnTo>
                  <a:pt x="1408054" y="1158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63"/>
          <p:cNvSpPr/>
          <p:nvPr/>
        </p:nvSpPr>
        <p:spPr>
          <a:xfrm>
            <a:off x="5116311" y="4336426"/>
            <a:ext cx="1350010" cy="0"/>
          </a:xfrm>
          <a:custGeom>
            <a:avLst/>
            <a:gdLst/>
            <a:ahLst/>
            <a:cxnLst/>
            <a:rect l="l" t="t" r="r" b="b"/>
            <a:pathLst>
              <a:path w="1350010">
                <a:moveTo>
                  <a:pt x="0" y="0"/>
                </a:moveTo>
                <a:lnTo>
                  <a:pt x="1349776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4"/>
          <p:cNvSpPr/>
          <p:nvPr/>
        </p:nvSpPr>
        <p:spPr>
          <a:xfrm>
            <a:off x="5108325" y="4527938"/>
            <a:ext cx="1224915" cy="0"/>
          </a:xfrm>
          <a:custGeom>
            <a:avLst/>
            <a:gdLst/>
            <a:ahLst/>
            <a:cxnLst/>
            <a:rect l="l" t="t" r="r" b="b"/>
            <a:pathLst>
              <a:path w="1224914">
                <a:moveTo>
                  <a:pt x="0" y="0"/>
                </a:moveTo>
                <a:lnTo>
                  <a:pt x="122429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65"/>
          <p:cNvSpPr/>
          <p:nvPr/>
        </p:nvSpPr>
        <p:spPr>
          <a:xfrm>
            <a:off x="5123443" y="3166884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4">
                <a:moveTo>
                  <a:pt x="0" y="0"/>
                </a:moveTo>
                <a:lnTo>
                  <a:pt x="1486387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66"/>
          <p:cNvSpPr/>
          <p:nvPr/>
        </p:nvSpPr>
        <p:spPr>
          <a:xfrm>
            <a:off x="6349227" y="4209715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67"/>
          <p:cNvSpPr/>
          <p:nvPr/>
        </p:nvSpPr>
        <p:spPr>
          <a:xfrm>
            <a:off x="6878452" y="2731672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68"/>
          <p:cNvSpPr/>
          <p:nvPr/>
        </p:nvSpPr>
        <p:spPr>
          <a:xfrm>
            <a:off x="6827080" y="2819960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69"/>
          <p:cNvSpPr/>
          <p:nvPr/>
        </p:nvSpPr>
        <p:spPr>
          <a:xfrm>
            <a:off x="5501121" y="4456094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70"/>
          <p:cNvSpPr/>
          <p:nvPr/>
        </p:nvSpPr>
        <p:spPr>
          <a:xfrm>
            <a:off x="5967465" y="4444411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71"/>
          <p:cNvSpPr/>
          <p:nvPr/>
        </p:nvSpPr>
        <p:spPr>
          <a:xfrm>
            <a:off x="6278562" y="429659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72"/>
          <p:cNvSpPr/>
          <p:nvPr/>
        </p:nvSpPr>
        <p:spPr>
          <a:xfrm>
            <a:off x="5116311" y="4145545"/>
            <a:ext cx="1381760" cy="0"/>
          </a:xfrm>
          <a:custGeom>
            <a:avLst/>
            <a:gdLst/>
            <a:ahLst/>
            <a:cxnLst/>
            <a:rect l="l" t="t" r="r" b="b"/>
            <a:pathLst>
              <a:path w="1381760">
                <a:moveTo>
                  <a:pt x="0" y="0"/>
                </a:moveTo>
                <a:lnTo>
                  <a:pt x="138165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73"/>
          <p:cNvSpPr/>
          <p:nvPr/>
        </p:nvSpPr>
        <p:spPr>
          <a:xfrm>
            <a:off x="7431907" y="2697535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74"/>
          <p:cNvSpPr/>
          <p:nvPr/>
        </p:nvSpPr>
        <p:spPr>
          <a:xfrm>
            <a:off x="7366302" y="2781342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75"/>
          <p:cNvSpPr/>
          <p:nvPr/>
        </p:nvSpPr>
        <p:spPr>
          <a:xfrm>
            <a:off x="6616202" y="2811195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76"/>
          <p:cNvSpPr/>
          <p:nvPr/>
        </p:nvSpPr>
        <p:spPr>
          <a:xfrm>
            <a:off x="7158228" y="2706161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77"/>
          <p:cNvSpPr/>
          <p:nvPr/>
        </p:nvSpPr>
        <p:spPr>
          <a:xfrm>
            <a:off x="6531667" y="2893508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413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8934450" y="3076575"/>
            <a:ext cx="2905125" cy="1428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/>
          <p:cNvSpPr/>
          <p:nvPr/>
        </p:nvSpPr>
        <p:spPr>
          <a:xfrm>
            <a:off x="9023603" y="3171047"/>
            <a:ext cx="2725420" cy="1242695"/>
          </a:xfrm>
          <a:custGeom>
            <a:avLst/>
            <a:gdLst/>
            <a:ahLst/>
            <a:cxnLst/>
            <a:rect l="l" t="t" r="r" b="b"/>
            <a:pathLst>
              <a:path w="2725420" h="1242695">
                <a:moveTo>
                  <a:pt x="2517769" y="0"/>
                </a:moveTo>
                <a:lnTo>
                  <a:pt x="207142" y="0"/>
                </a:lnTo>
                <a:lnTo>
                  <a:pt x="159639" y="5469"/>
                </a:lnTo>
                <a:lnTo>
                  <a:pt x="116037" y="21047"/>
                </a:lnTo>
                <a:lnTo>
                  <a:pt x="77576" y="45490"/>
                </a:lnTo>
                <a:lnTo>
                  <a:pt x="45500" y="77553"/>
                </a:lnTo>
                <a:lnTo>
                  <a:pt x="21050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23"/>
                </a:lnTo>
                <a:lnTo>
                  <a:pt x="5469" y="1082779"/>
                </a:lnTo>
                <a:lnTo>
                  <a:pt x="21050" y="1126346"/>
                </a:lnTo>
                <a:lnTo>
                  <a:pt x="45500" y="1164782"/>
                </a:lnTo>
                <a:lnTo>
                  <a:pt x="77576" y="1196841"/>
                </a:lnTo>
                <a:lnTo>
                  <a:pt x="116037" y="1221281"/>
                </a:lnTo>
                <a:lnTo>
                  <a:pt x="159639" y="1236856"/>
                </a:lnTo>
                <a:lnTo>
                  <a:pt x="207142" y="1242325"/>
                </a:lnTo>
                <a:lnTo>
                  <a:pt x="2517769" y="1242325"/>
                </a:lnTo>
                <a:lnTo>
                  <a:pt x="2565272" y="1236856"/>
                </a:lnTo>
                <a:lnTo>
                  <a:pt x="2608874" y="1221281"/>
                </a:lnTo>
                <a:lnTo>
                  <a:pt x="2647335" y="1196841"/>
                </a:lnTo>
                <a:lnTo>
                  <a:pt x="2679411" y="1164782"/>
                </a:lnTo>
                <a:lnTo>
                  <a:pt x="2703861" y="1126346"/>
                </a:lnTo>
                <a:lnTo>
                  <a:pt x="2719442" y="1082779"/>
                </a:lnTo>
                <a:lnTo>
                  <a:pt x="2724911" y="1035323"/>
                </a:lnTo>
                <a:lnTo>
                  <a:pt x="2724911" y="207020"/>
                </a:lnTo>
                <a:lnTo>
                  <a:pt x="2719442" y="159563"/>
                </a:lnTo>
                <a:lnTo>
                  <a:pt x="2703861" y="115992"/>
                </a:lnTo>
                <a:lnTo>
                  <a:pt x="2679411" y="77553"/>
                </a:lnTo>
                <a:lnTo>
                  <a:pt x="2647335" y="45490"/>
                </a:lnTo>
                <a:lnTo>
                  <a:pt x="2608874" y="21047"/>
                </a:lnTo>
                <a:lnTo>
                  <a:pt x="2565272" y="5469"/>
                </a:lnTo>
                <a:lnTo>
                  <a:pt x="25177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/>
          <p:cNvSpPr/>
          <p:nvPr/>
        </p:nvSpPr>
        <p:spPr>
          <a:xfrm>
            <a:off x="9023603" y="3171047"/>
            <a:ext cx="2725420" cy="1242695"/>
          </a:xfrm>
          <a:custGeom>
            <a:avLst/>
            <a:gdLst/>
            <a:ahLst/>
            <a:cxnLst/>
            <a:rect l="l" t="t" r="r" b="b"/>
            <a:pathLst>
              <a:path w="2725420" h="1242695">
                <a:moveTo>
                  <a:pt x="0" y="207020"/>
                </a:moveTo>
                <a:lnTo>
                  <a:pt x="5469" y="159563"/>
                </a:lnTo>
                <a:lnTo>
                  <a:pt x="21050" y="115992"/>
                </a:lnTo>
                <a:lnTo>
                  <a:pt x="45500" y="77553"/>
                </a:lnTo>
                <a:lnTo>
                  <a:pt x="77576" y="45490"/>
                </a:lnTo>
                <a:lnTo>
                  <a:pt x="116037" y="21047"/>
                </a:lnTo>
                <a:lnTo>
                  <a:pt x="159639" y="5469"/>
                </a:lnTo>
                <a:lnTo>
                  <a:pt x="207142" y="0"/>
                </a:lnTo>
                <a:lnTo>
                  <a:pt x="2517769" y="0"/>
                </a:lnTo>
                <a:lnTo>
                  <a:pt x="2565272" y="5469"/>
                </a:lnTo>
                <a:lnTo>
                  <a:pt x="2608874" y="21047"/>
                </a:lnTo>
                <a:lnTo>
                  <a:pt x="2647335" y="45490"/>
                </a:lnTo>
                <a:lnTo>
                  <a:pt x="2679411" y="77553"/>
                </a:lnTo>
                <a:lnTo>
                  <a:pt x="2703861" y="115992"/>
                </a:lnTo>
                <a:lnTo>
                  <a:pt x="2719442" y="159563"/>
                </a:lnTo>
                <a:lnTo>
                  <a:pt x="2724911" y="207020"/>
                </a:lnTo>
                <a:lnTo>
                  <a:pt x="2724911" y="1035323"/>
                </a:lnTo>
                <a:lnTo>
                  <a:pt x="2719442" y="1082779"/>
                </a:lnTo>
                <a:lnTo>
                  <a:pt x="2703861" y="1126346"/>
                </a:lnTo>
                <a:lnTo>
                  <a:pt x="2679411" y="1164782"/>
                </a:lnTo>
                <a:lnTo>
                  <a:pt x="2647335" y="1196841"/>
                </a:lnTo>
                <a:lnTo>
                  <a:pt x="2608874" y="1221281"/>
                </a:lnTo>
                <a:lnTo>
                  <a:pt x="2565272" y="1236856"/>
                </a:lnTo>
                <a:lnTo>
                  <a:pt x="2517769" y="1242325"/>
                </a:lnTo>
                <a:lnTo>
                  <a:pt x="207142" y="1242325"/>
                </a:lnTo>
                <a:lnTo>
                  <a:pt x="159639" y="1236856"/>
                </a:lnTo>
                <a:lnTo>
                  <a:pt x="116037" y="1221281"/>
                </a:lnTo>
                <a:lnTo>
                  <a:pt x="77576" y="1196841"/>
                </a:lnTo>
                <a:lnTo>
                  <a:pt x="45500" y="1164782"/>
                </a:lnTo>
                <a:lnTo>
                  <a:pt x="21050" y="1126346"/>
                </a:lnTo>
                <a:lnTo>
                  <a:pt x="5469" y="1082779"/>
                </a:lnTo>
                <a:lnTo>
                  <a:pt x="0" y="1035323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3067050" y="3448050"/>
            <a:ext cx="571500" cy="628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9"/>
          <p:cNvSpPr/>
          <p:nvPr/>
        </p:nvSpPr>
        <p:spPr>
          <a:xfrm>
            <a:off x="3184154" y="351979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47" y="0"/>
                </a:moveTo>
                <a:lnTo>
                  <a:pt x="0" y="0"/>
                </a:lnTo>
                <a:lnTo>
                  <a:pt x="208147" y="240548"/>
                </a:lnTo>
                <a:lnTo>
                  <a:pt x="0" y="481081"/>
                </a:lnTo>
                <a:lnTo>
                  <a:pt x="208147" y="481081"/>
                </a:lnTo>
                <a:lnTo>
                  <a:pt x="416417" y="240548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3184154" y="351979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47" y="0"/>
                </a:lnTo>
                <a:lnTo>
                  <a:pt x="416417" y="240548"/>
                </a:lnTo>
                <a:lnTo>
                  <a:pt x="208147" y="481081"/>
                </a:lnTo>
                <a:lnTo>
                  <a:pt x="0" y="481081"/>
                </a:lnTo>
                <a:lnTo>
                  <a:pt x="208147" y="24054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 txBox="1"/>
          <p:nvPr/>
        </p:nvSpPr>
        <p:spPr>
          <a:xfrm>
            <a:off x="4559049" y="3619815"/>
            <a:ext cx="4468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log(Likelihood of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data given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this </a:t>
            </a:r>
            <a:r>
              <a:rPr sz="1800" b="1" spc="-20" dirty="0">
                <a:solidFill>
                  <a:srgbClr val="6F2F9F"/>
                </a:solidFill>
                <a:latin typeface="Arial"/>
                <a:cs typeface="Arial"/>
              </a:rPr>
              <a:t>curve)</a:t>
            </a:r>
            <a:r>
              <a:rPr sz="1800" b="1" spc="-19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12"/>
          <p:cNvSpPr/>
          <p:nvPr/>
        </p:nvSpPr>
        <p:spPr>
          <a:xfrm>
            <a:off x="3824356" y="3405262"/>
            <a:ext cx="685406" cy="6854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3663979" y="3600273"/>
            <a:ext cx="434300" cy="472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 txBox="1"/>
          <p:nvPr/>
        </p:nvSpPr>
        <p:spPr>
          <a:xfrm>
            <a:off x="9070347" y="3335588"/>
            <a:ext cx="2534285" cy="10007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745"/>
              </a:lnSpc>
              <a:spcBef>
                <a:spcPts val="125"/>
              </a:spcBef>
            </a:pPr>
            <a:r>
              <a:rPr sz="1550" b="1" spc="0" dirty="0">
                <a:solidFill>
                  <a:srgbClr val="6F2F9F"/>
                </a:solidFill>
                <a:latin typeface="Arial"/>
                <a:cs typeface="Arial"/>
              </a:rPr>
              <a:t>log(0.93)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550" b="1" spc="1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0" dirty="0">
                <a:solidFill>
                  <a:srgbClr val="6F2F9F"/>
                </a:solidFill>
                <a:latin typeface="Arial"/>
                <a:cs typeface="Arial"/>
              </a:rPr>
              <a:t>log(0.97)</a:t>
            </a:r>
            <a:endParaRPr sz="1550">
              <a:latin typeface="Arial"/>
              <a:cs typeface="Arial"/>
            </a:endParaRPr>
          </a:p>
          <a:p>
            <a:pPr marL="3175" algn="ctr">
              <a:lnSpc>
                <a:spcPts val="2045"/>
              </a:lnSpc>
            </a:pP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550" b="1" spc="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-160" dirty="0">
                <a:solidFill>
                  <a:srgbClr val="6F2F9F"/>
                </a:solidFill>
                <a:latin typeface="Arial"/>
                <a:cs typeface="Arial"/>
              </a:rPr>
              <a:t>log(0.9</a:t>
            </a:r>
            <a:r>
              <a:rPr sz="2700" b="1" spc="-240" baseline="-13888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550" b="1" spc="-160" dirty="0">
                <a:solidFill>
                  <a:srgbClr val="6F2F9F"/>
                </a:solidFill>
                <a:latin typeface="Arial"/>
                <a:cs typeface="Arial"/>
              </a:rPr>
              <a:t>9</a:t>
            </a:r>
            <a:r>
              <a:rPr sz="2700" b="1" spc="-240" baseline="-13888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550" b="1" spc="-160" dirty="0">
                <a:solidFill>
                  <a:srgbClr val="6F2F9F"/>
                </a:solidFill>
                <a:latin typeface="Arial"/>
                <a:cs typeface="Arial"/>
              </a:rPr>
              <a:t>)</a:t>
            </a:r>
            <a:r>
              <a:rPr sz="2700" b="1" spc="-240" baseline="-13888" dirty="0">
                <a:solidFill>
                  <a:srgbClr val="6F2F9F"/>
                </a:solidFill>
                <a:latin typeface="Arial"/>
                <a:cs typeface="Arial"/>
              </a:rPr>
              <a:t>.2</a:t>
            </a:r>
            <a:r>
              <a:rPr sz="1550" b="1" spc="-16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2700" b="1" spc="-240" baseline="-13888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1550" b="1" spc="-160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2700" b="1" spc="-240" baseline="-13888" dirty="0">
                <a:solidFill>
                  <a:srgbClr val="6F2F9F"/>
                </a:solidFill>
                <a:latin typeface="Arial"/>
                <a:cs typeface="Arial"/>
              </a:rPr>
              <a:t>7</a:t>
            </a:r>
            <a:r>
              <a:rPr sz="1550" b="1" spc="-160" dirty="0">
                <a:solidFill>
                  <a:srgbClr val="6F2F9F"/>
                </a:solidFill>
                <a:latin typeface="Arial"/>
                <a:cs typeface="Arial"/>
              </a:rPr>
              <a:t>og(0.99)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log(1-0.18)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log(1-0.2)</a:t>
            </a:r>
            <a:r>
              <a:rPr sz="1550" b="1" spc="2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log(1-0.03) </a:t>
            </a:r>
            <a:r>
              <a:rPr sz="1550" b="1" spc="10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550" b="1" spc="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550" b="1" spc="5" dirty="0">
                <a:solidFill>
                  <a:srgbClr val="6F2F9F"/>
                </a:solidFill>
                <a:latin typeface="Arial"/>
                <a:cs typeface="Arial"/>
              </a:rPr>
              <a:t>log(1-0.03)</a:t>
            </a:r>
            <a:endParaRPr sz="1550">
              <a:latin typeface="Arial"/>
              <a:cs typeface="Arial"/>
            </a:endParaRPr>
          </a:p>
        </p:txBody>
      </p:sp>
      <p:sp>
        <p:nvSpPr>
          <p:cNvPr id="34" name="object 15"/>
          <p:cNvSpPr/>
          <p:nvPr/>
        </p:nvSpPr>
        <p:spPr>
          <a:xfrm>
            <a:off x="513359" y="3044314"/>
            <a:ext cx="2575179" cy="19630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 txBox="1"/>
          <p:nvPr/>
        </p:nvSpPr>
        <p:spPr>
          <a:xfrm>
            <a:off x="114300" y="3880165"/>
            <a:ext cx="1880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6900" algn="l"/>
              </a:tabLst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r>
              <a:rPr sz="1800" spc="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17"/>
          <p:cNvSpPr/>
          <p:nvPr/>
        </p:nvSpPr>
        <p:spPr>
          <a:xfrm>
            <a:off x="477140" y="3028440"/>
            <a:ext cx="2481453" cy="20006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1821308" y="4358043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512505" y="3634861"/>
            <a:ext cx="1408430" cy="1270"/>
          </a:xfrm>
          <a:custGeom>
            <a:avLst/>
            <a:gdLst/>
            <a:ahLst/>
            <a:cxnLst/>
            <a:rect l="l" t="t" r="r" b="b"/>
            <a:pathLst>
              <a:path w="1408430" h="1270">
                <a:moveTo>
                  <a:pt x="0" y="0"/>
                </a:moveTo>
                <a:lnTo>
                  <a:pt x="1408115" y="1005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436494" y="2786756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196" y="114340"/>
                </a:moveTo>
                <a:lnTo>
                  <a:pt x="38097" y="114381"/>
                </a:lnTo>
                <a:lnTo>
                  <a:pt x="40456" y="2222632"/>
                </a:lnTo>
                <a:lnTo>
                  <a:pt x="78556" y="2222632"/>
                </a:lnTo>
                <a:lnTo>
                  <a:pt x="76196" y="114340"/>
                </a:lnTo>
                <a:close/>
              </a:path>
              <a:path w="114300" h="2223135">
                <a:moveTo>
                  <a:pt x="57031" y="0"/>
                </a:moveTo>
                <a:lnTo>
                  <a:pt x="0" y="114421"/>
                </a:lnTo>
                <a:lnTo>
                  <a:pt x="38097" y="114381"/>
                </a:lnTo>
                <a:lnTo>
                  <a:pt x="38075" y="95249"/>
                </a:lnTo>
                <a:lnTo>
                  <a:pt x="104755" y="95249"/>
                </a:lnTo>
                <a:lnTo>
                  <a:pt x="57031" y="0"/>
                </a:lnTo>
                <a:close/>
              </a:path>
              <a:path w="114300" h="2223135">
                <a:moveTo>
                  <a:pt x="76175" y="95249"/>
                </a:moveTo>
                <a:lnTo>
                  <a:pt x="38075" y="95249"/>
                </a:lnTo>
                <a:lnTo>
                  <a:pt x="38097" y="114381"/>
                </a:lnTo>
                <a:lnTo>
                  <a:pt x="76196" y="114340"/>
                </a:lnTo>
                <a:lnTo>
                  <a:pt x="76175" y="95249"/>
                </a:lnTo>
                <a:close/>
              </a:path>
              <a:path w="114300" h="2223135">
                <a:moveTo>
                  <a:pt x="104755" y="95249"/>
                </a:moveTo>
                <a:lnTo>
                  <a:pt x="76175" y="95249"/>
                </a:lnTo>
                <a:lnTo>
                  <a:pt x="76196" y="114340"/>
                </a:lnTo>
                <a:lnTo>
                  <a:pt x="114299" y="114299"/>
                </a:lnTo>
                <a:lnTo>
                  <a:pt x="104755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474344" y="4964298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 txBox="1"/>
          <p:nvPr/>
        </p:nvSpPr>
        <p:spPr>
          <a:xfrm>
            <a:off x="202243" y="4913945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23"/>
          <p:cNvSpPr/>
          <p:nvPr/>
        </p:nvSpPr>
        <p:spPr>
          <a:xfrm>
            <a:off x="501563" y="4222872"/>
            <a:ext cx="1381760" cy="0"/>
          </a:xfrm>
          <a:custGeom>
            <a:avLst/>
            <a:gdLst/>
            <a:ahLst/>
            <a:cxnLst/>
            <a:rect l="l" t="t" r="r" b="b"/>
            <a:pathLst>
              <a:path w="1381760">
                <a:moveTo>
                  <a:pt x="0" y="0"/>
                </a:moveTo>
                <a:lnTo>
                  <a:pt x="138158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 txBox="1"/>
          <p:nvPr/>
        </p:nvSpPr>
        <p:spPr>
          <a:xfrm>
            <a:off x="56832" y="4519864"/>
            <a:ext cx="18465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4500" algn="l"/>
                <a:tab pos="1833245" algn="l"/>
              </a:tabLst>
            </a:pPr>
            <a:r>
              <a:rPr sz="1200" spc="-10" dirty="0">
                <a:solidFill>
                  <a:srgbClr val="6F2F9F"/>
                </a:solidFill>
                <a:latin typeface="Arial"/>
                <a:cs typeface="Arial"/>
              </a:rPr>
              <a:t>0.18</a:t>
            </a:r>
            <a:r>
              <a:rPr sz="1200" spc="-1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1200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4" name="object 25"/>
          <p:cNvSpPr/>
          <p:nvPr/>
        </p:nvSpPr>
        <p:spPr>
          <a:xfrm>
            <a:off x="2944115" y="5134762"/>
            <a:ext cx="285343" cy="2853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 txBox="1"/>
          <p:nvPr/>
        </p:nvSpPr>
        <p:spPr>
          <a:xfrm>
            <a:off x="80966" y="2435655"/>
            <a:ext cx="3001645" cy="86360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68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400">
              <a:latin typeface="Arial"/>
              <a:cs typeface="Arial"/>
            </a:endParaRPr>
          </a:p>
          <a:p>
            <a:pPr marL="145415">
              <a:lnSpc>
                <a:spcPct val="100000"/>
              </a:lnSpc>
              <a:spcBef>
                <a:spcPts val="710"/>
              </a:spcBef>
              <a:tabLst>
                <a:tab pos="2987675" algn="l"/>
              </a:tabLst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435609" algn="l"/>
                <a:tab pos="2025650" algn="l"/>
              </a:tabLst>
            </a:pPr>
            <a:r>
              <a:rPr sz="1200" spc="-10" dirty="0">
                <a:solidFill>
                  <a:srgbClr val="6F2F9F"/>
                </a:solidFill>
                <a:latin typeface="Arial"/>
                <a:cs typeface="Arial"/>
              </a:rPr>
              <a:t>0.93</a:t>
            </a:r>
            <a:r>
              <a:rPr sz="1200" spc="-1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1200" u="dbl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u="dbl" spc="-1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27"/>
          <p:cNvSpPr/>
          <p:nvPr/>
        </p:nvSpPr>
        <p:spPr>
          <a:xfrm>
            <a:off x="508695" y="4022348"/>
            <a:ext cx="1408430" cy="1270"/>
          </a:xfrm>
          <a:custGeom>
            <a:avLst/>
            <a:gdLst/>
            <a:ahLst/>
            <a:cxnLst/>
            <a:rect l="l" t="t" r="r" b="b"/>
            <a:pathLst>
              <a:path w="1408430" h="1270">
                <a:moveTo>
                  <a:pt x="0" y="0"/>
                </a:moveTo>
                <a:lnTo>
                  <a:pt x="1408115" y="1142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501563" y="3821679"/>
            <a:ext cx="1408430" cy="1270"/>
          </a:xfrm>
          <a:custGeom>
            <a:avLst/>
            <a:gdLst/>
            <a:ahLst/>
            <a:cxnLst/>
            <a:rect l="l" t="t" r="r" b="b"/>
            <a:pathLst>
              <a:path w="1408430" h="1270">
                <a:moveTo>
                  <a:pt x="0" y="0"/>
                </a:moveTo>
                <a:lnTo>
                  <a:pt x="1408008" y="1142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501563" y="4604385"/>
            <a:ext cx="1350010" cy="0"/>
          </a:xfrm>
          <a:custGeom>
            <a:avLst/>
            <a:gdLst/>
            <a:ahLst/>
            <a:cxnLst/>
            <a:rect l="l" t="t" r="r" b="b"/>
            <a:pathLst>
              <a:path w="1350010">
                <a:moveTo>
                  <a:pt x="0" y="0"/>
                </a:moveTo>
                <a:lnTo>
                  <a:pt x="1349846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493526" y="4795778"/>
            <a:ext cx="1224915" cy="0"/>
          </a:xfrm>
          <a:custGeom>
            <a:avLst/>
            <a:gdLst/>
            <a:ahLst/>
            <a:cxnLst/>
            <a:rect l="l" t="t" r="r" b="b"/>
            <a:pathLst>
              <a:path w="1224914">
                <a:moveTo>
                  <a:pt x="0" y="0"/>
                </a:moveTo>
                <a:lnTo>
                  <a:pt x="1224402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508695" y="3434852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5">
                <a:moveTo>
                  <a:pt x="0" y="0"/>
                </a:moveTo>
                <a:lnTo>
                  <a:pt x="1486469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1734440" y="4477677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2263774" y="2999641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2212277" y="3087806"/>
            <a:ext cx="191579" cy="20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886370" y="4724056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1352802" y="4712373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1663890" y="4564431"/>
            <a:ext cx="191579" cy="2084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/>
          <p:nvPr/>
        </p:nvSpPr>
        <p:spPr>
          <a:xfrm>
            <a:off x="501563" y="4413372"/>
            <a:ext cx="1381760" cy="0"/>
          </a:xfrm>
          <a:custGeom>
            <a:avLst/>
            <a:gdLst/>
            <a:ahLst/>
            <a:cxnLst/>
            <a:rect l="l" t="t" r="r" b="b"/>
            <a:pathLst>
              <a:path w="1381760">
                <a:moveTo>
                  <a:pt x="0" y="0"/>
                </a:moveTo>
                <a:lnTo>
                  <a:pt x="138158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9"/>
          <p:cNvSpPr/>
          <p:nvPr/>
        </p:nvSpPr>
        <p:spPr>
          <a:xfrm>
            <a:off x="2817114" y="2965472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/>
          <p:nvPr/>
        </p:nvSpPr>
        <p:spPr>
          <a:xfrm>
            <a:off x="2751517" y="3049310"/>
            <a:ext cx="191579" cy="2084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/>
          <p:nvPr/>
        </p:nvSpPr>
        <p:spPr>
          <a:xfrm>
            <a:off x="2001521" y="3079010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2"/>
          <p:cNvSpPr/>
          <p:nvPr/>
        </p:nvSpPr>
        <p:spPr>
          <a:xfrm>
            <a:off x="2543427" y="2974129"/>
            <a:ext cx="302348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/>
          <p:nvPr/>
        </p:nvSpPr>
        <p:spPr>
          <a:xfrm>
            <a:off x="1916874" y="3161324"/>
            <a:ext cx="191579" cy="2084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358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4019550" y="3498270"/>
            <a:ext cx="571500" cy="62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4137141" y="357282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78" y="0"/>
                </a:moveTo>
                <a:lnTo>
                  <a:pt x="0" y="0"/>
                </a:lnTo>
                <a:lnTo>
                  <a:pt x="208178" y="240532"/>
                </a:lnTo>
                <a:lnTo>
                  <a:pt x="0" y="481074"/>
                </a:lnTo>
                <a:lnTo>
                  <a:pt x="208178" y="481074"/>
                </a:lnTo>
                <a:lnTo>
                  <a:pt x="416326" y="240532"/>
                </a:lnTo>
                <a:lnTo>
                  <a:pt x="208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4137141" y="357282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78" y="0"/>
                </a:lnTo>
                <a:lnTo>
                  <a:pt x="416326" y="240532"/>
                </a:lnTo>
                <a:lnTo>
                  <a:pt x="208178" y="481074"/>
                </a:lnTo>
                <a:lnTo>
                  <a:pt x="0" y="481074"/>
                </a:lnTo>
                <a:lnTo>
                  <a:pt x="208178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591729" y="2529127"/>
            <a:ext cx="3307715" cy="2435225"/>
          </a:xfrm>
          <a:custGeom>
            <a:avLst/>
            <a:gdLst/>
            <a:ahLst/>
            <a:cxnLst/>
            <a:rect l="l" t="t" r="r" b="b"/>
            <a:pathLst>
              <a:path w="3307715" h="2435225">
                <a:moveTo>
                  <a:pt x="58174" y="2320930"/>
                </a:moveTo>
                <a:lnTo>
                  <a:pt x="0" y="2434717"/>
                </a:lnTo>
                <a:lnTo>
                  <a:pt x="125931" y="2413000"/>
                </a:lnTo>
                <a:lnTo>
                  <a:pt x="111631" y="2393569"/>
                </a:lnTo>
                <a:lnTo>
                  <a:pt x="87986" y="2393569"/>
                </a:lnTo>
                <a:lnTo>
                  <a:pt x="65413" y="2362971"/>
                </a:lnTo>
                <a:lnTo>
                  <a:pt x="80784" y="2351654"/>
                </a:lnTo>
                <a:lnTo>
                  <a:pt x="58174" y="2320930"/>
                </a:lnTo>
                <a:close/>
              </a:path>
              <a:path w="3307715" h="2435225">
                <a:moveTo>
                  <a:pt x="80784" y="2351654"/>
                </a:moveTo>
                <a:lnTo>
                  <a:pt x="65413" y="2362971"/>
                </a:lnTo>
                <a:lnTo>
                  <a:pt x="87986" y="2393569"/>
                </a:lnTo>
                <a:lnTo>
                  <a:pt x="103322" y="2382279"/>
                </a:lnTo>
                <a:lnTo>
                  <a:pt x="80784" y="2351654"/>
                </a:lnTo>
                <a:close/>
              </a:path>
              <a:path w="3307715" h="2435225">
                <a:moveTo>
                  <a:pt x="103322" y="2382279"/>
                </a:moveTo>
                <a:lnTo>
                  <a:pt x="87986" y="2393569"/>
                </a:lnTo>
                <a:lnTo>
                  <a:pt x="111631" y="2393569"/>
                </a:lnTo>
                <a:lnTo>
                  <a:pt x="103322" y="2382279"/>
                </a:lnTo>
                <a:close/>
              </a:path>
              <a:path w="3307715" h="2435225">
                <a:moveTo>
                  <a:pt x="3203805" y="52447"/>
                </a:moveTo>
                <a:lnTo>
                  <a:pt x="80784" y="2351654"/>
                </a:lnTo>
                <a:lnTo>
                  <a:pt x="103322" y="2382279"/>
                </a:lnTo>
                <a:lnTo>
                  <a:pt x="3226376" y="83082"/>
                </a:lnTo>
                <a:lnTo>
                  <a:pt x="3203805" y="52447"/>
                </a:lnTo>
                <a:close/>
              </a:path>
              <a:path w="3307715" h="2435225">
                <a:moveTo>
                  <a:pt x="3286138" y="41147"/>
                </a:moveTo>
                <a:lnTo>
                  <a:pt x="3219154" y="41147"/>
                </a:lnTo>
                <a:lnTo>
                  <a:pt x="3241770" y="71749"/>
                </a:lnTo>
                <a:lnTo>
                  <a:pt x="3226376" y="83082"/>
                </a:lnTo>
                <a:lnTo>
                  <a:pt x="3248994" y="113781"/>
                </a:lnTo>
                <a:lnTo>
                  <a:pt x="3286138" y="41147"/>
                </a:lnTo>
                <a:close/>
              </a:path>
              <a:path w="3307715" h="2435225">
                <a:moveTo>
                  <a:pt x="3219154" y="41147"/>
                </a:moveTo>
                <a:lnTo>
                  <a:pt x="3203805" y="52447"/>
                </a:lnTo>
                <a:lnTo>
                  <a:pt x="3226376" y="83082"/>
                </a:lnTo>
                <a:lnTo>
                  <a:pt x="3241770" y="71749"/>
                </a:lnTo>
                <a:lnTo>
                  <a:pt x="3219154" y="41147"/>
                </a:lnTo>
                <a:close/>
              </a:path>
              <a:path w="3307715" h="2435225">
                <a:moveTo>
                  <a:pt x="3307180" y="0"/>
                </a:moveTo>
                <a:lnTo>
                  <a:pt x="3181176" y="21732"/>
                </a:lnTo>
                <a:lnTo>
                  <a:pt x="3203805" y="52447"/>
                </a:lnTo>
                <a:lnTo>
                  <a:pt x="3219154" y="41147"/>
                </a:lnTo>
                <a:lnTo>
                  <a:pt x="3286138" y="41147"/>
                </a:lnTo>
                <a:lnTo>
                  <a:pt x="33071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9"/>
          <p:cNvSpPr/>
          <p:nvPr/>
        </p:nvSpPr>
        <p:spPr>
          <a:xfrm>
            <a:off x="683453" y="1589216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754191" y="376077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654033" y="382559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647683" y="382559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 txBox="1"/>
          <p:nvPr/>
        </p:nvSpPr>
        <p:spPr>
          <a:xfrm>
            <a:off x="169227" y="1518653"/>
            <a:ext cx="322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14"/>
          <p:cNvSpPr/>
          <p:nvPr/>
        </p:nvSpPr>
        <p:spPr>
          <a:xfrm>
            <a:off x="684501" y="3724715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754200" y="1824674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3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 txBox="1"/>
          <p:nvPr/>
        </p:nvSpPr>
        <p:spPr>
          <a:xfrm>
            <a:off x="181610" y="5624887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17"/>
          <p:cNvSpPr/>
          <p:nvPr/>
        </p:nvSpPr>
        <p:spPr>
          <a:xfrm>
            <a:off x="2106167" y="1563839"/>
            <a:ext cx="904962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1040498" y="5526955"/>
            <a:ext cx="904974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3286902" y="3943431"/>
            <a:ext cx="285343" cy="285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1548893" y="1568807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1464374" y="1651121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2652774" y="5517012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2028126" y="163356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2349943" y="163356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2638107" y="1633564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1700153" y="1864785"/>
            <a:ext cx="12700" cy="2277110"/>
          </a:xfrm>
          <a:custGeom>
            <a:avLst/>
            <a:gdLst/>
            <a:ahLst/>
            <a:cxnLst/>
            <a:rect l="l" t="t" r="r" b="b"/>
            <a:pathLst>
              <a:path w="12700" h="2277110">
                <a:moveTo>
                  <a:pt x="0" y="0"/>
                </a:moveTo>
                <a:lnTo>
                  <a:pt x="12441" y="227674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2254376" y="1824674"/>
            <a:ext cx="0" cy="1940560"/>
          </a:xfrm>
          <a:custGeom>
            <a:avLst/>
            <a:gdLst/>
            <a:ahLst/>
            <a:cxnLst/>
            <a:rect l="l" t="t" r="r" b="b"/>
            <a:pathLst>
              <a:path h="1940560">
                <a:moveTo>
                  <a:pt x="0" y="0"/>
                </a:moveTo>
                <a:lnTo>
                  <a:pt x="0" y="194029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2586227" y="1836348"/>
            <a:ext cx="5080" cy="1652905"/>
          </a:xfrm>
          <a:custGeom>
            <a:avLst/>
            <a:gdLst/>
            <a:ahLst/>
            <a:cxnLst/>
            <a:rect l="l" t="t" r="r" b="b"/>
            <a:pathLst>
              <a:path w="5080" h="1652904">
                <a:moveTo>
                  <a:pt x="0" y="0"/>
                </a:moveTo>
                <a:lnTo>
                  <a:pt x="4571" y="165238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2864357" y="1836348"/>
            <a:ext cx="3810" cy="1461135"/>
          </a:xfrm>
          <a:custGeom>
            <a:avLst/>
            <a:gdLst/>
            <a:ahLst/>
            <a:cxnLst/>
            <a:rect l="l" t="t" r="r" b="b"/>
            <a:pathLst>
              <a:path w="3810" h="1461135">
                <a:moveTo>
                  <a:pt x="0" y="0"/>
                </a:moveTo>
                <a:lnTo>
                  <a:pt x="3560" y="146111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2813435" y="3297467"/>
            <a:ext cx="0" cy="2236470"/>
          </a:xfrm>
          <a:custGeom>
            <a:avLst/>
            <a:gdLst/>
            <a:ahLst/>
            <a:cxnLst/>
            <a:rect l="l" t="t" r="r" b="b"/>
            <a:pathLst>
              <a:path h="2236470">
                <a:moveTo>
                  <a:pt x="0" y="0"/>
                </a:moveTo>
                <a:lnTo>
                  <a:pt x="0" y="223632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1794260" y="4085641"/>
            <a:ext cx="0" cy="1441450"/>
          </a:xfrm>
          <a:custGeom>
            <a:avLst/>
            <a:gdLst/>
            <a:ahLst/>
            <a:cxnLst/>
            <a:rect l="l" t="t" r="r" b="b"/>
            <a:pathLst>
              <a:path h="1441450">
                <a:moveTo>
                  <a:pt x="0" y="0"/>
                </a:moveTo>
                <a:lnTo>
                  <a:pt x="0" y="144131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1494032" y="4274879"/>
            <a:ext cx="0" cy="1252220"/>
          </a:xfrm>
          <a:custGeom>
            <a:avLst/>
            <a:gdLst/>
            <a:ahLst/>
            <a:cxnLst/>
            <a:rect l="l" t="t" r="r" b="b"/>
            <a:pathLst>
              <a:path h="1252220">
                <a:moveTo>
                  <a:pt x="0" y="0"/>
                </a:moveTo>
                <a:lnTo>
                  <a:pt x="0" y="125207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1191685" y="4521255"/>
            <a:ext cx="0" cy="1005840"/>
          </a:xfrm>
          <a:custGeom>
            <a:avLst/>
            <a:gdLst/>
            <a:ahLst/>
            <a:cxnLst/>
            <a:rect l="l" t="t" r="r" b="b"/>
            <a:pathLst>
              <a:path h="1005839">
                <a:moveTo>
                  <a:pt x="0" y="0"/>
                </a:moveTo>
                <a:lnTo>
                  <a:pt x="0" y="100569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740603" y="4129205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424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754200" y="3305727"/>
            <a:ext cx="2113915" cy="0"/>
          </a:xfrm>
          <a:custGeom>
            <a:avLst/>
            <a:gdLst/>
            <a:ahLst/>
            <a:cxnLst/>
            <a:rect l="l" t="t" r="r" b="b"/>
            <a:pathLst>
              <a:path w="2113915">
                <a:moveTo>
                  <a:pt x="0" y="0"/>
                </a:moveTo>
                <a:lnTo>
                  <a:pt x="2113717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2734948" y="3224194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170" y="0"/>
                </a:moveTo>
                <a:lnTo>
                  <a:pt x="0" y="32887"/>
                </a:lnTo>
                <a:lnTo>
                  <a:pt x="37837" y="73273"/>
                </a:lnTo>
                <a:lnTo>
                  <a:pt x="0" y="113537"/>
                </a:lnTo>
                <a:lnTo>
                  <a:pt x="35170" y="146425"/>
                </a:lnTo>
                <a:lnTo>
                  <a:pt x="70734" y="108478"/>
                </a:lnTo>
                <a:lnTo>
                  <a:pt x="136730" y="108478"/>
                </a:lnTo>
                <a:lnTo>
                  <a:pt x="103750" y="73273"/>
                </a:lnTo>
                <a:lnTo>
                  <a:pt x="136601" y="38099"/>
                </a:lnTo>
                <a:lnTo>
                  <a:pt x="70734" y="38099"/>
                </a:lnTo>
                <a:lnTo>
                  <a:pt x="35170" y="0"/>
                </a:lnTo>
                <a:close/>
              </a:path>
              <a:path w="141605" h="146685">
                <a:moveTo>
                  <a:pt x="136730" y="108478"/>
                </a:moveTo>
                <a:lnTo>
                  <a:pt x="70734" y="108478"/>
                </a:lnTo>
                <a:lnTo>
                  <a:pt x="106417" y="146425"/>
                </a:lnTo>
                <a:lnTo>
                  <a:pt x="141469" y="113537"/>
                </a:lnTo>
                <a:lnTo>
                  <a:pt x="136730" y="108478"/>
                </a:lnTo>
                <a:close/>
              </a:path>
              <a:path w="141605" h="146685">
                <a:moveTo>
                  <a:pt x="106417" y="0"/>
                </a:moveTo>
                <a:lnTo>
                  <a:pt x="70734" y="38099"/>
                </a:lnTo>
                <a:lnTo>
                  <a:pt x="136601" y="38099"/>
                </a:lnTo>
                <a:lnTo>
                  <a:pt x="141469" y="32887"/>
                </a:lnTo>
                <a:lnTo>
                  <a:pt x="10641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2734948" y="3224194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87"/>
                </a:moveTo>
                <a:lnTo>
                  <a:pt x="35170" y="0"/>
                </a:lnTo>
                <a:lnTo>
                  <a:pt x="70734" y="38099"/>
                </a:lnTo>
                <a:lnTo>
                  <a:pt x="106417" y="0"/>
                </a:lnTo>
                <a:lnTo>
                  <a:pt x="141469" y="32887"/>
                </a:lnTo>
                <a:lnTo>
                  <a:pt x="103750" y="73273"/>
                </a:lnTo>
                <a:lnTo>
                  <a:pt x="141469" y="113537"/>
                </a:lnTo>
                <a:lnTo>
                  <a:pt x="106417" y="146425"/>
                </a:lnTo>
                <a:lnTo>
                  <a:pt x="70734" y="108478"/>
                </a:lnTo>
                <a:lnTo>
                  <a:pt x="35170" y="146425"/>
                </a:lnTo>
                <a:lnTo>
                  <a:pt x="0" y="113537"/>
                </a:lnTo>
                <a:lnTo>
                  <a:pt x="37837" y="73273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/>
          <p:nvPr/>
        </p:nvSpPr>
        <p:spPr>
          <a:xfrm>
            <a:off x="1634489" y="406837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884"/>
                </a:lnTo>
                <a:lnTo>
                  <a:pt x="37718" y="73151"/>
                </a:lnTo>
                <a:lnTo>
                  <a:pt x="0" y="113537"/>
                </a:lnTo>
                <a:lnTo>
                  <a:pt x="35051" y="146422"/>
                </a:lnTo>
                <a:lnTo>
                  <a:pt x="70734" y="108322"/>
                </a:lnTo>
                <a:lnTo>
                  <a:pt x="136480" y="108322"/>
                </a:lnTo>
                <a:lnTo>
                  <a:pt x="103631" y="73151"/>
                </a:lnTo>
                <a:lnTo>
                  <a:pt x="136588" y="37968"/>
                </a:lnTo>
                <a:lnTo>
                  <a:pt x="70734" y="37968"/>
                </a:lnTo>
                <a:lnTo>
                  <a:pt x="35051" y="0"/>
                </a:lnTo>
                <a:close/>
              </a:path>
              <a:path w="141605" h="146685">
                <a:moveTo>
                  <a:pt x="136480" y="108322"/>
                </a:moveTo>
                <a:lnTo>
                  <a:pt x="70734" y="108322"/>
                </a:lnTo>
                <a:lnTo>
                  <a:pt x="106298" y="146422"/>
                </a:lnTo>
                <a:lnTo>
                  <a:pt x="141350" y="113537"/>
                </a:lnTo>
                <a:lnTo>
                  <a:pt x="136480" y="108322"/>
                </a:lnTo>
                <a:close/>
              </a:path>
              <a:path w="141605" h="146685">
                <a:moveTo>
                  <a:pt x="106298" y="0"/>
                </a:moveTo>
                <a:lnTo>
                  <a:pt x="70734" y="37968"/>
                </a:lnTo>
                <a:lnTo>
                  <a:pt x="136588" y="37968"/>
                </a:lnTo>
                <a:lnTo>
                  <a:pt x="141350" y="32884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9"/>
          <p:cNvSpPr/>
          <p:nvPr/>
        </p:nvSpPr>
        <p:spPr>
          <a:xfrm>
            <a:off x="1634489" y="4068377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84"/>
                </a:moveTo>
                <a:lnTo>
                  <a:pt x="35051" y="0"/>
                </a:lnTo>
                <a:lnTo>
                  <a:pt x="70734" y="37968"/>
                </a:lnTo>
                <a:lnTo>
                  <a:pt x="106298" y="0"/>
                </a:lnTo>
                <a:lnTo>
                  <a:pt x="141350" y="32884"/>
                </a:lnTo>
                <a:lnTo>
                  <a:pt x="103631" y="73151"/>
                </a:lnTo>
                <a:lnTo>
                  <a:pt x="141350" y="113537"/>
                </a:lnTo>
                <a:lnTo>
                  <a:pt x="106298" y="146422"/>
                </a:lnTo>
                <a:lnTo>
                  <a:pt x="70734" y="108322"/>
                </a:lnTo>
                <a:lnTo>
                  <a:pt x="35051" y="146422"/>
                </a:lnTo>
                <a:lnTo>
                  <a:pt x="0" y="113537"/>
                </a:lnTo>
                <a:lnTo>
                  <a:pt x="37718" y="73151"/>
                </a:lnTo>
                <a:lnTo>
                  <a:pt x="0" y="32884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 txBox="1"/>
          <p:nvPr/>
        </p:nvSpPr>
        <p:spPr>
          <a:xfrm>
            <a:off x="346714" y="3644254"/>
            <a:ext cx="281940" cy="59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1200" spc="-25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41"/>
          <p:cNvSpPr txBox="1"/>
          <p:nvPr/>
        </p:nvSpPr>
        <p:spPr>
          <a:xfrm>
            <a:off x="404816" y="3141341"/>
            <a:ext cx="2343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43"/>
          <p:cNvSpPr/>
          <p:nvPr/>
        </p:nvSpPr>
        <p:spPr>
          <a:xfrm>
            <a:off x="8675765" y="3278814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731" y="0"/>
                </a:moveTo>
                <a:lnTo>
                  <a:pt x="206989" y="0"/>
                </a:lnTo>
                <a:lnTo>
                  <a:pt x="159495" y="5469"/>
                </a:lnTo>
                <a:lnTo>
                  <a:pt x="115915" y="21047"/>
                </a:lnTo>
                <a:lnTo>
                  <a:pt x="77484" y="45490"/>
                </a:lnTo>
                <a:lnTo>
                  <a:pt x="45440" y="77553"/>
                </a:lnTo>
                <a:lnTo>
                  <a:pt x="21020" y="115992"/>
                </a:lnTo>
                <a:lnTo>
                  <a:pt x="5461" y="159563"/>
                </a:lnTo>
                <a:lnTo>
                  <a:pt x="0" y="207020"/>
                </a:lnTo>
                <a:lnTo>
                  <a:pt x="0" y="1035308"/>
                </a:lnTo>
                <a:lnTo>
                  <a:pt x="5461" y="1082808"/>
                </a:lnTo>
                <a:lnTo>
                  <a:pt x="21020" y="1126409"/>
                </a:lnTo>
                <a:lnTo>
                  <a:pt x="45440" y="1164868"/>
                </a:lnTo>
                <a:lnTo>
                  <a:pt x="77484" y="1196943"/>
                </a:lnTo>
                <a:lnTo>
                  <a:pt x="115915" y="1221391"/>
                </a:lnTo>
                <a:lnTo>
                  <a:pt x="159495" y="1236971"/>
                </a:lnTo>
                <a:lnTo>
                  <a:pt x="206989" y="1242440"/>
                </a:lnTo>
                <a:lnTo>
                  <a:pt x="3189731" y="1242440"/>
                </a:lnTo>
                <a:lnTo>
                  <a:pt x="3237187" y="1236971"/>
                </a:lnTo>
                <a:lnTo>
                  <a:pt x="3280753" y="1221391"/>
                </a:lnTo>
                <a:lnTo>
                  <a:pt x="3319186" y="1196943"/>
                </a:lnTo>
                <a:lnTo>
                  <a:pt x="3351242" y="1164868"/>
                </a:lnTo>
                <a:lnTo>
                  <a:pt x="3375679" y="1126409"/>
                </a:lnTo>
                <a:lnTo>
                  <a:pt x="3391253" y="1082808"/>
                </a:lnTo>
                <a:lnTo>
                  <a:pt x="3396721" y="1035308"/>
                </a:lnTo>
                <a:lnTo>
                  <a:pt x="3396721" y="207020"/>
                </a:lnTo>
                <a:lnTo>
                  <a:pt x="3391253" y="159563"/>
                </a:lnTo>
                <a:lnTo>
                  <a:pt x="3375679" y="115992"/>
                </a:lnTo>
                <a:lnTo>
                  <a:pt x="3351242" y="77553"/>
                </a:lnTo>
                <a:lnTo>
                  <a:pt x="3319186" y="45490"/>
                </a:lnTo>
                <a:lnTo>
                  <a:pt x="3280753" y="21047"/>
                </a:lnTo>
                <a:lnTo>
                  <a:pt x="3237187" y="5469"/>
                </a:lnTo>
                <a:lnTo>
                  <a:pt x="3189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4"/>
          <p:cNvSpPr/>
          <p:nvPr/>
        </p:nvSpPr>
        <p:spPr>
          <a:xfrm>
            <a:off x="8675765" y="3278814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020"/>
                </a:moveTo>
                <a:lnTo>
                  <a:pt x="5461" y="159563"/>
                </a:lnTo>
                <a:lnTo>
                  <a:pt x="21020" y="115992"/>
                </a:lnTo>
                <a:lnTo>
                  <a:pt x="45440" y="77553"/>
                </a:lnTo>
                <a:lnTo>
                  <a:pt x="77484" y="45490"/>
                </a:lnTo>
                <a:lnTo>
                  <a:pt x="115915" y="21047"/>
                </a:lnTo>
                <a:lnTo>
                  <a:pt x="159495" y="5469"/>
                </a:lnTo>
                <a:lnTo>
                  <a:pt x="206989" y="0"/>
                </a:lnTo>
                <a:lnTo>
                  <a:pt x="3189731" y="0"/>
                </a:lnTo>
                <a:lnTo>
                  <a:pt x="3237187" y="5469"/>
                </a:lnTo>
                <a:lnTo>
                  <a:pt x="3280753" y="21047"/>
                </a:lnTo>
                <a:lnTo>
                  <a:pt x="3319186" y="45490"/>
                </a:lnTo>
                <a:lnTo>
                  <a:pt x="3351242" y="77553"/>
                </a:lnTo>
                <a:lnTo>
                  <a:pt x="3375679" y="115992"/>
                </a:lnTo>
                <a:lnTo>
                  <a:pt x="3391253" y="159563"/>
                </a:lnTo>
                <a:lnTo>
                  <a:pt x="3396721" y="207020"/>
                </a:lnTo>
                <a:lnTo>
                  <a:pt x="3396721" y="1035308"/>
                </a:lnTo>
                <a:lnTo>
                  <a:pt x="3391253" y="1082808"/>
                </a:lnTo>
                <a:lnTo>
                  <a:pt x="3375679" y="1126409"/>
                </a:lnTo>
                <a:lnTo>
                  <a:pt x="3351242" y="1164868"/>
                </a:lnTo>
                <a:lnTo>
                  <a:pt x="3319186" y="1196943"/>
                </a:lnTo>
                <a:lnTo>
                  <a:pt x="3280753" y="1221391"/>
                </a:lnTo>
                <a:lnTo>
                  <a:pt x="3237187" y="1236971"/>
                </a:lnTo>
                <a:lnTo>
                  <a:pt x="3189731" y="1242440"/>
                </a:lnTo>
                <a:lnTo>
                  <a:pt x="206989" y="1242440"/>
                </a:lnTo>
                <a:lnTo>
                  <a:pt x="159495" y="1236971"/>
                </a:lnTo>
                <a:lnTo>
                  <a:pt x="115915" y="1221391"/>
                </a:lnTo>
                <a:lnTo>
                  <a:pt x="77484" y="1196943"/>
                </a:lnTo>
                <a:lnTo>
                  <a:pt x="45440" y="1164868"/>
                </a:lnTo>
                <a:lnTo>
                  <a:pt x="21020" y="1126409"/>
                </a:lnTo>
                <a:lnTo>
                  <a:pt x="5461" y="1082808"/>
                </a:lnTo>
                <a:lnTo>
                  <a:pt x="0" y="1035308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5"/>
          <p:cNvSpPr txBox="1"/>
          <p:nvPr/>
        </p:nvSpPr>
        <p:spPr>
          <a:xfrm>
            <a:off x="9107816" y="3471279"/>
            <a:ext cx="2549525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13970" algn="ctr">
              <a:lnSpc>
                <a:spcPct val="100800"/>
              </a:lnSpc>
              <a:spcBef>
                <a:spcPts val="85"/>
              </a:spcBef>
            </a:pP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This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means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that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log 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likelihood of this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r>
              <a:rPr sz="1800" b="1" spc="-3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is</a:t>
            </a:r>
            <a:endParaRPr sz="18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15"/>
              </a:spcBef>
            </a:pP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-0.207</a:t>
            </a:r>
            <a:endParaRPr sz="1800">
              <a:latin typeface="Arial"/>
              <a:cs typeface="Arial"/>
            </a:endParaRPr>
          </a:p>
        </p:txBody>
      </p:sp>
      <p:sp>
        <p:nvSpPr>
          <p:cNvPr id="64" name="object 46"/>
          <p:cNvSpPr/>
          <p:nvPr/>
        </p:nvSpPr>
        <p:spPr>
          <a:xfrm>
            <a:off x="7962900" y="3507795"/>
            <a:ext cx="571500" cy="6191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7"/>
          <p:cNvSpPr/>
          <p:nvPr/>
        </p:nvSpPr>
        <p:spPr>
          <a:xfrm>
            <a:off x="8080369" y="3576755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71"/>
                </a:lnTo>
                <a:lnTo>
                  <a:pt x="208147" y="481071"/>
                </a:lnTo>
                <a:lnTo>
                  <a:pt x="416448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8"/>
          <p:cNvSpPr/>
          <p:nvPr/>
        </p:nvSpPr>
        <p:spPr>
          <a:xfrm>
            <a:off x="8080369" y="3576755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0" y="0"/>
                </a:moveTo>
                <a:lnTo>
                  <a:pt x="208147" y="0"/>
                </a:lnTo>
                <a:lnTo>
                  <a:pt x="416448" y="240542"/>
                </a:lnTo>
                <a:lnTo>
                  <a:pt x="208147" y="481071"/>
                </a:lnTo>
                <a:lnTo>
                  <a:pt x="0" y="481071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9"/>
          <p:cNvSpPr/>
          <p:nvPr/>
        </p:nvSpPr>
        <p:spPr>
          <a:xfrm>
            <a:off x="5128138" y="2831900"/>
            <a:ext cx="2575179" cy="19630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50"/>
          <p:cNvSpPr/>
          <p:nvPr/>
        </p:nvSpPr>
        <p:spPr>
          <a:xfrm>
            <a:off x="5091927" y="2816026"/>
            <a:ext cx="2481452" cy="200063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51"/>
          <p:cNvSpPr/>
          <p:nvPr/>
        </p:nvSpPr>
        <p:spPr>
          <a:xfrm>
            <a:off x="6436095" y="4145501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52"/>
          <p:cNvSpPr/>
          <p:nvPr/>
        </p:nvSpPr>
        <p:spPr>
          <a:xfrm>
            <a:off x="5127254" y="3422313"/>
            <a:ext cx="1408430" cy="1270"/>
          </a:xfrm>
          <a:custGeom>
            <a:avLst/>
            <a:gdLst/>
            <a:ahLst/>
            <a:cxnLst/>
            <a:rect l="l" t="t" r="r" b="b"/>
            <a:pathLst>
              <a:path w="1408429" h="1270">
                <a:moveTo>
                  <a:pt x="0" y="0"/>
                </a:moveTo>
                <a:lnTo>
                  <a:pt x="1408054" y="1158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3"/>
          <p:cNvSpPr/>
          <p:nvPr/>
        </p:nvSpPr>
        <p:spPr>
          <a:xfrm>
            <a:off x="5051297" y="2574329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0" y="114218"/>
                </a:moveTo>
                <a:lnTo>
                  <a:pt x="38120" y="114259"/>
                </a:lnTo>
                <a:lnTo>
                  <a:pt x="40385" y="2222519"/>
                </a:lnTo>
                <a:lnTo>
                  <a:pt x="78485" y="2222519"/>
                </a:lnTo>
                <a:lnTo>
                  <a:pt x="76220" y="114218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299"/>
                </a:lnTo>
                <a:lnTo>
                  <a:pt x="38120" y="114259"/>
                </a:lnTo>
                <a:lnTo>
                  <a:pt x="38099" y="95249"/>
                </a:lnTo>
                <a:lnTo>
                  <a:pt x="104744" y="95128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128"/>
                </a:moveTo>
                <a:lnTo>
                  <a:pt x="38099" y="95249"/>
                </a:lnTo>
                <a:lnTo>
                  <a:pt x="38120" y="114259"/>
                </a:lnTo>
                <a:lnTo>
                  <a:pt x="76220" y="114218"/>
                </a:lnTo>
                <a:lnTo>
                  <a:pt x="76199" y="95128"/>
                </a:lnTo>
                <a:close/>
              </a:path>
              <a:path w="114300" h="2223135">
                <a:moveTo>
                  <a:pt x="104744" y="95128"/>
                </a:moveTo>
                <a:lnTo>
                  <a:pt x="76199" y="95128"/>
                </a:lnTo>
                <a:lnTo>
                  <a:pt x="76220" y="114218"/>
                </a:lnTo>
                <a:lnTo>
                  <a:pt x="114299" y="114178"/>
                </a:lnTo>
                <a:lnTo>
                  <a:pt x="104744" y="95128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54"/>
          <p:cNvSpPr/>
          <p:nvPr/>
        </p:nvSpPr>
        <p:spPr>
          <a:xfrm>
            <a:off x="5089147" y="4751760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83" y="0"/>
                </a:moveTo>
                <a:lnTo>
                  <a:pt x="2672583" y="114299"/>
                </a:lnTo>
                <a:lnTo>
                  <a:pt x="2748783" y="76199"/>
                </a:lnTo>
                <a:lnTo>
                  <a:pt x="2691633" y="76199"/>
                </a:lnTo>
                <a:lnTo>
                  <a:pt x="2691633" y="38099"/>
                </a:lnTo>
                <a:lnTo>
                  <a:pt x="2748783" y="38099"/>
                </a:lnTo>
                <a:lnTo>
                  <a:pt x="2672583" y="0"/>
                </a:lnTo>
                <a:close/>
              </a:path>
              <a:path w="2787015" h="114300">
                <a:moveTo>
                  <a:pt x="267258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83" y="76199"/>
                </a:lnTo>
                <a:lnTo>
                  <a:pt x="2672583" y="38099"/>
                </a:lnTo>
                <a:close/>
              </a:path>
              <a:path w="2787015" h="114300">
                <a:moveTo>
                  <a:pt x="2748783" y="38099"/>
                </a:moveTo>
                <a:lnTo>
                  <a:pt x="2691633" y="38099"/>
                </a:lnTo>
                <a:lnTo>
                  <a:pt x="2691633" y="76199"/>
                </a:lnTo>
                <a:lnTo>
                  <a:pt x="2748783" y="76199"/>
                </a:lnTo>
                <a:lnTo>
                  <a:pt x="2786883" y="57149"/>
                </a:lnTo>
                <a:lnTo>
                  <a:pt x="2748783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55"/>
          <p:cNvSpPr txBox="1"/>
          <p:nvPr/>
        </p:nvSpPr>
        <p:spPr>
          <a:xfrm>
            <a:off x="4820284" y="4701276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4" name="object 56"/>
          <p:cNvSpPr/>
          <p:nvPr/>
        </p:nvSpPr>
        <p:spPr>
          <a:xfrm>
            <a:off x="5116311" y="4010465"/>
            <a:ext cx="1381760" cy="0"/>
          </a:xfrm>
          <a:custGeom>
            <a:avLst/>
            <a:gdLst/>
            <a:ahLst/>
            <a:cxnLst/>
            <a:rect l="l" t="t" r="r" b="b"/>
            <a:pathLst>
              <a:path w="1381760">
                <a:moveTo>
                  <a:pt x="0" y="0"/>
                </a:moveTo>
                <a:lnTo>
                  <a:pt x="138165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57"/>
          <p:cNvSpPr txBox="1"/>
          <p:nvPr/>
        </p:nvSpPr>
        <p:spPr>
          <a:xfrm>
            <a:off x="4675254" y="4307321"/>
            <a:ext cx="18427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0690" algn="l"/>
                <a:tab pos="1829435" algn="l"/>
              </a:tabLst>
            </a:pPr>
            <a:r>
              <a:rPr sz="1200" spc="-10" dirty="0">
                <a:solidFill>
                  <a:srgbClr val="6F2F9F"/>
                </a:solidFill>
                <a:latin typeface="Arial"/>
                <a:cs typeface="Arial"/>
              </a:rPr>
              <a:t>0.18</a:t>
            </a:r>
            <a:r>
              <a:rPr sz="1200" spc="-1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r>
              <a:rPr sz="1200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6" name="object 58"/>
          <p:cNvSpPr/>
          <p:nvPr/>
        </p:nvSpPr>
        <p:spPr>
          <a:xfrm>
            <a:off x="7558918" y="4922220"/>
            <a:ext cx="285343" cy="285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59"/>
          <p:cNvSpPr txBox="1"/>
          <p:nvPr/>
        </p:nvSpPr>
        <p:spPr>
          <a:xfrm>
            <a:off x="4699257" y="2223562"/>
            <a:ext cx="2997835" cy="86296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685"/>
              </a:spcBef>
            </a:pPr>
            <a:r>
              <a:rPr sz="1400" b="1" spc="5" dirty="0">
                <a:solidFill>
                  <a:srgbClr val="6F2F9F"/>
                </a:solidFill>
                <a:latin typeface="Arial"/>
                <a:cs typeface="Arial"/>
              </a:rPr>
              <a:t>Probability</a:t>
            </a:r>
            <a:endParaRPr sz="1400">
              <a:latin typeface="Arial"/>
              <a:cs typeface="Arial"/>
            </a:endParaRPr>
          </a:p>
          <a:p>
            <a:pPr marL="146050">
              <a:lnSpc>
                <a:spcPct val="100000"/>
              </a:lnSpc>
              <a:spcBef>
                <a:spcPts val="710"/>
              </a:spcBef>
              <a:tabLst>
                <a:tab pos="2984500" algn="l"/>
              </a:tabLst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021839" algn="l"/>
              </a:tabLst>
            </a:pPr>
            <a:r>
              <a:rPr sz="1200" spc="-10" dirty="0">
                <a:solidFill>
                  <a:srgbClr val="6F2F9F"/>
                </a:solidFill>
                <a:latin typeface="Arial"/>
                <a:cs typeface="Arial"/>
              </a:rPr>
              <a:t>0.93</a:t>
            </a:r>
            <a:r>
              <a:rPr sz="1200" spc="-10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1200" spc="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u="dbl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u="dbl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8" name="object 60"/>
          <p:cNvSpPr/>
          <p:nvPr/>
        </p:nvSpPr>
        <p:spPr>
          <a:xfrm>
            <a:off x="5123443" y="3809797"/>
            <a:ext cx="1408430" cy="1270"/>
          </a:xfrm>
          <a:custGeom>
            <a:avLst/>
            <a:gdLst/>
            <a:ahLst/>
            <a:cxnLst/>
            <a:rect l="l" t="t" r="r" b="b"/>
            <a:pathLst>
              <a:path w="1408429" h="1270">
                <a:moveTo>
                  <a:pt x="0" y="0"/>
                </a:moveTo>
                <a:lnTo>
                  <a:pt x="1408054" y="1142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61"/>
          <p:cNvSpPr/>
          <p:nvPr/>
        </p:nvSpPr>
        <p:spPr>
          <a:xfrm>
            <a:off x="5116311" y="3609126"/>
            <a:ext cx="1408430" cy="1270"/>
          </a:xfrm>
          <a:custGeom>
            <a:avLst/>
            <a:gdLst/>
            <a:ahLst/>
            <a:cxnLst/>
            <a:rect l="l" t="t" r="r" b="b"/>
            <a:pathLst>
              <a:path w="1408429" h="1270">
                <a:moveTo>
                  <a:pt x="0" y="0"/>
                </a:moveTo>
                <a:lnTo>
                  <a:pt x="1408054" y="1158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62"/>
          <p:cNvSpPr/>
          <p:nvPr/>
        </p:nvSpPr>
        <p:spPr>
          <a:xfrm>
            <a:off x="5116311" y="4391846"/>
            <a:ext cx="1350010" cy="0"/>
          </a:xfrm>
          <a:custGeom>
            <a:avLst/>
            <a:gdLst/>
            <a:ahLst/>
            <a:cxnLst/>
            <a:rect l="l" t="t" r="r" b="b"/>
            <a:pathLst>
              <a:path w="1350010">
                <a:moveTo>
                  <a:pt x="0" y="0"/>
                </a:moveTo>
                <a:lnTo>
                  <a:pt x="1349776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63"/>
          <p:cNvSpPr/>
          <p:nvPr/>
        </p:nvSpPr>
        <p:spPr>
          <a:xfrm>
            <a:off x="5108325" y="4583358"/>
            <a:ext cx="1224915" cy="0"/>
          </a:xfrm>
          <a:custGeom>
            <a:avLst/>
            <a:gdLst/>
            <a:ahLst/>
            <a:cxnLst/>
            <a:rect l="l" t="t" r="r" b="b"/>
            <a:pathLst>
              <a:path w="1224914">
                <a:moveTo>
                  <a:pt x="0" y="0"/>
                </a:moveTo>
                <a:lnTo>
                  <a:pt x="1224290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64"/>
          <p:cNvSpPr/>
          <p:nvPr/>
        </p:nvSpPr>
        <p:spPr>
          <a:xfrm>
            <a:off x="5123443" y="3222304"/>
            <a:ext cx="1486535" cy="0"/>
          </a:xfrm>
          <a:custGeom>
            <a:avLst/>
            <a:gdLst/>
            <a:ahLst/>
            <a:cxnLst/>
            <a:rect l="l" t="t" r="r" b="b"/>
            <a:pathLst>
              <a:path w="1486534">
                <a:moveTo>
                  <a:pt x="0" y="0"/>
                </a:moveTo>
                <a:lnTo>
                  <a:pt x="1486387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5"/>
          <p:cNvSpPr/>
          <p:nvPr/>
        </p:nvSpPr>
        <p:spPr>
          <a:xfrm>
            <a:off x="6349227" y="4265135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66"/>
          <p:cNvSpPr/>
          <p:nvPr/>
        </p:nvSpPr>
        <p:spPr>
          <a:xfrm>
            <a:off x="6878452" y="2787092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67"/>
          <p:cNvSpPr/>
          <p:nvPr/>
        </p:nvSpPr>
        <p:spPr>
          <a:xfrm>
            <a:off x="6827080" y="2875380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68"/>
          <p:cNvSpPr/>
          <p:nvPr/>
        </p:nvSpPr>
        <p:spPr>
          <a:xfrm>
            <a:off x="5501121" y="4511514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69"/>
          <p:cNvSpPr/>
          <p:nvPr/>
        </p:nvSpPr>
        <p:spPr>
          <a:xfrm>
            <a:off x="5967465" y="4499831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70"/>
          <p:cNvSpPr/>
          <p:nvPr/>
        </p:nvSpPr>
        <p:spPr>
          <a:xfrm>
            <a:off x="6278562" y="4352014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71"/>
          <p:cNvSpPr/>
          <p:nvPr/>
        </p:nvSpPr>
        <p:spPr>
          <a:xfrm>
            <a:off x="5116311" y="4200965"/>
            <a:ext cx="1381760" cy="0"/>
          </a:xfrm>
          <a:custGeom>
            <a:avLst/>
            <a:gdLst/>
            <a:ahLst/>
            <a:cxnLst/>
            <a:rect l="l" t="t" r="r" b="b"/>
            <a:pathLst>
              <a:path w="1381760">
                <a:moveTo>
                  <a:pt x="0" y="0"/>
                </a:moveTo>
                <a:lnTo>
                  <a:pt x="1381658" y="0"/>
                </a:lnTo>
              </a:path>
            </a:pathLst>
          </a:custGeom>
          <a:ln w="9534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72"/>
          <p:cNvSpPr/>
          <p:nvPr/>
        </p:nvSpPr>
        <p:spPr>
          <a:xfrm>
            <a:off x="7431907" y="2752955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73"/>
          <p:cNvSpPr txBox="1"/>
          <p:nvPr/>
        </p:nvSpPr>
        <p:spPr>
          <a:xfrm>
            <a:off x="4732658" y="3667494"/>
            <a:ext cx="1876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089" algn="l"/>
              </a:tabLst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0.5</a:t>
            </a:r>
            <a:r>
              <a:rPr sz="1800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2" name="object 74"/>
          <p:cNvSpPr/>
          <p:nvPr/>
        </p:nvSpPr>
        <p:spPr>
          <a:xfrm>
            <a:off x="7366302" y="2836762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75"/>
          <p:cNvSpPr/>
          <p:nvPr/>
        </p:nvSpPr>
        <p:spPr>
          <a:xfrm>
            <a:off x="6616202" y="2866615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76"/>
          <p:cNvSpPr/>
          <p:nvPr/>
        </p:nvSpPr>
        <p:spPr>
          <a:xfrm>
            <a:off x="7158228" y="2761581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77"/>
          <p:cNvSpPr/>
          <p:nvPr/>
        </p:nvSpPr>
        <p:spPr>
          <a:xfrm>
            <a:off x="6531667" y="2948928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178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4047260" y="3000362"/>
            <a:ext cx="3581400" cy="1428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4138181" y="3096877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731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47"/>
                </a:lnTo>
                <a:lnTo>
                  <a:pt x="77553" y="45490"/>
                </a:lnTo>
                <a:lnTo>
                  <a:pt x="45490" y="77553"/>
                </a:lnTo>
                <a:lnTo>
                  <a:pt x="21047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04"/>
                </a:lnTo>
                <a:lnTo>
                  <a:pt x="5469" y="1082810"/>
                </a:lnTo>
                <a:lnTo>
                  <a:pt x="21047" y="1126414"/>
                </a:lnTo>
                <a:lnTo>
                  <a:pt x="45490" y="1164875"/>
                </a:lnTo>
                <a:lnTo>
                  <a:pt x="77553" y="1196951"/>
                </a:lnTo>
                <a:lnTo>
                  <a:pt x="115992" y="1221400"/>
                </a:lnTo>
                <a:lnTo>
                  <a:pt x="159563" y="1236980"/>
                </a:lnTo>
                <a:lnTo>
                  <a:pt x="207020" y="1242450"/>
                </a:lnTo>
                <a:lnTo>
                  <a:pt x="3189731" y="1242450"/>
                </a:lnTo>
                <a:lnTo>
                  <a:pt x="3237189" y="1236980"/>
                </a:lnTo>
                <a:lnTo>
                  <a:pt x="3280759" y="1221400"/>
                </a:lnTo>
                <a:lnTo>
                  <a:pt x="3319198" y="1196951"/>
                </a:lnTo>
                <a:lnTo>
                  <a:pt x="3351261" y="1164875"/>
                </a:lnTo>
                <a:lnTo>
                  <a:pt x="3375704" y="1126414"/>
                </a:lnTo>
                <a:lnTo>
                  <a:pt x="3391282" y="1082810"/>
                </a:lnTo>
                <a:lnTo>
                  <a:pt x="3396752" y="1035304"/>
                </a:lnTo>
                <a:lnTo>
                  <a:pt x="3396752" y="207020"/>
                </a:lnTo>
                <a:lnTo>
                  <a:pt x="3391282" y="159563"/>
                </a:lnTo>
                <a:lnTo>
                  <a:pt x="3375704" y="115992"/>
                </a:lnTo>
                <a:lnTo>
                  <a:pt x="3351261" y="77553"/>
                </a:lnTo>
                <a:lnTo>
                  <a:pt x="3319198" y="45490"/>
                </a:lnTo>
                <a:lnTo>
                  <a:pt x="3280759" y="21047"/>
                </a:lnTo>
                <a:lnTo>
                  <a:pt x="3237189" y="5469"/>
                </a:lnTo>
                <a:lnTo>
                  <a:pt x="3189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4138181" y="3096877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020"/>
                </a:moveTo>
                <a:lnTo>
                  <a:pt x="5469" y="159563"/>
                </a:lnTo>
                <a:lnTo>
                  <a:pt x="21047" y="115992"/>
                </a:lnTo>
                <a:lnTo>
                  <a:pt x="45490" y="77553"/>
                </a:lnTo>
                <a:lnTo>
                  <a:pt x="77553" y="45490"/>
                </a:lnTo>
                <a:lnTo>
                  <a:pt x="115992" y="21047"/>
                </a:lnTo>
                <a:lnTo>
                  <a:pt x="159563" y="5469"/>
                </a:lnTo>
                <a:lnTo>
                  <a:pt x="207020" y="0"/>
                </a:lnTo>
                <a:lnTo>
                  <a:pt x="3189731" y="0"/>
                </a:lnTo>
                <a:lnTo>
                  <a:pt x="3237189" y="5469"/>
                </a:lnTo>
                <a:lnTo>
                  <a:pt x="3280759" y="21047"/>
                </a:lnTo>
                <a:lnTo>
                  <a:pt x="3319198" y="45490"/>
                </a:lnTo>
                <a:lnTo>
                  <a:pt x="3351261" y="77553"/>
                </a:lnTo>
                <a:lnTo>
                  <a:pt x="3375704" y="115992"/>
                </a:lnTo>
                <a:lnTo>
                  <a:pt x="3391282" y="159563"/>
                </a:lnTo>
                <a:lnTo>
                  <a:pt x="3396752" y="207020"/>
                </a:lnTo>
                <a:lnTo>
                  <a:pt x="3396752" y="1035304"/>
                </a:lnTo>
                <a:lnTo>
                  <a:pt x="3391282" y="1082810"/>
                </a:lnTo>
                <a:lnTo>
                  <a:pt x="3375704" y="1126414"/>
                </a:lnTo>
                <a:lnTo>
                  <a:pt x="3351261" y="1164875"/>
                </a:lnTo>
                <a:lnTo>
                  <a:pt x="3319198" y="1196951"/>
                </a:lnTo>
                <a:lnTo>
                  <a:pt x="3280759" y="1221400"/>
                </a:lnTo>
                <a:lnTo>
                  <a:pt x="3237189" y="1236980"/>
                </a:lnTo>
                <a:lnTo>
                  <a:pt x="3189731" y="1242450"/>
                </a:lnTo>
                <a:lnTo>
                  <a:pt x="207020" y="1242450"/>
                </a:lnTo>
                <a:lnTo>
                  <a:pt x="159563" y="1236980"/>
                </a:lnTo>
                <a:lnTo>
                  <a:pt x="115992" y="1221400"/>
                </a:lnTo>
                <a:lnTo>
                  <a:pt x="77553" y="1196951"/>
                </a:lnTo>
                <a:lnTo>
                  <a:pt x="45490" y="1164875"/>
                </a:lnTo>
                <a:lnTo>
                  <a:pt x="21047" y="1126414"/>
                </a:lnTo>
                <a:lnTo>
                  <a:pt x="5469" y="1082810"/>
                </a:lnTo>
                <a:lnTo>
                  <a:pt x="0" y="1035304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 txBox="1"/>
          <p:nvPr/>
        </p:nvSpPr>
        <p:spPr>
          <a:xfrm>
            <a:off x="4690772" y="3289602"/>
            <a:ext cx="2294255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0800"/>
              </a:lnSpc>
              <a:spcBef>
                <a:spcPts val="85"/>
              </a:spcBef>
            </a:pP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Line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“A”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has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800" b="1" spc="-1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better 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likelihood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value</a:t>
            </a:r>
            <a:r>
              <a:rPr sz="1800" b="1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than 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r>
              <a:rPr sz="1800" b="1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“B”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9"/>
          <p:cNvSpPr/>
          <p:nvPr/>
        </p:nvSpPr>
        <p:spPr>
          <a:xfrm>
            <a:off x="886139" y="1564129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46" y="3603299"/>
                </a:moveTo>
                <a:lnTo>
                  <a:pt x="0" y="3729971"/>
                </a:lnTo>
                <a:lnTo>
                  <a:pt x="111440" y="3667429"/>
                </a:lnTo>
                <a:lnTo>
                  <a:pt x="103186" y="3661833"/>
                </a:lnTo>
                <a:lnTo>
                  <a:pt x="69223" y="3661833"/>
                </a:lnTo>
                <a:lnTo>
                  <a:pt x="37682" y="3640448"/>
                </a:lnTo>
                <a:lnTo>
                  <a:pt x="48376" y="3624675"/>
                </a:lnTo>
                <a:lnTo>
                  <a:pt x="16846" y="3603299"/>
                </a:lnTo>
                <a:close/>
              </a:path>
              <a:path w="2529204" h="3729990">
                <a:moveTo>
                  <a:pt x="48376" y="3624675"/>
                </a:moveTo>
                <a:lnTo>
                  <a:pt x="37682" y="3640448"/>
                </a:lnTo>
                <a:lnTo>
                  <a:pt x="69223" y="3661833"/>
                </a:lnTo>
                <a:lnTo>
                  <a:pt x="79917" y="3646058"/>
                </a:lnTo>
                <a:lnTo>
                  <a:pt x="48376" y="3624675"/>
                </a:lnTo>
                <a:close/>
              </a:path>
              <a:path w="2529204" h="3729990">
                <a:moveTo>
                  <a:pt x="79917" y="3646058"/>
                </a:moveTo>
                <a:lnTo>
                  <a:pt x="69223" y="3661833"/>
                </a:lnTo>
                <a:lnTo>
                  <a:pt x="103186" y="3661833"/>
                </a:lnTo>
                <a:lnTo>
                  <a:pt x="79917" y="3646058"/>
                </a:lnTo>
                <a:close/>
              </a:path>
              <a:path w="2529204" h="3729990">
                <a:moveTo>
                  <a:pt x="2448842" y="83995"/>
                </a:moveTo>
                <a:lnTo>
                  <a:pt x="48376" y="3624675"/>
                </a:lnTo>
                <a:lnTo>
                  <a:pt x="79917" y="3646058"/>
                </a:lnTo>
                <a:lnTo>
                  <a:pt x="2480346" y="105350"/>
                </a:lnTo>
                <a:lnTo>
                  <a:pt x="2448842" y="83995"/>
                </a:lnTo>
                <a:close/>
              </a:path>
              <a:path w="2529204" h="3729990">
                <a:moveTo>
                  <a:pt x="2519697" y="68183"/>
                </a:moveTo>
                <a:lnTo>
                  <a:pt x="2459562" y="68183"/>
                </a:lnTo>
                <a:lnTo>
                  <a:pt x="2491078" y="89519"/>
                </a:lnTo>
                <a:lnTo>
                  <a:pt x="2480346" y="105350"/>
                </a:lnTo>
                <a:lnTo>
                  <a:pt x="2511896" y="126735"/>
                </a:lnTo>
                <a:lnTo>
                  <a:pt x="2519697" y="68183"/>
                </a:lnTo>
                <a:close/>
              </a:path>
              <a:path w="2529204" h="3729990">
                <a:moveTo>
                  <a:pt x="2459562" y="68183"/>
                </a:moveTo>
                <a:lnTo>
                  <a:pt x="2448842" y="83995"/>
                </a:lnTo>
                <a:lnTo>
                  <a:pt x="2480346" y="105350"/>
                </a:lnTo>
                <a:lnTo>
                  <a:pt x="2491078" y="89519"/>
                </a:lnTo>
                <a:lnTo>
                  <a:pt x="2459562" y="68183"/>
                </a:lnTo>
                <a:close/>
              </a:path>
              <a:path w="2529204" h="3729990">
                <a:moveTo>
                  <a:pt x="2528782" y="0"/>
                </a:moveTo>
                <a:lnTo>
                  <a:pt x="2417286" y="62605"/>
                </a:lnTo>
                <a:lnTo>
                  <a:pt x="2448842" y="83995"/>
                </a:lnTo>
                <a:lnTo>
                  <a:pt x="2459562" y="68183"/>
                </a:lnTo>
                <a:lnTo>
                  <a:pt x="2519697" y="68183"/>
                </a:lnTo>
                <a:lnTo>
                  <a:pt x="252878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 txBox="1"/>
          <p:nvPr/>
        </p:nvSpPr>
        <p:spPr>
          <a:xfrm>
            <a:off x="3299232" y="1761536"/>
            <a:ext cx="9493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r>
              <a:rPr sz="1800" b="1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“A”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11"/>
          <p:cNvSpPr/>
          <p:nvPr/>
        </p:nvSpPr>
        <p:spPr>
          <a:xfrm>
            <a:off x="711163" y="1215133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781901" y="3386696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681743" y="3451507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675393" y="3451507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 txBox="1"/>
          <p:nvPr/>
        </p:nvSpPr>
        <p:spPr>
          <a:xfrm>
            <a:off x="196937" y="1144570"/>
            <a:ext cx="322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16"/>
          <p:cNvSpPr txBox="1"/>
          <p:nvPr/>
        </p:nvSpPr>
        <p:spPr>
          <a:xfrm>
            <a:off x="496975" y="3270171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17"/>
          <p:cNvSpPr/>
          <p:nvPr/>
        </p:nvSpPr>
        <p:spPr>
          <a:xfrm>
            <a:off x="712211" y="3350632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781910" y="1450591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3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2133877" y="1189756"/>
            <a:ext cx="904962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1068208" y="5152872"/>
            <a:ext cx="904974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3314612" y="3569348"/>
            <a:ext cx="285343" cy="285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1576603" y="1194724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1492084" y="1277038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2680484" y="5142929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2055836" y="1259481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2377653" y="1259481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2665817" y="1259481"/>
            <a:ext cx="191579" cy="2084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1727863" y="1490702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5" h="2536190">
                <a:moveTo>
                  <a:pt x="0" y="0"/>
                </a:moveTo>
                <a:lnTo>
                  <a:pt x="14346" y="253594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2282086" y="1450591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19" h="1713229">
                <a:moveTo>
                  <a:pt x="0" y="0"/>
                </a:moveTo>
                <a:lnTo>
                  <a:pt x="7238" y="171309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2613937" y="1462265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60" h="1213485">
                <a:moveTo>
                  <a:pt x="0" y="0"/>
                </a:moveTo>
                <a:lnTo>
                  <a:pt x="10037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2892067" y="1462265"/>
            <a:ext cx="7620" cy="798195"/>
          </a:xfrm>
          <a:custGeom>
            <a:avLst/>
            <a:gdLst/>
            <a:ahLst/>
            <a:cxnLst/>
            <a:rect l="l" t="t" r="r" b="b"/>
            <a:pathLst>
              <a:path w="7619" h="798194">
                <a:moveTo>
                  <a:pt x="0" y="0"/>
                </a:moveTo>
                <a:lnTo>
                  <a:pt x="7238" y="79817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2841145" y="2478894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1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1821970" y="3930002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86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1521742" y="4394191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67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1219395" y="4845033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3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768313" y="4039348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4">
                <a:moveTo>
                  <a:pt x="0" y="0"/>
                </a:moveTo>
                <a:lnTo>
                  <a:pt x="1007424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781910" y="2412997"/>
            <a:ext cx="2018664" cy="0"/>
          </a:xfrm>
          <a:custGeom>
            <a:avLst/>
            <a:gdLst/>
            <a:ahLst/>
            <a:cxnLst/>
            <a:rect l="l" t="t" r="r" b="b"/>
            <a:pathLst>
              <a:path w="2018664">
                <a:moveTo>
                  <a:pt x="0" y="0"/>
                </a:moveTo>
                <a:lnTo>
                  <a:pt x="2018467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 txBox="1"/>
          <p:nvPr/>
        </p:nvSpPr>
        <p:spPr>
          <a:xfrm>
            <a:off x="374424" y="3939842"/>
            <a:ext cx="2819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39"/>
          <p:cNvSpPr/>
          <p:nvPr/>
        </p:nvSpPr>
        <p:spPr>
          <a:xfrm>
            <a:off x="2752109" y="2327500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918"/>
                </a:lnTo>
                <a:lnTo>
                  <a:pt x="37718" y="73151"/>
                </a:lnTo>
                <a:lnTo>
                  <a:pt x="0" y="113537"/>
                </a:lnTo>
                <a:lnTo>
                  <a:pt x="35051" y="146456"/>
                </a:lnTo>
                <a:lnTo>
                  <a:pt x="70747" y="108356"/>
                </a:lnTo>
                <a:lnTo>
                  <a:pt x="136511" y="108356"/>
                </a:lnTo>
                <a:lnTo>
                  <a:pt x="103631" y="73151"/>
                </a:lnTo>
                <a:lnTo>
                  <a:pt x="136607" y="37978"/>
                </a:lnTo>
                <a:lnTo>
                  <a:pt x="70747" y="37978"/>
                </a:lnTo>
                <a:lnTo>
                  <a:pt x="35051" y="0"/>
                </a:lnTo>
                <a:close/>
              </a:path>
              <a:path w="141605" h="146685">
                <a:moveTo>
                  <a:pt x="136511" y="108356"/>
                </a:moveTo>
                <a:lnTo>
                  <a:pt x="70747" y="108356"/>
                </a:lnTo>
                <a:lnTo>
                  <a:pt x="106298" y="146456"/>
                </a:lnTo>
                <a:lnTo>
                  <a:pt x="141350" y="113537"/>
                </a:lnTo>
                <a:lnTo>
                  <a:pt x="136511" y="108356"/>
                </a:lnTo>
                <a:close/>
              </a:path>
              <a:path w="141605" h="146685">
                <a:moveTo>
                  <a:pt x="106298" y="0"/>
                </a:moveTo>
                <a:lnTo>
                  <a:pt x="70747" y="37978"/>
                </a:lnTo>
                <a:lnTo>
                  <a:pt x="136607" y="37978"/>
                </a:lnTo>
                <a:lnTo>
                  <a:pt x="141350" y="32918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/>
          <p:nvPr/>
        </p:nvSpPr>
        <p:spPr>
          <a:xfrm>
            <a:off x="2752109" y="2327500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918"/>
                </a:moveTo>
                <a:lnTo>
                  <a:pt x="35051" y="0"/>
                </a:lnTo>
                <a:lnTo>
                  <a:pt x="70747" y="37978"/>
                </a:lnTo>
                <a:lnTo>
                  <a:pt x="106298" y="0"/>
                </a:lnTo>
                <a:lnTo>
                  <a:pt x="141350" y="32918"/>
                </a:lnTo>
                <a:lnTo>
                  <a:pt x="103631" y="73151"/>
                </a:lnTo>
                <a:lnTo>
                  <a:pt x="141350" y="113537"/>
                </a:lnTo>
                <a:lnTo>
                  <a:pt x="106298" y="146456"/>
                </a:lnTo>
                <a:lnTo>
                  <a:pt x="70747" y="108356"/>
                </a:lnTo>
                <a:lnTo>
                  <a:pt x="35051" y="146456"/>
                </a:lnTo>
                <a:lnTo>
                  <a:pt x="0" y="113537"/>
                </a:lnTo>
                <a:lnTo>
                  <a:pt x="37718" y="73151"/>
                </a:lnTo>
                <a:lnTo>
                  <a:pt x="0" y="32918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/>
          <p:nvPr/>
        </p:nvSpPr>
        <p:spPr>
          <a:xfrm>
            <a:off x="1671724" y="3966065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35051" y="0"/>
                </a:moveTo>
                <a:lnTo>
                  <a:pt x="0" y="32897"/>
                </a:lnTo>
                <a:lnTo>
                  <a:pt x="37718" y="73283"/>
                </a:lnTo>
                <a:lnTo>
                  <a:pt x="0" y="113537"/>
                </a:lnTo>
                <a:lnTo>
                  <a:pt x="35051" y="146435"/>
                </a:lnTo>
                <a:lnTo>
                  <a:pt x="70734" y="108466"/>
                </a:lnTo>
                <a:lnTo>
                  <a:pt x="136598" y="108466"/>
                </a:lnTo>
                <a:lnTo>
                  <a:pt x="103631" y="73283"/>
                </a:lnTo>
                <a:lnTo>
                  <a:pt x="136602" y="37981"/>
                </a:lnTo>
                <a:lnTo>
                  <a:pt x="70734" y="37981"/>
                </a:lnTo>
                <a:lnTo>
                  <a:pt x="35051" y="0"/>
                </a:lnTo>
                <a:close/>
              </a:path>
              <a:path w="141605" h="146685">
                <a:moveTo>
                  <a:pt x="136598" y="108466"/>
                </a:moveTo>
                <a:lnTo>
                  <a:pt x="70734" y="108466"/>
                </a:lnTo>
                <a:lnTo>
                  <a:pt x="106298" y="146435"/>
                </a:lnTo>
                <a:lnTo>
                  <a:pt x="141350" y="113537"/>
                </a:lnTo>
                <a:lnTo>
                  <a:pt x="136598" y="108466"/>
                </a:lnTo>
                <a:close/>
              </a:path>
              <a:path w="141605" h="146685">
                <a:moveTo>
                  <a:pt x="106298" y="0"/>
                </a:moveTo>
                <a:lnTo>
                  <a:pt x="70734" y="37981"/>
                </a:lnTo>
                <a:lnTo>
                  <a:pt x="136602" y="37981"/>
                </a:lnTo>
                <a:lnTo>
                  <a:pt x="141350" y="32897"/>
                </a:lnTo>
                <a:lnTo>
                  <a:pt x="10629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2"/>
          <p:cNvSpPr/>
          <p:nvPr/>
        </p:nvSpPr>
        <p:spPr>
          <a:xfrm>
            <a:off x="1671724" y="3966065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5" h="146685">
                <a:moveTo>
                  <a:pt x="0" y="32897"/>
                </a:moveTo>
                <a:lnTo>
                  <a:pt x="35051" y="0"/>
                </a:lnTo>
                <a:lnTo>
                  <a:pt x="70734" y="37981"/>
                </a:lnTo>
                <a:lnTo>
                  <a:pt x="106298" y="0"/>
                </a:lnTo>
                <a:lnTo>
                  <a:pt x="141350" y="32897"/>
                </a:lnTo>
                <a:lnTo>
                  <a:pt x="103631" y="73283"/>
                </a:lnTo>
                <a:lnTo>
                  <a:pt x="141350" y="113537"/>
                </a:lnTo>
                <a:lnTo>
                  <a:pt x="106298" y="146435"/>
                </a:lnTo>
                <a:lnTo>
                  <a:pt x="70734" y="108466"/>
                </a:lnTo>
                <a:lnTo>
                  <a:pt x="35051" y="146435"/>
                </a:lnTo>
                <a:lnTo>
                  <a:pt x="0" y="113537"/>
                </a:lnTo>
                <a:lnTo>
                  <a:pt x="37718" y="73283"/>
                </a:lnTo>
                <a:lnTo>
                  <a:pt x="0" y="3289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 txBox="1"/>
          <p:nvPr/>
        </p:nvSpPr>
        <p:spPr>
          <a:xfrm>
            <a:off x="337276" y="2325925"/>
            <a:ext cx="2343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45"/>
          <p:cNvSpPr/>
          <p:nvPr/>
        </p:nvSpPr>
        <p:spPr>
          <a:xfrm>
            <a:off x="496019" y="5676088"/>
            <a:ext cx="3174365" cy="386715"/>
          </a:xfrm>
          <a:custGeom>
            <a:avLst/>
            <a:gdLst/>
            <a:ahLst/>
            <a:cxnLst/>
            <a:rect l="l" t="t" r="r" b="b"/>
            <a:pathLst>
              <a:path w="3174365" h="386715">
                <a:moveTo>
                  <a:pt x="3109798" y="0"/>
                </a:moveTo>
                <a:lnTo>
                  <a:pt x="64410" y="0"/>
                </a:lnTo>
                <a:lnTo>
                  <a:pt x="39342" y="5059"/>
                </a:lnTo>
                <a:lnTo>
                  <a:pt x="18868" y="18859"/>
                </a:lnTo>
                <a:lnTo>
                  <a:pt x="5062" y="39329"/>
                </a:lnTo>
                <a:lnTo>
                  <a:pt x="0" y="64401"/>
                </a:lnTo>
                <a:lnTo>
                  <a:pt x="0" y="322018"/>
                </a:lnTo>
                <a:lnTo>
                  <a:pt x="5062" y="347091"/>
                </a:lnTo>
                <a:lnTo>
                  <a:pt x="18868" y="367565"/>
                </a:lnTo>
                <a:lnTo>
                  <a:pt x="39342" y="381369"/>
                </a:lnTo>
                <a:lnTo>
                  <a:pt x="64410" y="386431"/>
                </a:lnTo>
                <a:lnTo>
                  <a:pt x="3109798" y="386431"/>
                </a:lnTo>
                <a:lnTo>
                  <a:pt x="3134849" y="381369"/>
                </a:lnTo>
                <a:lnTo>
                  <a:pt x="3155312" y="367565"/>
                </a:lnTo>
                <a:lnTo>
                  <a:pt x="3169111" y="347091"/>
                </a:lnTo>
                <a:lnTo>
                  <a:pt x="3174171" y="322018"/>
                </a:lnTo>
                <a:lnTo>
                  <a:pt x="3174171" y="64401"/>
                </a:lnTo>
                <a:lnTo>
                  <a:pt x="3169111" y="39329"/>
                </a:lnTo>
                <a:lnTo>
                  <a:pt x="3155312" y="18859"/>
                </a:lnTo>
                <a:lnTo>
                  <a:pt x="3134849" y="5059"/>
                </a:lnTo>
                <a:lnTo>
                  <a:pt x="31097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6"/>
          <p:cNvSpPr/>
          <p:nvPr/>
        </p:nvSpPr>
        <p:spPr>
          <a:xfrm>
            <a:off x="496019" y="5676088"/>
            <a:ext cx="3174365" cy="386715"/>
          </a:xfrm>
          <a:custGeom>
            <a:avLst/>
            <a:gdLst/>
            <a:ahLst/>
            <a:cxnLst/>
            <a:rect l="l" t="t" r="r" b="b"/>
            <a:pathLst>
              <a:path w="3174365" h="386715">
                <a:moveTo>
                  <a:pt x="0" y="64401"/>
                </a:moveTo>
                <a:lnTo>
                  <a:pt x="5062" y="39329"/>
                </a:lnTo>
                <a:lnTo>
                  <a:pt x="18868" y="18859"/>
                </a:lnTo>
                <a:lnTo>
                  <a:pt x="39342" y="5059"/>
                </a:lnTo>
                <a:lnTo>
                  <a:pt x="64410" y="0"/>
                </a:lnTo>
                <a:lnTo>
                  <a:pt x="3109798" y="0"/>
                </a:lnTo>
                <a:lnTo>
                  <a:pt x="3134849" y="5059"/>
                </a:lnTo>
                <a:lnTo>
                  <a:pt x="3155312" y="18859"/>
                </a:lnTo>
                <a:lnTo>
                  <a:pt x="3169111" y="39329"/>
                </a:lnTo>
                <a:lnTo>
                  <a:pt x="3174171" y="64401"/>
                </a:lnTo>
                <a:lnTo>
                  <a:pt x="3174171" y="322018"/>
                </a:lnTo>
                <a:lnTo>
                  <a:pt x="3169111" y="347091"/>
                </a:lnTo>
                <a:lnTo>
                  <a:pt x="3155312" y="367565"/>
                </a:lnTo>
                <a:lnTo>
                  <a:pt x="3134849" y="381369"/>
                </a:lnTo>
                <a:lnTo>
                  <a:pt x="3109798" y="386431"/>
                </a:lnTo>
                <a:lnTo>
                  <a:pt x="64410" y="386431"/>
                </a:lnTo>
                <a:lnTo>
                  <a:pt x="39342" y="381369"/>
                </a:lnTo>
                <a:lnTo>
                  <a:pt x="18868" y="367565"/>
                </a:lnTo>
                <a:lnTo>
                  <a:pt x="5062" y="347091"/>
                </a:lnTo>
                <a:lnTo>
                  <a:pt x="0" y="322018"/>
                </a:lnTo>
                <a:lnTo>
                  <a:pt x="0" y="6440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7"/>
          <p:cNvSpPr txBox="1"/>
          <p:nvPr/>
        </p:nvSpPr>
        <p:spPr>
          <a:xfrm>
            <a:off x="209320" y="5250804"/>
            <a:ext cx="321564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  <a:p>
            <a:pPr marL="645160">
              <a:lnSpc>
                <a:spcPct val="100000"/>
              </a:lnSpc>
              <a:spcBef>
                <a:spcPts val="1520"/>
              </a:spcBef>
            </a:pP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log(likelihood)=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b="1" spc="-2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0.084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48"/>
          <p:cNvSpPr/>
          <p:nvPr/>
        </p:nvSpPr>
        <p:spPr>
          <a:xfrm>
            <a:off x="8315618" y="2155044"/>
            <a:ext cx="3307715" cy="2435225"/>
          </a:xfrm>
          <a:custGeom>
            <a:avLst/>
            <a:gdLst/>
            <a:ahLst/>
            <a:cxnLst/>
            <a:rect l="l" t="t" r="r" b="b"/>
            <a:pathLst>
              <a:path w="3307715" h="2435225">
                <a:moveTo>
                  <a:pt x="58155" y="2320930"/>
                </a:moveTo>
                <a:lnTo>
                  <a:pt x="0" y="2434717"/>
                </a:lnTo>
                <a:lnTo>
                  <a:pt x="125973" y="2413000"/>
                </a:lnTo>
                <a:lnTo>
                  <a:pt x="111661" y="2393569"/>
                </a:lnTo>
                <a:lnTo>
                  <a:pt x="87995" y="2393569"/>
                </a:lnTo>
                <a:lnTo>
                  <a:pt x="65379" y="2362840"/>
                </a:lnTo>
                <a:lnTo>
                  <a:pt x="80712" y="2351552"/>
                </a:lnTo>
                <a:lnTo>
                  <a:pt x="58155" y="2320930"/>
                </a:lnTo>
                <a:close/>
              </a:path>
              <a:path w="3307715" h="2435225">
                <a:moveTo>
                  <a:pt x="80712" y="2351552"/>
                </a:moveTo>
                <a:lnTo>
                  <a:pt x="65379" y="2362840"/>
                </a:lnTo>
                <a:lnTo>
                  <a:pt x="87995" y="2393569"/>
                </a:lnTo>
                <a:lnTo>
                  <a:pt x="103340" y="2382273"/>
                </a:lnTo>
                <a:lnTo>
                  <a:pt x="80712" y="2351552"/>
                </a:lnTo>
                <a:close/>
              </a:path>
              <a:path w="3307715" h="2435225">
                <a:moveTo>
                  <a:pt x="103340" y="2382273"/>
                </a:moveTo>
                <a:lnTo>
                  <a:pt x="87995" y="2393569"/>
                </a:lnTo>
                <a:lnTo>
                  <a:pt x="111661" y="2393569"/>
                </a:lnTo>
                <a:lnTo>
                  <a:pt x="103340" y="2382273"/>
                </a:lnTo>
                <a:close/>
              </a:path>
              <a:path w="3307715" h="2435225">
                <a:moveTo>
                  <a:pt x="3203826" y="52447"/>
                </a:moveTo>
                <a:lnTo>
                  <a:pt x="80712" y="2351552"/>
                </a:lnTo>
                <a:lnTo>
                  <a:pt x="103340" y="2382273"/>
                </a:lnTo>
                <a:lnTo>
                  <a:pt x="3226397" y="83082"/>
                </a:lnTo>
                <a:lnTo>
                  <a:pt x="3203826" y="52447"/>
                </a:lnTo>
                <a:close/>
              </a:path>
              <a:path w="3307715" h="2435225">
                <a:moveTo>
                  <a:pt x="3286159" y="41147"/>
                </a:moveTo>
                <a:lnTo>
                  <a:pt x="3219175" y="41147"/>
                </a:lnTo>
                <a:lnTo>
                  <a:pt x="3241791" y="71749"/>
                </a:lnTo>
                <a:lnTo>
                  <a:pt x="3226397" y="83082"/>
                </a:lnTo>
                <a:lnTo>
                  <a:pt x="3249015" y="113781"/>
                </a:lnTo>
                <a:lnTo>
                  <a:pt x="3286159" y="41147"/>
                </a:lnTo>
                <a:close/>
              </a:path>
              <a:path w="3307715" h="2435225">
                <a:moveTo>
                  <a:pt x="3219175" y="41147"/>
                </a:moveTo>
                <a:lnTo>
                  <a:pt x="3203826" y="52447"/>
                </a:lnTo>
                <a:lnTo>
                  <a:pt x="3226397" y="83082"/>
                </a:lnTo>
                <a:lnTo>
                  <a:pt x="3241791" y="71749"/>
                </a:lnTo>
                <a:lnTo>
                  <a:pt x="3219175" y="41147"/>
                </a:lnTo>
                <a:close/>
              </a:path>
              <a:path w="3307715" h="2435225">
                <a:moveTo>
                  <a:pt x="3307201" y="0"/>
                </a:moveTo>
                <a:lnTo>
                  <a:pt x="3181197" y="21732"/>
                </a:lnTo>
                <a:lnTo>
                  <a:pt x="3203826" y="52447"/>
                </a:lnTo>
                <a:lnTo>
                  <a:pt x="3219175" y="41147"/>
                </a:lnTo>
                <a:lnTo>
                  <a:pt x="3286159" y="41147"/>
                </a:lnTo>
                <a:lnTo>
                  <a:pt x="330720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9"/>
          <p:cNvSpPr/>
          <p:nvPr/>
        </p:nvSpPr>
        <p:spPr>
          <a:xfrm>
            <a:off x="8407301" y="1215133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50"/>
          <p:cNvSpPr/>
          <p:nvPr/>
        </p:nvSpPr>
        <p:spPr>
          <a:xfrm>
            <a:off x="8478149" y="3386696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96" y="0"/>
                </a:moveTo>
                <a:lnTo>
                  <a:pt x="2672596" y="114299"/>
                </a:lnTo>
                <a:lnTo>
                  <a:pt x="2748796" y="76199"/>
                </a:lnTo>
                <a:lnTo>
                  <a:pt x="2691646" y="76199"/>
                </a:lnTo>
                <a:lnTo>
                  <a:pt x="2691646" y="38099"/>
                </a:lnTo>
                <a:lnTo>
                  <a:pt x="2748796" y="38099"/>
                </a:lnTo>
                <a:lnTo>
                  <a:pt x="2672596" y="0"/>
                </a:lnTo>
                <a:close/>
              </a:path>
              <a:path w="2787015" h="114300">
                <a:moveTo>
                  <a:pt x="2672596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96" y="76199"/>
                </a:lnTo>
                <a:lnTo>
                  <a:pt x="2672596" y="38099"/>
                </a:lnTo>
                <a:close/>
              </a:path>
              <a:path w="2787015" h="114300">
                <a:moveTo>
                  <a:pt x="2748796" y="38099"/>
                </a:moveTo>
                <a:lnTo>
                  <a:pt x="2691646" y="38099"/>
                </a:lnTo>
                <a:lnTo>
                  <a:pt x="2691646" y="76199"/>
                </a:lnTo>
                <a:lnTo>
                  <a:pt x="2748796" y="76199"/>
                </a:lnTo>
                <a:lnTo>
                  <a:pt x="2786896" y="57149"/>
                </a:lnTo>
                <a:lnTo>
                  <a:pt x="2748796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51"/>
          <p:cNvSpPr/>
          <p:nvPr/>
        </p:nvSpPr>
        <p:spPr>
          <a:xfrm>
            <a:off x="8377949" y="3451507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52"/>
          <p:cNvSpPr/>
          <p:nvPr/>
        </p:nvSpPr>
        <p:spPr>
          <a:xfrm>
            <a:off x="8371599" y="3451507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5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3"/>
          <p:cNvSpPr txBox="1"/>
          <p:nvPr/>
        </p:nvSpPr>
        <p:spPr>
          <a:xfrm>
            <a:off x="7899176" y="1144570"/>
            <a:ext cx="3219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2" name="object 54"/>
          <p:cNvSpPr/>
          <p:nvPr/>
        </p:nvSpPr>
        <p:spPr>
          <a:xfrm>
            <a:off x="8408429" y="3350632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55"/>
          <p:cNvSpPr/>
          <p:nvPr/>
        </p:nvSpPr>
        <p:spPr>
          <a:xfrm>
            <a:off x="8478167" y="1450591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294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56"/>
          <p:cNvSpPr/>
          <p:nvPr/>
        </p:nvSpPr>
        <p:spPr>
          <a:xfrm>
            <a:off x="9830078" y="1189756"/>
            <a:ext cx="90496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57"/>
          <p:cNvSpPr/>
          <p:nvPr/>
        </p:nvSpPr>
        <p:spPr>
          <a:xfrm>
            <a:off x="8764405" y="5152872"/>
            <a:ext cx="904968" cy="3023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58"/>
          <p:cNvSpPr/>
          <p:nvPr/>
        </p:nvSpPr>
        <p:spPr>
          <a:xfrm>
            <a:off x="11010781" y="3569348"/>
            <a:ext cx="285343" cy="285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59"/>
          <p:cNvSpPr/>
          <p:nvPr/>
        </p:nvSpPr>
        <p:spPr>
          <a:xfrm>
            <a:off x="9272812" y="1194724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60"/>
          <p:cNvSpPr/>
          <p:nvPr/>
        </p:nvSpPr>
        <p:spPr>
          <a:xfrm>
            <a:off x="9188277" y="1277038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61"/>
          <p:cNvSpPr/>
          <p:nvPr/>
        </p:nvSpPr>
        <p:spPr>
          <a:xfrm>
            <a:off x="10376675" y="5142929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62"/>
          <p:cNvSpPr/>
          <p:nvPr/>
        </p:nvSpPr>
        <p:spPr>
          <a:xfrm>
            <a:off x="9752036" y="1259481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63"/>
          <p:cNvSpPr/>
          <p:nvPr/>
        </p:nvSpPr>
        <p:spPr>
          <a:xfrm>
            <a:off x="10073844" y="1259481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64"/>
          <p:cNvSpPr/>
          <p:nvPr/>
        </p:nvSpPr>
        <p:spPr>
          <a:xfrm>
            <a:off x="10362002" y="1259481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5"/>
          <p:cNvSpPr/>
          <p:nvPr/>
        </p:nvSpPr>
        <p:spPr>
          <a:xfrm>
            <a:off x="9424053" y="1490702"/>
            <a:ext cx="12700" cy="2277110"/>
          </a:xfrm>
          <a:custGeom>
            <a:avLst/>
            <a:gdLst/>
            <a:ahLst/>
            <a:cxnLst/>
            <a:rect l="l" t="t" r="r" b="b"/>
            <a:pathLst>
              <a:path w="12700" h="2277110">
                <a:moveTo>
                  <a:pt x="0" y="0"/>
                </a:moveTo>
                <a:lnTo>
                  <a:pt x="12466" y="227674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66"/>
          <p:cNvSpPr/>
          <p:nvPr/>
        </p:nvSpPr>
        <p:spPr>
          <a:xfrm>
            <a:off x="9978301" y="1450591"/>
            <a:ext cx="0" cy="1940560"/>
          </a:xfrm>
          <a:custGeom>
            <a:avLst/>
            <a:gdLst/>
            <a:ahLst/>
            <a:cxnLst/>
            <a:rect l="l" t="t" r="r" b="b"/>
            <a:pathLst>
              <a:path h="1940560">
                <a:moveTo>
                  <a:pt x="0" y="0"/>
                </a:moveTo>
                <a:lnTo>
                  <a:pt x="0" y="194029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67"/>
          <p:cNvSpPr/>
          <p:nvPr/>
        </p:nvSpPr>
        <p:spPr>
          <a:xfrm>
            <a:off x="10310137" y="1462265"/>
            <a:ext cx="5080" cy="1652905"/>
          </a:xfrm>
          <a:custGeom>
            <a:avLst/>
            <a:gdLst/>
            <a:ahLst/>
            <a:cxnLst/>
            <a:rect l="l" t="t" r="r" b="b"/>
            <a:pathLst>
              <a:path w="5079" h="1652904">
                <a:moveTo>
                  <a:pt x="0" y="0"/>
                </a:moveTo>
                <a:lnTo>
                  <a:pt x="4571" y="165238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68"/>
          <p:cNvSpPr/>
          <p:nvPr/>
        </p:nvSpPr>
        <p:spPr>
          <a:xfrm>
            <a:off x="10588267" y="1462265"/>
            <a:ext cx="3810" cy="1461135"/>
          </a:xfrm>
          <a:custGeom>
            <a:avLst/>
            <a:gdLst/>
            <a:ahLst/>
            <a:cxnLst/>
            <a:rect l="l" t="t" r="r" b="b"/>
            <a:pathLst>
              <a:path w="3809" h="1461135">
                <a:moveTo>
                  <a:pt x="0" y="0"/>
                </a:moveTo>
                <a:lnTo>
                  <a:pt x="3566" y="146111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69"/>
          <p:cNvSpPr/>
          <p:nvPr/>
        </p:nvSpPr>
        <p:spPr>
          <a:xfrm>
            <a:off x="10537335" y="2923384"/>
            <a:ext cx="0" cy="2236470"/>
          </a:xfrm>
          <a:custGeom>
            <a:avLst/>
            <a:gdLst/>
            <a:ahLst/>
            <a:cxnLst/>
            <a:rect l="l" t="t" r="r" b="b"/>
            <a:pathLst>
              <a:path h="2236470">
                <a:moveTo>
                  <a:pt x="0" y="0"/>
                </a:moveTo>
                <a:lnTo>
                  <a:pt x="0" y="223632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70"/>
          <p:cNvSpPr/>
          <p:nvPr/>
        </p:nvSpPr>
        <p:spPr>
          <a:xfrm>
            <a:off x="9518175" y="3711558"/>
            <a:ext cx="0" cy="1441450"/>
          </a:xfrm>
          <a:custGeom>
            <a:avLst/>
            <a:gdLst/>
            <a:ahLst/>
            <a:cxnLst/>
            <a:rect l="l" t="t" r="r" b="b"/>
            <a:pathLst>
              <a:path h="1441450">
                <a:moveTo>
                  <a:pt x="0" y="0"/>
                </a:moveTo>
                <a:lnTo>
                  <a:pt x="0" y="144131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71"/>
          <p:cNvSpPr/>
          <p:nvPr/>
        </p:nvSpPr>
        <p:spPr>
          <a:xfrm>
            <a:off x="9217948" y="3900796"/>
            <a:ext cx="0" cy="1252220"/>
          </a:xfrm>
          <a:custGeom>
            <a:avLst/>
            <a:gdLst/>
            <a:ahLst/>
            <a:cxnLst/>
            <a:rect l="l" t="t" r="r" b="b"/>
            <a:pathLst>
              <a:path h="1252220">
                <a:moveTo>
                  <a:pt x="0" y="0"/>
                </a:moveTo>
                <a:lnTo>
                  <a:pt x="0" y="125207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72"/>
          <p:cNvSpPr/>
          <p:nvPr/>
        </p:nvSpPr>
        <p:spPr>
          <a:xfrm>
            <a:off x="8915555" y="4147172"/>
            <a:ext cx="0" cy="1005840"/>
          </a:xfrm>
          <a:custGeom>
            <a:avLst/>
            <a:gdLst/>
            <a:ahLst/>
            <a:cxnLst/>
            <a:rect l="l" t="t" r="r" b="b"/>
            <a:pathLst>
              <a:path h="1005839">
                <a:moveTo>
                  <a:pt x="0" y="0"/>
                </a:moveTo>
                <a:lnTo>
                  <a:pt x="0" y="100569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73"/>
          <p:cNvSpPr/>
          <p:nvPr/>
        </p:nvSpPr>
        <p:spPr>
          <a:xfrm>
            <a:off x="8464574" y="3755122"/>
            <a:ext cx="1007744" cy="0"/>
          </a:xfrm>
          <a:custGeom>
            <a:avLst/>
            <a:gdLst/>
            <a:ahLst/>
            <a:cxnLst/>
            <a:rect l="l" t="t" r="r" b="b"/>
            <a:pathLst>
              <a:path w="1007745">
                <a:moveTo>
                  <a:pt x="0" y="0"/>
                </a:moveTo>
                <a:lnTo>
                  <a:pt x="1007363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74"/>
          <p:cNvSpPr/>
          <p:nvPr/>
        </p:nvSpPr>
        <p:spPr>
          <a:xfrm>
            <a:off x="8478167" y="2931644"/>
            <a:ext cx="2113915" cy="0"/>
          </a:xfrm>
          <a:custGeom>
            <a:avLst/>
            <a:gdLst/>
            <a:ahLst/>
            <a:cxnLst/>
            <a:rect l="l" t="t" r="r" b="b"/>
            <a:pathLst>
              <a:path w="2113915">
                <a:moveTo>
                  <a:pt x="0" y="0"/>
                </a:moveTo>
                <a:lnTo>
                  <a:pt x="2113666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75"/>
          <p:cNvSpPr/>
          <p:nvPr/>
        </p:nvSpPr>
        <p:spPr>
          <a:xfrm>
            <a:off x="10458850" y="2850111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35173" y="0"/>
                </a:moveTo>
                <a:lnTo>
                  <a:pt x="0" y="32887"/>
                </a:lnTo>
                <a:lnTo>
                  <a:pt x="37856" y="73273"/>
                </a:lnTo>
                <a:lnTo>
                  <a:pt x="0" y="113537"/>
                </a:lnTo>
                <a:lnTo>
                  <a:pt x="35173" y="146425"/>
                </a:lnTo>
                <a:lnTo>
                  <a:pt x="70744" y="108478"/>
                </a:lnTo>
                <a:lnTo>
                  <a:pt x="136746" y="108478"/>
                </a:lnTo>
                <a:lnTo>
                  <a:pt x="103753" y="73273"/>
                </a:lnTo>
                <a:lnTo>
                  <a:pt x="136618" y="38099"/>
                </a:lnTo>
                <a:lnTo>
                  <a:pt x="70744" y="38099"/>
                </a:lnTo>
                <a:lnTo>
                  <a:pt x="35173" y="0"/>
                </a:lnTo>
                <a:close/>
              </a:path>
              <a:path w="141604" h="146685">
                <a:moveTo>
                  <a:pt x="136746" y="108478"/>
                </a:moveTo>
                <a:lnTo>
                  <a:pt x="70744" y="108478"/>
                </a:lnTo>
                <a:lnTo>
                  <a:pt x="106436" y="146425"/>
                </a:lnTo>
                <a:lnTo>
                  <a:pt x="141488" y="113537"/>
                </a:lnTo>
                <a:lnTo>
                  <a:pt x="136746" y="108478"/>
                </a:lnTo>
                <a:close/>
              </a:path>
              <a:path w="141604" h="146685">
                <a:moveTo>
                  <a:pt x="106436" y="0"/>
                </a:moveTo>
                <a:lnTo>
                  <a:pt x="70744" y="38099"/>
                </a:lnTo>
                <a:lnTo>
                  <a:pt x="136618" y="38099"/>
                </a:lnTo>
                <a:lnTo>
                  <a:pt x="141488" y="32887"/>
                </a:lnTo>
                <a:lnTo>
                  <a:pt x="10643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76"/>
          <p:cNvSpPr/>
          <p:nvPr/>
        </p:nvSpPr>
        <p:spPr>
          <a:xfrm>
            <a:off x="10458850" y="2850111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0" y="32887"/>
                </a:moveTo>
                <a:lnTo>
                  <a:pt x="35173" y="0"/>
                </a:lnTo>
                <a:lnTo>
                  <a:pt x="70744" y="38099"/>
                </a:lnTo>
                <a:lnTo>
                  <a:pt x="106436" y="0"/>
                </a:lnTo>
                <a:lnTo>
                  <a:pt x="141488" y="32887"/>
                </a:lnTo>
                <a:lnTo>
                  <a:pt x="103753" y="73273"/>
                </a:lnTo>
                <a:lnTo>
                  <a:pt x="141488" y="113537"/>
                </a:lnTo>
                <a:lnTo>
                  <a:pt x="106436" y="146425"/>
                </a:lnTo>
                <a:lnTo>
                  <a:pt x="70744" y="108478"/>
                </a:lnTo>
                <a:lnTo>
                  <a:pt x="35173" y="146425"/>
                </a:lnTo>
                <a:lnTo>
                  <a:pt x="0" y="113537"/>
                </a:lnTo>
                <a:lnTo>
                  <a:pt x="37856" y="73273"/>
                </a:lnTo>
                <a:lnTo>
                  <a:pt x="0" y="32887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77"/>
          <p:cNvSpPr/>
          <p:nvPr/>
        </p:nvSpPr>
        <p:spPr>
          <a:xfrm>
            <a:off x="9358400" y="3694294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35051" y="0"/>
                </a:moveTo>
                <a:lnTo>
                  <a:pt x="0" y="32884"/>
                </a:lnTo>
                <a:lnTo>
                  <a:pt x="37734" y="73151"/>
                </a:lnTo>
                <a:lnTo>
                  <a:pt x="0" y="113537"/>
                </a:lnTo>
                <a:lnTo>
                  <a:pt x="35051" y="146422"/>
                </a:lnTo>
                <a:lnTo>
                  <a:pt x="70744" y="108322"/>
                </a:lnTo>
                <a:lnTo>
                  <a:pt x="136493" y="108322"/>
                </a:lnTo>
                <a:lnTo>
                  <a:pt x="103631" y="73151"/>
                </a:lnTo>
                <a:lnTo>
                  <a:pt x="136601" y="37968"/>
                </a:lnTo>
                <a:lnTo>
                  <a:pt x="70744" y="37968"/>
                </a:lnTo>
                <a:lnTo>
                  <a:pt x="35051" y="0"/>
                </a:lnTo>
                <a:close/>
              </a:path>
              <a:path w="141604" h="146685">
                <a:moveTo>
                  <a:pt x="136493" y="108322"/>
                </a:moveTo>
                <a:lnTo>
                  <a:pt x="70744" y="108322"/>
                </a:lnTo>
                <a:lnTo>
                  <a:pt x="106314" y="146422"/>
                </a:lnTo>
                <a:lnTo>
                  <a:pt x="141366" y="113537"/>
                </a:lnTo>
                <a:lnTo>
                  <a:pt x="136493" y="108322"/>
                </a:lnTo>
                <a:close/>
              </a:path>
              <a:path w="141604" h="146685">
                <a:moveTo>
                  <a:pt x="106314" y="0"/>
                </a:moveTo>
                <a:lnTo>
                  <a:pt x="70744" y="37968"/>
                </a:lnTo>
                <a:lnTo>
                  <a:pt x="136601" y="37968"/>
                </a:lnTo>
                <a:lnTo>
                  <a:pt x="141366" y="32884"/>
                </a:lnTo>
                <a:lnTo>
                  <a:pt x="10631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78"/>
          <p:cNvSpPr/>
          <p:nvPr/>
        </p:nvSpPr>
        <p:spPr>
          <a:xfrm>
            <a:off x="9358400" y="3694294"/>
            <a:ext cx="141605" cy="146685"/>
          </a:xfrm>
          <a:custGeom>
            <a:avLst/>
            <a:gdLst/>
            <a:ahLst/>
            <a:cxnLst/>
            <a:rect l="l" t="t" r="r" b="b"/>
            <a:pathLst>
              <a:path w="141604" h="146685">
                <a:moveTo>
                  <a:pt x="0" y="32884"/>
                </a:moveTo>
                <a:lnTo>
                  <a:pt x="35051" y="0"/>
                </a:lnTo>
                <a:lnTo>
                  <a:pt x="70744" y="37968"/>
                </a:lnTo>
                <a:lnTo>
                  <a:pt x="106314" y="0"/>
                </a:lnTo>
                <a:lnTo>
                  <a:pt x="141366" y="32884"/>
                </a:lnTo>
                <a:lnTo>
                  <a:pt x="103631" y="73151"/>
                </a:lnTo>
                <a:lnTo>
                  <a:pt x="141366" y="113537"/>
                </a:lnTo>
                <a:lnTo>
                  <a:pt x="106314" y="146422"/>
                </a:lnTo>
                <a:lnTo>
                  <a:pt x="70744" y="108322"/>
                </a:lnTo>
                <a:lnTo>
                  <a:pt x="35051" y="146422"/>
                </a:lnTo>
                <a:lnTo>
                  <a:pt x="0" y="113537"/>
                </a:lnTo>
                <a:lnTo>
                  <a:pt x="37734" y="73151"/>
                </a:lnTo>
                <a:lnTo>
                  <a:pt x="0" y="32884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79"/>
          <p:cNvSpPr txBox="1"/>
          <p:nvPr/>
        </p:nvSpPr>
        <p:spPr>
          <a:xfrm>
            <a:off x="8076722" y="3270171"/>
            <a:ext cx="281940" cy="59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1200" spc="-25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98" name="object 80"/>
          <p:cNvSpPr txBox="1"/>
          <p:nvPr/>
        </p:nvSpPr>
        <p:spPr>
          <a:xfrm>
            <a:off x="8134503" y="2767258"/>
            <a:ext cx="2343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0" dirty="0">
                <a:solidFill>
                  <a:srgbClr val="6F2F9F"/>
                </a:solidFill>
                <a:latin typeface="Arial"/>
                <a:cs typeface="Arial"/>
              </a:rPr>
              <a:t>2</a:t>
            </a:r>
            <a:r>
              <a:rPr sz="1200" spc="-35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r>
              <a:rPr sz="1200" dirty="0">
                <a:solidFill>
                  <a:srgbClr val="6F2F9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99" name="object 81"/>
          <p:cNvSpPr txBox="1"/>
          <p:nvPr/>
        </p:nvSpPr>
        <p:spPr>
          <a:xfrm>
            <a:off x="10947555" y="1757988"/>
            <a:ext cx="9493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r>
              <a:rPr sz="1800" b="1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“B”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0" name="object 83"/>
          <p:cNvSpPr/>
          <p:nvPr/>
        </p:nvSpPr>
        <p:spPr>
          <a:xfrm>
            <a:off x="8478167" y="5667386"/>
            <a:ext cx="3174365" cy="386715"/>
          </a:xfrm>
          <a:custGeom>
            <a:avLst/>
            <a:gdLst/>
            <a:ahLst/>
            <a:cxnLst/>
            <a:rect l="l" t="t" r="r" b="b"/>
            <a:pathLst>
              <a:path w="3174365" h="386715">
                <a:moveTo>
                  <a:pt x="3109721" y="0"/>
                </a:moveTo>
                <a:lnTo>
                  <a:pt x="64373" y="0"/>
                </a:lnTo>
                <a:lnTo>
                  <a:pt x="39322" y="5063"/>
                </a:lnTo>
                <a:lnTo>
                  <a:pt x="18859" y="18870"/>
                </a:lnTo>
                <a:lnTo>
                  <a:pt x="5060" y="39345"/>
                </a:lnTo>
                <a:lnTo>
                  <a:pt x="0" y="64413"/>
                </a:lnTo>
                <a:lnTo>
                  <a:pt x="0" y="322039"/>
                </a:lnTo>
                <a:lnTo>
                  <a:pt x="5060" y="347105"/>
                </a:lnTo>
                <a:lnTo>
                  <a:pt x="18859" y="367576"/>
                </a:lnTo>
                <a:lnTo>
                  <a:pt x="39322" y="381379"/>
                </a:lnTo>
                <a:lnTo>
                  <a:pt x="64373" y="386440"/>
                </a:lnTo>
                <a:lnTo>
                  <a:pt x="3109721" y="386440"/>
                </a:lnTo>
                <a:lnTo>
                  <a:pt x="3134786" y="381379"/>
                </a:lnTo>
                <a:lnTo>
                  <a:pt x="3155247" y="367576"/>
                </a:lnTo>
                <a:lnTo>
                  <a:pt x="3169039" y="347105"/>
                </a:lnTo>
                <a:lnTo>
                  <a:pt x="3174095" y="322039"/>
                </a:lnTo>
                <a:lnTo>
                  <a:pt x="3174095" y="64413"/>
                </a:lnTo>
                <a:lnTo>
                  <a:pt x="3169039" y="39345"/>
                </a:lnTo>
                <a:lnTo>
                  <a:pt x="3155247" y="18870"/>
                </a:lnTo>
                <a:lnTo>
                  <a:pt x="3134786" y="5063"/>
                </a:lnTo>
                <a:lnTo>
                  <a:pt x="31097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84"/>
          <p:cNvSpPr/>
          <p:nvPr/>
        </p:nvSpPr>
        <p:spPr>
          <a:xfrm>
            <a:off x="8478167" y="5667386"/>
            <a:ext cx="3174365" cy="386715"/>
          </a:xfrm>
          <a:custGeom>
            <a:avLst/>
            <a:gdLst/>
            <a:ahLst/>
            <a:cxnLst/>
            <a:rect l="l" t="t" r="r" b="b"/>
            <a:pathLst>
              <a:path w="3174365" h="386715">
                <a:moveTo>
                  <a:pt x="0" y="64413"/>
                </a:moveTo>
                <a:lnTo>
                  <a:pt x="5060" y="39345"/>
                </a:lnTo>
                <a:lnTo>
                  <a:pt x="18859" y="18870"/>
                </a:lnTo>
                <a:lnTo>
                  <a:pt x="39322" y="5063"/>
                </a:lnTo>
                <a:lnTo>
                  <a:pt x="64373" y="0"/>
                </a:lnTo>
                <a:lnTo>
                  <a:pt x="3109721" y="0"/>
                </a:lnTo>
                <a:lnTo>
                  <a:pt x="3134786" y="5063"/>
                </a:lnTo>
                <a:lnTo>
                  <a:pt x="3155247" y="18870"/>
                </a:lnTo>
                <a:lnTo>
                  <a:pt x="3169039" y="39345"/>
                </a:lnTo>
                <a:lnTo>
                  <a:pt x="3174095" y="64413"/>
                </a:lnTo>
                <a:lnTo>
                  <a:pt x="3174095" y="322039"/>
                </a:lnTo>
                <a:lnTo>
                  <a:pt x="3169039" y="347105"/>
                </a:lnTo>
                <a:lnTo>
                  <a:pt x="3155247" y="367576"/>
                </a:lnTo>
                <a:lnTo>
                  <a:pt x="3134786" y="381379"/>
                </a:lnTo>
                <a:lnTo>
                  <a:pt x="3109721" y="386440"/>
                </a:lnTo>
                <a:lnTo>
                  <a:pt x="64373" y="386440"/>
                </a:lnTo>
                <a:lnTo>
                  <a:pt x="39322" y="381379"/>
                </a:lnTo>
                <a:lnTo>
                  <a:pt x="18859" y="367576"/>
                </a:lnTo>
                <a:lnTo>
                  <a:pt x="5060" y="347105"/>
                </a:lnTo>
                <a:lnTo>
                  <a:pt x="0" y="322039"/>
                </a:lnTo>
                <a:lnTo>
                  <a:pt x="0" y="64413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85"/>
          <p:cNvSpPr txBox="1"/>
          <p:nvPr/>
        </p:nvSpPr>
        <p:spPr>
          <a:xfrm>
            <a:off x="7911622" y="5250804"/>
            <a:ext cx="3406775" cy="75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895" algn="l"/>
                <a:tab pos="319595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  <a:p>
            <a:pPr marL="931544">
              <a:lnSpc>
                <a:spcPct val="100000"/>
              </a:lnSpc>
              <a:spcBef>
                <a:spcPts val="1450"/>
              </a:spcBef>
            </a:pP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log(likelihood)=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b="1" spc="-2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0.207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145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683453" y="1519941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754191" y="3691504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654033" y="3756315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647683" y="3756315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9"/>
          <p:cNvSpPr txBox="1"/>
          <p:nvPr/>
        </p:nvSpPr>
        <p:spPr>
          <a:xfrm>
            <a:off x="169227" y="1449378"/>
            <a:ext cx="322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10"/>
          <p:cNvSpPr txBox="1"/>
          <p:nvPr/>
        </p:nvSpPr>
        <p:spPr>
          <a:xfrm>
            <a:off x="469265" y="357497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11"/>
          <p:cNvSpPr/>
          <p:nvPr/>
        </p:nvSpPr>
        <p:spPr>
          <a:xfrm>
            <a:off x="684501" y="3655440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754200" y="1755399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3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 txBox="1"/>
          <p:nvPr/>
        </p:nvSpPr>
        <p:spPr>
          <a:xfrm>
            <a:off x="181610" y="5555612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14"/>
          <p:cNvSpPr/>
          <p:nvPr/>
        </p:nvSpPr>
        <p:spPr>
          <a:xfrm>
            <a:off x="858429" y="1868937"/>
            <a:ext cx="2529205" cy="3729990"/>
          </a:xfrm>
          <a:custGeom>
            <a:avLst/>
            <a:gdLst/>
            <a:ahLst/>
            <a:cxnLst/>
            <a:rect l="l" t="t" r="r" b="b"/>
            <a:pathLst>
              <a:path w="2529204" h="3729990">
                <a:moveTo>
                  <a:pt x="16846" y="3603299"/>
                </a:moveTo>
                <a:lnTo>
                  <a:pt x="0" y="3729971"/>
                </a:lnTo>
                <a:lnTo>
                  <a:pt x="111440" y="3667429"/>
                </a:lnTo>
                <a:lnTo>
                  <a:pt x="103186" y="3661833"/>
                </a:lnTo>
                <a:lnTo>
                  <a:pt x="69223" y="3661833"/>
                </a:lnTo>
                <a:lnTo>
                  <a:pt x="37682" y="3640448"/>
                </a:lnTo>
                <a:lnTo>
                  <a:pt x="48376" y="3624675"/>
                </a:lnTo>
                <a:lnTo>
                  <a:pt x="16846" y="3603299"/>
                </a:lnTo>
                <a:close/>
              </a:path>
              <a:path w="2529204" h="3729990">
                <a:moveTo>
                  <a:pt x="48376" y="3624675"/>
                </a:moveTo>
                <a:lnTo>
                  <a:pt x="37682" y="3640448"/>
                </a:lnTo>
                <a:lnTo>
                  <a:pt x="69223" y="3661833"/>
                </a:lnTo>
                <a:lnTo>
                  <a:pt x="79917" y="3646058"/>
                </a:lnTo>
                <a:lnTo>
                  <a:pt x="48376" y="3624675"/>
                </a:lnTo>
                <a:close/>
              </a:path>
              <a:path w="2529204" h="3729990">
                <a:moveTo>
                  <a:pt x="79917" y="3646058"/>
                </a:moveTo>
                <a:lnTo>
                  <a:pt x="69223" y="3661833"/>
                </a:lnTo>
                <a:lnTo>
                  <a:pt x="103186" y="3661833"/>
                </a:lnTo>
                <a:lnTo>
                  <a:pt x="79917" y="3646058"/>
                </a:lnTo>
                <a:close/>
              </a:path>
              <a:path w="2529204" h="3729990">
                <a:moveTo>
                  <a:pt x="2448842" y="83995"/>
                </a:moveTo>
                <a:lnTo>
                  <a:pt x="48376" y="3624675"/>
                </a:lnTo>
                <a:lnTo>
                  <a:pt x="79917" y="3646058"/>
                </a:lnTo>
                <a:lnTo>
                  <a:pt x="2480346" y="105350"/>
                </a:lnTo>
                <a:lnTo>
                  <a:pt x="2448842" y="83995"/>
                </a:lnTo>
                <a:close/>
              </a:path>
              <a:path w="2529204" h="3729990">
                <a:moveTo>
                  <a:pt x="2519697" y="68183"/>
                </a:moveTo>
                <a:lnTo>
                  <a:pt x="2459562" y="68183"/>
                </a:lnTo>
                <a:lnTo>
                  <a:pt x="2491078" y="89519"/>
                </a:lnTo>
                <a:lnTo>
                  <a:pt x="2480346" y="105350"/>
                </a:lnTo>
                <a:lnTo>
                  <a:pt x="2511896" y="126735"/>
                </a:lnTo>
                <a:lnTo>
                  <a:pt x="2519697" y="68183"/>
                </a:lnTo>
                <a:close/>
              </a:path>
              <a:path w="2529204" h="3729990">
                <a:moveTo>
                  <a:pt x="2459562" y="68183"/>
                </a:moveTo>
                <a:lnTo>
                  <a:pt x="2448842" y="83995"/>
                </a:lnTo>
                <a:lnTo>
                  <a:pt x="2480346" y="105350"/>
                </a:lnTo>
                <a:lnTo>
                  <a:pt x="2491078" y="89519"/>
                </a:lnTo>
                <a:lnTo>
                  <a:pt x="2459562" y="68183"/>
                </a:lnTo>
                <a:close/>
              </a:path>
              <a:path w="2529204" h="3729990">
                <a:moveTo>
                  <a:pt x="2528782" y="0"/>
                </a:moveTo>
                <a:lnTo>
                  <a:pt x="2417286" y="62605"/>
                </a:lnTo>
                <a:lnTo>
                  <a:pt x="2448842" y="83995"/>
                </a:lnTo>
                <a:lnTo>
                  <a:pt x="2459562" y="68183"/>
                </a:lnTo>
                <a:lnTo>
                  <a:pt x="2519697" y="68183"/>
                </a:lnTo>
                <a:lnTo>
                  <a:pt x="252878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2106167" y="1494564"/>
            <a:ext cx="904962" cy="302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/>
          <p:nvPr/>
        </p:nvSpPr>
        <p:spPr>
          <a:xfrm>
            <a:off x="1040498" y="5457680"/>
            <a:ext cx="904974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3286902" y="3874156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1548893" y="1499532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1464374" y="1581846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2652774" y="544773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2028126" y="1564289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2349943" y="1564289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2638107" y="1564289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1700153" y="1795510"/>
            <a:ext cx="14604" cy="2536190"/>
          </a:xfrm>
          <a:custGeom>
            <a:avLst/>
            <a:gdLst/>
            <a:ahLst/>
            <a:cxnLst/>
            <a:rect l="l" t="t" r="r" b="b"/>
            <a:pathLst>
              <a:path w="14605" h="2536190">
                <a:moveTo>
                  <a:pt x="0" y="0"/>
                </a:moveTo>
                <a:lnTo>
                  <a:pt x="14346" y="253594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2254376" y="1755399"/>
            <a:ext cx="7620" cy="1713230"/>
          </a:xfrm>
          <a:custGeom>
            <a:avLst/>
            <a:gdLst/>
            <a:ahLst/>
            <a:cxnLst/>
            <a:rect l="l" t="t" r="r" b="b"/>
            <a:pathLst>
              <a:path w="7619" h="1713229">
                <a:moveTo>
                  <a:pt x="0" y="0"/>
                </a:moveTo>
                <a:lnTo>
                  <a:pt x="7238" y="171309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2586227" y="1767073"/>
            <a:ext cx="10160" cy="1213485"/>
          </a:xfrm>
          <a:custGeom>
            <a:avLst/>
            <a:gdLst/>
            <a:ahLst/>
            <a:cxnLst/>
            <a:rect l="l" t="t" r="r" b="b"/>
            <a:pathLst>
              <a:path w="10160" h="1213485">
                <a:moveTo>
                  <a:pt x="0" y="0"/>
                </a:moveTo>
                <a:lnTo>
                  <a:pt x="10037" y="121322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2864357" y="1767073"/>
            <a:ext cx="7620" cy="798195"/>
          </a:xfrm>
          <a:custGeom>
            <a:avLst/>
            <a:gdLst/>
            <a:ahLst/>
            <a:cxnLst/>
            <a:rect l="l" t="t" r="r" b="b"/>
            <a:pathLst>
              <a:path w="7619" h="798194">
                <a:moveTo>
                  <a:pt x="0" y="0"/>
                </a:moveTo>
                <a:lnTo>
                  <a:pt x="7238" y="79817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2813435" y="2783702"/>
            <a:ext cx="0" cy="2680970"/>
          </a:xfrm>
          <a:custGeom>
            <a:avLst/>
            <a:gdLst/>
            <a:ahLst/>
            <a:cxnLst/>
            <a:rect l="l" t="t" r="r" b="b"/>
            <a:pathLst>
              <a:path h="2680970">
                <a:moveTo>
                  <a:pt x="0" y="0"/>
                </a:moveTo>
                <a:lnTo>
                  <a:pt x="0" y="268081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1794260" y="4234810"/>
            <a:ext cx="0" cy="1223010"/>
          </a:xfrm>
          <a:custGeom>
            <a:avLst/>
            <a:gdLst/>
            <a:ahLst/>
            <a:cxnLst/>
            <a:rect l="l" t="t" r="r" b="b"/>
            <a:pathLst>
              <a:path h="1223010">
                <a:moveTo>
                  <a:pt x="0" y="0"/>
                </a:moveTo>
                <a:lnTo>
                  <a:pt x="0" y="122286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1494032" y="4698999"/>
            <a:ext cx="0" cy="758825"/>
          </a:xfrm>
          <a:custGeom>
            <a:avLst/>
            <a:gdLst/>
            <a:ahLst/>
            <a:cxnLst/>
            <a:rect l="l" t="t" r="r" b="b"/>
            <a:pathLst>
              <a:path h="758825">
                <a:moveTo>
                  <a:pt x="0" y="0"/>
                </a:moveTo>
                <a:lnTo>
                  <a:pt x="0" y="75867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1191685" y="5149841"/>
            <a:ext cx="0" cy="307975"/>
          </a:xfrm>
          <a:custGeom>
            <a:avLst/>
            <a:gdLst/>
            <a:ahLst/>
            <a:cxnLst/>
            <a:rect l="l" t="t" r="r" b="b"/>
            <a:pathLst>
              <a:path h="307975">
                <a:moveTo>
                  <a:pt x="0" y="0"/>
                </a:moveTo>
                <a:lnTo>
                  <a:pt x="0" y="30783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4019550" y="3428995"/>
            <a:ext cx="571500" cy="628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4137141" y="350354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78" y="0"/>
                </a:moveTo>
                <a:lnTo>
                  <a:pt x="0" y="0"/>
                </a:lnTo>
                <a:lnTo>
                  <a:pt x="208178" y="240532"/>
                </a:lnTo>
                <a:lnTo>
                  <a:pt x="0" y="481074"/>
                </a:lnTo>
                <a:lnTo>
                  <a:pt x="208178" y="481074"/>
                </a:lnTo>
                <a:lnTo>
                  <a:pt x="416326" y="240532"/>
                </a:lnTo>
                <a:lnTo>
                  <a:pt x="208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4137141" y="350354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78" y="0"/>
                </a:lnTo>
                <a:lnTo>
                  <a:pt x="416326" y="240532"/>
                </a:lnTo>
                <a:lnTo>
                  <a:pt x="208178" y="481074"/>
                </a:lnTo>
                <a:lnTo>
                  <a:pt x="0" y="481074"/>
                </a:lnTo>
                <a:lnTo>
                  <a:pt x="208178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6"/>
          <p:cNvSpPr/>
          <p:nvPr/>
        </p:nvSpPr>
        <p:spPr>
          <a:xfrm>
            <a:off x="4648321" y="3209539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7217176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47"/>
                </a:lnTo>
                <a:lnTo>
                  <a:pt x="77553" y="45490"/>
                </a:lnTo>
                <a:lnTo>
                  <a:pt x="45490" y="77553"/>
                </a:lnTo>
                <a:lnTo>
                  <a:pt x="21047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08"/>
                </a:lnTo>
                <a:lnTo>
                  <a:pt x="5469" y="1082808"/>
                </a:lnTo>
                <a:lnTo>
                  <a:pt x="21047" y="1126409"/>
                </a:lnTo>
                <a:lnTo>
                  <a:pt x="45490" y="1164868"/>
                </a:lnTo>
                <a:lnTo>
                  <a:pt x="77553" y="1196943"/>
                </a:lnTo>
                <a:lnTo>
                  <a:pt x="115992" y="1221391"/>
                </a:lnTo>
                <a:lnTo>
                  <a:pt x="159563" y="1236971"/>
                </a:lnTo>
                <a:lnTo>
                  <a:pt x="207020" y="1242440"/>
                </a:lnTo>
                <a:lnTo>
                  <a:pt x="7217176" y="1242440"/>
                </a:lnTo>
                <a:lnTo>
                  <a:pt x="7264631" y="1236971"/>
                </a:lnTo>
                <a:lnTo>
                  <a:pt x="7308197" y="1221391"/>
                </a:lnTo>
                <a:lnTo>
                  <a:pt x="7346630" y="1196943"/>
                </a:lnTo>
                <a:lnTo>
                  <a:pt x="7378687" y="1164868"/>
                </a:lnTo>
                <a:lnTo>
                  <a:pt x="7403124" y="1126409"/>
                </a:lnTo>
                <a:lnTo>
                  <a:pt x="7418698" y="1082808"/>
                </a:lnTo>
                <a:lnTo>
                  <a:pt x="7424165" y="1035308"/>
                </a:lnTo>
                <a:lnTo>
                  <a:pt x="7424165" y="207020"/>
                </a:lnTo>
                <a:lnTo>
                  <a:pt x="7418698" y="159563"/>
                </a:lnTo>
                <a:lnTo>
                  <a:pt x="7403124" y="115992"/>
                </a:lnTo>
                <a:lnTo>
                  <a:pt x="7378687" y="77553"/>
                </a:lnTo>
                <a:lnTo>
                  <a:pt x="7346630" y="45490"/>
                </a:lnTo>
                <a:lnTo>
                  <a:pt x="7308197" y="21047"/>
                </a:lnTo>
                <a:lnTo>
                  <a:pt x="7264631" y="5469"/>
                </a:lnTo>
                <a:lnTo>
                  <a:pt x="72171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7"/>
          <p:cNvSpPr/>
          <p:nvPr/>
        </p:nvSpPr>
        <p:spPr>
          <a:xfrm>
            <a:off x="4648321" y="3209539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0" y="207020"/>
                </a:moveTo>
                <a:lnTo>
                  <a:pt x="5469" y="159563"/>
                </a:lnTo>
                <a:lnTo>
                  <a:pt x="21047" y="115992"/>
                </a:lnTo>
                <a:lnTo>
                  <a:pt x="45490" y="77553"/>
                </a:lnTo>
                <a:lnTo>
                  <a:pt x="77553" y="45490"/>
                </a:lnTo>
                <a:lnTo>
                  <a:pt x="115992" y="21047"/>
                </a:lnTo>
                <a:lnTo>
                  <a:pt x="159563" y="5469"/>
                </a:lnTo>
                <a:lnTo>
                  <a:pt x="207020" y="0"/>
                </a:lnTo>
                <a:lnTo>
                  <a:pt x="7217176" y="0"/>
                </a:lnTo>
                <a:lnTo>
                  <a:pt x="7264631" y="5469"/>
                </a:lnTo>
                <a:lnTo>
                  <a:pt x="7308197" y="21047"/>
                </a:lnTo>
                <a:lnTo>
                  <a:pt x="7346630" y="45490"/>
                </a:lnTo>
                <a:lnTo>
                  <a:pt x="7378687" y="77553"/>
                </a:lnTo>
                <a:lnTo>
                  <a:pt x="7403124" y="115992"/>
                </a:lnTo>
                <a:lnTo>
                  <a:pt x="7418698" y="159563"/>
                </a:lnTo>
                <a:lnTo>
                  <a:pt x="7424165" y="207020"/>
                </a:lnTo>
                <a:lnTo>
                  <a:pt x="7424165" y="1035308"/>
                </a:lnTo>
                <a:lnTo>
                  <a:pt x="7418698" y="1082808"/>
                </a:lnTo>
                <a:lnTo>
                  <a:pt x="7403124" y="1126409"/>
                </a:lnTo>
                <a:lnTo>
                  <a:pt x="7378687" y="1164868"/>
                </a:lnTo>
                <a:lnTo>
                  <a:pt x="7346630" y="1196943"/>
                </a:lnTo>
                <a:lnTo>
                  <a:pt x="7308197" y="1221391"/>
                </a:lnTo>
                <a:lnTo>
                  <a:pt x="7264631" y="1236971"/>
                </a:lnTo>
                <a:lnTo>
                  <a:pt x="7217176" y="1242440"/>
                </a:lnTo>
                <a:lnTo>
                  <a:pt x="207020" y="1242440"/>
                </a:lnTo>
                <a:lnTo>
                  <a:pt x="159563" y="1236971"/>
                </a:lnTo>
                <a:lnTo>
                  <a:pt x="115992" y="1221391"/>
                </a:lnTo>
                <a:lnTo>
                  <a:pt x="77553" y="1196943"/>
                </a:lnTo>
                <a:lnTo>
                  <a:pt x="45490" y="1164868"/>
                </a:lnTo>
                <a:lnTo>
                  <a:pt x="21047" y="1126409"/>
                </a:lnTo>
                <a:lnTo>
                  <a:pt x="5469" y="1082808"/>
                </a:lnTo>
                <a:lnTo>
                  <a:pt x="0" y="1035308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8"/>
          <p:cNvSpPr txBox="1"/>
          <p:nvPr/>
        </p:nvSpPr>
        <p:spPr>
          <a:xfrm>
            <a:off x="6622674" y="3513765"/>
            <a:ext cx="33693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Again</a:t>
            </a:r>
            <a:r>
              <a:rPr sz="2000" b="1" spc="-1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we</a:t>
            </a:r>
            <a:r>
              <a:rPr sz="20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will</a:t>
            </a:r>
            <a:r>
              <a:rPr sz="2000" b="1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rotate</a:t>
            </a:r>
            <a:r>
              <a:rPr sz="2000" b="1" spc="-1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000" b="1" spc="-1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39"/>
          <p:cNvSpPr/>
          <p:nvPr/>
        </p:nvSpPr>
        <p:spPr>
          <a:xfrm>
            <a:off x="1135642" y="5037708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805" y="0"/>
                </a:moveTo>
                <a:lnTo>
                  <a:pt x="35306" y="4413"/>
                </a:lnTo>
                <a:lnTo>
                  <a:pt x="16932" y="16445"/>
                </a:lnTo>
                <a:lnTo>
                  <a:pt x="4543" y="34286"/>
                </a:lnTo>
                <a:lnTo>
                  <a:pt x="0" y="56125"/>
                </a:lnTo>
                <a:lnTo>
                  <a:pt x="4543" y="77896"/>
                </a:lnTo>
                <a:lnTo>
                  <a:pt x="16932" y="95702"/>
                </a:lnTo>
                <a:lnTo>
                  <a:pt x="35306" y="107721"/>
                </a:lnTo>
                <a:lnTo>
                  <a:pt x="57805" y="112132"/>
                </a:lnTo>
                <a:lnTo>
                  <a:pt x="80297" y="107721"/>
                </a:lnTo>
                <a:lnTo>
                  <a:pt x="98667" y="95702"/>
                </a:lnTo>
                <a:lnTo>
                  <a:pt x="111055" y="77896"/>
                </a:lnTo>
                <a:lnTo>
                  <a:pt x="115598" y="56125"/>
                </a:lnTo>
                <a:lnTo>
                  <a:pt x="111055" y="34286"/>
                </a:lnTo>
                <a:lnTo>
                  <a:pt x="98667" y="16445"/>
                </a:lnTo>
                <a:lnTo>
                  <a:pt x="80297" y="4413"/>
                </a:lnTo>
                <a:lnTo>
                  <a:pt x="5780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0"/>
          <p:cNvSpPr/>
          <p:nvPr/>
        </p:nvSpPr>
        <p:spPr>
          <a:xfrm>
            <a:off x="1443477" y="4593462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311" y="4413"/>
                </a:lnTo>
                <a:lnTo>
                  <a:pt x="16939" y="16445"/>
                </a:lnTo>
                <a:lnTo>
                  <a:pt x="4546" y="34286"/>
                </a:lnTo>
                <a:lnTo>
                  <a:pt x="0" y="56125"/>
                </a:lnTo>
                <a:lnTo>
                  <a:pt x="4546" y="77951"/>
                </a:lnTo>
                <a:lnTo>
                  <a:pt x="16939" y="95751"/>
                </a:lnTo>
                <a:lnTo>
                  <a:pt x="35311" y="107740"/>
                </a:lnTo>
                <a:lnTo>
                  <a:pt x="57793" y="112132"/>
                </a:lnTo>
                <a:lnTo>
                  <a:pt x="80267" y="107740"/>
                </a:lnTo>
                <a:lnTo>
                  <a:pt x="98635" y="95751"/>
                </a:lnTo>
                <a:lnTo>
                  <a:pt x="111027" y="77951"/>
                </a:lnTo>
                <a:lnTo>
                  <a:pt x="115574" y="56125"/>
                </a:lnTo>
                <a:lnTo>
                  <a:pt x="111027" y="34286"/>
                </a:lnTo>
                <a:lnTo>
                  <a:pt x="98635" y="16445"/>
                </a:lnTo>
                <a:lnTo>
                  <a:pt x="80267" y="4413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1"/>
          <p:cNvSpPr/>
          <p:nvPr/>
        </p:nvSpPr>
        <p:spPr>
          <a:xfrm>
            <a:off x="1660910" y="4269730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69" h="112395">
                <a:moveTo>
                  <a:pt x="57780" y="0"/>
                </a:moveTo>
                <a:lnTo>
                  <a:pt x="35306" y="4394"/>
                </a:lnTo>
                <a:lnTo>
                  <a:pt x="16938" y="16386"/>
                </a:lnTo>
                <a:lnTo>
                  <a:pt x="4546" y="34186"/>
                </a:lnTo>
                <a:lnTo>
                  <a:pt x="0" y="56006"/>
                </a:lnTo>
                <a:lnTo>
                  <a:pt x="4546" y="77853"/>
                </a:lnTo>
                <a:lnTo>
                  <a:pt x="16938" y="95698"/>
                </a:lnTo>
                <a:lnTo>
                  <a:pt x="35306" y="107731"/>
                </a:lnTo>
                <a:lnTo>
                  <a:pt x="57780" y="112145"/>
                </a:lnTo>
                <a:lnTo>
                  <a:pt x="80310" y="107731"/>
                </a:lnTo>
                <a:lnTo>
                  <a:pt x="98672" y="95698"/>
                </a:lnTo>
                <a:lnTo>
                  <a:pt x="111034" y="77853"/>
                </a:lnTo>
                <a:lnTo>
                  <a:pt x="115561" y="56006"/>
                </a:lnTo>
                <a:lnTo>
                  <a:pt x="111034" y="34186"/>
                </a:lnTo>
                <a:lnTo>
                  <a:pt x="98672" y="16386"/>
                </a:lnTo>
                <a:lnTo>
                  <a:pt x="80310" y="4394"/>
                </a:lnTo>
                <a:lnTo>
                  <a:pt x="577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2"/>
          <p:cNvSpPr/>
          <p:nvPr/>
        </p:nvSpPr>
        <p:spPr>
          <a:xfrm>
            <a:off x="1729227" y="4174230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911" y="0"/>
                </a:moveTo>
                <a:lnTo>
                  <a:pt x="35361" y="4413"/>
                </a:lnTo>
                <a:lnTo>
                  <a:pt x="16954" y="16447"/>
                </a:lnTo>
                <a:lnTo>
                  <a:pt x="4548" y="34291"/>
                </a:lnTo>
                <a:lnTo>
                  <a:pt x="0" y="56138"/>
                </a:lnTo>
                <a:lnTo>
                  <a:pt x="4548" y="77958"/>
                </a:lnTo>
                <a:lnTo>
                  <a:pt x="16954" y="95759"/>
                </a:lnTo>
                <a:lnTo>
                  <a:pt x="35361" y="107750"/>
                </a:lnTo>
                <a:lnTo>
                  <a:pt x="57911" y="112145"/>
                </a:lnTo>
                <a:lnTo>
                  <a:pt x="80393" y="107750"/>
                </a:lnTo>
                <a:lnTo>
                  <a:pt x="98765" y="95759"/>
                </a:lnTo>
                <a:lnTo>
                  <a:pt x="111158" y="77958"/>
                </a:lnTo>
                <a:lnTo>
                  <a:pt x="115705" y="56138"/>
                </a:lnTo>
                <a:lnTo>
                  <a:pt x="111158" y="34291"/>
                </a:lnTo>
                <a:lnTo>
                  <a:pt x="98765" y="16447"/>
                </a:lnTo>
                <a:lnTo>
                  <a:pt x="80393" y="4413"/>
                </a:lnTo>
                <a:lnTo>
                  <a:pt x="5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3"/>
          <p:cNvSpPr/>
          <p:nvPr/>
        </p:nvSpPr>
        <p:spPr>
          <a:xfrm>
            <a:off x="2211573" y="3460115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311" y="4412"/>
                </a:lnTo>
                <a:lnTo>
                  <a:pt x="16939" y="16443"/>
                </a:lnTo>
                <a:lnTo>
                  <a:pt x="4546" y="34281"/>
                </a:lnTo>
                <a:lnTo>
                  <a:pt x="0" y="56113"/>
                </a:lnTo>
                <a:lnTo>
                  <a:pt x="4546" y="77893"/>
                </a:lnTo>
                <a:lnTo>
                  <a:pt x="16939" y="95703"/>
                </a:lnTo>
                <a:lnTo>
                  <a:pt x="35311" y="107724"/>
                </a:lnTo>
                <a:lnTo>
                  <a:pt x="57793" y="112135"/>
                </a:lnTo>
                <a:lnTo>
                  <a:pt x="80323" y="107724"/>
                </a:lnTo>
                <a:lnTo>
                  <a:pt x="98685" y="95703"/>
                </a:lnTo>
                <a:lnTo>
                  <a:pt x="111046" y="77893"/>
                </a:lnTo>
                <a:lnTo>
                  <a:pt x="115574" y="56113"/>
                </a:lnTo>
                <a:lnTo>
                  <a:pt x="111046" y="34281"/>
                </a:lnTo>
                <a:lnTo>
                  <a:pt x="98685" y="16443"/>
                </a:lnTo>
                <a:lnTo>
                  <a:pt x="80323" y="4412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4"/>
          <p:cNvSpPr/>
          <p:nvPr/>
        </p:nvSpPr>
        <p:spPr>
          <a:xfrm>
            <a:off x="2543936" y="2980298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4">
                <a:moveTo>
                  <a:pt x="57780" y="0"/>
                </a:moveTo>
                <a:lnTo>
                  <a:pt x="35306" y="4394"/>
                </a:lnTo>
                <a:lnTo>
                  <a:pt x="16938" y="16386"/>
                </a:lnTo>
                <a:lnTo>
                  <a:pt x="4546" y="34191"/>
                </a:lnTo>
                <a:lnTo>
                  <a:pt x="0" y="56022"/>
                </a:lnTo>
                <a:lnTo>
                  <a:pt x="4546" y="77854"/>
                </a:lnTo>
                <a:lnTo>
                  <a:pt x="16938" y="95691"/>
                </a:lnTo>
                <a:lnTo>
                  <a:pt x="35306" y="107722"/>
                </a:lnTo>
                <a:lnTo>
                  <a:pt x="57780" y="112135"/>
                </a:lnTo>
                <a:lnTo>
                  <a:pt x="80262" y="107722"/>
                </a:lnTo>
                <a:lnTo>
                  <a:pt x="98634" y="95691"/>
                </a:lnTo>
                <a:lnTo>
                  <a:pt x="111027" y="77854"/>
                </a:lnTo>
                <a:lnTo>
                  <a:pt x="115574" y="56022"/>
                </a:lnTo>
                <a:lnTo>
                  <a:pt x="111027" y="34191"/>
                </a:lnTo>
                <a:lnTo>
                  <a:pt x="98634" y="16386"/>
                </a:lnTo>
                <a:lnTo>
                  <a:pt x="80262" y="4394"/>
                </a:lnTo>
                <a:lnTo>
                  <a:pt x="577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5"/>
          <p:cNvSpPr/>
          <p:nvPr/>
        </p:nvSpPr>
        <p:spPr>
          <a:xfrm>
            <a:off x="2757165" y="2676779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4">
                <a:moveTo>
                  <a:pt x="57793" y="0"/>
                </a:moveTo>
                <a:lnTo>
                  <a:pt x="35261" y="4393"/>
                </a:lnTo>
                <a:lnTo>
                  <a:pt x="16895" y="16382"/>
                </a:lnTo>
                <a:lnTo>
                  <a:pt x="4529" y="34178"/>
                </a:lnTo>
                <a:lnTo>
                  <a:pt x="0" y="55991"/>
                </a:lnTo>
                <a:lnTo>
                  <a:pt x="4529" y="77841"/>
                </a:lnTo>
                <a:lnTo>
                  <a:pt x="16895" y="95688"/>
                </a:lnTo>
                <a:lnTo>
                  <a:pt x="35261" y="107722"/>
                </a:lnTo>
                <a:lnTo>
                  <a:pt x="57793" y="112135"/>
                </a:lnTo>
                <a:lnTo>
                  <a:pt x="80267" y="107722"/>
                </a:lnTo>
                <a:lnTo>
                  <a:pt x="98635" y="95688"/>
                </a:lnTo>
                <a:lnTo>
                  <a:pt x="111027" y="77841"/>
                </a:lnTo>
                <a:lnTo>
                  <a:pt x="115574" y="55991"/>
                </a:lnTo>
                <a:lnTo>
                  <a:pt x="111027" y="34178"/>
                </a:lnTo>
                <a:lnTo>
                  <a:pt x="98635" y="16382"/>
                </a:lnTo>
                <a:lnTo>
                  <a:pt x="80267" y="4393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6"/>
          <p:cNvSpPr/>
          <p:nvPr/>
        </p:nvSpPr>
        <p:spPr>
          <a:xfrm>
            <a:off x="2818256" y="2586466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4">
                <a:moveTo>
                  <a:pt x="57911" y="0"/>
                </a:moveTo>
                <a:lnTo>
                  <a:pt x="35361" y="4394"/>
                </a:lnTo>
                <a:lnTo>
                  <a:pt x="16954" y="16386"/>
                </a:lnTo>
                <a:lnTo>
                  <a:pt x="4548" y="34191"/>
                </a:lnTo>
                <a:lnTo>
                  <a:pt x="0" y="56022"/>
                </a:lnTo>
                <a:lnTo>
                  <a:pt x="4548" y="77854"/>
                </a:lnTo>
                <a:lnTo>
                  <a:pt x="16954" y="95691"/>
                </a:lnTo>
                <a:lnTo>
                  <a:pt x="35361" y="107722"/>
                </a:lnTo>
                <a:lnTo>
                  <a:pt x="57911" y="112135"/>
                </a:lnTo>
                <a:lnTo>
                  <a:pt x="80386" y="107722"/>
                </a:lnTo>
                <a:lnTo>
                  <a:pt x="98754" y="95691"/>
                </a:lnTo>
                <a:lnTo>
                  <a:pt x="111146" y="77854"/>
                </a:lnTo>
                <a:lnTo>
                  <a:pt x="115692" y="56022"/>
                </a:lnTo>
                <a:lnTo>
                  <a:pt x="111146" y="34191"/>
                </a:lnTo>
                <a:lnTo>
                  <a:pt x="98754" y="16386"/>
                </a:lnTo>
                <a:lnTo>
                  <a:pt x="80386" y="4394"/>
                </a:lnTo>
                <a:lnTo>
                  <a:pt x="5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272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4019550" y="3456705"/>
            <a:ext cx="571500" cy="62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4137141" y="353125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78" y="0"/>
                </a:moveTo>
                <a:lnTo>
                  <a:pt x="0" y="0"/>
                </a:lnTo>
                <a:lnTo>
                  <a:pt x="208178" y="240532"/>
                </a:lnTo>
                <a:lnTo>
                  <a:pt x="0" y="481074"/>
                </a:lnTo>
                <a:lnTo>
                  <a:pt x="208178" y="481074"/>
                </a:lnTo>
                <a:lnTo>
                  <a:pt x="416326" y="240532"/>
                </a:lnTo>
                <a:lnTo>
                  <a:pt x="208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4137141" y="3531258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78" y="0"/>
                </a:lnTo>
                <a:lnTo>
                  <a:pt x="416326" y="240532"/>
                </a:lnTo>
                <a:lnTo>
                  <a:pt x="208178" y="481074"/>
                </a:lnTo>
                <a:lnTo>
                  <a:pt x="0" y="481074"/>
                </a:lnTo>
                <a:lnTo>
                  <a:pt x="208178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683453" y="1547651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9"/>
          <p:cNvSpPr/>
          <p:nvPr/>
        </p:nvSpPr>
        <p:spPr>
          <a:xfrm>
            <a:off x="754191" y="3719214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654033" y="3784025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647683" y="3784025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 txBox="1"/>
          <p:nvPr/>
        </p:nvSpPr>
        <p:spPr>
          <a:xfrm>
            <a:off x="169227" y="1477088"/>
            <a:ext cx="322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13"/>
          <p:cNvSpPr txBox="1"/>
          <p:nvPr/>
        </p:nvSpPr>
        <p:spPr>
          <a:xfrm>
            <a:off x="469265" y="3602689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14"/>
          <p:cNvSpPr/>
          <p:nvPr/>
        </p:nvSpPr>
        <p:spPr>
          <a:xfrm>
            <a:off x="684501" y="3683150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754200" y="1783109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3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 txBox="1"/>
          <p:nvPr/>
        </p:nvSpPr>
        <p:spPr>
          <a:xfrm>
            <a:off x="181610" y="5583322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17"/>
          <p:cNvSpPr/>
          <p:nvPr/>
        </p:nvSpPr>
        <p:spPr>
          <a:xfrm>
            <a:off x="2106167" y="1522274"/>
            <a:ext cx="904962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1040498" y="5485390"/>
            <a:ext cx="904974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3286902" y="3901866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1548893" y="1527242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1464374" y="1609556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2652774" y="5475447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2028126" y="1591999"/>
            <a:ext cx="191579" cy="2084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2349943" y="1591999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2638107" y="1591999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1700153" y="1823220"/>
            <a:ext cx="12700" cy="2277110"/>
          </a:xfrm>
          <a:custGeom>
            <a:avLst/>
            <a:gdLst/>
            <a:ahLst/>
            <a:cxnLst/>
            <a:rect l="l" t="t" r="r" b="b"/>
            <a:pathLst>
              <a:path w="12700" h="2277110">
                <a:moveTo>
                  <a:pt x="0" y="0"/>
                </a:moveTo>
                <a:lnTo>
                  <a:pt x="12441" y="227674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2254376" y="1783109"/>
            <a:ext cx="0" cy="1940560"/>
          </a:xfrm>
          <a:custGeom>
            <a:avLst/>
            <a:gdLst/>
            <a:ahLst/>
            <a:cxnLst/>
            <a:rect l="l" t="t" r="r" b="b"/>
            <a:pathLst>
              <a:path h="1940560">
                <a:moveTo>
                  <a:pt x="0" y="0"/>
                </a:moveTo>
                <a:lnTo>
                  <a:pt x="0" y="194029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2586227" y="1794783"/>
            <a:ext cx="5080" cy="1652905"/>
          </a:xfrm>
          <a:custGeom>
            <a:avLst/>
            <a:gdLst/>
            <a:ahLst/>
            <a:cxnLst/>
            <a:rect l="l" t="t" r="r" b="b"/>
            <a:pathLst>
              <a:path w="5080" h="1652904">
                <a:moveTo>
                  <a:pt x="0" y="0"/>
                </a:moveTo>
                <a:lnTo>
                  <a:pt x="4571" y="165238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2864357" y="1794783"/>
            <a:ext cx="3810" cy="1461135"/>
          </a:xfrm>
          <a:custGeom>
            <a:avLst/>
            <a:gdLst/>
            <a:ahLst/>
            <a:cxnLst/>
            <a:rect l="l" t="t" r="r" b="b"/>
            <a:pathLst>
              <a:path w="3810" h="1461135">
                <a:moveTo>
                  <a:pt x="0" y="0"/>
                </a:moveTo>
                <a:lnTo>
                  <a:pt x="3560" y="146111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2813435" y="3255902"/>
            <a:ext cx="0" cy="2236470"/>
          </a:xfrm>
          <a:custGeom>
            <a:avLst/>
            <a:gdLst/>
            <a:ahLst/>
            <a:cxnLst/>
            <a:rect l="l" t="t" r="r" b="b"/>
            <a:pathLst>
              <a:path h="2236470">
                <a:moveTo>
                  <a:pt x="0" y="0"/>
                </a:moveTo>
                <a:lnTo>
                  <a:pt x="0" y="2236329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1794260" y="4044076"/>
            <a:ext cx="0" cy="1441450"/>
          </a:xfrm>
          <a:custGeom>
            <a:avLst/>
            <a:gdLst/>
            <a:ahLst/>
            <a:cxnLst/>
            <a:rect l="l" t="t" r="r" b="b"/>
            <a:pathLst>
              <a:path h="1441450">
                <a:moveTo>
                  <a:pt x="0" y="0"/>
                </a:moveTo>
                <a:lnTo>
                  <a:pt x="0" y="144131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1494032" y="4233314"/>
            <a:ext cx="0" cy="1252220"/>
          </a:xfrm>
          <a:custGeom>
            <a:avLst/>
            <a:gdLst/>
            <a:ahLst/>
            <a:cxnLst/>
            <a:rect l="l" t="t" r="r" b="b"/>
            <a:pathLst>
              <a:path h="1252220">
                <a:moveTo>
                  <a:pt x="0" y="0"/>
                </a:moveTo>
                <a:lnTo>
                  <a:pt x="0" y="125207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1191685" y="4479690"/>
            <a:ext cx="0" cy="1005840"/>
          </a:xfrm>
          <a:custGeom>
            <a:avLst/>
            <a:gdLst/>
            <a:ahLst/>
            <a:cxnLst/>
            <a:rect l="l" t="t" r="r" b="b"/>
            <a:pathLst>
              <a:path h="1005839">
                <a:moveTo>
                  <a:pt x="0" y="0"/>
                </a:moveTo>
                <a:lnTo>
                  <a:pt x="0" y="100569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591729" y="2487562"/>
            <a:ext cx="3307715" cy="2435225"/>
          </a:xfrm>
          <a:custGeom>
            <a:avLst/>
            <a:gdLst/>
            <a:ahLst/>
            <a:cxnLst/>
            <a:rect l="l" t="t" r="r" b="b"/>
            <a:pathLst>
              <a:path w="3307715" h="2435225">
                <a:moveTo>
                  <a:pt x="58174" y="2320930"/>
                </a:moveTo>
                <a:lnTo>
                  <a:pt x="0" y="2434717"/>
                </a:lnTo>
                <a:lnTo>
                  <a:pt x="125931" y="2413000"/>
                </a:lnTo>
                <a:lnTo>
                  <a:pt x="111631" y="2393569"/>
                </a:lnTo>
                <a:lnTo>
                  <a:pt x="87986" y="2393569"/>
                </a:lnTo>
                <a:lnTo>
                  <a:pt x="65413" y="2362971"/>
                </a:lnTo>
                <a:lnTo>
                  <a:pt x="80784" y="2351654"/>
                </a:lnTo>
                <a:lnTo>
                  <a:pt x="58174" y="2320930"/>
                </a:lnTo>
                <a:close/>
              </a:path>
              <a:path w="3307715" h="2435225">
                <a:moveTo>
                  <a:pt x="80784" y="2351654"/>
                </a:moveTo>
                <a:lnTo>
                  <a:pt x="65413" y="2362971"/>
                </a:lnTo>
                <a:lnTo>
                  <a:pt x="87986" y="2393569"/>
                </a:lnTo>
                <a:lnTo>
                  <a:pt x="103322" y="2382279"/>
                </a:lnTo>
                <a:lnTo>
                  <a:pt x="80784" y="2351654"/>
                </a:lnTo>
                <a:close/>
              </a:path>
              <a:path w="3307715" h="2435225">
                <a:moveTo>
                  <a:pt x="103322" y="2382279"/>
                </a:moveTo>
                <a:lnTo>
                  <a:pt x="87986" y="2393569"/>
                </a:lnTo>
                <a:lnTo>
                  <a:pt x="111631" y="2393569"/>
                </a:lnTo>
                <a:lnTo>
                  <a:pt x="103322" y="2382279"/>
                </a:lnTo>
                <a:close/>
              </a:path>
              <a:path w="3307715" h="2435225">
                <a:moveTo>
                  <a:pt x="3203805" y="52447"/>
                </a:moveTo>
                <a:lnTo>
                  <a:pt x="80784" y="2351654"/>
                </a:lnTo>
                <a:lnTo>
                  <a:pt x="103322" y="2382279"/>
                </a:lnTo>
                <a:lnTo>
                  <a:pt x="3226376" y="83082"/>
                </a:lnTo>
                <a:lnTo>
                  <a:pt x="3203805" y="52447"/>
                </a:lnTo>
                <a:close/>
              </a:path>
              <a:path w="3307715" h="2435225">
                <a:moveTo>
                  <a:pt x="3286138" y="41147"/>
                </a:moveTo>
                <a:lnTo>
                  <a:pt x="3219154" y="41147"/>
                </a:lnTo>
                <a:lnTo>
                  <a:pt x="3241770" y="71749"/>
                </a:lnTo>
                <a:lnTo>
                  <a:pt x="3226376" y="83082"/>
                </a:lnTo>
                <a:lnTo>
                  <a:pt x="3248994" y="113781"/>
                </a:lnTo>
                <a:lnTo>
                  <a:pt x="3286138" y="41147"/>
                </a:lnTo>
                <a:close/>
              </a:path>
              <a:path w="3307715" h="2435225">
                <a:moveTo>
                  <a:pt x="3219154" y="41147"/>
                </a:moveTo>
                <a:lnTo>
                  <a:pt x="3203805" y="52447"/>
                </a:lnTo>
                <a:lnTo>
                  <a:pt x="3226376" y="83082"/>
                </a:lnTo>
                <a:lnTo>
                  <a:pt x="3241770" y="71749"/>
                </a:lnTo>
                <a:lnTo>
                  <a:pt x="3219154" y="41147"/>
                </a:lnTo>
                <a:close/>
              </a:path>
              <a:path w="3307715" h="2435225">
                <a:moveTo>
                  <a:pt x="3307180" y="0"/>
                </a:moveTo>
                <a:lnTo>
                  <a:pt x="3181176" y="21732"/>
                </a:lnTo>
                <a:lnTo>
                  <a:pt x="3203805" y="52447"/>
                </a:lnTo>
                <a:lnTo>
                  <a:pt x="3219154" y="41147"/>
                </a:lnTo>
                <a:lnTo>
                  <a:pt x="3286138" y="41147"/>
                </a:lnTo>
                <a:lnTo>
                  <a:pt x="33071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/>
          <p:nvPr/>
        </p:nvSpPr>
        <p:spPr>
          <a:xfrm>
            <a:off x="4552950" y="3142380"/>
            <a:ext cx="7610490" cy="14287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6"/>
          <p:cNvSpPr/>
          <p:nvPr/>
        </p:nvSpPr>
        <p:spPr>
          <a:xfrm>
            <a:off x="4648321" y="3237249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7217176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47"/>
                </a:lnTo>
                <a:lnTo>
                  <a:pt x="77553" y="45490"/>
                </a:lnTo>
                <a:lnTo>
                  <a:pt x="45490" y="77553"/>
                </a:lnTo>
                <a:lnTo>
                  <a:pt x="21047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08"/>
                </a:lnTo>
                <a:lnTo>
                  <a:pt x="5469" y="1082808"/>
                </a:lnTo>
                <a:lnTo>
                  <a:pt x="21047" y="1126409"/>
                </a:lnTo>
                <a:lnTo>
                  <a:pt x="45490" y="1164868"/>
                </a:lnTo>
                <a:lnTo>
                  <a:pt x="77553" y="1196943"/>
                </a:lnTo>
                <a:lnTo>
                  <a:pt x="115992" y="1221391"/>
                </a:lnTo>
                <a:lnTo>
                  <a:pt x="159563" y="1236971"/>
                </a:lnTo>
                <a:lnTo>
                  <a:pt x="207020" y="1242440"/>
                </a:lnTo>
                <a:lnTo>
                  <a:pt x="7217176" y="1242440"/>
                </a:lnTo>
                <a:lnTo>
                  <a:pt x="7264631" y="1236971"/>
                </a:lnTo>
                <a:lnTo>
                  <a:pt x="7308197" y="1221391"/>
                </a:lnTo>
                <a:lnTo>
                  <a:pt x="7346630" y="1196943"/>
                </a:lnTo>
                <a:lnTo>
                  <a:pt x="7378687" y="1164868"/>
                </a:lnTo>
                <a:lnTo>
                  <a:pt x="7403124" y="1126409"/>
                </a:lnTo>
                <a:lnTo>
                  <a:pt x="7418698" y="1082808"/>
                </a:lnTo>
                <a:lnTo>
                  <a:pt x="7424165" y="1035308"/>
                </a:lnTo>
                <a:lnTo>
                  <a:pt x="7424165" y="207020"/>
                </a:lnTo>
                <a:lnTo>
                  <a:pt x="7418698" y="159563"/>
                </a:lnTo>
                <a:lnTo>
                  <a:pt x="7403124" y="115992"/>
                </a:lnTo>
                <a:lnTo>
                  <a:pt x="7378687" y="77553"/>
                </a:lnTo>
                <a:lnTo>
                  <a:pt x="7346630" y="45490"/>
                </a:lnTo>
                <a:lnTo>
                  <a:pt x="7308197" y="21047"/>
                </a:lnTo>
                <a:lnTo>
                  <a:pt x="7264631" y="5469"/>
                </a:lnTo>
                <a:lnTo>
                  <a:pt x="72171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4648321" y="3237249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0" y="207020"/>
                </a:moveTo>
                <a:lnTo>
                  <a:pt x="5469" y="159563"/>
                </a:lnTo>
                <a:lnTo>
                  <a:pt x="21047" y="115992"/>
                </a:lnTo>
                <a:lnTo>
                  <a:pt x="45490" y="77553"/>
                </a:lnTo>
                <a:lnTo>
                  <a:pt x="77553" y="45490"/>
                </a:lnTo>
                <a:lnTo>
                  <a:pt x="115992" y="21047"/>
                </a:lnTo>
                <a:lnTo>
                  <a:pt x="159563" y="5469"/>
                </a:lnTo>
                <a:lnTo>
                  <a:pt x="207020" y="0"/>
                </a:lnTo>
                <a:lnTo>
                  <a:pt x="7217176" y="0"/>
                </a:lnTo>
                <a:lnTo>
                  <a:pt x="7264631" y="5469"/>
                </a:lnTo>
                <a:lnTo>
                  <a:pt x="7308197" y="21047"/>
                </a:lnTo>
                <a:lnTo>
                  <a:pt x="7346630" y="45490"/>
                </a:lnTo>
                <a:lnTo>
                  <a:pt x="7378687" y="77553"/>
                </a:lnTo>
                <a:lnTo>
                  <a:pt x="7403124" y="115992"/>
                </a:lnTo>
                <a:lnTo>
                  <a:pt x="7418698" y="159563"/>
                </a:lnTo>
                <a:lnTo>
                  <a:pt x="7424165" y="207020"/>
                </a:lnTo>
                <a:lnTo>
                  <a:pt x="7424165" y="1035308"/>
                </a:lnTo>
                <a:lnTo>
                  <a:pt x="7418698" y="1082808"/>
                </a:lnTo>
                <a:lnTo>
                  <a:pt x="7403124" y="1126409"/>
                </a:lnTo>
                <a:lnTo>
                  <a:pt x="7378687" y="1164868"/>
                </a:lnTo>
                <a:lnTo>
                  <a:pt x="7346630" y="1196943"/>
                </a:lnTo>
                <a:lnTo>
                  <a:pt x="7308197" y="1221391"/>
                </a:lnTo>
                <a:lnTo>
                  <a:pt x="7264631" y="1236971"/>
                </a:lnTo>
                <a:lnTo>
                  <a:pt x="7217176" y="1242440"/>
                </a:lnTo>
                <a:lnTo>
                  <a:pt x="207020" y="1242440"/>
                </a:lnTo>
                <a:lnTo>
                  <a:pt x="159563" y="1236971"/>
                </a:lnTo>
                <a:lnTo>
                  <a:pt x="115992" y="1221391"/>
                </a:lnTo>
                <a:lnTo>
                  <a:pt x="77553" y="1196943"/>
                </a:lnTo>
                <a:lnTo>
                  <a:pt x="45490" y="1164868"/>
                </a:lnTo>
                <a:lnTo>
                  <a:pt x="21047" y="1126409"/>
                </a:lnTo>
                <a:lnTo>
                  <a:pt x="5469" y="1082808"/>
                </a:lnTo>
                <a:lnTo>
                  <a:pt x="0" y="1035308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 txBox="1"/>
          <p:nvPr/>
        </p:nvSpPr>
        <p:spPr>
          <a:xfrm>
            <a:off x="6356101" y="3541475"/>
            <a:ext cx="39020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6F2F9F"/>
                </a:solidFill>
                <a:latin typeface="Arial"/>
                <a:cs typeface="Arial"/>
              </a:rPr>
              <a:t>We</a:t>
            </a:r>
            <a:r>
              <a:rPr sz="20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will</a:t>
            </a:r>
            <a:r>
              <a:rPr sz="2000" b="1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keep</a:t>
            </a:r>
            <a:r>
              <a:rPr sz="2000" b="1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on</a:t>
            </a:r>
            <a:r>
              <a:rPr sz="2000" b="1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rotating</a:t>
            </a:r>
            <a:r>
              <a:rPr sz="2000" b="1" spc="-2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000" b="1" spc="-1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8" name="object 39"/>
          <p:cNvSpPr/>
          <p:nvPr/>
        </p:nvSpPr>
        <p:spPr>
          <a:xfrm>
            <a:off x="1135642" y="4427243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805" y="0"/>
                </a:moveTo>
                <a:lnTo>
                  <a:pt x="35306" y="4413"/>
                </a:lnTo>
                <a:lnTo>
                  <a:pt x="16932" y="16445"/>
                </a:lnTo>
                <a:lnTo>
                  <a:pt x="4543" y="34286"/>
                </a:lnTo>
                <a:lnTo>
                  <a:pt x="0" y="56125"/>
                </a:lnTo>
                <a:lnTo>
                  <a:pt x="4543" y="77896"/>
                </a:lnTo>
                <a:lnTo>
                  <a:pt x="16932" y="95702"/>
                </a:lnTo>
                <a:lnTo>
                  <a:pt x="35306" y="107721"/>
                </a:lnTo>
                <a:lnTo>
                  <a:pt x="57805" y="112132"/>
                </a:lnTo>
                <a:lnTo>
                  <a:pt x="80297" y="107721"/>
                </a:lnTo>
                <a:lnTo>
                  <a:pt x="98667" y="95702"/>
                </a:lnTo>
                <a:lnTo>
                  <a:pt x="111055" y="77896"/>
                </a:lnTo>
                <a:lnTo>
                  <a:pt x="115598" y="56125"/>
                </a:lnTo>
                <a:lnTo>
                  <a:pt x="111055" y="34286"/>
                </a:lnTo>
                <a:lnTo>
                  <a:pt x="98667" y="16445"/>
                </a:lnTo>
                <a:lnTo>
                  <a:pt x="80297" y="4413"/>
                </a:lnTo>
                <a:lnTo>
                  <a:pt x="5780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0"/>
          <p:cNvSpPr/>
          <p:nvPr/>
        </p:nvSpPr>
        <p:spPr>
          <a:xfrm>
            <a:off x="1443477" y="4202072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311" y="4413"/>
                </a:lnTo>
                <a:lnTo>
                  <a:pt x="16939" y="16445"/>
                </a:lnTo>
                <a:lnTo>
                  <a:pt x="4546" y="34286"/>
                </a:lnTo>
                <a:lnTo>
                  <a:pt x="0" y="56125"/>
                </a:lnTo>
                <a:lnTo>
                  <a:pt x="4546" y="77951"/>
                </a:lnTo>
                <a:lnTo>
                  <a:pt x="16939" y="95751"/>
                </a:lnTo>
                <a:lnTo>
                  <a:pt x="35311" y="107740"/>
                </a:lnTo>
                <a:lnTo>
                  <a:pt x="57793" y="112132"/>
                </a:lnTo>
                <a:lnTo>
                  <a:pt x="80267" y="107740"/>
                </a:lnTo>
                <a:lnTo>
                  <a:pt x="98635" y="95751"/>
                </a:lnTo>
                <a:lnTo>
                  <a:pt x="111027" y="77951"/>
                </a:lnTo>
                <a:lnTo>
                  <a:pt x="115574" y="56125"/>
                </a:lnTo>
                <a:lnTo>
                  <a:pt x="111027" y="34286"/>
                </a:lnTo>
                <a:lnTo>
                  <a:pt x="98635" y="16445"/>
                </a:lnTo>
                <a:lnTo>
                  <a:pt x="80267" y="4413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/>
          <p:nvPr/>
        </p:nvSpPr>
        <p:spPr>
          <a:xfrm>
            <a:off x="1660910" y="4021215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69" h="112395">
                <a:moveTo>
                  <a:pt x="57780" y="0"/>
                </a:moveTo>
                <a:lnTo>
                  <a:pt x="35306" y="4394"/>
                </a:lnTo>
                <a:lnTo>
                  <a:pt x="16938" y="16386"/>
                </a:lnTo>
                <a:lnTo>
                  <a:pt x="4546" y="34186"/>
                </a:lnTo>
                <a:lnTo>
                  <a:pt x="0" y="56006"/>
                </a:lnTo>
                <a:lnTo>
                  <a:pt x="4546" y="77853"/>
                </a:lnTo>
                <a:lnTo>
                  <a:pt x="16938" y="95698"/>
                </a:lnTo>
                <a:lnTo>
                  <a:pt x="35306" y="107731"/>
                </a:lnTo>
                <a:lnTo>
                  <a:pt x="57780" y="112145"/>
                </a:lnTo>
                <a:lnTo>
                  <a:pt x="80310" y="107731"/>
                </a:lnTo>
                <a:lnTo>
                  <a:pt x="98672" y="95698"/>
                </a:lnTo>
                <a:lnTo>
                  <a:pt x="111034" y="77853"/>
                </a:lnTo>
                <a:lnTo>
                  <a:pt x="115561" y="56006"/>
                </a:lnTo>
                <a:lnTo>
                  <a:pt x="111034" y="34186"/>
                </a:lnTo>
                <a:lnTo>
                  <a:pt x="98672" y="16386"/>
                </a:lnTo>
                <a:lnTo>
                  <a:pt x="80310" y="4394"/>
                </a:lnTo>
                <a:lnTo>
                  <a:pt x="577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2"/>
          <p:cNvSpPr/>
          <p:nvPr/>
        </p:nvSpPr>
        <p:spPr>
          <a:xfrm>
            <a:off x="2211573" y="3611635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311" y="4413"/>
                </a:lnTo>
                <a:lnTo>
                  <a:pt x="16939" y="16447"/>
                </a:lnTo>
                <a:lnTo>
                  <a:pt x="4546" y="34294"/>
                </a:lnTo>
                <a:lnTo>
                  <a:pt x="0" y="56144"/>
                </a:lnTo>
                <a:lnTo>
                  <a:pt x="4546" y="77914"/>
                </a:lnTo>
                <a:lnTo>
                  <a:pt x="16939" y="95720"/>
                </a:lnTo>
                <a:lnTo>
                  <a:pt x="35311" y="107739"/>
                </a:lnTo>
                <a:lnTo>
                  <a:pt x="57793" y="112151"/>
                </a:lnTo>
                <a:lnTo>
                  <a:pt x="80323" y="107739"/>
                </a:lnTo>
                <a:lnTo>
                  <a:pt x="98685" y="95720"/>
                </a:lnTo>
                <a:lnTo>
                  <a:pt x="111046" y="77914"/>
                </a:lnTo>
                <a:lnTo>
                  <a:pt x="115574" y="56144"/>
                </a:lnTo>
                <a:lnTo>
                  <a:pt x="111046" y="34294"/>
                </a:lnTo>
                <a:lnTo>
                  <a:pt x="98685" y="16447"/>
                </a:lnTo>
                <a:lnTo>
                  <a:pt x="80323" y="4413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/>
          <p:nvPr/>
        </p:nvSpPr>
        <p:spPr>
          <a:xfrm>
            <a:off x="2543936" y="3369959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80" y="0"/>
                </a:moveTo>
                <a:lnTo>
                  <a:pt x="35306" y="4394"/>
                </a:lnTo>
                <a:lnTo>
                  <a:pt x="16938" y="16386"/>
                </a:lnTo>
                <a:lnTo>
                  <a:pt x="4546" y="34191"/>
                </a:lnTo>
                <a:lnTo>
                  <a:pt x="0" y="56022"/>
                </a:lnTo>
                <a:lnTo>
                  <a:pt x="4546" y="77854"/>
                </a:lnTo>
                <a:lnTo>
                  <a:pt x="16938" y="95691"/>
                </a:lnTo>
                <a:lnTo>
                  <a:pt x="35306" y="107722"/>
                </a:lnTo>
                <a:lnTo>
                  <a:pt x="57780" y="112135"/>
                </a:lnTo>
                <a:lnTo>
                  <a:pt x="80262" y="107722"/>
                </a:lnTo>
                <a:lnTo>
                  <a:pt x="98634" y="95691"/>
                </a:lnTo>
                <a:lnTo>
                  <a:pt x="111027" y="77854"/>
                </a:lnTo>
                <a:lnTo>
                  <a:pt x="115574" y="56022"/>
                </a:lnTo>
                <a:lnTo>
                  <a:pt x="111027" y="34191"/>
                </a:lnTo>
                <a:lnTo>
                  <a:pt x="98634" y="16386"/>
                </a:lnTo>
                <a:lnTo>
                  <a:pt x="80262" y="4394"/>
                </a:lnTo>
                <a:lnTo>
                  <a:pt x="577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4"/>
          <p:cNvSpPr/>
          <p:nvPr/>
        </p:nvSpPr>
        <p:spPr>
          <a:xfrm>
            <a:off x="2757165" y="3209298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261" y="4394"/>
                </a:lnTo>
                <a:lnTo>
                  <a:pt x="16895" y="16386"/>
                </a:lnTo>
                <a:lnTo>
                  <a:pt x="4529" y="34191"/>
                </a:lnTo>
                <a:lnTo>
                  <a:pt x="0" y="56022"/>
                </a:lnTo>
                <a:lnTo>
                  <a:pt x="4529" y="77854"/>
                </a:lnTo>
                <a:lnTo>
                  <a:pt x="16895" y="95691"/>
                </a:lnTo>
                <a:lnTo>
                  <a:pt x="35261" y="107722"/>
                </a:lnTo>
                <a:lnTo>
                  <a:pt x="57793" y="112135"/>
                </a:lnTo>
                <a:lnTo>
                  <a:pt x="80267" y="107722"/>
                </a:lnTo>
                <a:lnTo>
                  <a:pt x="98635" y="95691"/>
                </a:lnTo>
                <a:lnTo>
                  <a:pt x="111027" y="77854"/>
                </a:lnTo>
                <a:lnTo>
                  <a:pt x="115574" y="56022"/>
                </a:lnTo>
                <a:lnTo>
                  <a:pt x="111027" y="34191"/>
                </a:lnTo>
                <a:lnTo>
                  <a:pt x="98635" y="16386"/>
                </a:lnTo>
                <a:lnTo>
                  <a:pt x="80267" y="4394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5"/>
          <p:cNvSpPr/>
          <p:nvPr/>
        </p:nvSpPr>
        <p:spPr>
          <a:xfrm>
            <a:off x="1729227" y="3973340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911" y="0"/>
                </a:moveTo>
                <a:lnTo>
                  <a:pt x="35361" y="4413"/>
                </a:lnTo>
                <a:lnTo>
                  <a:pt x="16954" y="16447"/>
                </a:lnTo>
                <a:lnTo>
                  <a:pt x="4548" y="34291"/>
                </a:lnTo>
                <a:lnTo>
                  <a:pt x="0" y="56138"/>
                </a:lnTo>
                <a:lnTo>
                  <a:pt x="4548" y="77958"/>
                </a:lnTo>
                <a:lnTo>
                  <a:pt x="16954" y="95759"/>
                </a:lnTo>
                <a:lnTo>
                  <a:pt x="35361" y="107750"/>
                </a:lnTo>
                <a:lnTo>
                  <a:pt x="57911" y="112145"/>
                </a:lnTo>
                <a:lnTo>
                  <a:pt x="80393" y="107750"/>
                </a:lnTo>
                <a:lnTo>
                  <a:pt x="98765" y="95759"/>
                </a:lnTo>
                <a:lnTo>
                  <a:pt x="111158" y="77958"/>
                </a:lnTo>
                <a:lnTo>
                  <a:pt x="115705" y="56138"/>
                </a:lnTo>
                <a:lnTo>
                  <a:pt x="111158" y="34291"/>
                </a:lnTo>
                <a:lnTo>
                  <a:pt x="98765" y="16447"/>
                </a:lnTo>
                <a:lnTo>
                  <a:pt x="80393" y="4413"/>
                </a:lnTo>
                <a:lnTo>
                  <a:pt x="5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6"/>
          <p:cNvSpPr/>
          <p:nvPr/>
        </p:nvSpPr>
        <p:spPr>
          <a:xfrm>
            <a:off x="2818256" y="3157117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911" y="0"/>
                </a:moveTo>
                <a:lnTo>
                  <a:pt x="35361" y="4393"/>
                </a:lnTo>
                <a:lnTo>
                  <a:pt x="16954" y="16382"/>
                </a:lnTo>
                <a:lnTo>
                  <a:pt x="4548" y="34178"/>
                </a:lnTo>
                <a:lnTo>
                  <a:pt x="0" y="55991"/>
                </a:lnTo>
                <a:lnTo>
                  <a:pt x="4548" y="77841"/>
                </a:lnTo>
                <a:lnTo>
                  <a:pt x="16954" y="95688"/>
                </a:lnTo>
                <a:lnTo>
                  <a:pt x="35361" y="107722"/>
                </a:lnTo>
                <a:lnTo>
                  <a:pt x="57911" y="112135"/>
                </a:lnTo>
                <a:lnTo>
                  <a:pt x="80386" y="107722"/>
                </a:lnTo>
                <a:lnTo>
                  <a:pt x="98754" y="95688"/>
                </a:lnTo>
                <a:lnTo>
                  <a:pt x="111146" y="77841"/>
                </a:lnTo>
                <a:lnTo>
                  <a:pt x="115692" y="55991"/>
                </a:lnTo>
                <a:lnTo>
                  <a:pt x="111146" y="34178"/>
                </a:lnTo>
                <a:lnTo>
                  <a:pt x="98754" y="16382"/>
                </a:lnTo>
                <a:lnTo>
                  <a:pt x="80386" y="4393"/>
                </a:lnTo>
                <a:lnTo>
                  <a:pt x="5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232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4019550" y="3442850"/>
            <a:ext cx="571500" cy="62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4137141" y="351740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78" y="0"/>
                </a:moveTo>
                <a:lnTo>
                  <a:pt x="0" y="0"/>
                </a:lnTo>
                <a:lnTo>
                  <a:pt x="208178" y="240532"/>
                </a:lnTo>
                <a:lnTo>
                  <a:pt x="0" y="481074"/>
                </a:lnTo>
                <a:lnTo>
                  <a:pt x="208178" y="481074"/>
                </a:lnTo>
                <a:lnTo>
                  <a:pt x="416326" y="240532"/>
                </a:lnTo>
                <a:lnTo>
                  <a:pt x="208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4137141" y="351740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78" y="0"/>
                </a:lnTo>
                <a:lnTo>
                  <a:pt x="416326" y="240532"/>
                </a:lnTo>
                <a:lnTo>
                  <a:pt x="208178" y="481074"/>
                </a:lnTo>
                <a:lnTo>
                  <a:pt x="0" y="481074"/>
                </a:lnTo>
                <a:lnTo>
                  <a:pt x="208178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683453" y="1533796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9"/>
          <p:cNvSpPr/>
          <p:nvPr/>
        </p:nvSpPr>
        <p:spPr>
          <a:xfrm>
            <a:off x="754191" y="370535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654033" y="377017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647683" y="377017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 txBox="1"/>
          <p:nvPr/>
        </p:nvSpPr>
        <p:spPr>
          <a:xfrm>
            <a:off x="169227" y="1463233"/>
            <a:ext cx="322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13"/>
          <p:cNvSpPr txBox="1"/>
          <p:nvPr/>
        </p:nvSpPr>
        <p:spPr>
          <a:xfrm>
            <a:off x="469265" y="358883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14"/>
          <p:cNvSpPr/>
          <p:nvPr/>
        </p:nvSpPr>
        <p:spPr>
          <a:xfrm>
            <a:off x="684501" y="3669295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754200" y="1769254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3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 txBox="1"/>
          <p:nvPr/>
        </p:nvSpPr>
        <p:spPr>
          <a:xfrm>
            <a:off x="181610" y="5569467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17"/>
          <p:cNvSpPr/>
          <p:nvPr/>
        </p:nvSpPr>
        <p:spPr>
          <a:xfrm>
            <a:off x="2106167" y="1508419"/>
            <a:ext cx="904962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3286902" y="3888011"/>
            <a:ext cx="285343" cy="2853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1548893" y="1513387"/>
            <a:ext cx="302348" cy="302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1464374" y="1595701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2652774" y="5461592"/>
            <a:ext cx="302348" cy="302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2028126" y="1578144"/>
            <a:ext cx="191579" cy="2084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2349943" y="1578144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2638107" y="1578144"/>
            <a:ext cx="191579" cy="208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1700153" y="1809365"/>
            <a:ext cx="14604" cy="2189480"/>
          </a:xfrm>
          <a:custGeom>
            <a:avLst/>
            <a:gdLst/>
            <a:ahLst/>
            <a:cxnLst/>
            <a:rect l="l" t="t" r="r" b="b"/>
            <a:pathLst>
              <a:path w="14605" h="2189479">
                <a:moveTo>
                  <a:pt x="0" y="0"/>
                </a:moveTo>
                <a:lnTo>
                  <a:pt x="14346" y="218911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2254376" y="1769254"/>
            <a:ext cx="0" cy="1940560"/>
          </a:xfrm>
          <a:custGeom>
            <a:avLst/>
            <a:gdLst/>
            <a:ahLst/>
            <a:cxnLst/>
            <a:rect l="l" t="t" r="r" b="b"/>
            <a:pathLst>
              <a:path h="1940560">
                <a:moveTo>
                  <a:pt x="0" y="0"/>
                </a:moveTo>
                <a:lnTo>
                  <a:pt x="0" y="194029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2586227" y="1780928"/>
            <a:ext cx="5080" cy="1736725"/>
          </a:xfrm>
          <a:custGeom>
            <a:avLst/>
            <a:gdLst/>
            <a:ahLst/>
            <a:cxnLst/>
            <a:rect l="l" t="t" r="r" b="b"/>
            <a:pathLst>
              <a:path w="5080" h="1736725">
                <a:moveTo>
                  <a:pt x="0" y="0"/>
                </a:moveTo>
                <a:lnTo>
                  <a:pt x="4571" y="1736476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2864357" y="1780928"/>
            <a:ext cx="0" cy="1605280"/>
          </a:xfrm>
          <a:custGeom>
            <a:avLst/>
            <a:gdLst/>
            <a:ahLst/>
            <a:cxnLst/>
            <a:rect l="l" t="t" r="r" b="b"/>
            <a:pathLst>
              <a:path h="1605279">
                <a:moveTo>
                  <a:pt x="0" y="0"/>
                </a:moveTo>
                <a:lnTo>
                  <a:pt x="0" y="160477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2813435" y="3417460"/>
            <a:ext cx="0" cy="2061210"/>
          </a:xfrm>
          <a:custGeom>
            <a:avLst/>
            <a:gdLst/>
            <a:ahLst/>
            <a:cxnLst/>
            <a:rect l="l" t="t" r="r" b="b"/>
            <a:pathLst>
              <a:path h="2061210">
                <a:moveTo>
                  <a:pt x="0" y="0"/>
                </a:moveTo>
                <a:lnTo>
                  <a:pt x="0" y="206091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1794260" y="3976250"/>
            <a:ext cx="0" cy="1495425"/>
          </a:xfrm>
          <a:custGeom>
            <a:avLst/>
            <a:gdLst/>
            <a:ahLst/>
            <a:cxnLst/>
            <a:rect l="l" t="t" r="r" b="b"/>
            <a:pathLst>
              <a:path h="1495425">
                <a:moveTo>
                  <a:pt x="0" y="0"/>
                </a:moveTo>
                <a:lnTo>
                  <a:pt x="0" y="149528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1191685" y="4265179"/>
            <a:ext cx="0" cy="1206500"/>
          </a:xfrm>
          <a:custGeom>
            <a:avLst/>
            <a:gdLst/>
            <a:ahLst/>
            <a:cxnLst/>
            <a:rect l="l" t="t" r="r" b="b"/>
            <a:pathLst>
              <a:path h="1206500">
                <a:moveTo>
                  <a:pt x="0" y="0"/>
                </a:moveTo>
                <a:lnTo>
                  <a:pt x="0" y="120635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4552950" y="3128525"/>
            <a:ext cx="7610490" cy="14287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4648321" y="3223394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7217176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47"/>
                </a:lnTo>
                <a:lnTo>
                  <a:pt x="77553" y="45490"/>
                </a:lnTo>
                <a:lnTo>
                  <a:pt x="45490" y="77553"/>
                </a:lnTo>
                <a:lnTo>
                  <a:pt x="21047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08"/>
                </a:lnTo>
                <a:lnTo>
                  <a:pt x="5469" y="1082808"/>
                </a:lnTo>
                <a:lnTo>
                  <a:pt x="21047" y="1126409"/>
                </a:lnTo>
                <a:lnTo>
                  <a:pt x="45490" y="1164868"/>
                </a:lnTo>
                <a:lnTo>
                  <a:pt x="77553" y="1196943"/>
                </a:lnTo>
                <a:lnTo>
                  <a:pt x="115992" y="1221391"/>
                </a:lnTo>
                <a:lnTo>
                  <a:pt x="159563" y="1236971"/>
                </a:lnTo>
                <a:lnTo>
                  <a:pt x="207020" y="1242440"/>
                </a:lnTo>
                <a:lnTo>
                  <a:pt x="7217176" y="1242440"/>
                </a:lnTo>
                <a:lnTo>
                  <a:pt x="7264631" y="1236971"/>
                </a:lnTo>
                <a:lnTo>
                  <a:pt x="7308197" y="1221391"/>
                </a:lnTo>
                <a:lnTo>
                  <a:pt x="7346630" y="1196943"/>
                </a:lnTo>
                <a:lnTo>
                  <a:pt x="7378687" y="1164868"/>
                </a:lnTo>
                <a:lnTo>
                  <a:pt x="7403124" y="1126409"/>
                </a:lnTo>
                <a:lnTo>
                  <a:pt x="7418698" y="1082808"/>
                </a:lnTo>
                <a:lnTo>
                  <a:pt x="7424165" y="1035308"/>
                </a:lnTo>
                <a:lnTo>
                  <a:pt x="7424165" y="207020"/>
                </a:lnTo>
                <a:lnTo>
                  <a:pt x="7418698" y="159563"/>
                </a:lnTo>
                <a:lnTo>
                  <a:pt x="7403124" y="115992"/>
                </a:lnTo>
                <a:lnTo>
                  <a:pt x="7378687" y="77553"/>
                </a:lnTo>
                <a:lnTo>
                  <a:pt x="7346630" y="45490"/>
                </a:lnTo>
                <a:lnTo>
                  <a:pt x="7308197" y="21047"/>
                </a:lnTo>
                <a:lnTo>
                  <a:pt x="7264631" y="5469"/>
                </a:lnTo>
                <a:lnTo>
                  <a:pt x="72171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4648321" y="3223394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0" y="207020"/>
                </a:moveTo>
                <a:lnTo>
                  <a:pt x="5469" y="159563"/>
                </a:lnTo>
                <a:lnTo>
                  <a:pt x="21047" y="115992"/>
                </a:lnTo>
                <a:lnTo>
                  <a:pt x="45490" y="77553"/>
                </a:lnTo>
                <a:lnTo>
                  <a:pt x="77553" y="45490"/>
                </a:lnTo>
                <a:lnTo>
                  <a:pt x="115992" y="21047"/>
                </a:lnTo>
                <a:lnTo>
                  <a:pt x="159563" y="5469"/>
                </a:lnTo>
                <a:lnTo>
                  <a:pt x="207020" y="0"/>
                </a:lnTo>
                <a:lnTo>
                  <a:pt x="7217176" y="0"/>
                </a:lnTo>
                <a:lnTo>
                  <a:pt x="7264631" y="5469"/>
                </a:lnTo>
                <a:lnTo>
                  <a:pt x="7308197" y="21047"/>
                </a:lnTo>
                <a:lnTo>
                  <a:pt x="7346630" y="45490"/>
                </a:lnTo>
                <a:lnTo>
                  <a:pt x="7378687" y="77553"/>
                </a:lnTo>
                <a:lnTo>
                  <a:pt x="7403124" y="115992"/>
                </a:lnTo>
                <a:lnTo>
                  <a:pt x="7418698" y="159563"/>
                </a:lnTo>
                <a:lnTo>
                  <a:pt x="7424165" y="207020"/>
                </a:lnTo>
                <a:lnTo>
                  <a:pt x="7424165" y="1035308"/>
                </a:lnTo>
                <a:lnTo>
                  <a:pt x="7418698" y="1082808"/>
                </a:lnTo>
                <a:lnTo>
                  <a:pt x="7403124" y="1126409"/>
                </a:lnTo>
                <a:lnTo>
                  <a:pt x="7378687" y="1164868"/>
                </a:lnTo>
                <a:lnTo>
                  <a:pt x="7346630" y="1196943"/>
                </a:lnTo>
                <a:lnTo>
                  <a:pt x="7308197" y="1221391"/>
                </a:lnTo>
                <a:lnTo>
                  <a:pt x="7264631" y="1236971"/>
                </a:lnTo>
                <a:lnTo>
                  <a:pt x="7217176" y="1242440"/>
                </a:lnTo>
                <a:lnTo>
                  <a:pt x="207020" y="1242440"/>
                </a:lnTo>
                <a:lnTo>
                  <a:pt x="159563" y="1236971"/>
                </a:lnTo>
                <a:lnTo>
                  <a:pt x="115992" y="1221391"/>
                </a:lnTo>
                <a:lnTo>
                  <a:pt x="77553" y="1196943"/>
                </a:lnTo>
                <a:lnTo>
                  <a:pt x="45490" y="1164868"/>
                </a:lnTo>
                <a:lnTo>
                  <a:pt x="21047" y="1126409"/>
                </a:lnTo>
                <a:lnTo>
                  <a:pt x="5469" y="1082808"/>
                </a:lnTo>
                <a:lnTo>
                  <a:pt x="0" y="1035308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 txBox="1"/>
          <p:nvPr/>
        </p:nvSpPr>
        <p:spPr>
          <a:xfrm>
            <a:off x="6356101" y="3527620"/>
            <a:ext cx="39020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6F2F9F"/>
                </a:solidFill>
                <a:latin typeface="Arial"/>
                <a:cs typeface="Arial"/>
              </a:rPr>
              <a:t>We</a:t>
            </a:r>
            <a:r>
              <a:rPr sz="20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will</a:t>
            </a:r>
            <a:r>
              <a:rPr sz="2000" b="1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keep</a:t>
            </a:r>
            <a:r>
              <a:rPr sz="2000" b="1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on</a:t>
            </a:r>
            <a:r>
              <a:rPr sz="2000" b="1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rotating</a:t>
            </a:r>
            <a:r>
              <a:rPr sz="2000" b="1" spc="-2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000" b="1" spc="-1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5" name="object 36"/>
          <p:cNvSpPr/>
          <p:nvPr/>
        </p:nvSpPr>
        <p:spPr>
          <a:xfrm>
            <a:off x="6276990" y="5052575"/>
            <a:ext cx="3581399" cy="14287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7"/>
          <p:cNvSpPr/>
          <p:nvPr/>
        </p:nvSpPr>
        <p:spPr>
          <a:xfrm>
            <a:off x="6366905" y="5142740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853" y="0"/>
                </a:moveTo>
                <a:lnTo>
                  <a:pt x="207111" y="0"/>
                </a:lnTo>
                <a:lnTo>
                  <a:pt x="159611" y="5469"/>
                </a:lnTo>
                <a:lnTo>
                  <a:pt x="116012" y="21046"/>
                </a:lnTo>
                <a:lnTo>
                  <a:pt x="77558" y="45488"/>
                </a:lnTo>
                <a:lnTo>
                  <a:pt x="45488" y="77550"/>
                </a:lnTo>
                <a:lnTo>
                  <a:pt x="21044" y="115987"/>
                </a:lnTo>
                <a:lnTo>
                  <a:pt x="5468" y="159557"/>
                </a:lnTo>
                <a:lnTo>
                  <a:pt x="0" y="207014"/>
                </a:lnTo>
                <a:lnTo>
                  <a:pt x="0" y="1035332"/>
                </a:lnTo>
                <a:lnTo>
                  <a:pt x="5468" y="1082810"/>
                </a:lnTo>
                <a:lnTo>
                  <a:pt x="21044" y="1126395"/>
                </a:lnTo>
                <a:lnTo>
                  <a:pt x="45488" y="1164843"/>
                </a:lnTo>
                <a:lnTo>
                  <a:pt x="77558" y="1196911"/>
                </a:lnTo>
                <a:lnTo>
                  <a:pt x="116012" y="1221356"/>
                </a:lnTo>
                <a:lnTo>
                  <a:pt x="159611" y="1236935"/>
                </a:lnTo>
                <a:lnTo>
                  <a:pt x="207111" y="1242404"/>
                </a:lnTo>
                <a:lnTo>
                  <a:pt x="3189853" y="1242404"/>
                </a:lnTo>
                <a:lnTo>
                  <a:pt x="3237309" y="1236935"/>
                </a:lnTo>
                <a:lnTo>
                  <a:pt x="3280875" y="1221356"/>
                </a:lnTo>
                <a:lnTo>
                  <a:pt x="3319308" y="1196911"/>
                </a:lnTo>
                <a:lnTo>
                  <a:pt x="3351364" y="1164843"/>
                </a:lnTo>
                <a:lnTo>
                  <a:pt x="3375801" y="1126395"/>
                </a:lnTo>
                <a:lnTo>
                  <a:pt x="3391375" y="1082810"/>
                </a:lnTo>
                <a:lnTo>
                  <a:pt x="3396843" y="1035332"/>
                </a:lnTo>
                <a:lnTo>
                  <a:pt x="3396843" y="207014"/>
                </a:lnTo>
                <a:lnTo>
                  <a:pt x="3391375" y="159557"/>
                </a:lnTo>
                <a:lnTo>
                  <a:pt x="3375801" y="115987"/>
                </a:lnTo>
                <a:lnTo>
                  <a:pt x="3351364" y="77550"/>
                </a:lnTo>
                <a:lnTo>
                  <a:pt x="3319308" y="45488"/>
                </a:lnTo>
                <a:lnTo>
                  <a:pt x="3280875" y="21046"/>
                </a:lnTo>
                <a:lnTo>
                  <a:pt x="3237309" y="5469"/>
                </a:lnTo>
                <a:lnTo>
                  <a:pt x="31898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8"/>
          <p:cNvSpPr/>
          <p:nvPr/>
        </p:nvSpPr>
        <p:spPr>
          <a:xfrm>
            <a:off x="6366905" y="5142740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014"/>
                </a:moveTo>
                <a:lnTo>
                  <a:pt x="5468" y="159557"/>
                </a:lnTo>
                <a:lnTo>
                  <a:pt x="21044" y="115987"/>
                </a:lnTo>
                <a:lnTo>
                  <a:pt x="45488" y="77550"/>
                </a:lnTo>
                <a:lnTo>
                  <a:pt x="77558" y="45488"/>
                </a:lnTo>
                <a:lnTo>
                  <a:pt x="116012" y="21046"/>
                </a:lnTo>
                <a:lnTo>
                  <a:pt x="159611" y="5469"/>
                </a:lnTo>
                <a:lnTo>
                  <a:pt x="207111" y="0"/>
                </a:lnTo>
                <a:lnTo>
                  <a:pt x="3189853" y="0"/>
                </a:lnTo>
                <a:lnTo>
                  <a:pt x="3237309" y="5469"/>
                </a:lnTo>
                <a:lnTo>
                  <a:pt x="3280875" y="21046"/>
                </a:lnTo>
                <a:lnTo>
                  <a:pt x="3319308" y="45488"/>
                </a:lnTo>
                <a:lnTo>
                  <a:pt x="3351364" y="77550"/>
                </a:lnTo>
                <a:lnTo>
                  <a:pt x="3375801" y="115987"/>
                </a:lnTo>
                <a:lnTo>
                  <a:pt x="3391375" y="159557"/>
                </a:lnTo>
                <a:lnTo>
                  <a:pt x="3396843" y="207014"/>
                </a:lnTo>
                <a:lnTo>
                  <a:pt x="3396843" y="1035332"/>
                </a:lnTo>
                <a:lnTo>
                  <a:pt x="3391375" y="1082810"/>
                </a:lnTo>
                <a:lnTo>
                  <a:pt x="3375801" y="1126395"/>
                </a:lnTo>
                <a:lnTo>
                  <a:pt x="3351364" y="1164843"/>
                </a:lnTo>
                <a:lnTo>
                  <a:pt x="3319308" y="1196911"/>
                </a:lnTo>
                <a:lnTo>
                  <a:pt x="3280875" y="1221356"/>
                </a:lnTo>
                <a:lnTo>
                  <a:pt x="3237309" y="1236935"/>
                </a:lnTo>
                <a:lnTo>
                  <a:pt x="3189853" y="1242404"/>
                </a:lnTo>
                <a:lnTo>
                  <a:pt x="207111" y="1242404"/>
                </a:lnTo>
                <a:lnTo>
                  <a:pt x="159611" y="1236935"/>
                </a:lnTo>
                <a:lnTo>
                  <a:pt x="116012" y="1221356"/>
                </a:lnTo>
                <a:lnTo>
                  <a:pt x="77558" y="1196911"/>
                </a:lnTo>
                <a:lnTo>
                  <a:pt x="45488" y="1164843"/>
                </a:lnTo>
                <a:lnTo>
                  <a:pt x="21044" y="1126395"/>
                </a:lnTo>
                <a:lnTo>
                  <a:pt x="5468" y="1082810"/>
                </a:lnTo>
                <a:lnTo>
                  <a:pt x="0" y="1035332"/>
                </a:lnTo>
                <a:lnTo>
                  <a:pt x="0" y="207014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9"/>
          <p:cNvSpPr txBox="1"/>
          <p:nvPr/>
        </p:nvSpPr>
        <p:spPr>
          <a:xfrm>
            <a:off x="6654424" y="5475170"/>
            <a:ext cx="2836545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70560" marR="5080" indent="-658495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Until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we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get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18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maximum 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log</a:t>
            </a:r>
            <a:r>
              <a:rPr sz="1800" b="1" spc="-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40"/>
          <p:cNvSpPr/>
          <p:nvPr/>
        </p:nvSpPr>
        <p:spPr>
          <a:xfrm>
            <a:off x="7715250" y="4509650"/>
            <a:ext cx="628650" cy="5715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1"/>
          <p:cNvSpPr/>
          <p:nvPr/>
        </p:nvSpPr>
        <p:spPr>
          <a:xfrm>
            <a:off x="7829305" y="4586611"/>
            <a:ext cx="481330" cy="416559"/>
          </a:xfrm>
          <a:custGeom>
            <a:avLst/>
            <a:gdLst/>
            <a:ahLst/>
            <a:cxnLst/>
            <a:rect l="l" t="t" r="r" b="b"/>
            <a:pathLst>
              <a:path w="481329" h="416560">
                <a:moveTo>
                  <a:pt x="481187" y="0"/>
                </a:moveTo>
                <a:lnTo>
                  <a:pt x="240670" y="208157"/>
                </a:lnTo>
                <a:lnTo>
                  <a:pt x="0" y="208157"/>
                </a:lnTo>
                <a:lnTo>
                  <a:pt x="240670" y="416432"/>
                </a:lnTo>
                <a:lnTo>
                  <a:pt x="481187" y="208157"/>
                </a:lnTo>
                <a:lnTo>
                  <a:pt x="240670" y="208157"/>
                </a:lnTo>
                <a:lnTo>
                  <a:pt x="0" y="0"/>
                </a:lnTo>
                <a:lnTo>
                  <a:pt x="4811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2"/>
          <p:cNvSpPr/>
          <p:nvPr/>
        </p:nvSpPr>
        <p:spPr>
          <a:xfrm>
            <a:off x="7829305" y="4586611"/>
            <a:ext cx="481330" cy="416559"/>
          </a:xfrm>
          <a:custGeom>
            <a:avLst/>
            <a:gdLst/>
            <a:ahLst/>
            <a:cxnLst/>
            <a:rect l="l" t="t" r="r" b="b"/>
            <a:pathLst>
              <a:path w="481329" h="416560">
                <a:moveTo>
                  <a:pt x="481187" y="0"/>
                </a:moveTo>
                <a:lnTo>
                  <a:pt x="481187" y="208157"/>
                </a:lnTo>
                <a:lnTo>
                  <a:pt x="240670" y="416432"/>
                </a:lnTo>
                <a:lnTo>
                  <a:pt x="0" y="208157"/>
                </a:lnTo>
                <a:lnTo>
                  <a:pt x="0" y="0"/>
                </a:lnTo>
                <a:lnTo>
                  <a:pt x="240670" y="208157"/>
                </a:lnTo>
                <a:lnTo>
                  <a:pt x="481187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3"/>
          <p:cNvSpPr/>
          <p:nvPr/>
        </p:nvSpPr>
        <p:spPr>
          <a:xfrm>
            <a:off x="379094" y="2819137"/>
            <a:ext cx="3597275" cy="1878964"/>
          </a:xfrm>
          <a:custGeom>
            <a:avLst/>
            <a:gdLst/>
            <a:ahLst/>
            <a:cxnLst/>
            <a:rect l="l" t="t" r="r" b="b"/>
            <a:pathLst>
              <a:path w="3597275" h="1878964">
                <a:moveTo>
                  <a:pt x="74868" y="1774963"/>
                </a:moveTo>
                <a:lnTo>
                  <a:pt x="0" y="1878595"/>
                </a:lnTo>
                <a:lnTo>
                  <a:pt x="127778" y="1876309"/>
                </a:lnTo>
                <a:lnTo>
                  <a:pt x="114787" y="1851425"/>
                </a:lnTo>
                <a:lnTo>
                  <a:pt x="93238" y="1851425"/>
                </a:lnTo>
                <a:lnTo>
                  <a:pt x="75605" y="1817635"/>
                </a:lnTo>
                <a:lnTo>
                  <a:pt x="92531" y="1808796"/>
                </a:lnTo>
                <a:lnTo>
                  <a:pt x="74868" y="1774963"/>
                </a:lnTo>
                <a:close/>
              </a:path>
              <a:path w="3597275" h="1878964">
                <a:moveTo>
                  <a:pt x="92531" y="1808796"/>
                </a:moveTo>
                <a:lnTo>
                  <a:pt x="75605" y="1817635"/>
                </a:lnTo>
                <a:lnTo>
                  <a:pt x="93238" y="1851425"/>
                </a:lnTo>
                <a:lnTo>
                  <a:pt x="110170" y="1842582"/>
                </a:lnTo>
                <a:lnTo>
                  <a:pt x="92531" y="1808796"/>
                </a:lnTo>
                <a:close/>
              </a:path>
              <a:path w="3597275" h="1878964">
                <a:moveTo>
                  <a:pt x="110170" y="1842582"/>
                </a:moveTo>
                <a:lnTo>
                  <a:pt x="93238" y="1851425"/>
                </a:lnTo>
                <a:lnTo>
                  <a:pt x="114787" y="1851425"/>
                </a:lnTo>
                <a:lnTo>
                  <a:pt x="110170" y="1842582"/>
                </a:lnTo>
                <a:close/>
              </a:path>
              <a:path w="3597275" h="1878964">
                <a:moveTo>
                  <a:pt x="3487163" y="36131"/>
                </a:moveTo>
                <a:lnTo>
                  <a:pt x="92531" y="1808796"/>
                </a:lnTo>
                <a:lnTo>
                  <a:pt x="110170" y="1842582"/>
                </a:lnTo>
                <a:lnTo>
                  <a:pt x="3504725" y="69827"/>
                </a:lnTo>
                <a:lnTo>
                  <a:pt x="3487163" y="36131"/>
                </a:lnTo>
                <a:close/>
              </a:path>
              <a:path w="3597275" h="1878964">
                <a:moveTo>
                  <a:pt x="3577521" y="27310"/>
                </a:moveTo>
                <a:lnTo>
                  <a:pt x="3504056" y="27310"/>
                </a:lnTo>
                <a:lnTo>
                  <a:pt x="3521704" y="60959"/>
                </a:lnTo>
                <a:lnTo>
                  <a:pt x="3504725" y="69827"/>
                </a:lnTo>
                <a:lnTo>
                  <a:pt x="3522344" y="103631"/>
                </a:lnTo>
                <a:lnTo>
                  <a:pt x="3577521" y="27310"/>
                </a:lnTo>
                <a:close/>
              </a:path>
              <a:path w="3597275" h="1878964">
                <a:moveTo>
                  <a:pt x="3504056" y="27310"/>
                </a:moveTo>
                <a:lnTo>
                  <a:pt x="3487163" y="36131"/>
                </a:lnTo>
                <a:lnTo>
                  <a:pt x="3504725" y="69827"/>
                </a:lnTo>
                <a:lnTo>
                  <a:pt x="3521704" y="60959"/>
                </a:lnTo>
                <a:lnTo>
                  <a:pt x="3504056" y="27310"/>
                </a:lnTo>
                <a:close/>
              </a:path>
              <a:path w="3597275" h="1878964">
                <a:moveTo>
                  <a:pt x="3597264" y="0"/>
                </a:moveTo>
                <a:lnTo>
                  <a:pt x="3469523" y="2285"/>
                </a:lnTo>
                <a:lnTo>
                  <a:pt x="3487163" y="36131"/>
                </a:lnTo>
                <a:lnTo>
                  <a:pt x="3504056" y="27310"/>
                </a:lnTo>
                <a:lnTo>
                  <a:pt x="3577521" y="27310"/>
                </a:lnTo>
                <a:lnTo>
                  <a:pt x="3597264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4"/>
          <p:cNvSpPr/>
          <p:nvPr/>
        </p:nvSpPr>
        <p:spPr>
          <a:xfrm>
            <a:off x="1040498" y="5471535"/>
            <a:ext cx="904974" cy="3023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5"/>
          <p:cNvSpPr/>
          <p:nvPr/>
        </p:nvSpPr>
        <p:spPr>
          <a:xfrm>
            <a:off x="1494032" y="4104897"/>
            <a:ext cx="0" cy="1367155"/>
          </a:xfrm>
          <a:custGeom>
            <a:avLst/>
            <a:gdLst/>
            <a:ahLst/>
            <a:cxnLst/>
            <a:rect l="l" t="t" r="r" b="b"/>
            <a:pathLst>
              <a:path h="1367154">
                <a:moveTo>
                  <a:pt x="0" y="0"/>
                </a:moveTo>
                <a:lnTo>
                  <a:pt x="0" y="1366634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6"/>
          <p:cNvSpPr/>
          <p:nvPr/>
        </p:nvSpPr>
        <p:spPr>
          <a:xfrm>
            <a:off x="1135642" y="4222888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805" y="0"/>
                </a:moveTo>
                <a:lnTo>
                  <a:pt x="35306" y="4413"/>
                </a:lnTo>
                <a:lnTo>
                  <a:pt x="16932" y="16445"/>
                </a:lnTo>
                <a:lnTo>
                  <a:pt x="4543" y="34286"/>
                </a:lnTo>
                <a:lnTo>
                  <a:pt x="0" y="56125"/>
                </a:lnTo>
                <a:lnTo>
                  <a:pt x="4543" y="77896"/>
                </a:lnTo>
                <a:lnTo>
                  <a:pt x="16932" y="95702"/>
                </a:lnTo>
                <a:lnTo>
                  <a:pt x="35306" y="107721"/>
                </a:lnTo>
                <a:lnTo>
                  <a:pt x="57805" y="112132"/>
                </a:lnTo>
                <a:lnTo>
                  <a:pt x="80297" y="107721"/>
                </a:lnTo>
                <a:lnTo>
                  <a:pt x="98667" y="95702"/>
                </a:lnTo>
                <a:lnTo>
                  <a:pt x="111055" y="77896"/>
                </a:lnTo>
                <a:lnTo>
                  <a:pt x="115598" y="56125"/>
                </a:lnTo>
                <a:lnTo>
                  <a:pt x="111055" y="34286"/>
                </a:lnTo>
                <a:lnTo>
                  <a:pt x="98667" y="16445"/>
                </a:lnTo>
                <a:lnTo>
                  <a:pt x="80297" y="4413"/>
                </a:lnTo>
                <a:lnTo>
                  <a:pt x="5780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7"/>
          <p:cNvSpPr/>
          <p:nvPr/>
        </p:nvSpPr>
        <p:spPr>
          <a:xfrm>
            <a:off x="1443477" y="4045342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311" y="4413"/>
                </a:lnTo>
                <a:lnTo>
                  <a:pt x="16939" y="16445"/>
                </a:lnTo>
                <a:lnTo>
                  <a:pt x="4546" y="34286"/>
                </a:lnTo>
                <a:lnTo>
                  <a:pt x="0" y="56125"/>
                </a:lnTo>
                <a:lnTo>
                  <a:pt x="4546" y="77951"/>
                </a:lnTo>
                <a:lnTo>
                  <a:pt x="16939" y="95751"/>
                </a:lnTo>
                <a:lnTo>
                  <a:pt x="35311" y="107740"/>
                </a:lnTo>
                <a:lnTo>
                  <a:pt x="57793" y="112132"/>
                </a:lnTo>
                <a:lnTo>
                  <a:pt x="80267" y="107740"/>
                </a:lnTo>
                <a:lnTo>
                  <a:pt x="98635" y="95751"/>
                </a:lnTo>
                <a:lnTo>
                  <a:pt x="111027" y="77951"/>
                </a:lnTo>
                <a:lnTo>
                  <a:pt x="115574" y="56125"/>
                </a:lnTo>
                <a:lnTo>
                  <a:pt x="111027" y="34286"/>
                </a:lnTo>
                <a:lnTo>
                  <a:pt x="98635" y="16445"/>
                </a:lnTo>
                <a:lnTo>
                  <a:pt x="80267" y="4413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8"/>
          <p:cNvSpPr/>
          <p:nvPr/>
        </p:nvSpPr>
        <p:spPr>
          <a:xfrm>
            <a:off x="1660910" y="3950210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69" h="112395">
                <a:moveTo>
                  <a:pt x="57780" y="0"/>
                </a:moveTo>
                <a:lnTo>
                  <a:pt x="35306" y="4394"/>
                </a:lnTo>
                <a:lnTo>
                  <a:pt x="16938" y="16386"/>
                </a:lnTo>
                <a:lnTo>
                  <a:pt x="4546" y="34186"/>
                </a:lnTo>
                <a:lnTo>
                  <a:pt x="0" y="56006"/>
                </a:lnTo>
                <a:lnTo>
                  <a:pt x="4546" y="77853"/>
                </a:lnTo>
                <a:lnTo>
                  <a:pt x="16938" y="95698"/>
                </a:lnTo>
                <a:lnTo>
                  <a:pt x="35306" y="107731"/>
                </a:lnTo>
                <a:lnTo>
                  <a:pt x="57780" y="112145"/>
                </a:lnTo>
                <a:lnTo>
                  <a:pt x="80310" y="107731"/>
                </a:lnTo>
                <a:lnTo>
                  <a:pt x="98672" y="95698"/>
                </a:lnTo>
                <a:lnTo>
                  <a:pt x="111034" y="77853"/>
                </a:lnTo>
                <a:lnTo>
                  <a:pt x="115561" y="56006"/>
                </a:lnTo>
                <a:lnTo>
                  <a:pt x="111034" y="34186"/>
                </a:lnTo>
                <a:lnTo>
                  <a:pt x="98672" y="16386"/>
                </a:lnTo>
                <a:lnTo>
                  <a:pt x="80310" y="4394"/>
                </a:lnTo>
                <a:lnTo>
                  <a:pt x="577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49"/>
          <p:cNvSpPr/>
          <p:nvPr/>
        </p:nvSpPr>
        <p:spPr>
          <a:xfrm>
            <a:off x="2211573" y="3654930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311" y="4414"/>
                </a:lnTo>
                <a:lnTo>
                  <a:pt x="16939" y="16450"/>
                </a:lnTo>
                <a:lnTo>
                  <a:pt x="4546" y="34296"/>
                </a:lnTo>
                <a:lnTo>
                  <a:pt x="0" y="56144"/>
                </a:lnTo>
                <a:lnTo>
                  <a:pt x="4546" y="77914"/>
                </a:lnTo>
                <a:lnTo>
                  <a:pt x="16939" y="95720"/>
                </a:lnTo>
                <a:lnTo>
                  <a:pt x="35311" y="107739"/>
                </a:lnTo>
                <a:lnTo>
                  <a:pt x="57793" y="112151"/>
                </a:lnTo>
                <a:lnTo>
                  <a:pt x="80323" y="107739"/>
                </a:lnTo>
                <a:lnTo>
                  <a:pt x="98685" y="95720"/>
                </a:lnTo>
                <a:lnTo>
                  <a:pt x="111046" y="77914"/>
                </a:lnTo>
                <a:lnTo>
                  <a:pt x="115574" y="56144"/>
                </a:lnTo>
                <a:lnTo>
                  <a:pt x="111046" y="34296"/>
                </a:lnTo>
                <a:lnTo>
                  <a:pt x="98685" y="16450"/>
                </a:lnTo>
                <a:lnTo>
                  <a:pt x="80323" y="4414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50"/>
          <p:cNvSpPr/>
          <p:nvPr/>
        </p:nvSpPr>
        <p:spPr>
          <a:xfrm>
            <a:off x="2543936" y="3470404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80" y="0"/>
                </a:moveTo>
                <a:lnTo>
                  <a:pt x="35306" y="4394"/>
                </a:lnTo>
                <a:lnTo>
                  <a:pt x="16938" y="16386"/>
                </a:lnTo>
                <a:lnTo>
                  <a:pt x="4546" y="34191"/>
                </a:lnTo>
                <a:lnTo>
                  <a:pt x="0" y="56022"/>
                </a:lnTo>
                <a:lnTo>
                  <a:pt x="4546" y="77854"/>
                </a:lnTo>
                <a:lnTo>
                  <a:pt x="16938" y="95691"/>
                </a:lnTo>
                <a:lnTo>
                  <a:pt x="35306" y="107722"/>
                </a:lnTo>
                <a:lnTo>
                  <a:pt x="57780" y="112135"/>
                </a:lnTo>
                <a:lnTo>
                  <a:pt x="80262" y="107722"/>
                </a:lnTo>
                <a:lnTo>
                  <a:pt x="98634" y="95691"/>
                </a:lnTo>
                <a:lnTo>
                  <a:pt x="111027" y="77854"/>
                </a:lnTo>
                <a:lnTo>
                  <a:pt x="115574" y="56022"/>
                </a:lnTo>
                <a:lnTo>
                  <a:pt x="111027" y="34191"/>
                </a:lnTo>
                <a:lnTo>
                  <a:pt x="98634" y="16386"/>
                </a:lnTo>
                <a:lnTo>
                  <a:pt x="80262" y="4394"/>
                </a:lnTo>
                <a:lnTo>
                  <a:pt x="577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51"/>
          <p:cNvSpPr/>
          <p:nvPr/>
        </p:nvSpPr>
        <p:spPr>
          <a:xfrm>
            <a:off x="2757165" y="3366893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261" y="4394"/>
                </a:lnTo>
                <a:lnTo>
                  <a:pt x="16895" y="16386"/>
                </a:lnTo>
                <a:lnTo>
                  <a:pt x="4529" y="34191"/>
                </a:lnTo>
                <a:lnTo>
                  <a:pt x="0" y="56022"/>
                </a:lnTo>
                <a:lnTo>
                  <a:pt x="4529" y="77854"/>
                </a:lnTo>
                <a:lnTo>
                  <a:pt x="16895" y="95691"/>
                </a:lnTo>
                <a:lnTo>
                  <a:pt x="35261" y="107722"/>
                </a:lnTo>
                <a:lnTo>
                  <a:pt x="57793" y="112135"/>
                </a:lnTo>
                <a:lnTo>
                  <a:pt x="80267" y="107722"/>
                </a:lnTo>
                <a:lnTo>
                  <a:pt x="98635" y="95691"/>
                </a:lnTo>
                <a:lnTo>
                  <a:pt x="111027" y="77854"/>
                </a:lnTo>
                <a:lnTo>
                  <a:pt x="115574" y="56022"/>
                </a:lnTo>
                <a:lnTo>
                  <a:pt x="111027" y="34191"/>
                </a:lnTo>
                <a:lnTo>
                  <a:pt x="98635" y="16386"/>
                </a:lnTo>
                <a:lnTo>
                  <a:pt x="80267" y="4394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2"/>
          <p:cNvSpPr/>
          <p:nvPr/>
        </p:nvSpPr>
        <p:spPr>
          <a:xfrm>
            <a:off x="1729227" y="3911860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911" y="0"/>
                </a:moveTo>
                <a:lnTo>
                  <a:pt x="35361" y="4413"/>
                </a:lnTo>
                <a:lnTo>
                  <a:pt x="16954" y="16447"/>
                </a:lnTo>
                <a:lnTo>
                  <a:pt x="4548" y="34291"/>
                </a:lnTo>
                <a:lnTo>
                  <a:pt x="0" y="56138"/>
                </a:lnTo>
                <a:lnTo>
                  <a:pt x="4548" y="77958"/>
                </a:lnTo>
                <a:lnTo>
                  <a:pt x="16954" y="95759"/>
                </a:lnTo>
                <a:lnTo>
                  <a:pt x="35361" y="107750"/>
                </a:lnTo>
                <a:lnTo>
                  <a:pt x="57911" y="112145"/>
                </a:lnTo>
                <a:lnTo>
                  <a:pt x="80393" y="107750"/>
                </a:lnTo>
                <a:lnTo>
                  <a:pt x="98765" y="95759"/>
                </a:lnTo>
                <a:lnTo>
                  <a:pt x="111158" y="77958"/>
                </a:lnTo>
                <a:lnTo>
                  <a:pt x="115705" y="56138"/>
                </a:lnTo>
                <a:lnTo>
                  <a:pt x="111158" y="34291"/>
                </a:lnTo>
                <a:lnTo>
                  <a:pt x="98765" y="16447"/>
                </a:lnTo>
                <a:lnTo>
                  <a:pt x="80393" y="4413"/>
                </a:lnTo>
                <a:lnTo>
                  <a:pt x="5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53"/>
          <p:cNvSpPr/>
          <p:nvPr/>
        </p:nvSpPr>
        <p:spPr>
          <a:xfrm>
            <a:off x="2818256" y="3333762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911" y="0"/>
                </a:moveTo>
                <a:lnTo>
                  <a:pt x="35361" y="4393"/>
                </a:lnTo>
                <a:lnTo>
                  <a:pt x="16954" y="16382"/>
                </a:lnTo>
                <a:lnTo>
                  <a:pt x="4548" y="34178"/>
                </a:lnTo>
                <a:lnTo>
                  <a:pt x="0" y="55991"/>
                </a:lnTo>
                <a:lnTo>
                  <a:pt x="4548" y="77841"/>
                </a:lnTo>
                <a:lnTo>
                  <a:pt x="16954" y="95688"/>
                </a:lnTo>
                <a:lnTo>
                  <a:pt x="35361" y="107722"/>
                </a:lnTo>
                <a:lnTo>
                  <a:pt x="57911" y="112135"/>
                </a:lnTo>
                <a:lnTo>
                  <a:pt x="80386" y="107722"/>
                </a:lnTo>
                <a:lnTo>
                  <a:pt x="98754" y="95688"/>
                </a:lnTo>
                <a:lnTo>
                  <a:pt x="111146" y="77841"/>
                </a:lnTo>
                <a:lnTo>
                  <a:pt x="115692" y="55991"/>
                </a:lnTo>
                <a:lnTo>
                  <a:pt x="111146" y="34178"/>
                </a:lnTo>
                <a:lnTo>
                  <a:pt x="98754" y="16382"/>
                </a:lnTo>
                <a:lnTo>
                  <a:pt x="80386" y="4393"/>
                </a:lnTo>
                <a:lnTo>
                  <a:pt x="5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877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1"/>
          <p:cNvSpPr/>
          <p:nvPr/>
        </p:nvSpPr>
        <p:spPr>
          <a:xfrm>
            <a:off x="221672" y="180107"/>
            <a:ext cx="11748655" cy="642106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00888" y="195646"/>
            <a:ext cx="1639304" cy="499019"/>
          </a:xfrm>
          <a:custGeom>
            <a:avLst/>
            <a:gdLst/>
            <a:ahLst/>
            <a:cxnLst/>
            <a:rect l="l" t="t" r="r" b="b"/>
            <a:pathLst>
              <a:path w="1701164" h="799465">
                <a:moveTo>
                  <a:pt x="0" y="799170"/>
                </a:moveTo>
                <a:lnTo>
                  <a:pt x="1701164" y="799170"/>
                </a:lnTo>
                <a:lnTo>
                  <a:pt x="1701164" y="0"/>
                </a:lnTo>
                <a:lnTo>
                  <a:pt x="0" y="0"/>
                </a:lnTo>
                <a:lnTo>
                  <a:pt x="0" y="79917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>
            <a:spLocks noGrp="1"/>
          </p:cNvSpPr>
          <p:nvPr>
            <p:ph type="title"/>
          </p:nvPr>
        </p:nvSpPr>
        <p:spPr>
          <a:xfrm>
            <a:off x="1636510" y="170140"/>
            <a:ext cx="141962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solidFill>
                  <a:schemeClr val="bg1"/>
                </a:solidFill>
              </a:rPr>
              <a:t>STEP:3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7" name="object 15"/>
          <p:cNvSpPr/>
          <p:nvPr/>
        </p:nvSpPr>
        <p:spPr>
          <a:xfrm>
            <a:off x="3332843" y="258335"/>
            <a:ext cx="1871829" cy="336115"/>
          </a:xfrm>
          <a:custGeom>
            <a:avLst/>
            <a:gdLst/>
            <a:ahLst/>
            <a:cxnLst/>
            <a:rect l="l" t="t" r="r" b="b"/>
            <a:pathLst>
              <a:path w="1942464" h="538480">
                <a:moveTo>
                  <a:pt x="1852543" y="0"/>
                </a:moveTo>
                <a:lnTo>
                  <a:pt x="89641" y="0"/>
                </a:lnTo>
                <a:lnTo>
                  <a:pt x="54739" y="7046"/>
                </a:lnTo>
                <a:lnTo>
                  <a:pt x="26247" y="26262"/>
                </a:lnTo>
                <a:lnTo>
                  <a:pt x="7041" y="54765"/>
                </a:lnTo>
                <a:lnTo>
                  <a:pt x="0" y="89672"/>
                </a:lnTo>
                <a:lnTo>
                  <a:pt x="0" y="448299"/>
                </a:lnTo>
                <a:lnTo>
                  <a:pt x="7041" y="483206"/>
                </a:lnTo>
                <a:lnTo>
                  <a:pt x="26247" y="511709"/>
                </a:lnTo>
                <a:lnTo>
                  <a:pt x="54739" y="530925"/>
                </a:lnTo>
                <a:lnTo>
                  <a:pt x="89641" y="537971"/>
                </a:lnTo>
                <a:lnTo>
                  <a:pt x="1852543" y="537971"/>
                </a:lnTo>
                <a:lnTo>
                  <a:pt x="1887450" y="530925"/>
                </a:lnTo>
                <a:lnTo>
                  <a:pt x="1915953" y="511709"/>
                </a:lnTo>
                <a:lnTo>
                  <a:pt x="1935169" y="483206"/>
                </a:lnTo>
                <a:lnTo>
                  <a:pt x="1942216" y="448299"/>
                </a:lnTo>
                <a:lnTo>
                  <a:pt x="1942216" y="89672"/>
                </a:lnTo>
                <a:lnTo>
                  <a:pt x="1935169" y="54765"/>
                </a:lnTo>
                <a:lnTo>
                  <a:pt x="1915953" y="26262"/>
                </a:lnTo>
                <a:lnTo>
                  <a:pt x="1887450" y="7046"/>
                </a:lnTo>
                <a:lnTo>
                  <a:pt x="185254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/>
          <p:cNvSpPr txBox="1"/>
          <p:nvPr/>
        </p:nvSpPr>
        <p:spPr>
          <a:xfrm>
            <a:off x="3441989" y="290892"/>
            <a:ext cx="1850220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Define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5376528" y="256330"/>
            <a:ext cx="1871829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46" y="545208"/>
                </a:lnTo>
                <a:lnTo>
                  <a:pt x="1915218" y="525467"/>
                </a:lnTo>
                <a:lnTo>
                  <a:pt x="1934969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69" y="56269"/>
                </a:lnTo>
                <a:lnTo>
                  <a:pt x="1915218" y="26997"/>
                </a:lnTo>
                <a:lnTo>
                  <a:pt x="1885946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 txBox="1"/>
          <p:nvPr/>
        </p:nvSpPr>
        <p:spPr>
          <a:xfrm>
            <a:off x="5567265" y="290892"/>
            <a:ext cx="1695144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Plot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labeled</a:t>
            </a:r>
            <a:r>
              <a:rPr sz="155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373250" y="256330"/>
            <a:ext cx="2167038" cy="34483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57" y="7246"/>
                </a:lnTo>
                <a:lnTo>
                  <a:pt x="26986" y="26997"/>
                </a:lnTo>
                <a:lnTo>
                  <a:pt x="7242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42" y="496205"/>
                </a:lnTo>
                <a:lnTo>
                  <a:pt x="26986" y="525467"/>
                </a:lnTo>
                <a:lnTo>
                  <a:pt x="56257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/>
          <p:cNvSpPr txBox="1"/>
          <p:nvPr/>
        </p:nvSpPr>
        <p:spPr>
          <a:xfrm>
            <a:off x="7359198" y="258636"/>
            <a:ext cx="228593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Draw </a:t>
            </a:r>
            <a:r>
              <a:rPr sz="1550" spc="15" dirty="0" smtClean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lang="en-US" sz="1550" spc="1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 smtClean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23" name="object 25"/>
          <p:cNvSpPr/>
          <p:nvPr/>
        </p:nvSpPr>
        <p:spPr>
          <a:xfrm>
            <a:off x="9651129" y="228620"/>
            <a:ext cx="2240459" cy="466045"/>
          </a:xfrm>
          <a:custGeom>
            <a:avLst/>
            <a:gdLst/>
            <a:ahLst/>
            <a:cxnLst/>
            <a:rect l="l" t="t" r="r" b="b"/>
            <a:pathLst>
              <a:path w="1942465" h="552450">
                <a:moveTo>
                  <a:pt x="1850135" y="0"/>
                </a:moveTo>
                <a:lnTo>
                  <a:pt x="92080" y="0"/>
                </a:lnTo>
                <a:lnTo>
                  <a:pt x="56205" y="7246"/>
                </a:lnTo>
                <a:lnTo>
                  <a:pt x="26940" y="26997"/>
                </a:lnTo>
                <a:lnTo>
                  <a:pt x="7225" y="56269"/>
                </a:lnTo>
                <a:lnTo>
                  <a:pt x="0" y="92080"/>
                </a:lnTo>
                <a:lnTo>
                  <a:pt x="0" y="460400"/>
                </a:lnTo>
                <a:lnTo>
                  <a:pt x="7225" y="496205"/>
                </a:lnTo>
                <a:lnTo>
                  <a:pt x="26940" y="525467"/>
                </a:lnTo>
                <a:lnTo>
                  <a:pt x="56205" y="545208"/>
                </a:lnTo>
                <a:lnTo>
                  <a:pt x="92080" y="552449"/>
                </a:lnTo>
                <a:lnTo>
                  <a:pt x="1850135" y="552449"/>
                </a:lnTo>
                <a:lnTo>
                  <a:pt x="1885959" y="545208"/>
                </a:lnTo>
                <a:lnTo>
                  <a:pt x="1915229" y="525467"/>
                </a:lnTo>
                <a:lnTo>
                  <a:pt x="1934973" y="496205"/>
                </a:lnTo>
                <a:lnTo>
                  <a:pt x="1942216" y="460400"/>
                </a:lnTo>
                <a:lnTo>
                  <a:pt x="1942216" y="92080"/>
                </a:lnTo>
                <a:lnTo>
                  <a:pt x="1934973" y="56269"/>
                </a:lnTo>
                <a:lnTo>
                  <a:pt x="1915229" y="26997"/>
                </a:lnTo>
                <a:lnTo>
                  <a:pt x="1885959" y="7246"/>
                </a:lnTo>
                <a:lnTo>
                  <a:pt x="1850135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6"/>
          <p:cNvSpPr txBox="1"/>
          <p:nvPr/>
        </p:nvSpPr>
        <p:spPr>
          <a:xfrm>
            <a:off x="9651129" y="230926"/>
            <a:ext cx="2313198" cy="493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out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55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MLE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4019550" y="3442850"/>
            <a:ext cx="571500" cy="62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/>
          <p:cNvSpPr/>
          <p:nvPr/>
        </p:nvSpPr>
        <p:spPr>
          <a:xfrm>
            <a:off x="4137141" y="351740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178" y="0"/>
                </a:moveTo>
                <a:lnTo>
                  <a:pt x="0" y="0"/>
                </a:lnTo>
                <a:lnTo>
                  <a:pt x="208178" y="240532"/>
                </a:lnTo>
                <a:lnTo>
                  <a:pt x="0" y="481074"/>
                </a:lnTo>
                <a:lnTo>
                  <a:pt x="208178" y="481074"/>
                </a:lnTo>
                <a:lnTo>
                  <a:pt x="416326" y="240532"/>
                </a:lnTo>
                <a:lnTo>
                  <a:pt x="208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4137141" y="351740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178" y="0"/>
                </a:lnTo>
                <a:lnTo>
                  <a:pt x="416326" y="240532"/>
                </a:lnTo>
                <a:lnTo>
                  <a:pt x="208178" y="481074"/>
                </a:lnTo>
                <a:lnTo>
                  <a:pt x="0" y="481074"/>
                </a:lnTo>
                <a:lnTo>
                  <a:pt x="208178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8"/>
          <p:cNvSpPr/>
          <p:nvPr/>
        </p:nvSpPr>
        <p:spPr>
          <a:xfrm>
            <a:off x="683453" y="1533796"/>
            <a:ext cx="114300" cy="2239645"/>
          </a:xfrm>
          <a:custGeom>
            <a:avLst/>
            <a:gdLst/>
            <a:ahLst/>
            <a:cxnLst/>
            <a:rect l="l" t="t" r="r" b="b"/>
            <a:pathLst>
              <a:path w="114300" h="2239645">
                <a:moveTo>
                  <a:pt x="76199" y="95243"/>
                </a:moveTo>
                <a:lnTo>
                  <a:pt x="38099" y="95243"/>
                </a:lnTo>
                <a:lnTo>
                  <a:pt x="38099" y="2239130"/>
                </a:lnTo>
                <a:lnTo>
                  <a:pt x="76199" y="2239130"/>
                </a:lnTo>
                <a:lnTo>
                  <a:pt x="76199" y="95243"/>
                </a:lnTo>
                <a:close/>
              </a:path>
              <a:path w="114300" h="2239645">
                <a:moveTo>
                  <a:pt x="57149" y="0"/>
                </a:moveTo>
                <a:lnTo>
                  <a:pt x="0" y="114299"/>
                </a:lnTo>
                <a:lnTo>
                  <a:pt x="38099" y="114299"/>
                </a:lnTo>
                <a:lnTo>
                  <a:pt x="38099" y="95243"/>
                </a:lnTo>
                <a:lnTo>
                  <a:pt x="104771" y="95243"/>
                </a:lnTo>
                <a:lnTo>
                  <a:pt x="57149" y="0"/>
                </a:lnTo>
                <a:close/>
              </a:path>
              <a:path w="114300" h="2239645">
                <a:moveTo>
                  <a:pt x="104771" y="95243"/>
                </a:moveTo>
                <a:lnTo>
                  <a:pt x="76199" y="95243"/>
                </a:lnTo>
                <a:lnTo>
                  <a:pt x="76199" y="114299"/>
                </a:lnTo>
                <a:lnTo>
                  <a:pt x="114299" y="114299"/>
                </a:lnTo>
                <a:lnTo>
                  <a:pt x="104771" y="95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9"/>
          <p:cNvSpPr/>
          <p:nvPr/>
        </p:nvSpPr>
        <p:spPr>
          <a:xfrm>
            <a:off x="754191" y="3705359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44" y="0"/>
                </a:moveTo>
                <a:lnTo>
                  <a:pt x="2672644" y="114299"/>
                </a:lnTo>
                <a:lnTo>
                  <a:pt x="2748844" y="76199"/>
                </a:lnTo>
                <a:lnTo>
                  <a:pt x="2691694" y="76199"/>
                </a:lnTo>
                <a:lnTo>
                  <a:pt x="2691694" y="38099"/>
                </a:lnTo>
                <a:lnTo>
                  <a:pt x="2748844" y="38099"/>
                </a:lnTo>
                <a:lnTo>
                  <a:pt x="2672644" y="0"/>
                </a:lnTo>
                <a:close/>
              </a:path>
              <a:path w="2787015" h="114300">
                <a:moveTo>
                  <a:pt x="267264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644" y="76199"/>
                </a:lnTo>
                <a:lnTo>
                  <a:pt x="2672644" y="38099"/>
                </a:lnTo>
                <a:close/>
              </a:path>
              <a:path w="2787015" h="114300">
                <a:moveTo>
                  <a:pt x="2748844" y="38099"/>
                </a:moveTo>
                <a:lnTo>
                  <a:pt x="2691694" y="38099"/>
                </a:lnTo>
                <a:lnTo>
                  <a:pt x="2691694" y="76199"/>
                </a:lnTo>
                <a:lnTo>
                  <a:pt x="2748844" y="76199"/>
                </a:lnTo>
                <a:lnTo>
                  <a:pt x="2786944" y="57149"/>
                </a:lnTo>
                <a:lnTo>
                  <a:pt x="274884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654033" y="377017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>
                <a:moveTo>
                  <a:pt x="0" y="0"/>
                </a:moveTo>
                <a:lnTo>
                  <a:pt x="175402" y="0"/>
                </a:lnTo>
              </a:path>
            </a:pathLst>
          </a:custGeom>
          <a:ln w="57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647683" y="3770170"/>
            <a:ext cx="188595" cy="0"/>
          </a:xfrm>
          <a:custGeom>
            <a:avLst/>
            <a:gdLst/>
            <a:ahLst/>
            <a:cxnLst/>
            <a:rect l="l" t="t" r="r" b="b"/>
            <a:pathLst>
              <a:path w="188594">
                <a:moveTo>
                  <a:pt x="0" y="0"/>
                </a:moveTo>
                <a:lnTo>
                  <a:pt x="188102" y="0"/>
                </a:lnTo>
              </a:path>
            </a:pathLst>
          </a:custGeom>
          <a:ln w="184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 txBox="1"/>
          <p:nvPr/>
        </p:nvSpPr>
        <p:spPr>
          <a:xfrm>
            <a:off x="169227" y="1463233"/>
            <a:ext cx="3225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13"/>
          <p:cNvSpPr txBox="1"/>
          <p:nvPr/>
        </p:nvSpPr>
        <p:spPr>
          <a:xfrm>
            <a:off x="469265" y="358883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14"/>
          <p:cNvSpPr/>
          <p:nvPr/>
        </p:nvSpPr>
        <p:spPr>
          <a:xfrm>
            <a:off x="684501" y="3669295"/>
            <a:ext cx="114300" cy="2247265"/>
          </a:xfrm>
          <a:custGeom>
            <a:avLst/>
            <a:gdLst/>
            <a:ahLst/>
            <a:cxnLst/>
            <a:rect l="l" t="t" r="r" b="b"/>
            <a:pathLst>
              <a:path w="114300" h="2247265">
                <a:moveTo>
                  <a:pt x="38099" y="2132456"/>
                </a:moveTo>
                <a:lnTo>
                  <a:pt x="0" y="2132456"/>
                </a:lnTo>
                <a:lnTo>
                  <a:pt x="57149" y="2246756"/>
                </a:lnTo>
                <a:lnTo>
                  <a:pt x="104774" y="2151506"/>
                </a:lnTo>
                <a:lnTo>
                  <a:pt x="38099" y="2151506"/>
                </a:lnTo>
                <a:lnTo>
                  <a:pt x="38099" y="2132456"/>
                </a:lnTo>
                <a:close/>
              </a:path>
              <a:path w="114300" h="2247265">
                <a:moveTo>
                  <a:pt x="76199" y="0"/>
                </a:moveTo>
                <a:lnTo>
                  <a:pt x="38099" y="0"/>
                </a:lnTo>
                <a:lnTo>
                  <a:pt x="38099" y="2151506"/>
                </a:lnTo>
                <a:lnTo>
                  <a:pt x="76199" y="2151506"/>
                </a:lnTo>
                <a:lnTo>
                  <a:pt x="76199" y="0"/>
                </a:lnTo>
                <a:close/>
              </a:path>
              <a:path w="114300" h="2247265">
                <a:moveTo>
                  <a:pt x="114299" y="2132456"/>
                </a:moveTo>
                <a:lnTo>
                  <a:pt x="76199" y="2132456"/>
                </a:lnTo>
                <a:lnTo>
                  <a:pt x="76199" y="2151506"/>
                </a:lnTo>
                <a:lnTo>
                  <a:pt x="104774" y="2151506"/>
                </a:lnTo>
                <a:lnTo>
                  <a:pt x="114299" y="213245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754200" y="1769254"/>
            <a:ext cx="2566670" cy="5080"/>
          </a:xfrm>
          <a:custGeom>
            <a:avLst/>
            <a:gdLst/>
            <a:ahLst/>
            <a:cxnLst/>
            <a:rect l="l" t="t" r="r" b="b"/>
            <a:pathLst>
              <a:path w="2566670" h="5080">
                <a:moveTo>
                  <a:pt x="0" y="4815"/>
                </a:moveTo>
                <a:lnTo>
                  <a:pt x="2566351" y="0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 txBox="1"/>
          <p:nvPr/>
        </p:nvSpPr>
        <p:spPr>
          <a:xfrm>
            <a:off x="181610" y="5569467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" algn="l"/>
                <a:tab pos="320230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spc="-1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/>
                <a:cs typeface="Times New Roman"/>
              </a:rPr>
              <a:t>∞	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17"/>
          <p:cNvSpPr/>
          <p:nvPr/>
        </p:nvSpPr>
        <p:spPr>
          <a:xfrm>
            <a:off x="2106167" y="1508419"/>
            <a:ext cx="904962" cy="302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1040498" y="5471535"/>
            <a:ext cx="904974" cy="302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3286902" y="3888011"/>
            <a:ext cx="285343" cy="285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1548893" y="1513387"/>
            <a:ext cx="302348" cy="3023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1464374" y="1595701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/>
          <p:nvPr/>
        </p:nvSpPr>
        <p:spPr>
          <a:xfrm>
            <a:off x="2652774" y="5461592"/>
            <a:ext cx="302348" cy="3023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/>
          <p:cNvSpPr/>
          <p:nvPr/>
        </p:nvSpPr>
        <p:spPr>
          <a:xfrm>
            <a:off x="2028126" y="157814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2349943" y="157814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5"/>
          <p:cNvSpPr/>
          <p:nvPr/>
        </p:nvSpPr>
        <p:spPr>
          <a:xfrm>
            <a:off x="2638107" y="1578144"/>
            <a:ext cx="191579" cy="2084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6"/>
          <p:cNvSpPr/>
          <p:nvPr/>
        </p:nvSpPr>
        <p:spPr>
          <a:xfrm>
            <a:off x="2254376" y="1769254"/>
            <a:ext cx="0" cy="1940560"/>
          </a:xfrm>
          <a:custGeom>
            <a:avLst/>
            <a:gdLst/>
            <a:ahLst/>
            <a:cxnLst/>
            <a:rect l="l" t="t" r="r" b="b"/>
            <a:pathLst>
              <a:path h="1940560">
                <a:moveTo>
                  <a:pt x="0" y="0"/>
                </a:moveTo>
                <a:lnTo>
                  <a:pt x="0" y="1940295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7"/>
          <p:cNvSpPr/>
          <p:nvPr/>
        </p:nvSpPr>
        <p:spPr>
          <a:xfrm>
            <a:off x="2586227" y="1780928"/>
            <a:ext cx="5080" cy="1866900"/>
          </a:xfrm>
          <a:custGeom>
            <a:avLst/>
            <a:gdLst/>
            <a:ahLst/>
            <a:cxnLst/>
            <a:rect l="l" t="t" r="r" b="b"/>
            <a:pathLst>
              <a:path w="5080" h="1866900">
                <a:moveTo>
                  <a:pt x="0" y="0"/>
                </a:moveTo>
                <a:lnTo>
                  <a:pt x="4571" y="1866778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8"/>
          <p:cNvSpPr/>
          <p:nvPr/>
        </p:nvSpPr>
        <p:spPr>
          <a:xfrm>
            <a:off x="2864357" y="1780928"/>
            <a:ext cx="0" cy="1779905"/>
          </a:xfrm>
          <a:custGeom>
            <a:avLst/>
            <a:gdLst/>
            <a:ahLst/>
            <a:cxnLst/>
            <a:rect l="l" t="t" r="r" b="b"/>
            <a:pathLst>
              <a:path h="1779904">
                <a:moveTo>
                  <a:pt x="0" y="0"/>
                </a:moveTo>
                <a:lnTo>
                  <a:pt x="0" y="1779391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9"/>
          <p:cNvSpPr/>
          <p:nvPr/>
        </p:nvSpPr>
        <p:spPr>
          <a:xfrm>
            <a:off x="2813435" y="3623809"/>
            <a:ext cx="0" cy="1854835"/>
          </a:xfrm>
          <a:custGeom>
            <a:avLst/>
            <a:gdLst/>
            <a:ahLst/>
            <a:cxnLst/>
            <a:rect l="l" t="t" r="r" b="b"/>
            <a:pathLst>
              <a:path h="1854835">
                <a:moveTo>
                  <a:pt x="0" y="0"/>
                </a:moveTo>
                <a:lnTo>
                  <a:pt x="0" y="1854567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0"/>
          <p:cNvSpPr/>
          <p:nvPr/>
        </p:nvSpPr>
        <p:spPr>
          <a:xfrm>
            <a:off x="1794260" y="3869058"/>
            <a:ext cx="0" cy="1602740"/>
          </a:xfrm>
          <a:custGeom>
            <a:avLst/>
            <a:gdLst/>
            <a:ahLst/>
            <a:cxnLst/>
            <a:rect l="l" t="t" r="r" b="b"/>
            <a:pathLst>
              <a:path h="1602739">
                <a:moveTo>
                  <a:pt x="0" y="0"/>
                </a:moveTo>
                <a:lnTo>
                  <a:pt x="0" y="1602473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1"/>
          <p:cNvSpPr/>
          <p:nvPr/>
        </p:nvSpPr>
        <p:spPr>
          <a:xfrm>
            <a:off x="1191685" y="3998479"/>
            <a:ext cx="0" cy="1473200"/>
          </a:xfrm>
          <a:custGeom>
            <a:avLst/>
            <a:gdLst/>
            <a:ahLst/>
            <a:cxnLst/>
            <a:rect l="l" t="t" r="r" b="b"/>
            <a:pathLst>
              <a:path h="1473200">
                <a:moveTo>
                  <a:pt x="0" y="0"/>
                </a:moveTo>
                <a:lnTo>
                  <a:pt x="0" y="147305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32"/>
          <p:cNvSpPr/>
          <p:nvPr/>
        </p:nvSpPr>
        <p:spPr>
          <a:xfrm>
            <a:off x="4552950" y="3128525"/>
            <a:ext cx="7610490" cy="14287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3"/>
          <p:cNvSpPr/>
          <p:nvPr/>
        </p:nvSpPr>
        <p:spPr>
          <a:xfrm>
            <a:off x="4648321" y="3223394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7217176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47"/>
                </a:lnTo>
                <a:lnTo>
                  <a:pt x="77553" y="45490"/>
                </a:lnTo>
                <a:lnTo>
                  <a:pt x="45490" y="77553"/>
                </a:lnTo>
                <a:lnTo>
                  <a:pt x="21047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08"/>
                </a:lnTo>
                <a:lnTo>
                  <a:pt x="5469" y="1082808"/>
                </a:lnTo>
                <a:lnTo>
                  <a:pt x="21047" y="1126409"/>
                </a:lnTo>
                <a:lnTo>
                  <a:pt x="45490" y="1164868"/>
                </a:lnTo>
                <a:lnTo>
                  <a:pt x="77553" y="1196943"/>
                </a:lnTo>
                <a:lnTo>
                  <a:pt x="115992" y="1221391"/>
                </a:lnTo>
                <a:lnTo>
                  <a:pt x="159563" y="1236971"/>
                </a:lnTo>
                <a:lnTo>
                  <a:pt x="207020" y="1242440"/>
                </a:lnTo>
                <a:lnTo>
                  <a:pt x="7217176" y="1242440"/>
                </a:lnTo>
                <a:lnTo>
                  <a:pt x="7264631" y="1236971"/>
                </a:lnTo>
                <a:lnTo>
                  <a:pt x="7308197" y="1221391"/>
                </a:lnTo>
                <a:lnTo>
                  <a:pt x="7346630" y="1196943"/>
                </a:lnTo>
                <a:lnTo>
                  <a:pt x="7378687" y="1164868"/>
                </a:lnTo>
                <a:lnTo>
                  <a:pt x="7403124" y="1126409"/>
                </a:lnTo>
                <a:lnTo>
                  <a:pt x="7418698" y="1082808"/>
                </a:lnTo>
                <a:lnTo>
                  <a:pt x="7424165" y="1035308"/>
                </a:lnTo>
                <a:lnTo>
                  <a:pt x="7424165" y="207020"/>
                </a:lnTo>
                <a:lnTo>
                  <a:pt x="7418698" y="159563"/>
                </a:lnTo>
                <a:lnTo>
                  <a:pt x="7403124" y="115992"/>
                </a:lnTo>
                <a:lnTo>
                  <a:pt x="7378687" y="77553"/>
                </a:lnTo>
                <a:lnTo>
                  <a:pt x="7346630" y="45490"/>
                </a:lnTo>
                <a:lnTo>
                  <a:pt x="7308197" y="21047"/>
                </a:lnTo>
                <a:lnTo>
                  <a:pt x="7264631" y="5469"/>
                </a:lnTo>
                <a:lnTo>
                  <a:pt x="72171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4648321" y="3223394"/>
            <a:ext cx="7424420" cy="1242695"/>
          </a:xfrm>
          <a:custGeom>
            <a:avLst/>
            <a:gdLst/>
            <a:ahLst/>
            <a:cxnLst/>
            <a:rect l="l" t="t" r="r" b="b"/>
            <a:pathLst>
              <a:path w="7424420" h="1242695">
                <a:moveTo>
                  <a:pt x="0" y="207020"/>
                </a:moveTo>
                <a:lnTo>
                  <a:pt x="5469" y="159563"/>
                </a:lnTo>
                <a:lnTo>
                  <a:pt x="21047" y="115992"/>
                </a:lnTo>
                <a:lnTo>
                  <a:pt x="45490" y="77553"/>
                </a:lnTo>
                <a:lnTo>
                  <a:pt x="77553" y="45490"/>
                </a:lnTo>
                <a:lnTo>
                  <a:pt x="115992" y="21047"/>
                </a:lnTo>
                <a:lnTo>
                  <a:pt x="159563" y="5469"/>
                </a:lnTo>
                <a:lnTo>
                  <a:pt x="207020" y="0"/>
                </a:lnTo>
                <a:lnTo>
                  <a:pt x="7217176" y="0"/>
                </a:lnTo>
                <a:lnTo>
                  <a:pt x="7264631" y="5469"/>
                </a:lnTo>
                <a:lnTo>
                  <a:pt x="7308197" y="21047"/>
                </a:lnTo>
                <a:lnTo>
                  <a:pt x="7346630" y="45490"/>
                </a:lnTo>
                <a:lnTo>
                  <a:pt x="7378687" y="77553"/>
                </a:lnTo>
                <a:lnTo>
                  <a:pt x="7403124" y="115992"/>
                </a:lnTo>
                <a:lnTo>
                  <a:pt x="7418698" y="159563"/>
                </a:lnTo>
                <a:lnTo>
                  <a:pt x="7424165" y="207020"/>
                </a:lnTo>
                <a:lnTo>
                  <a:pt x="7424165" y="1035308"/>
                </a:lnTo>
                <a:lnTo>
                  <a:pt x="7418698" y="1082808"/>
                </a:lnTo>
                <a:lnTo>
                  <a:pt x="7403124" y="1126409"/>
                </a:lnTo>
                <a:lnTo>
                  <a:pt x="7378687" y="1164868"/>
                </a:lnTo>
                <a:lnTo>
                  <a:pt x="7346630" y="1196943"/>
                </a:lnTo>
                <a:lnTo>
                  <a:pt x="7308197" y="1221391"/>
                </a:lnTo>
                <a:lnTo>
                  <a:pt x="7264631" y="1236971"/>
                </a:lnTo>
                <a:lnTo>
                  <a:pt x="7217176" y="1242440"/>
                </a:lnTo>
                <a:lnTo>
                  <a:pt x="207020" y="1242440"/>
                </a:lnTo>
                <a:lnTo>
                  <a:pt x="159563" y="1236971"/>
                </a:lnTo>
                <a:lnTo>
                  <a:pt x="115992" y="1221391"/>
                </a:lnTo>
                <a:lnTo>
                  <a:pt x="77553" y="1196943"/>
                </a:lnTo>
                <a:lnTo>
                  <a:pt x="45490" y="1164868"/>
                </a:lnTo>
                <a:lnTo>
                  <a:pt x="21047" y="1126409"/>
                </a:lnTo>
                <a:lnTo>
                  <a:pt x="5469" y="1082808"/>
                </a:lnTo>
                <a:lnTo>
                  <a:pt x="0" y="1035308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5"/>
          <p:cNvSpPr txBox="1"/>
          <p:nvPr/>
        </p:nvSpPr>
        <p:spPr>
          <a:xfrm>
            <a:off x="5402838" y="3527620"/>
            <a:ext cx="580707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085" marR="5080" indent="-143002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6F2F9F"/>
                </a:solidFill>
                <a:latin typeface="Arial"/>
                <a:cs typeface="Arial"/>
              </a:rPr>
              <a:t>We</a:t>
            </a:r>
            <a:r>
              <a:rPr sz="20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will</a:t>
            </a:r>
            <a:r>
              <a:rPr sz="2000" b="1" spc="-1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keep</a:t>
            </a:r>
            <a:r>
              <a:rPr sz="2000" b="1" spc="-6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on</a:t>
            </a:r>
            <a:r>
              <a:rPr sz="2000" b="1" spc="-6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rotating</a:t>
            </a:r>
            <a:r>
              <a:rPr sz="2000" b="1" spc="-2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0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r>
              <a:rPr sz="2000" b="1" spc="-1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until</a:t>
            </a:r>
            <a:r>
              <a:rPr sz="2000" b="1" spc="-1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we</a:t>
            </a:r>
            <a:r>
              <a:rPr sz="20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get</a:t>
            </a:r>
            <a:r>
              <a:rPr sz="20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6F2F9F"/>
                </a:solidFill>
                <a:latin typeface="Arial"/>
                <a:cs typeface="Arial"/>
              </a:rPr>
              <a:t>the  maximum </a:t>
            </a:r>
            <a:r>
              <a:rPr sz="2000" b="1" spc="25" dirty="0">
                <a:solidFill>
                  <a:srgbClr val="6F2F9F"/>
                </a:solidFill>
                <a:latin typeface="Arial"/>
                <a:cs typeface="Arial"/>
              </a:rPr>
              <a:t>log</a:t>
            </a:r>
            <a:r>
              <a:rPr sz="2000" b="1" spc="-3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solidFill>
                  <a:srgbClr val="6F2F9F"/>
                </a:solidFill>
                <a:latin typeface="Arial"/>
                <a:cs typeface="Arial"/>
              </a:rPr>
              <a:t>likelihood</a:t>
            </a:r>
            <a:endParaRPr sz="2000">
              <a:latin typeface="Arial"/>
              <a:cs typeface="Arial"/>
            </a:endParaRPr>
          </a:p>
        </p:txBody>
      </p:sp>
      <p:sp>
        <p:nvSpPr>
          <p:cNvPr id="55" name="object 37"/>
          <p:cNvSpPr/>
          <p:nvPr/>
        </p:nvSpPr>
        <p:spPr>
          <a:xfrm>
            <a:off x="6366905" y="5142740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853" y="0"/>
                </a:moveTo>
                <a:lnTo>
                  <a:pt x="207111" y="0"/>
                </a:lnTo>
                <a:lnTo>
                  <a:pt x="159611" y="5469"/>
                </a:lnTo>
                <a:lnTo>
                  <a:pt x="116012" y="21046"/>
                </a:lnTo>
                <a:lnTo>
                  <a:pt x="77558" y="45488"/>
                </a:lnTo>
                <a:lnTo>
                  <a:pt x="45488" y="77550"/>
                </a:lnTo>
                <a:lnTo>
                  <a:pt x="21044" y="115987"/>
                </a:lnTo>
                <a:lnTo>
                  <a:pt x="5468" y="159557"/>
                </a:lnTo>
                <a:lnTo>
                  <a:pt x="0" y="207014"/>
                </a:lnTo>
                <a:lnTo>
                  <a:pt x="0" y="1035332"/>
                </a:lnTo>
                <a:lnTo>
                  <a:pt x="5468" y="1082810"/>
                </a:lnTo>
                <a:lnTo>
                  <a:pt x="21044" y="1126395"/>
                </a:lnTo>
                <a:lnTo>
                  <a:pt x="45488" y="1164843"/>
                </a:lnTo>
                <a:lnTo>
                  <a:pt x="77558" y="1196911"/>
                </a:lnTo>
                <a:lnTo>
                  <a:pt x="116012" y="1221356"/>
                </a:lnTo>
                <a:lnTo>
                  <a:pt x="159611" y="1236935"/>
                </a:lnTo>
                <a:lnTo>
                  <a:pt x="207111" y="1242404"/>
                </a:lnTo>
                <a:lnTo>
                  <a:pt x="3189853" y="1242404"/>
                </a:lnTo>
                <a:lnTo>
                  <a:pt x="3237309" y="1236935"/>
                </a:lnTo>
                <a:lnTo>
                  <a:pt x="3280875" y="1221356"/>
                </a:lnTo>
                <a:lnTo>
                  <a:pt x="3319308" y="1196911"/>
                </a:lnTo>
                <a:lnTo>
                  <a:pt x="3351364" y="1164843"/>
                </a:lnTo>
                <a:lnTo>
                  <a:pt x="3375801" y="1126395"/>
                </a:lnTo>
                <a:lnTo>
                  <a:pt x="3391375" y="1082810"/>
                </a:lnTo>
                <a:lnTo>
                  <a:pt x="3396843" y="1035332"/>
                </a:lnTo>
                <a:lnTo>
                  <a:pt x="3396843" y="207014"/>
                </a:lnTo>
                <a:lnTo>
                  <a:pt x="3391375" y="159557"/>
                </a:lnTo>
                <a:lnTo>
                  <a:pt x="3375801" y="115987"/>
                </a:lnTo>
                <a:lnTo>
                  <a:pt x="3351364" y="77550"/>
                </a:lnTo>
                <a:lnTo>
                  <a:pt x="3319308" y="45488"/>
                </a:lnTo>
                <a:lnTo>
                  <a:pt x="3280875" y="21046"/>
                </a:lnTo>
                <a:lnTo>
                  <a:pt x="3237309" y="5469"/>
                </a:lnTo>
                <a:lnTo>
                  <a:pt x="31898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8"/>
          <p:cNvSpPr/>
          <p:nvPr/>
        </p:nvSpPr>
        <p:spPr>
          <a:xfrm>
            <a:off x="6366905" y="5142740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014"/>
                </a:moveTo>
                <a:lnTo>
                  <a:pt x="5468" y="159557"/>
                </a:lnTo>
                <a:lnTo>
                  <a:pt x="21044" y="115987"/>
                </a:lnTo>
                <a:lnTo>
                  <a:pt x="45488" y="77550"/>
                </a:lnTo>
                <a:lnTo>
                  <a:pt x="77558" y="45488"/>
                </a:lnTo>
                <a:lnTo>
                  <a:pt x="116012" y="21046"/>
                </a:lnTo>
                <a:lnTo>
                  <a:pt x="159611" y="5469"/>
                </a:lnTo>
                <a:lnTo>
                  <a:pt x="207111" y="0"/>
                </a:lnTo>
                <a:lnTo>
                  <a:pt x="3189853" y="0"/>
                </a:lnTo>
                <a:lnTo>
                  <a:pt x="3237309" y="5469"/>
                </a:lnTo>
                <a:lnTo>
                  <a:pt x="3280875" y="21046"/>
                </a:lnTo>
                <a:lnTo>
                  <a:pt x="3319308" y="45488"/>
                </a:lnTo>
                <a:lnTo>
                  <a:pt x="3351364" y="77550"/>
                </a:lnTo>
                <a:lnTo>
                  <a:pt x="3375801" y="115987"/>
                </a:lnTo>
                <a:lnTo>
                  <a:pt x="3391375" y="159557"/>
                </a:lnTo>
                <a:lnTo>
                  <a:pt x="3396843" y="207014"/>
                </a:lnTo>
                <a:lnTo>
                  <a:pt x="3396843" y="1035332"/>
                </a:lnTo>
                <a:lnTo>
                  <a:pt x="3391375" y="1082810"/>
                </a:lnTo>
                <a:lnTo>
                  <a:pt x="3375801" y="1126395"/>
                </a:lnTo>
                <a:lnTo>
                  <a:pt x="3351364" y="1164843"/>
                </a:lnTo>
                <a:lnTo>
                  <a:pt x="3319308" y="1196911"/>
                </a:lnTo>
                <a:lnTo>
                  <a:pt x="3280875" y="1221356"/>
                </a:lnTo>
                <a:lnTo>
                  <a:pt x="3237309" y="1236935"/>
                </a:lnTo>
                <a:lnTo>
                  <a:pt x="3189853" y="1242404"/>
                </a:lnTo>
                <a:lnTo>
                  <a:pt x="207111" y="1242404"/>
                </a:lnTo>
                <a:lnTo>
                  <a:pt x="159611" y="1236935"/>
                </a:lnTo>
                <a:lnTo>
                  <a:pt x="116012" y="1221356"/>
                </a:lnTo>
                <a:lnTo>
                  <a:pt x="77558" y="1196911"/>
                </a:lnTo>
                <a:lnTo>
                  <a:pt x="45488" y="1164843"/>
                </a:lnTo>
                <a:lnTo>
                  <a:pt x="21044" y="1126395"/>
                </a:lnTo>
                <a:lnTo>
                  <a:pt x="5468" y="1082810"/>
                </a:lnTo>
                <a:lnTo>
                  <a:pt x="0" y="1035332"/>
                </a:lnTo>
                <a:lnTo>
                  <a:pt x="0" y="207014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9"/>
          <p:cNvSpPr txBox="1"/>
          <p:nvPr/>
        </p:nvSpPr>
        <p:spPr>
          <a:xfrm>
            <a:off x="6816349" y="5475170"/>
            <a:ext cx="249936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0" marR="5080" indent="-114935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That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would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be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1800" b="1" spc="-19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best 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fitted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regression</a:t>
            </a:r>
            <a:r>
              <a:rPr sz="1800" b="1" spc="6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8" name="object 40"/>
          <p:cNvSpPr/>
          <p:nvPr/>
        </p:nvSpPr>
        <p:spPr>
          <a:xfrm>
            <a:off x="7715250" y="4509650"/>
            <a:ext cx="628650" cy="5715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1"/>
          <p:cNvSpPr/>
          <p:nvPr/>
        </p:nvSpPr>
        <p:spPr>
          <a:xfrm>
            <a:off x="7829305" y="4586611"/>
            <a:ext cx="481330" cy="416559"/>
          </a:xfrm>
          <a:custGeom>
            <a:avLst/>
            <a:gdLst/>
            <a:ahLst/>
            <a:cxnLst/>
            <a:rect l="l" t="t" r="r" b="b"/>
            <a:pathLst>
              <a:path w="481329" h="416560">
                <a:moveTo>
                  <a:pt x="481187" y="0"/>
                </a:moveTo>
                <a:lnTo>
                  <a:pt x="240670" y="208157"/>
                </a:lnTo>
                <a:lnTo>
                  <a:pt x="0" y="208157"/>
                </a:lnTo>
                <a:lnTo>
                  <a:pt x="240670" y="416432"/>
                </a:lnTo>
                <a:lnTo>
                  <a:pt x="481187" y="208157"/>
                </a:lnTo>
                <a:lnTo>
                  <a:pt x="240670" y="208157"/>
                </a:lnTo>
                <a:lnTo>
                  <a:pt x="0" y="0"/>
                </a:lnTo>
                <a:lnTo>
                  <a:pt x="4811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42"/>
          <p:cNvSpPr/>
          <p:nvPr/>
        </p:nvSpPr>
        <p:spPr>
          <a:xfrm>
            <a:off x="7829305" y="4586611"/>
            <a:ext cx="481330" cy="416559"/>
          </a:xfrm>
          <a:custGeom>
            <a:avLst/>
            <a:gdLst/>
            <a:ahLst/>
            <a:cxnLst/>
            <a:rect l="l" t="t" r="r" b="b"/>
            <a:pathLst>
              <a:path w="481329" h="416560">
                <a:moveTo>
                  <a:pt x="481187" y="0"/>
                </a:moveTo>
                <a:lnTo>
                  <a:pt x="481187" y="208157"/>
                </a:lnTo>
                <a:lnTo>
                  <a:pt x="240670" y="416432"/>
                </a:lnTo>
                <a:lnTo>
                  <a:pt x="0" y="208157"/>
                </a:lnTo>
                <a:lnTo>
                  <a:pt x="0" y="0"/>
                </a:lnTo>
                <a:lnTo>
                  <a:pt x="240670" y="208157"/>
                </a:lnTo>
                <a:lnTo>
                  <a:pt x="481187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3"/>
          <p:cNvSpPr/>
          <p:nvPr/>
        </p:nvSpPr>
        <p:spPr>
          <a:xfrm>
            <a:off x="468309" y="3319405"/>
            <a:ext cx="3382010" cy="882650"/>
          </a:xfrm>
          <a:custGeom>
            <a:avLst/>
            <a:gdLst/>
            <a:ahLst/>
            <a:cxnLst/>
            <a:rect l="l" t="t" r="r" b="b"/>
            <a:pathLst>
              <a:path w="3382010" h="882650">
                <a:moveTo>
                  <a:pt x="97487" y="771275"/>
                </a:moveTo>
                <a:lnTo>
                  <a:pt x="0" y="853952"/>
                </a:lnTo>
                <a:lnTo>
                  <a:pt x="124586" y="882395"/>
                </a:lnTo>
                <a:lnTo>
                  <a:pt x="116657" y="849879"/>
                </a:lnTo>
                <a:lnTo>
                  <a:pt x="97045" y="849879"/>
                </a:lnTo>
                <a:lnTo>
                  <a:pt x="88010" y="812804"/>
                </a:lnTo>
                <a:lnTo>
                  <a:pt x="106513" y="808287"/>
                </a:lnTo>
                <a:lnTo>
                  <a:pt x="97487" y="771275"/>
                </a:lnTo>
                <a:close/>
              </a:path>
              <a:path w="3382010" h="882650">
                <a:moveTo>
                  <a:pt x="106513" y="808287"/>
                </a:moveTo>
                <a:lnTo>
                  <a:pt x="88010" y="812804"/>
                </a:lnTo>
                <a:lnTo>
                  <a:pt x="97045" y="849879"/>
                </a:lnTo>
                <a:lnTo>
                  <a:pt x="115555" y="845361"/>
                </a:lnTo>
                <a:lnTo>
                  <a:pt x="106513" y="808287"/>
                </a:lnTo>
                <a:close/>
              </a:path>
              <a:path w="3382010" h="882650">
                <a:moveTo>
                  <a:pt x="115555" y="845361"/>
                </a:moveTo>
                <a:lnTo>
                  <a:pt x="97045" y="849879"/>
                </a:lnTo>
                <a:lnTo>
                  <a:pt x="116657" y="849879"/>
                </a:lnTo>
                <a:lnTo>
                  <a:pt x="115555" y="845361"/>
                </a:lnTo>
                <a:close/>
              </a:path>
              <a:path w="3382010" h="882650">
                <a:moveTo>
                  <a:pt x="3266168" y="37036"/>
                </a:moveTo>
                <a:lnTo>
                  <a:pt x="106513" y="808287"/>
                </a:lnTo>
                <a:lnTo>
                  <a:pt x="115555" y="845361"/>
                </a:lnTo>
                <a:lnTo>
                  <a:pt x="3275234" y="74089"/>
                </a:lnTo>
                <a:lnTo>
                  <a:pt x="3266168" y="37036"/>
                </a:lnTo>
                <a:close/>
              </a:path>
              <a:path w="3382010" h="882650">
                <a:moveTo>
                  <a:pt x="3376898" y="32522"/>
                </a:moveTo>
                <a:lnTo>
                  <a:pt x="3284661" y="32522"/>
                </a:lnTo>
                <a:lnTo>
                  <a:pt x="3293683" y="69585"/>
                </a:lnTo>
                <a:lnTo>
                  <a:pt x="3275234" y="74089"/>
                </a:lnTo>
                <a:lnTo>
                  <a:pt x="3284296" y="111130"/>
                </a:lnTo>
                <a:lnTo>
                  <a:pt x="3376898" y="32522"/>
                </a:lnTo>
                <a:close/>
              </a:path>
              <a:path w="3382010" h="882650">
                <a:moveTo>
                  <a:pt x="3284661" y="32522"/>
                </a:moveTo>
                <a:lnTo>
                  <a:pt x="3266168" y="37036"/>
                </a:lnTo>
                <a:lnTo>
                  <a:pt x="3275234" y="74089"/>
                </a:lnTo>
                <a:lnTo>
                  <a:pt x="3293683" y="69585"/>
                </a:lnTo>
                <a:lnTo>
                  <a:pt x="3284661" y="32522"/>
                </a:lnTo>
                <a:close/>
              </a:path>
              <a:path w="3382010" h="882650">
                <a:moveTo>
                  <a:pt x="3257107" y="0"/>
                </a:moveTo>
                <a:lnTo>
                  <a:pt x="3266168" y="37036"/>
                </a:lnTo>
                <a:lnTo>
                  <a:pt x="3284661" y="32522"/>
                </a:lnTo>
                <a:lnTo>
                  <a:pt x="3376898" y="32522"/>
                </a:lnTo>
                <a:lnTo>
                  <a:pt x="3381710" y="28437"/>
                </a:lnTo>
                <a:lnTo>
                  <a:pt x="3257107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44"/>
          <p:cNvSpPr/>
          <p:nvPr/>
        </p:nvSpPr>
        <p:spPr>
          <a:xfrm>
            <a:off x="1700153" y="1809365"/>
            <a:ext cx="14604" cy="2040889"/>
          </a:xfrm>
          <a:custGeom>
            <a:avLst/>
            <a:gdLst/>
            <a:ahLst/>
            <a:cxnLst/>
            <a:rect l="l" t="t" r="r" b="b"/>
            <a:pathLst>
              <a:path w="14605" h="2040889">
                <a:moveTo>
                  <a:pt x="0" y="0"/>
                </a:moveTo>
                <a:lnTo>
                  <a:pt x="14346" y="204064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5"/>
          <p:cNvSpPr/>
          <p:nvPr/>
        </p:nvSpPr>
        <p:spPr>
          <a:xfrm>
            <a:off x="1494032" y="3941329"/>
            <a:ext cx="0" cy="1530350"/>
          </a:xfrm>
          <a:custGeom>
            <a:avLst/>
            <a:gdLst/>
            <a:ahLst/>
            <a:cxnLst/>
            <a:rect l="l" t="t" r="r" b="b"/>
            <a:pathLst>
              <a:path h="1530350">
                <a:moveTo>
                  <a:pt x="0" y="0"/>
                </a:moveTo>
                <a:lnTo>
                  <a:pt x="0" y="1530202"/>
                </a:lnTo>
              </a:path>
            </a:pathLst>
          </a:custGeom>
          <a:ln w="19049">
            <a:solidFill>
              <a:srgbClr val="6F2F9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6"/>
          <p:cNvSpPr/>
          <p:nvPr/>
        </p:nvSpPr>
        <p:spPr>
          <a:xfrm>
            <a:off x="1135642" y="3956188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805" y="0"/>
                </a:moveTo>
                <a:lnTo>
                  <a:pt x="35306" y="4413"/>
                </a:lnTo>
                <a:lnTo>
                  <a:pt x="16932" y="16445"/>
                </a:lnTo>
                <a:lnTo>
                  <a:pt x="4543" y="34286"/>
                </a:lnTo>
                <a:lnTo>
                  <a:pt x="0" y="56125"/>
                </a:lnTo>
                <a:lnTo>
                  <a:pt x="4543" y="77896"/>
                </a:lnTo>
                <a:lnTo>
                  <a:pt x="16932" y="95702"/>
                </a:lnTo>
                <a:lnTo>
                  <a:pt x="35306" y="107721"/>
                </a:lnTo>
                <a:lnTo>
                  <a:pt x="57805" y="112132"/>
                </a:lnTo>
                <a:lnTo>
                  <a:pt x="80297" y="107721"/>
                </a:lnTo>
                <a:lnTo>
                  <a:pt x="98667" y="95702"/>
                </a:lnTo>
                <a:lnTo>
                  <a:pt x="111055" y="77896"/>
                </a:lnTo>
                <a:lnTo>
                  <a:pt x="115598" y="56125"/>
                </a:lnTo>
                <a:lnTo>
                  <a:pt x="111055" y="34286"/>
                </a:lnTo>
                <a:lnTo>
                  <a:pt x="98667" y="16445"/>
                </a:lnTo>
                <a:lnTo>
                  <a:pt x="80297" y="4413"/>
                </a:lnTo>
                <a:lnTo>
                  <a:pt x="5780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7"/>
          <p:cNvSpPr/>
          <p:nvPr/>
        </p:nvSpPr>
        <p:spPr>
          <a:xfrm>
            <a:off x="1443477" y="3862461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311" y="4413"/>
                </a:lnTo>
                <a:lnTo>
                  <a:pt x="16939" y="16445"/>
                </a:lnTo>
                <a:lnTo>
                  <a:pt x="4546" y="34286"/>
                </a:lnTo>
                <a:lnTo>
                  <a:pt x="0" y="56125"/>
                </a:lnTo>
                <a:lnTo>
                  <a:pt x="4546" y="77951"/>
                </a:lnTo>
                <a:lnTo>
                  <a:pt x="16939" y="95751"/>
                </a:lnTo>
                <a:lnTo>
                  <a:pt x="35311" y="107740"/>
                </a:lnTo>
                <a:lnTo>
                  <a:pt x="57793" y="112132"/>
                </a:lnTo>
                <a:lnTo>
                  <a:pt x="80267" y="107740"/>
                </a:lnTo>
                <a:lnTo>
                  <a:pt x="98635" y="95751"/>
                </a:lnTo>
                <a:lnTo>
                  <a:pt x="111027" y="77951"/>
                </a:lnTo>
                <a:lnTo>
                  <a:pt x="115574" y="56125"/>
                </a:lnTo>
                <a:lnTo>
                  <a:pt x="111027" y="34286"/>
                </a:lnTo>
                <a:lnTo>
                  <a:pt x="98635" y="16445"/>
                </a:lnTo>
                <a:lnTo>
                  <a:pt x="80267" y="4413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8"/>
          <p:cNvSpPr/>
          <p:nvPr/>
        </p:nvSpPr>
        <p:spPr>
          <a:xfrm>
            <a:off x="1660910" y="3797810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69" h="112395">
                <a:moveTo>
                  <a:pt x="57780" y="0"/>
                </a:moveTo>
                <a:lnTo>
                  <a:pt x="35306" y="4394"/>
                </a:lnTo>
                <a:lnTo>
                  <a:pt x="16938" y="16386"/>
                </a:lnTo>
                <a:lnTo>
                  <a:pt x="4546" y="34186"/>
                </a:lnTo>
                <a:lnTo>
                  <a:pt x="0" y="56006"/>
                </a:lnTo>
                <a:lnTo>
                  <a:pt x="4546" y="77853"/>
                </a:lnTo>
                <a:lnTo>
                  <a:pt x="16938" y="95698"/>
                </a:lnTo>
                <a:lnTo>
                  <a:pt x="35306" y="107731"/>
                </a:lnTo>
                <a:lnTo>
                  <a:pt x="57780" y="112145"/>
                </a:lnTo>
                <a:lnTo>
                  <a:pt x="80310" y="107731"/>
                </a:lnTo>
                <a:lnTo>
                  <a:pt x="98672" y="95698"/>
                </a:lnTo>
                <a:lnTo>
                  <a:pt x="111034" y="77853"/>
                </a:lnTo>
                <a:lnTo>
                  <a:pt x="115561" y="56006"/>
                </a:lnTo>
                <a:lnTo>
                  <a:pt x="111034" y="34186"/>
                </a:lnTo>
                <a:lnTo>
                  <a:pt x="98672" y="16386"/>
                </a:lnTo>
                <a:lnTo>
                  <a:pt x="80310" y="4394"/>
                </a:lnTo>
                <a:lnTo>
                  <a:pt x="577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9"/>
          <p:cNvSpPr/>
          <p:nvPr/>
        </p:nvSpPr>
        <p:spPr>
          <a:xfrm>
            <a:off x="2211573" y="3670169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311" y="4414"/>
                </a:lnTo>
                <a:lnTo>
                  <a:pt x="16939" y="16450"/>
                </a:lnTo>
                <a:lnTo>
                  <a:pt x="4546" y="34296"/>
                </a:lnTo>
                <a:lnTo>
                  <a:pt x="0" y="56144"/>
                </a:lnTo>
                <a:lnTo>
                  <a:pt x="4546" y="77914"/>
                </a:lnTo>
                <a:lnTo>
                  <a:pt x="16939" y="95720"/>
                </a:lnTo>
                <a:lnTo>
                  <a:pt x="35311" y="107739"/>
                </a:lnTo>
                <a:lnTo>
                  <a:pt x="57793" y="112151"/>
                </a:lnTo>
                <a:lnTo>
                  <a:pt x="80323" y="107739"/>
                </a:lnTo>
                <a:lnTo>
                  <a:pt x="98685" y="95720"/>
                </a:lnTo>
                <a:lnTo>
                  <a:pt x="111046" y="77914"/>
                </a:lnTo>
                <a:lnTo>
                  <a:pt x="115574" y="56144"/>
                </a:lnTo>
                <a:lnTo>
                  <a:pt x="111046" y="34296"/>
                </a:lnTo>
                <a:lnTo>
                  <a:pt x="98685" y="16450"/>
                </a:lnTo>
                <a:lnTo>
                  <a:pt x="80323" y="4414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50"/>
          <p:cNvSpPr/>
          <p:nvPr/>
        </p:nvSpPr>
        <p:spPr>
          <a:xfrm>
            <a:off x="2543936" y="3592323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80" y="0"/>
                </a:moveTo>
                <a:lnTo>
                  <a:pt x="35306" y="4394"/>
                </a:lnTo>
                <a:lnTo>
                  <a:pt x="16938" y="16386"/>
                </a:lnTo>
                <a:lnTo>
                  <a:pt x="4546" y="34191"/>
                </a:lnTo>
                <a:lnTo>
                  <a:pt x="0" y="56022"/>
                </a:lnTo>
                <a:lnTo>
                  <a:pt x="4546" y="77858"/>
                </a:lnTo>
                <a:lnTo>
                  <a:pt x="16938" y="95697"/>
                </a:lnTo>
                <a:lnTo>
                  <a:pt x="35306" y="107728"/>
                </a:lnTo>
                <a:lnTo>
                  <a:pt x="57780" y="112142"/>
                </a:lnTo>
                <a:lnTo>
                  <a:pt x="80262" y="107728"/>
                </a:lnTo>
                <a:lnTo>
                  <a:pt x="98634" y="95697"/>
                </a:lnTo>
                <a:lnTo>
                  <a:pt x="111027" y="77858"/>
                </a:lnTo>
                <a:lnTo>
                  <a:pt x="115574" y="56022"/>
                </a:lnTo>
                <a:lnTo>
                  <a:pt x="111027" y="34191"/>
                </a:lnTo>
                <a:lnTo>
                  <a:pt x="98634" y="16386"/>
                </a:lnTo>
                <a:lnTo>
                  <a:pt x="80262" y="4394"/>
                </a:lnTo>
                <a:lnTo>
                  <a:pt x="5778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51"/>
          <p:cNvSpPr/>
          <p:nvPr/>
        </p:nvSpPr>
        <p:spPr>
          <a:xfrm>
            <a:off x="2757165" y="3542154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793" y="0"/>
                </a:moveTo>
                <a:lnTo>
                  <a:pt x="35261" y="4394"/>
                </a:lnTo>
                <a:lnTo>
                  <a:pt x="16895" y="16386"/>
                </a:lnTo>
                <a:lnTo>
                  <a:pt x="4529" y="34191"/>
                </a:lnTo>
                <a:lnTo>
                  <a:pt x="0" y="56022"/>
                </a:lnTo>
                <a:lnTo>
                  <a:pt x="4529" y="77854"/>
                </a:lnTo>
                <a:lnTo>
                  <a:pt x="16895" y="95691"/>
                </a:lnTo>
                <a:lnTo>
                  <a:pt x="35261" y="107722"/>
                </a:lnTo>
                <a:lnTo>
                  <a:pt x="57793" y="112135"/>
                </a:lnTo>
                <a:lnTo>
                  <a:pt x="80267" y="107722"/>
                </a:lnTo>
                <a:lnTo>
                  <a:pt x="98635" y="95691"/>
                </a:lnTo>
                <a:lnTo>
                  <a:pt x="111027" y="77854"/>
                </a:lnTo>
                <a:lnTo>
                  <a:pt x="115574" y="56022"/>
                </a:lnTo>
                <a:lnTo>
                  <a:pt x="111027" y="34191"/>
                </a:lnTo>
                <a:lnTo>
                  <a:pt x="98635" y="16386"/>
                </a:lnTo>
                <a:lnTo>
                  <a:pt x="80267" y="4394"/>
                </a:lnTo>
                <a:lnTo>
                  <a:pt x="5779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52"/>
          <p:cNvSpPr/>
          <p:nvPr/>
        </p:nvSpPr>
        <p:spPr>
          <a:xfrm>
            <a:off x="1729227" y="3774701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911" y="0"/>
                </a:moveTo>
                <a:lnTo>
                  <a:pt x="35361" y="4413"/>
                </a:lnTo>
                <a:lnTo>
                  <a:pt x="16954" y="16447"/>
                </a:lnTo>
                <a:lnTo>
                  <a:pt x="4548" y="34291"/>
                </a:lnTo>
                <a:lnTo>
                  <a:pt x="0" y="56138"/>
                </a:lnTo>
                <a:lnTo>
                  <a:pt x="4548" y="77958"/>
                </a:lnTo>
                <a:lnTo>
                  <a:pt x="16954" y="95759"/>
                </a:lnTo>
                <a:lnTo>
                  <a:pt x="35361" y="107750"/>
                </a:lnTo>
                <a:lnTo>
                  <a:pt x="57911" y="112145"/>
                </a:lnTo>
                <a:lnTo>
                  <a:pt x="80393" y="107750"/>
                </a:lnTo>
                <a:lnTo>
                  <a:pt x="98765" y="95759"/>
                </a:lnTo>
                <a:lnTo>
                  <a:pt x="111158" y="77958"/>
                </a:lnTo>
                <a:lnTo>
                  <a:pt x="115705" y="56138"/>
                </a:lnTo>
                <a:lnTo>
                  <a:pt x="111158" y="34291"/>
                </a:lnTo>
                <a:lnTo>
                  <a:pt x="98765" y="16447"/>
                </a:lnTo>
                <a:lnTo>
                  <a:pt x="80393" y="4413"/>
                </a:lnTo>
                <a:lnTo>
                  <a:pt x="5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53"/>
          <p:cNvSpPr/>
          <p:nvPr/>
        </p:nvSpPr>
        <p:spPr>
          <a:xfrm>
            <a:off x="2818256" y="3524262"/>
            <a:ext cx="116205" cy="112395"/>
          </a:xfrm>
          <a:custGeom>
            <a:avLst/>
            <a:gdLst/>
            <a:ahLst/>
            <a:cxnLst/>
            <a:rect l="l" t="t" r="r" b="b"/>
            <a:pathLst>
              <a:path w="116205" h="112395">
                <a:moveTo>
                  <a:pt x="57911" y="0"/>
                </a:moveTo>
                <a:lnTo>
                  <a:pt x="35361" y="4393"/>
                </a:lnTo>
                <a:lnTo>
                  <a:pt x="16954" y="16382"/>
                </a:lnTo>
                <a:lnTo>
                  <a:pt x="4548" y="34178"/>
                </a:lnTo>
                <a:lnTo>
                  <a:pt x="0" y="55991"/>
                </a:lnTo>
                <a:lnTo>
                  <a:pt x="4548" y="77841"/>
                </a:lnTo>
                <a:lnTo>
                  <a:pt x="16954" y="95688"/>
                </a:lnTo>
                <a:lnTo>
                  <a:pt x="35361" y="107722"/>
                </a:lnTo>
                <a:lnTo>
                  <a:pt x="57911" y="112135"/>
                </a:lnTo>
                <a:lnTo>
                  <a:pt x="80386" y="107722"/>
                </a:lnTo>
                <a:lnTo>
                  <a:pt x="98754" y="95688"/>
                </a:lnTo>
                <a:lnTo>
                  <a:pt x="111146" y="77841"/>
                </a:lnTo>
                <a:lnTo>
                  <a:pt x="115692" y="55991"/>
                </a:lnTo>
                <a:lnTo>
                  <a:pt x="111146" y="34178"/>
                </a:lnTo>
                <a:lnTo>
                  <a:pt x="98754" y="16382"/>
                </a:lnTo>
                <a:lnTo>
                  <a:pt x="80386" y="4393"/>
                </a:lnTo>
                <a:lnTo>
                  <a:pt x="5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105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/>
          <p:nvPr/>
        </p:nvSpPr>
        <p:spPr>
          <a:xfrm>
            <a:off x="0" y="15"/>
            <a:ext cx="12192000" cy="1095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"/>
          <p:cNvSpPr/>
          <p:nvPr/>
        </p:nvSpPr>
        <p:spPr>
          <a:xfrm>
            <a:off x="0" y="0"/>
            <a:ext cx="12192000" cy="1028700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5"/>
          <p:cNvSpPr/>
          <p:nvPr/>
        </p:nvSpPr>
        <p:spPr>
          <a:xfrm>
            <a:off x="2498087" y="90332"/>
            <a:ext cx="7530465" cy="746119"/>
          </a:xfrm>
          <a:custGeom>
            <a:avLst/>
            <a:gdLst/>
            <a:ahLst/>
            <a:cxnLst/>
            <a:rect l="l" t="t" r="r" b="b"/>
            <a:pathLst>
              <a:path w="7530465" h="536575">
                <a:moveTo>
                  <a:pt x="0" y="536210"/>
                </a:moveTo>
                <a:lnTo>
                  <a:pt x="7529839" y="536210"/>
                </a:lnTo>
                <a:lnTo>
                  <a:pt x="7529839" y="0"/>
                </a:lnTo>
                <a:lnTo>
                  <a:pt x="0" y="0"/>
                </a:lnTo>
                <a:lnTo>
                  <a:pt x="0" y="53621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6"/>
          <p:cNvSpPr txBox="1">
            <a:spLocks noGrp="1"/>
          </p:cNvSpPr>
          <p:nvPr>
            <p:ph type="title"/>
          </p:nvPr>
        </p:nvSpPr>
        <p:spPr>
          <a:xfrm>
            <a:off x="5131429" y="-1033821"/>
            <a:ext cx="2263783" cy="16780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125"/>
              </a:spcBef>
            </a:pPr>
            <a:r>
              <a:rPr lang="en-US" sz="3600" spc="25" dirty="0" smtClean="0">
                <a:solidFill>
                  <a:schemeClr val="bg1"/>
                </a:solidFill>
              </a:rPr>
              <a:t/>
            </a:r>
            <a:br>
              <a:rPr lang="en-US" sz="3600" spc="25" dirty="0" smtClean="0">
                <a:solidFill>
                  <a:schemeClr val="bg1"/>
                </a:solidFill>
              </a:rPr>
            </a:br>
            <a:r>
              <a:rPr lang="en-US" sz="3600" spc="25" dirty="0">
                <a:solidFill>
                  <a:schemeClr val="bg1"/>
                </a:solidFill>
              </a:rPr>
              <a:t/>
            </a:r>
            <a:br>
              <a:rPr lang="en-US" sz="3600" spc="25" dirty="0">
                <a:solidFill>
                  <a:schemeClr val="bg1"/>
                </a:solidFill>
              </a:rPr>
            </a:br>
            <a:r>
              <a:rPr sz="3600" spc="25" dirty="0" smtClean="0">
                <a:solidFill>
                  <a:schemeClr val="bg1"/>
                </a:solidFill>
              </a:rPr>
              <a:t>S</a:t>
            </a:r>
            <a:r>
              <a:rPr sz="3600" spc="35" dirty="0" smtClean="0">
                <a:solidFill>
                  <a:schemeClr val="bg1"/>
                </a:solidFill>
              </a:rPr>
              <a:t>u</a:t>
            </a:r>
            <a:r>
              <a:rPr sz="3600" spc="10" dirty="0" smtClean="0">
                <a:solidFill>
                  <a:schemeClr val="bg1"/>
                </a:solidFill>
              </a:rPr>
              <a:t>m</a:t>
            </a:r>
            <a:r>
              <a:rPr sz="3600" spc="20" dirty="0" smtClean="0">
                <a:solidFill>
                  <a:schemeClr val="bg1"/>
                </a:solidFill>
              </a:rPr>
              <a:t>m</a:t>
            </a:r>
            <a:r>
              <a:rPr sz="3600" spc="35" dirty="0" smtClean="0">
                <a:solidFill>
                  <a:schemeClr val="bg1"/>
                </a:solidFill>
              </a:rPr>
              <a:t>a</a:t>
            </a:r>
            <a:r>
              <a:rPr sz="3600" spc="-25" dirty="0" smtClean="0">
                <a:solidFill>
                  <a:schemeClr val="bg1"/>
                </a:solidFill>
              </a:rPr>
              <a:t>r</a:t>
            </a:r>
            <a:r>
              <a:rPr sz="3600" spc="10" dirty="0" smtClean="0">
                <a:solidFill>
                  <a:schemeClr val="bg1"/>
                </a:solidFill>
              </a:rPr>
              <a:t>y</a:t>
            </a:r>
            <a:endParaRPr sz="3600" spc="10" dirty="0">
              <a:solidFill>
                <a:schemeClr val="bg1"/>
              </a:solidFill>
            </a:endParaRPr>
          </a:p>
        </p:txBody>
      </p:sp>
      <p:sp>
        <p:nvSpPr>
          <p:cNvPr id="29" name="object 7"/>
          <p:cNvSpPr/>
          <p:nvPr/>
        </p:nvSpPr>
        <p:spPr>
          <a:xfrm>
            <a:off x="57150" y="2924175"/>
            <a:ext cx="3581400" cy="14192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/>
          <p:nvPr/>
        </p:nvSpPr>
        <p:spPr>
          <a:xfrm>
            <a:off x="149613" y="3012826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866" y="0"/>
                </a:moveTo>
                <a:lnTo>
                  <a:pt x="207072" y="0"/>
                </a:lnTo>
                <a:lnTo>
                  <a:pt x="159593" y="5468"/>
                </a:lnTo>
                <a:lnTo>
                  <a:pt x="116009" y="21045"/>
                </a:lnTo>
                <a:lnTo>
                  <a:pt x="77561" y="45490"/>
                </a:lnTo>
                <a:lnTo>
                  <a:pt x="45492" y="77563"/>
                </a:lnTo>
                <a:lnTo>
                  <a:pt x="21047" y="116023"/>
                </a:lnTo>
                <a:lnTo>
                  <a:pt x="5469" y="159630"/>
                </a:lnTo>
                <a:lnTo>
                  <a:pt x="0" y="207142"/>
                </a:lnTo>
                <a:lnTo>
                  <a:pt x="0" y="1035429"/>
                </a:lnTo>
                <a:lnTo>
                  <a:pt x="5469" y="1082886"/>
                </a:lnTo>
                <a:lnTo>
                  <a:pt x="21047" y="1126453"/>
                </a:lnTo>
                <a:lnTo>
                  <a:pt x="45492" y="1164889"/>
                </a:lnTo>
                <a:lnTo>
                  <a:pt x="77561" y="1196948"/>
                </a:lnTo>
                <a:lnTo>
                  <a:pt x="116009" y="1221387"/>
                </a:lnTo>
                <a:lnTo>
                  <a:pt x="159593" y="1236963"/>
                </a:lnTo>
                <a:lnTo>
                  <a:pt x="207072" y="1242431"/>
                </a:lnTo>
                <a:lnTo>
                  <a:pt x="3189866" y="1242431"/>
                </a:lnTo>
                <a:lnTo>
                  <a:pt x="3237321" y="1236963"/>
                </a:lnTo>
                <a:lnTo>
                  <a:pt x="3280887" y="1221387"/>
                </a:lnTo>
                <a:lnTo>
                  <a:pt x="3319320" y="1196948"/>
                </a:lnTo>
                <a:lnTo>
                  <a:pt x="3351377" y="1164889"/>
                </a:lnTo>
                <a:lnTo>
                  <a:pt x="3375814" y="1126453"/>
                </a:lnTo>
                <a:lnTo>
                  <a:pt x="3391388" y="1082886"/>
                </a:lnTo>
                <a:lnTo>
                  <a:pt x="3396856" y="1035429"/>
                </a:lnTo>
                <a:lnTo>
                  <a:pt x="3396856" y="207142"/>
                </a:lnTo>
                <a:lnTo>
                  <a:pt x="3391388" y="159630"/>
                </a:lnTo>
                <a:lnTo>
                  <a:pt x="3375814" y="116023"/>
                </a:lnTo>
                <a:lnTo>
                  <a:pt x="3351377" y="77563"/>
                </a:lnTo>
                <a:lnTo>
                  <a:pt x="3319320" y="45490"/>
                </a:lnTo>
                <a:lnTo>
                  <a:pt x="3280887" y="21045"/>
                </a:lnTo>
                <a:lnTo>
                  <a:pt x="3237321" y="5468"/>
                </a:lnTo>
                <a:lnTo>
                  <a:pt x="31898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9"/>
          <p:cNvSpPr/>
          <p:nvPr/>
        </p:nvSpPr>
        <p:spPr>
          <a:xfrm>
            <a:off x="149613" y="3012826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142"/>
                </a:moveTo>
                <a:lnTo>
                  <a:pt x="5469" y="159630"/>
                </a:lnTo>
                <a:lnTo>
                  <a:pt x="21047" y="116023"/>
                </a:lnTo>
                <a:lnTo>
                  <a:pt x="45492" y="77563"/>
                </a:lnTo>
                <a:lnTo>
                  <a:pt x="77561" y="45490"/>
                </a:lnTo>
                <a:lnTo>
                  <a:pt x="116009" y="21045"/>
                </a:lnTo>
                <a:lnTo>
                  <a:pt x="159593" y="5468"/>
                </a:lnTo>
                <a:lnTo>
                  <a:pt x="207072" y="0"/>
                </a:lnTo>
                <a:lnTo>
                  <a:pt x="3189866" y="0"/>
                </a:lnTo>
                <a:lnTo>
                  <a:pt x="3237321" y="5468"/>
                </a:lnTo>
                <a:lnTo>
                  <a:pt x="3280887" y="21045"/>
                </a:lnTo>
                <a:lnTo>
                  <a:pt x="3319320" y="45490"/>
                </a:lnTo>
                <a:lnTo>
                  <a:pt x="3351377" y="77563"/>
                </a:lnTo>
                <a:lnTo>
                  <a:pt x="3375814" y="116023"/>
                </a:lnTo>
                <a:lnTo>
                  <a:pt x="3391388" y="159630"/>
                </a:lnTo>
                <a:lnTo>
                  <a:pt x="3396856" y="207142"/>
                </a:lnTo>
                <a:lnTo>
                  <a:pt x="3396856" y="1035429"/>
                </a:lnTo>
                <a:lnTo>
                  <a:pt x="3391388" y="1082886"/>
                </a:lnTo>
                <a:lnTo>
                  <a:pt x="3375814" y="1126453"/>
                </a:lnTo>
                <a:lnTo>
                  <a:pt x="3351377" y="1164889"/>
                </a:lnTo>
                <a:lnTo>
                  <a:pt x="3319320" y="1196948"/>
                </a:lnTo>
                <a:lnTo>
                  <a:pt x="3280887" y="1221387"/>
                </a:lnTo>
                <a:lnTo>
                  <a:pt x="3237321" y="1236963"/>
                </a:lnTo>
                <a:lnTo>
                  <a:pt x="3189866" y="1242431"/>
                </a:lnTo>
                <a:lnTo>
                  <a:pt x="207072" y="1242431"/>
                </a:lnTo>
                <a:lnTo>
                  <a:pt x="159593" y="1236963"/>
                </a:lnTo>
                <a:lnTo>
                  <a:pt x="116009" y="1221387"/>
                </a:lnTo>
                <a:lnTo>
                  <a:pt x="77561" y="1196948"/>
                </a:lnTo>
                <a:lnTo>
                  <a:pt x="45492" y="1164889"/>
                </a:lnTo>
                <a:lnTo>
                  <a:pt x="21047" y="1126453"/>
                </a:lnTo>
                <a:lnTo>
                  <a:pt x="5469" y="1082886"/>
                </a:lnTo>
                <a:lnTo>
                  <a:pt x="0" y="1035429"/>
                </a:lnTo>
                <a:lnTo>
                  <a:pt x="0" y="207142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 txBox="1"/>
          <p:nvPr/>
        </p:nvSpPr>
        <p:spPr>
          <a:xfrm>
            <a:off x="756599" y="3341938"/>
            <a:ext cx="2195195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69900" marR="5080" indent="-457834">
              <a:lnSpc>
                <a:spcPct val="101000"/>
              </a:lnSpc>
              <a:spcBef>
                <a:spcPts val="80"/>
              </a:spcBef>
            </a:pPr>
            <a:r>
              <a:rPr sz="1800" b="1" spc="15" dirty="0">
                <a:solidFill>
                  <a:srgbClr val="6F2F9F"/>
                </a:solidFill>
                <a:latin typeface="Arial"/>
                <a:cs typeface="Arial"/>
              </a:rPr>
              <a:t>Look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back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1800" b="1" spc="-1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Linear 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Regression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11"/>
          <p:cNvSpPr/>
          <p:nvPr/>
        </p:nvSpPr>
        <p:spPr>
          <a:xfrm>
            <a:off x="4305300" y="2924175"/>
            <a:ext cx="3581400" cy="14192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/>
          <p:nvPr/>
        </p:nvSpPr>
        <p:spPr>
          <a:xfrm>
            <a:off x="4397623" y="3012826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731" y="0"/>
                </a:moveTo>
                <a:lnTo>
                  <a:pt x="207020" y="0"/>
                </a:lnTo>
                <a:lnTo>
                  <a:pt x="159563" y="5468"/>
                </a:lnTo>
                <a:lnTo>
                  <a:pt x="115992" y="21045"/>
                </a:lnTo>
                <a:lnTo>
                  <a:pt x="77553" y="45490"/>
                </a:lnTo>
                <a:lnTo>
                  <a:pt x="45490" y="77563"/>
                </a:lnTo>
                <a:lnTo>
                  <a:pt x="21047" y="116023"/>
                </a:lnTo>
                <a:lnTo>
                  <a:pt x="5469" y="159630"/>
                </a:lnTo>
                <a:lnTo>
                  <a:pt x="0" y="207142"/>
                </a:lnTo>
                <a:lnTo>
                  <a:pt x="0" y="1035429"/>
                </a:lnTo>
                <a:lnTo>
                  <a:pt x="5469" y="1082886"/>
                </a:lnTo>
                <a:lnTo>
                  <a:pt x="21047" y="1126453"/>
                </a:lnTo>
                <a:lnTo>
                  <a:pt x="45490" y="1164889"/>
                </a:lnTo>
                <a:lnTo>
                  <a:pt x="77553" y="1196948"/>
                </a:lnTo>
                <a:lnTo>
                  <a:pt x="115992" y="1221387"/>
                </a:lnTo>
                <a:lnTo>
                  <a:pt x="159563" y="1236963"/>
                </a:lnTo>
                <a:lnTo>
                  <a:pt x="207020" y="1242431"/>
                </a:lnTo>
                <a:lnTo>
                  <a:pt x="3189731" y="1242431"/>
                </a:lnTo>
                <a:lnTo>
                  <a:pt x="3237189" y="1236963"/>
                </a:lnTo>
                <a:lnTo>
                  <a:pt x="3280759" y="1221387"/>
                </a:lnTo>
                <a:lnTo>
                  <a:pt x="3319198" y="1196948"/>
                </a:lnTo>
                <a:lnTo>
                  <a:pt x="3351261" y="1164889"/>
                </a:lnTo>
                <a:lnTo>
                  <a:pt x="3375704" y="1126453"/>
                </a:lnTo>
                <a:lnTo>
                  <a:pt x="3391282" y="1082886"/>
                </a:lnTo>
                <a:lnTo>
                  <a:pt x="3396752" y="1035429"/>
                </a:lnTo>
                <a:lnTo>
                  <a:pt x="3396752" y="207142"/>
                </a:lnTo>
                <a:lnTo>
                  <a:pt x="3391282" y="159630"/>
                </a:lnTo>
                <a:lnTo>
                  <a:pt x="3375704" y="116023"/>
                </a:lnTo>
                <a:lnTo>
                  <a:pt x="3351261" y="77563"/>
                </a:lnTo>
                <a:lnTo>
                  <a:pt x="3319198" y="45490"/>
                </a:lnTo>
                <a:lnTo>
                  <a:pt x="3280759" y="21045"/>
                </a:lnTo>
                <a:lnTo>
                  <a:pt x="3237189" y="5468"/>
                </a:lnTo>
                <a:lnTo>
                  <a:pt x="3189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3"/>
          <p:cNvSpPr/>
          <p:nvPr/>
        </p:nvSpPr>
        <p:spPr>
          <a:xfrm>
            <a:off x="4397623" y="3012826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142"/>
                </a:moveTo>
                <a:lnTo>
                  <a:pt x="5469" y="159630"/>
                </a:lnTo>
                <a:lnTo>
                  <a:pt x="21047" y="116023"/>
                </a:lnTo>
                <a:lnTo>
                  <a:pt x="45490" y="77563"/>
                </a:lnTo>
                <a:lnTo>
                  <a:pt x="77553" y="45490"/>
                </a:lnTo>
                <a:lnTo>
                  <a:pt x="115992" y="21045"/>
                </a:lnTo>
                <a:lnTo>
                  <a:pt x="159563" y="5468"/>
                </a:lnTo>
                <a:lnTo>
                  <a:pt x="207020" y="0"/>
                </a:lnTo>
                <a:lnTo>
                  <a:pt x="3189731" y="0"/>
                </a:lnTo>
                <a:lnTo>
                  <a:pt x="3237189" y="5468"/>
                </a:lnTo>
                <a:lnTo>
                  <a:pt x="3280759" y="21045"/>
                </a:lnTo>
                <a:lnTo>
                  <a:pt x="3319198" y="45490"/>
                </a:lnTo>
                <a:lnTo>
                  <a:pt x="3351261" y="77563"/>
                </a:lnTo>
                <a:lnTo>
                  <a:pt x="3375704" y="116023"/>
                </a:lnTo>
                <a:lnTo>
                  <a:pt x="3391282" y="159630"/>
                </a:lnTo>
                <a:lnTo>
                  <a:pt x="3396752" y="207142"/>
                </a:lnTo>
                <a:lnTo>
                  <a:pt x="3396752" y="1035429"/>
                </a:lnTo>
                <a:lnTo>
                  <a:pt x="3391282" y="1082886"/>
                </a:lnTo>
                <a:lnTo>
                  <a:pt x="3375704" y="1126453"/>
                </a:lnTo>
                <a:lnTo>
                  <a:pt x="3351261" y="1164889"/>
                </a:lnTo>
                <a:lnTo>
                  <a:pt x="3319198" y="1196948"/>
                </a:lnTo>
                <a:lnTo>
                  <a:pt x="3280759" y="1221387"/>
                </a:lnTo>
                <a:lnTo>
                  <a:pt x="3237189" y="1236963"/>
                </a:lnTo>
                <a:lnTo>
                  <a:pt x="3189731" y="1242431"/>
                </a:lnTo>
                <a:lnTo>
                  <a:pt x="207020" y="1242431"/>
                </a:lnTo>
                <a:lnTo>
                  <a:pt x="159563" y="1236963"/>
                </a:lnTo>
                <a:lnTo>
                  <a:pt x="115992" y="1221387"/>
                </a:lnTo>
                <a:lnTo>
                  <a:pt x="77553" y="1196948"/>
                </a:lnTo>
                <a:lnTo>
                  <a:pt x="45490" y="1164889"/>
                </a:lnTo>
                <a:lnTo>
                  <a:pt x="21047" y="1126453"/>
                </a:lnTo>
                <a:lnTo>
                  <a:pt x="5469" y="1082886"/>
                </a:lnTo>
                <a:lnTo>
                  <a:pt x="0" y="1035429"/>
                </a:lnTo>
                <a:lnTo>
                  <a:pt x="0" y="207142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 txBox="1"/>
          <p:nvPr/>
        </p:nvSpPr>
        <p:spPr>
          <a:xfrm>
            <a:off x="4807588" y="3341938"/>
            <a:ext cx="2587625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69925" marR="5080" indent="-657860">
              <a:lnSpc>
                <a:spcPct val="101000"/>
              </a:lnSpc>
              <a:spcBef>
                <a:spcPts val="8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Introduction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to</a:t>
            </a:r>
            <a:r>
              <a:rPr sz="18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Logistic 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Regression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15"/>
          <p:cNvSpPr/>
          <p:nvPr/>
        </p:nvSpPr>
        <p:spPr>
          <a:xfrm>
            <a:off x="8553450" y="2924175"/>
            <a:ext cx="3581400" cy="14192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8645529" y="3012826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731" y="0"/>
                </a:moveTo>
                <a:lnTo>
                  <a:pt x="207020" y="0"/>
                </a:lnTo>
                <a:lnTo>
                  <a:pt x="159563" y="5468"/>
                </a:lnTo>
                <a:lnTo>
                  <a:pt x="115992" y="21045"/>
                </a:lnTo>
                <a:lnTo>
                  <a:pt x="77553" y="45490"/>
                </a:lnTo>
                <a:lnTo>
                  <a:pt x="45490" y="77563"/>
                </a:lnTo>
                <a:lnTo>
                  <a:pt x="21047" y="116023"/>
                </a:lnTo>
                <a:lnTo>
                  <a:pt x="5469" y="159630"/>
                </a:lnTo>
                <a:lnTo>
                  <a:pt x="0" y="207142"/>
                </a:lnTo>
                <a:lnTo>
                  <a:pt x="0" y="1035429"/>
                </a:lnTo>
                <a:lnTo>
                  <a:pt x="5469" y="1082886"/>
                </a:lnTo>
                <a:lnTo>
                  <a:pt x="21047" y="1126453"/>
                </a:lnTo>
                <a:lnTo>
                  <a:pt x="45490" y="1164889"/>
                </a:lnTo>
                <a:lnTo>
                  <a:pt x="77553" y="1196948"/>
                </a:lnTo>
                <a:lnTo>
                  <a:pt x="115992" y="1221387"/>
                </a:lnTo>
                <a:lnTo>
                  <a:pt x="159563" y="1236963"/>
                </a:lnTo>
                <a:lnTo>
                  <a:pt x="207020" y="1242431"/>
                </a:lnTo>
                <a:lnTo>
                  <a:pt x="3189731" y="1242431"/>
                </a:lnTo>
                <a:lnTo>
                  <a:pt x="3237234" y="1236963"/>
                </a:lnTo>
                <a:lnTo>
                  <a:pt x="3280836" y="1221387"/>
                </a:lnTo>
                <a:lnTo>
                  <a:pt x="3319297" y="1196948"/>
                </a:lnTo>
                <a:lnTo>
                  <a:pt x="3351373" y="1164889"/>
                </a:lnTo>
                <a:lnTo>
                  <a:pt x="3375823" y="1126453"/>
                </a:lnTo>
                <a:lnTo>
                  <a:pt x="3391404" y="1082886"/>
                </a:lnTo>
                <a:lnTo>
                  <a:pt x="3396874" y="1035429"/>
                </a:lnTo>
                <a:lnTo>
                  <a:pt x="3396874" y="207142"/>
                </a:lnTo>
                <a:lnTo>
                  <a:pt x="3391404" y="159630"/>
                </a:lnTo>
                <a:lnTo>
                  <a:pt x="3375823" y="116023"/>
                </a:lnTo>
                <a:lnTo>
                  <a:pt x="3351373" y="77563"/>
                </a:lnTo>
                <a:lnTo>
                  <a:pt x="3319297" y="45490"/>
                </a:lnTo>
                <a:lnTo>
                  <a:pt x="3280836" y="21045"/>
                </a:lnTo>
                <a:lnTo>
                  <a:pt x="3237234" y="5468"/>
                </a:lnTo>
                <a:lnTo>
                  <a:pt x="3189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/>
          <p:nvPr/>
        </p:nvSpPr>
        <p:spPr>
          <a:xfrm>
            <a:off x="8645529" y="3012826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142"/>
                </a:moveTo>
                <a:lnTo>
                  <a:pt x="5469" y="159630"/>
                </a:lnTo>
                <a:lnTo>
                  <a:pt x="21047" y="116023"/>
                </a:lnTo>
                <a:lnTo>
                  <a:pt x="45490" y="77563"/>
                </a:lnTo>
                <a:lnTo>
                  <a:pt x="77553" y="45490"/>
                </a:lnTo>
                <a:lnTo>
                  <a:pt x="115992" y="21045"/>
                </a:lnTo>
                <a:lnTo>
                  <a:pt x="159563" y="5468"/>
                </a:lnTo>
                <a:lnTo>
                  <a:pt x="207020" y="0"/>
                </a:lnTo>
                <a:lnTo>
                  <a:pt x="3189731" y="0"/>
                </a:lnTo>
                <a:lnTo>
                  <a:pt x="3237234" y="5468"/>
                </a:lnTo>
                <a:lnTo>
                  <a:pt x="3280836" y="21045"/>
                </a:lnTo>
                <a:lnTo>
                  <a:pt x="3319297" y="45490"/>
                </a:lnTo>
                <a:lnTo>
                  <a:pt x="3351373" y="77563"/>
                </a:lnTo>
                <a:lnTo>
                  <a:pt x="3375823" y="116023"/>
                </a:lnTo>
                <a:lnTo>
                  <a:pt x="3391404" y="159630"/>
                </a:lnTo>
                <a:lnTo>
                  <a:pt x="3396874" y="207142"/>
                </a:lnTo>
                <a:lnTo>
                  <a:pt x="3396874" y="1035429"/>
                </a:lnTo>
                <a:lnTo>
                  <a:pt x="3391404" y="1082886"/>
                </a:lnTo>
                <a:lnTo>
                  <a:pt x="3375823" y="1126453"/>
                </a:lnTo>
                <a:lnTo>
                  <a:pt x="3351373" y="1164889"/>
                </a:lnTo>
                <a:lnTo>
                  <a:pt x="3319297" y="1196948"/>
                </a:lnTo>
                <a:lnTo>
                  <a:pt x="3280836" y="1221387"/>
                </a:lnTo>
                <a:lnTo>
                  <a:pt x="3237234" y="1236963"/>
                </a:lnTo>
                <a:lnTo>
                  <a:pt x="3189731" y="1242431"/>
                </a:lnTo>
                <a:lnTo>
                  <a:pt x="207020" y="1242431"/>
                </a:lnTo>
                <a:lnTo>
                  <a:pt x="159563" y="1236963"/>
                </a:lnTo>
                <a:lnTo>
                  <a:pt x="115992" y="1221387"/>
                </a:lnTo>
                <a:lnTo>
                  <a:pt x="77553" y="1196948"/>
                </a:lnTo>
                <a:lnTo>
                  <a:pt x="45490" y="1164889"/>
                </a:lnTo>
                <a:lnTo>
                  <a:pt x="21047" y="1126453"/>
                </a:lnTo>
                <a:lnTo>
                  <a:pt x="5469" y="1082886"/>
                </a:lnTo>
                <a:lnTo>
                  <a:pt x="0" y="1035429"/>
                </a:lnTo>
                <a:lnTo>
                  <a:pt x="0" y="207142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/>
          <p:cNvSpPr txBox="1"/>
          <p:nvPr/>
        </p:nvSpPr>
        <p:spPr>
          <a:xfrm>
            <a:off x="9115813" y="3341938"/>
            <a:ext cx="2473960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84200" marR="5080" indent="-572135">
              <a:lnSpc>
                <a:spcPct val="101000"/>
              </a:lnSpc>
              <a:spcBef>
                <a:spcPts val="8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What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and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Why</a:t>
            </a:r>
            <a:r>
              <a:rPr sz="18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logistic 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regression?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595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"/>
          <p:cNvSpPr/>
          <p:nvPr/>
        </p:nvSpPr>
        <p:spPr>
          <a:xfrm>
            <a:off x="0" y="15"/>
            <a:ext cx="12192000" cy="1095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"/>
          <p:cNvSpPr/>
          <p:nvPr/>
        </p:nvSpPr>
        <p:spPr>
          <a:xfrm>
            <a:off x="0" y="0"/>
            <a:ext cx="12192000" cy="1028700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0" y="1028355"/>
                </a:moveTo>
                <a:lnTo>
                  <a:pt x="12191999" y="1028355"/>
                </a:lnTo>
                <a:lnTo>
                  <a:pt x="12191999" y="0"/>
                </a:lnTo>
                <a:lnTo>
                  <a:pt x="0" y="0"/>
                </a:lnTo>
                <a:lnTo>
                  <a:pt x="0" y="1028355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5"/>
          <p:cNvSpPr/>
          <p:nvPr/>
        </p:nvSpPr>
        <p:spPr>
          <a:xfrm>
            <a:off x="2498087" y="90332"/>
            <a:ext cx="7530465" cy="746119"/>
          </a:xfrm>
          <a:custGeom>
            <a:avLst/>
            <a:gdLst/>
            <a:ahLst/>
            <a:cxnLst/>
            <a:rect l="l" t="t" r="r" b="b"/>
            <a:pathLst>
              <a:path w="7530465" h="536575">
                <a:moveTo>
                  <a:pt x="0" y="536210"/>
                </a:moveTo>
                <a:lnTo>
                  <a:pt x="7529839" y="536210"/>
                </a:lnTo>
                <a:lnTo>
                  <a:pt x="7529839" y="0"/>
                </a:lnTo>
                <a:lnTo>
                  <a:pt x="0" y="0"/>
                </a:lnTo>
                <a:lnTo>
                  <a:pt x="0" y="53621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6"/>
          <p:cNvSpPr txBox="1">
            <a:spLocks noGrp="1"/>
          </p:cNvSpPr>
          <p:nvPr>
            <p:ph type="title"/>
          </p:nvPr>
        </p:nvSpPr>
        <p:spPr>
          <a:xfrm>
            <a:off x="5131429" y="-1033821"/>
            <a:ext cx="2263783" cy="16780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125"/>
              </a:spcBef>
            </a:pPr>
            <a:r>
              <a:rPr lang="en-US" sz="3600" spc="25" dirty="0" smtClean="0">
                <a:solidFill>
                  <a:schemeClr val="bg1"/>
                </a:solidFill>
              </a:rPr>
              <a:t/>
            </a:r>
            <a:br>
              <a:rPr lang="en-US" sz="3600" spc="25" dirty="0" smtClean="0">
                <a:solidFill>
                  <a:schemeClr val="bg1"/>
                </a:solidFill>
              </a:rPr>
            </a:br>
            <a:r>
              <a:rPr lang="en-US" sz="3600" spc="25" dirty="0">
                <a:solidFill>
                  <a:schemeClr val="bg1"/>
                </a:solidFill>
              </a:rPr>
              <a:t/>
            </a:r>
            <a:br>
              <a:rPr lang="en-US" sz="3600" spc="25" dirty="0">
                <a:solidFill>
                  <a:schemeClr val="bg1"/>
                </a:solidFill>
              </a:rPr>
            </a:br>
            <a:r>
              <a:rPr sz="3600" spc="25" dirty="0" smtClean="0">
                <a:solidFill>
                  <a:schemeClr val="bg1"/>
                </a:solidFill>
              </a:rPr>
              <a:t>S</a:t>
            </a:r>
            <a:r>
              <a:rPr sz="3600" spc="35" dirty="0" smtClean="0">
                <a:solidFill>
                  <a:schemeClr val="bg1"/>
                </a:solidFill>
              </a:rPr>
              <a:t>u</a:t>
            </a:r>
            <a:r>
              <a:rPr sz="3600" spc="10" dirty="0" smtClean="0">
                <a:solidFill>
                  <a:schemeClr val="bg1"/>
                </a:solidFill>
              </a:rPr>
              <a:t>m</a:t>
            </a:r>
            <a:r>
              <a:rPr sz="3600" spc="20" dirty="0" smtClean="0">
                <a:solidFill>
                  <a:schemeClr val="bg1"/>
                </a:solidFill>
              </a:rPr>
              <a:t>m</a:t>
            </a:r>
            <a:r>
              <a:rPr sz="3600" spc="35" dirty="0" smtClean="0">
                <a:solidFill>
                  <a:schemeClr val="bg1"/>
                </a:solidFill>
              </a:rPr>
              <a:t>a</a:t>
            </a:r>
            <a:r>
              <a:rPr sz="3600" spc="-25" dirty="0" smtClean="0">
                <a:solidFill>
                  <a:schemeClr val="bg1"/>
                </a:solidFill>
              </a:rPr>
              <a:t>r</a:t>
            </a:r>
            <a:r>
              <a:rPr sz="3600" spc="10" dirty="0" smtClean="0">
                <a:solidFill>
                  <a:schemeClr val="bg1"/>
                </a:solidFill>
              </a:rPr>
              <a:t>y</a:t>
            </a:r>
            <a:endParaRPr sz="3600" spc="10" dirty="0">
              <a:solidFill>
                <a:schemeClr val="bg1"/>
              </a:solidFill>
            </a:endParaRPr>
          </a:p>
        </p:txBody>
      </p:sp>
      <p:sp>
        <p:nvSpPr>
          <p:cNvPr id="18" name="object 2"/>
          <p:cNvSpPr/>
          <p:nvPr/>
        </p:nvSpPr>
        <p:spPr>
          <a:xfrm>
            <a:off x="9353550" y="2809005"/>
            <a:ext cx="2133600" cy="2200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/>
          <p:cNvSpPr/>
          <p:nvPr/>
        </p:nvSpPr>
        <p:spPr>
          <a:xfrm>
            <a:off x="9439533" y="2911327"/>
            <a:ext cx="1958339" cy="1996439"/>
          </a:xfrm>
          <a:custGeom>
            <a:avLst/>
            <a:gdLst/>
            <a:ahLst/>
            <a:cxnLst/>
            <a:rect l="l" t="t" r="r" b="b"/>
            <a:pathLst>
              <a:path w="1958340" h="1996439">
                <a:moveTo>
                  <a:pt x="1958339" y="21365"/>
                </a:moveTo>
                <a:lnTo>
                  <a:pt x="1907405" y="16161"/>
                </a:lnTo>
                <a:lnTo>
                  <a:pt x="1856600" y="11236"/>
                </a:lnTo>
                <a:lnTo>
                  <a:pt x="1806052" y="6875"/>
                </a:lnTo>
                <a:lnTo>
                  <a:pt x="1755889" y="3360"/>
                </a:lnTo>
                <a:lnTo>
                  <a:pt x="1706242" y="974"/>
                </a:lnTo>
                <a:lnTo>
                  <a:pt x="1657237" y="0"/>
                </a:lnTo>
                <a:lnTo>
                  <a:pt x="1609004" y="720"/>
                </a:lnTo>
                <a:lnTo>
                  <a:pt x="1561671" y="3418"/>
                </a:lnTo>
                <a:lnTo>
                  <a:pt x="1515366" y="8376"/>
                </a:lnTo>
                <a:lnTo>
                  <a:pt x="1470218" y="15877"/>
                </a:lnTo>
                <a:lnTo>
                  <a:pt x="1426355" y="26205"/>
                </a:lnTo>
                <a:lnTo>
                  <a:pt x="1383907" y="39641"/>
                </a:lnTo>
                <a:lnTo>
                  <a:pt x="1343000" y="56470"/>
                </a:lnTo>
                <a:lnTo>
                  <a:pt x="1303765" y="76973"/>
                </a:lnTo>
                <a:lnTo>
                  <a:pt x="1266329" y="101434"/>
                </a:lnTo>
                <a:lnTo>
                  <a:pt x="1230820" y="130135"/>
                </a:lnTo>
                <a:lnTo>
                  <a:pt x="1197368" y="163359"/>
                </a:lnTo>
                <a:lnTo>
                  <a:pt x="1166101" y="201390"/>
                </a:lnTo>
                <a:lnTo>
                  <a:pt x="1137147" y="244509"/>
                </a:lnTo>
                <a:lnTo>
                  <a:pt x="1107617" y="306092"/>
                </a:lnTo>
                <a:lnTo>
                  <a:pt x="1084375" y="380906"/>
                </a:lnTo>
                <a:lnTo>
                  <a:pt x="1074825" y="422684"/>
                </a:lnTo>
                <a:lnTo>
                  <a:pt x="1066500" y="467062"/>
                </a:lnTo>
                <a:lnTo>
                  <a:pt x="1059288" y="513803"/>
                </a:lnTo>
                <a:lnTo>
                  <a:pt x="1053071" y="562672"/>
                </a:lnTo>
                <a:lnTo>
                  <a:pt x="1047736" y="613433"/>
                </a:lnTo>
                <a:lnTo>
                  <a:pt x="1043166" y="665849"/>
                </a:lnTo>
                <a:lnTo>
                  <a:pt x="1039247" y="719686"/>
                </a:lnTo>
                <a:lnTo>
                  <a:pt x="1035864" y="774706"/>
                </a:lnTo>
                <a:lnTo>
                  <a:pt x="1032902" y="830673"/>
                </a:lnTo>
                <a:lnTo>
                  <a:pt x="1030244" y="887353"/>
                </a:lnTo>
                <a:lnTo>
                  <a:pt x="1027777" y="944508"/>
                </a:lnTo>
                <a:lnTo>
                  <a:pt x="1025385" y="1001902"/>
                </a:lnTo>
                <a:lnTo>
                  <a:pt x="1022952" y="1059301"/>
                </a:lnTo>
                <a:lnTo>
                  <a:pt x="1020365" y="1116467"/>
                </a:lnTo>
                <a:lnTo>
                  <a:pt x="1017506" y="1173165"/>
                </a:lnTo>
                <a:lnTo>
                  <a:pt x="1014262" y="1229159"/>
                </a:lnTo>
                <a:lnTo>
                  <a:pt x="1010518" y="1284213"/>
                </a:lnTo>
                <a:lnTo>
                  <a:pt x="1006157" y="1338090"/>
                </a:lnTo>
                <a:lnTo>
                  <a:pt x="1001065" y="1390556"/>
                </a:lnTo>
                <a:lnTo>
                  <a:pt x="995127" y="1441373"/>
                </a:lnTo>
                <a:lnTo>
                  <a:pt x="988227" y="1490306"/>
                </a:lnTo>
                <a:lnTo>
                  <a:pt x="980251" y="1537118"/>
                </a:lnTo>
                <a:lnTo>
                  <a:pt x="971083" y="1581575"/>
                </a:lnTo>
                <a:lnTo>
                  <a:pt x="960608" y="1623439"/>
                </a:lnTo>
                <a:lnTo>
                  <a:pt x="948711" y="1662476"/>
                </a:lnTo>
                <a:lnTo>
                  <a:pt x="935276" y="1698448"/>
                </a:lnTo>
                <a:lnTo>
                  <a:pt x="903335" y="1760255"/>
                </a:lnTo>
                <a:lnTo>
                  <a:pt x="682259" y="1919132"/>
                </a:lnTo>
                <a:lnTo>
                  <a:pt x="380618" y="1984855"/>
                </a:lnTo>
                <a:lnTo>
                  <a:pt x="114502" y="1995999"/>
                </a:lnTo>
                <a:lnTo>
                  <a:pt x="0" y="1991141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4"/>
          <p:cNvSpPr/>
          <p:nvPr/>
        </p:nvSpPr>
        <p:spPr>
          <a:xfrm>
            <a:off x="5270387" y="2914960"/>
            <a:ext cx="1842135" cy="1982470"/>
          </a:xfrm>
          <a:custGeom>
            <a:avLst/>
            <a:gdLst/>
            <a:ahLst/>
            <a:cxnLst/>
            <a:rect l="l" t="t" r="r" b="b"/>
            <a:pathLst>
              <a:path w="1842134" h="1982470">
                <a:moveTo>
                  <a:pt x="1841997" y="21298"/>
                </a:moveTo>
                <a:lnTo>
                  <a:pt x="1794093" y="16109"/>
                </a:lnTo>
                <a:lnTo>
                  <a:pt x="1746309" y="11201"/>
                </a:lnTo>
                <a:lnTo>
                  <a:pt x="1698767" y="6856"/>
                </a:lnTo>
                <a:lnTo>
                  <a:pt x="1651586" y="3353"/>
                </a:lnTo>
                <a:lnTo>
                  <a:pt x="1604889" y="974"/>
                </a:lnTo>
                <a:lnTo>
                  <a:pt x="1558796" y="0"/>
                </a:lnTo>
                <a:lnTo>
                  <a:pt x="1513428" y="711"/>
                </a:lnTo>
                <a:lnTo>
                  <a:pt x="1468906" y="3388"/>
                </a:lnTo>
                <a:lnTo>
                  <a:pt x="1425350" y="8312"/>
                </a:lnTo>
                <a:lnTo>
                  <a:pt x="1382883" y="15764"/>
                </a:lnTo>
                <a:lnTo>
                  <a:pt x="1341624" y="26025"/>
                </a:lnTo>
                <a:lnTo>
                  <a:pt x="1301694" y="39375"/>
                </a:lnTo>
                <a:lnTo>
                  <a:pt x="1263215" y="56095"/>
                </a:lnTo>
                <a:lnTo>
                  <a:pt x="1226308" y="76466"/>
                </a:lnTo>
                <a:lnTo>
                  <a:pt x="1191093" y="100770"/>
                </a:lnTo>
                <a:lnTo>
                  <a:pt x="1157691" y="129286"/>
                </a:lnTo>
                <a:lnTo>
                  <a:pt x="1126223" y="162295"/>
                </a:lnTo>
                <a:lnTo>
                  <a:pt x="1096810" y="200079"/>
                </a:lnTo>
                <a:lnTo>
                  <a:pt x="1069573" y="242918"/>
                </a:lnTo>
                <a:lnTo>
                  <a:pt x="1041792" y="304067"/>
                </a:lnTo>
                <a:lnTo>
                  <a:pt x="1019926" y="378353"/>
                </a:lnTo>
                <a:lnTo>
                  <a:pt x="1010940" y="419837"/>
                </a:lnTo>
                <a:lnTo>
                  <a:pt x="1003108" y="463902"/>
                </a:lnTo>
                <a:lnTo>
                  <a:pt x="996321" y="510314"/>
                </a:lnTo>
                <a:lnTo>
                  <a:pt x="990471" y="558840"/>
                </a:lnTo>
                <a:lnTo>
                  <a:pt x="985450" y="609243"/>
                </a:lnTo>
                <a:lnTo>
                  <a:pt x="981150" y="661291"/>
                </a:lnTo>
                <a:lnTo>
                  <a:pt x="977462" y="714749"/>
                </a:lnTo>
                <a:lnTo>
                  <a:pt x="974277" y="769383"/>
                </a:lnTo>
                <a:lnTo>
                  <a:pt x="971489" y="824958"/>
                </a:lnTo>
                <a:lnTo>
                  <a:pt x="968987" y="881240"/>
                </a:lnTo>
                <a:lnTo>
                  <a:pt x="966665" y="937995"/>
                </a:lnTo>
                <a:lnTo>
                  <a:pt x="964413" y="994988"/>
                </a:lnTo>
                <a:lnTo>
                  <a:pt x="962124" y="1051985"/>
                </a:lnTo>
                <a:lnTo>
                  <a:pt x="959689" y="1108753"/>
                </a:lnTo>
                <a:lnTo>
                  <a:pt x="957000" y="1165055"/>
                </a:lnTo>
                <a:lnTo>
                  <a:pt x="953948" y="1220659"/>
                </a:lnTo>
                <a:lnTo>
                  <a:pt x="950425" y="1275330"/>
                </a:lnTo>
                <a:lnTo>
                  <a:pt x="946323" y="1328834"/>
                </a:lnTo>
                <a:lnTo>
                  <a:pt x="941534" y="1380936"/>
                </a:lnTo>
                <a:lnTo>
                  <a:pt x="935949" y="1431402"/>
                </a:lnTo>
                <a:lnTo>
                  <a:pt x="929460" y="1479998"/>
                </a:lnTo>
                <a:lnTo>
                  <a:pt x="921959" y="1526489"/>
                </a:lnTo>
                <a:lnTo>
                  <a:pt x="913338" y="1570642"/>
                </a:lnTo>
                <a:lnTo>
                  <a:pt x="903487" y="1612221"/>
                </a:lnTo>
                <a:lnTo>
                  <a:pt x="892299" y="1650993"/>
                </a:lnTo>
                <a:lnTo>
                  <a:pt x="865479" y="1719177"/>
                </a:lnTo>
                <a:lnTo>
                  <a:pt x="641703" y="1905860"/>
                </a:lnTo>
                <a:lnTo>
                  <a:pt x="357995" y="1971064"/>
                </a:lnTo>
                <a:lnTo>
                  <a:pt x="107697" y="1982071"/>
                </a:lnTo>
                <a:lnTo>
                  <a:pt x="0" y="1977221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5"/>
          <p:cNvSpPr/>
          <p:nvPr/>
        </p:nvSpPr>
        <p:spPr>
          <a:xfrm>
            <a:off x="5587105" y="2901108"/>
            <a:ext cx="1802764" cy="1996439"/>
          </a:xfrm>
          <a:custGeom>
            <a:avLst/>
            <a:gdLst/>
            <a:ahLst/>
            <a:cxnLst/>
            <a:rect l="l" t="t" r="r" b="b"/>
            <a:pathLst>
              <a:path w="1802765" h="1996439">
                <a:moveTo>
                  <a:pt x="1802526" y="21434"/>
                </a:moveTo>
                <a:lnTo>
                  <a:pt x="1753039" y="15921"/>
                </a:lnTo>
                <a:lnTo>
                  <a:pt x="1703692" y="10742"/>
                </a:lnTo>
                <a:lnTo>
                  <a:pt x="1654623" y="6227"/>
                </a:lnTo>
                <a:lnTo>
                  <a:pt x="1605971" y="2710"/>
                </a:lnTo>
                <a:lnTo>
                  <a:pt x="1557877" y="523"/>
                </a:lnTo>
                <a:lnTo>
                  <a:pt x="1510478" y="0"/>
                </a:lnTo>
                <a:lnTo>
                  <a:pt x="1463914" y="1471"/>
                </a:lnTo>
                <a:lnTo>
                  <a:pt x="1418324" y="5270"/>
                </a:lnTo>
                <a:lnTo>
                  <a:pt x="1373847" y="11730"/>
                </a:lnTo>
                <a:lnTo>
                  <a:pt x="1330623" y="21182"/>
                </a:lnTo>
                <a:lnTo>
                  <a:pt x="1288791" y="33960"/>
                </a:lnTo>
                <a:lnTo>
                  <a:pt x="1248490" y="50396"/>
                </a:lnTo>
                <a:lnTo>
                  <a:pt x="1209858" y="70823"/>
                </a:lnTo>
                <a:lnTo>
                  <a:pt x="1173036" y="95573"/>
                </a:lnTo>
                <a:lnTo>
                  <a:pt x="1138162" y="124979"/>
                </a:lnTo>
                <a:lnTo>
                  <a:pt x="1105375" y="159373"/>
                </a:lnTo>
                <a:lnTo>
                  <a:pt x="1074816" y="199088"/>
                </a:lnTo>
                <a:lnTo>
                  <a:pt x="1046622" y="244456"/>
                </a:lnTo>
                <a:lnTo>
                  <a:pt x="1019454" y="306040"/>
                </a:lnTo>
                <a:lnTo>
                  <a:pt x="998069" y="380857"/>
                </a:lnTo>
                <a:lnTo>
                  <a:pt x="989280" y="422638"/>
                </a:lnTo>
                <a:lnTo>
                  <a:pt x="981619" y="467019"/>
                </a:lnTo>
                <a:lnTo>
                  <a:pt x="974980" y="513764"/>
                </a:lnTo>
                <a:lnTo>
                  <a:pt x="969258" y="562637"/>
                </a:lnTo>
                <a:lnTo>
                  <a:pt x="964345" y="613402"/>
                </a:lnTo>
                <a:lnTo>
                  <a:pt x="960137" y="665823"/>
                </a:lnTo>
                <a:lnTo>
                  <a:pt x="956528" y="719664"/>
                </a:lnTo>
                <a:lnTo>
                  <a:pt x="953411" y="774689"/>
                </a:lnTo>
                <a:lnTo>
                  <a:pt x="950681" y="830661"/>
                </a:lnTo>
                <a:lnTo>
                  <a:pt x="948231" y="887346"/>
                </a:lnTo>
                <a:lnTo>
                  <a:pt x="945957" y="944506"/>
                </a:lnTo>
                <a:lnTo>
                  <a:pt x="943752" y="1001907"/>
                </a:lnTo>
                <a:lnTo>
                  <a:pt x="941510" y="1059311"/>
                </a:lnTo>
                <a:lnTo>
                  <a:pt x="939125" y="1116482"/>
                </a:lnTo>
                <a:lnTo>
                  <a:pt x="936492" y="1173186"/>
                </a:lnTo>
                <a:lnTo>
                  <a:pt x="933504" y="1229185"/>
                </a:lnTo>
                <a:lnTo>
                  <a:pt x="930056" y="1284244"/>
                </a:lnTo>
                <a:lnTo>
                  <a:pt x="926042" y="1338126"/>
                </a:lnTo>
                <a:lnTo>
                  <a:pt x="921355" y="1390596"/>
                </a:lnTo>
                <a:lnTo>
                  <a:pt x="915891" y="1441417"/>
                </a:lnTo>
                <a:lnTo>
                  <a:pt x="909543" y="1490354"/>
                </a:lnTo>
                <a:lnTo>
                  <a:pt x="902205" y="1537170"/>
                </a:lnTo>
                <a:lnTo>
                  <a:pt x="893771" y="1581630"/>
                </a:lnTo>
                <a:lnTo>
                  <a:pt x="884136" y="1623497"/>
                </a:lnTo>
                <a:lnTo>
                  <a:pt x="873194" y="1662535"/>
                </a:lnTo>
                <a:lnTo>
                  <a:pt x="846963" y="1731181"/>
                </a:lnTo>
                <a:lnTo>
                  <a:pt x="627931" y="1919174"/>
                </a:lnTo>
                <a:lnTo>
                  <a:pt x="350295" y="1984852"/>
                </a:lnTo>
                <a:lnTo>
                  <a:pt x="105377" y="1995951"/>
                </a:lnTo>
                <a:lnTo>
                  <a:pt x="0" y="1991073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6"/>
          <p:cNvSpPr/>
          <p:nvPr/>
        </p:nvSpPr>
        <p:spPr>
          <a:xfrm>
            <a:off x="5364236" y="2914947"/>
            <a:ext cx="1929130" cy="1996439"/>
          </a:xfrm>
          <a:custGeom>
            <a:avLst/>
            <a:gdLst/>
            <a:ahLst/>
            <a:cxnLst/>
            <a:rect l="l" t="t" r="r" b="b"/>
            <a:pathLst>
              <a:path w="1929129" h="1996439">
                <a:moveTo>
                  <a:pt x="1928621" y="21433"/>
                </a:moveTo>
                <a:lnTo>
                  <a:pt x="1878453" y="16207"/>
                </a:lnTo>
                <a:lnTo>
                  <a:pt x="1828412" y="11265"/>
                </a:lnTo>
                <a:lnTo>
                  <a:pt x="1778627" y="6892"/>
                </a:lnTo>
                <a:lnTo>
                  <a:pt x="1729222" y="3368"/>
                </a:lnTo>
                <a:lnTo>
                  <a:pt x="1680326" y="976"/>
                </a:lnTo>
                <a:lnTo>
                  <a:pt x="1632063" y="0"/>
                </a:lnTo>
                <a:lnTo>
                  <a:pt x="1584561" y="720"/>
                </a:lnTo>
                <a:lnTo>
                  <a:pt x="1537946" y="3421"/>
                </a:lnTo>
                <a:lnTo>
                  <a:pt x="1492344" y="8383"/>
                </a:lnTo>
                <a:lnTo>
                  <a:pt x="1447881" y="15891"/>
                </a:lnTo>
                <a:lnTo>
                  <a:pt x="1404685" y="26225"/>
                </a:lnTo>
                <a:lnTo>
                  <a:pt x="1362882" y="39670"/>
                </a:lnTo>
                <a:lnTo>
                  <a:pt x="1322597" y="56506"/>
                </a:lnTo>
                <a:lnTo>
                  <a:pt x="1283958" y="77017"/>
                </a:lnTo>
                <a:lnTo>
                  <a:pt x="1247090" y="101485"/>
                </a:lnTo>
                <a:lnTo>
                  <a:pt x="1212121" y="130193"/>
                </a:lnTo>
                <a:lnTo>
                  <a:pt x="1179176" y="163422"/>
                </a:lnTo>
                <a:lnTo>
                  <a:pt x="1148382" y="201456"/>
                </a:lnTo>
                <a:lnTo>
                  <a:pt x="1119865" y="244577"/>
                </a:lnTo>
                <a:lnTo>
                  <a:pt x="1090785" y="306160"/>
                </a:lnTo>
                <a:lnTo>
                  <a:pt x="1067897" y="380973"/>
                </a:lnTo>
                <a:lnTo>
                  <a:pt x="1058491" y="422752"/>
                </a:lnTo>
                <a:lnTo>
                  <a:pt x="1050293" y="467129"/>
                </a:lnTo>
                <a:lnTo>
                  <a:pt x="1043189" y="513871"/>
                </a:lnTo>
                <a:lnTo>
                  <a:pt x="1037066" y="562740"/>
                </a:lnTo>
                <a:lnTo>
                  <a:pt x="1031811" y="613501"/>
                </a:lnTo>
                <a:lnTo>
                  <a:pt x="1027310" y="665918"/>
                </a:lnTo>
                <a:lnTo>
                  <a:pt x="1023450" y="719754"/>
                </a:lnTo>
                <a:lnTo>
                  <a:pt x="1020118" y="774774"/>
                </a:lnTo>
                <a:lnTo>
                  <a:pt x="1017199" y="830742"/>
                </a:lnTo>
                <a:lnTo>
                  <a:pt x="1014581" y="887421"/>
                </a:lnTo>
                <a:lnTo>
                  <a:pt x="1012151" y="944577"/>
                </a:lnTo>
                <a:lnTo>
                  <a:pt x="1009794" y="1001972"/>
                </a:lnTo>
                <a:lnTo>
                  <a:pt x="1007398" y="1059370"/>
                </a:lnTo>
                <a:lnTo>
                  <a:pt x="1004849" y="1116537"/>
                </a:lnTo>
                <a:lnTo>
                  <a:pt x="1002034" y="1173235"/>
                </a:lnTo>
                <a:lnTo>
                  <a:pt x="998839" y="1229229"/>
                </a:lnTo>
                <a:lnTo>
                  <a:pt x="995152" y="1284283"/>
                </a:lnTo>
                <a:lnTo>
                  <a:pt x="990857" y="1338160"/>
                </a:lnTo>
                <a:lnTo>
                  <a:pt x="985843" y="1390626"/>
                </a:lnTo>
                <a:lnTo>
                  <a:pt x="979996" y="1441443"/>
                </a:lnTo>
                <a:lnTo>
                  <a:pt x="973203" y="1490376"/>
                </a:lnTo>
                <a:lnTo>
                  <a:pt x="965349" y="1537189"/>
                </a:lnTo>
                <a:lnTo>
                  <a:pt x="956322" y="1581645"/>
                </a:lnTo>
                <a:lnTo>
                  <a:pt x="946008" y="1623510"/>
                </a:lnTo>
                <a:lnTo>
                  <a:pt x="934295" y="1662546"/>
                </a:lnTo>
                <a:lnTo>
                  <a:pt x="921068" y="1698518"/>
                </a:lnTo>
                <a:lnTo>
                  <a:pt x="889619" y="1760326"/>
                </a:lnTo>
                <a:lnTo>
                  <a:pt x="671856" y="1919203"/>
                </a:lnTo>
                <a:lnTo>
                  <a:pt x="374801" y="1984926"/>
                </a:lnTo>
                <a:lnTo>
                  <a:pt x="112749" y="1996070"/>
                </a:lnTo>
                <a:lnTo>
                  <a:pt x="0" y="1991212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2"/>
          <p:cNvSpPr/>
          <p:nvPr/>
        </p:nvSpPr>
        <p:spPr>
          <a:xfrm>
            <a:off x="57150" y="1018305"/>
            <a:ext cx="3581400" cy="1428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3"/>
          <p:cNvSpPr/>
          <p:nvPr/>
        </p:nvSpPr>
        <p:spPr>
          <a:xfrm>
            <a:off x="149613" y="1113158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866" y="0"/>
                </a:moveTo>
                <a:lnTo>
                  <a:pt x="207072" y="0"/>
                </a:lnTo>
                <a:lnTo>
                  <a:pt x="159593" y="5469"/>
                </a:lnTo>
                <a:lnTo>
                  <a:pt x="116009" y="21047"/>
                </a:lnTo>
                <a:lnTo>
                  <a:pt x="77561" y="45490"/>
                </a:lnTo>
                <a:lnTo>
                  <a:pt x="45492" y="77553"/>
                </a:lnTo>
                <a:lnTo>
                  <a:pt x="21047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14"/>
                </a:lnTo>
                <a:lnTo>
                  <a:pt x="5469" y="1082816"/>
                </a:lnTo>
                <a:lnTo>
                  <a:pt x="21047" y="1126418"/>
                </a:lnTo>
                <a:lnTo>
                  <a:pt x="45492" y="1164879"/>
                </a:lnTo>
                <a:lnTo>
                  <a:pt x="77561" y="1196955"/>
                </a:lnTo>
                <a:lnTo>
                  <a:pt x="116009" y="1221405"/>
                </a:lnTo>
                <a:lnTo>
                  <a:pt x="159593" y="1236986"/>
                </a:lnTo>
                <a:lnTo>
                  <a:pt x="207072" y="1242456"/>
                </a:lnTo>
                <a:lnTo>
                  <a:pt x="3189866" y="1242456"/>
                </a:lnTo>
                <a:lnTo>
                  <a:pt x="3237321" y="1236986"/>
                </a:lnTo>
                <a:lnTo>
                  <a:pt x="3280887" y="1221405"/>
                </a:lnTo>
                <a:lnTo>
                  <a:pt x="3319320" y="1196955"/>
                </a:lnTo>
                <a:lnTo>
                  <a:pt x="3351377" y="1164879"/>
                </a:lnTo>
                <a:lnTo>
                  <a:pt x="3375814" y="1126418"/>
                </a:lnTo>
                <a:lnTo>
                  <a:pt x="3391388" y="1082816"/>
                </a:lnTo>
                <a:lnTo>
                  <a:pt x="3396856" y="1035314"/>
                </a:lnTo>
                <a:lnTo>
                  <a:pt x="3396856" y="207020"/>
                </a:lnTo>
                <a:lnTo>
                  <a:pt x="3391388" y="159563"/>
                </a:lnTo>
                <a:lnTo>
                  <a:pt x="3375814" y="115992"/>
                </a:lnTo>
                <a:lnTo>
                  <a:pt x="3351377" y="77553"/>
                </a:lnTo>
                <a:lnTo>
                  <a:pt x="3319320" y="45490"/>
                </a:lnTo>
                <a:lnTo>
                  <a:pt x="3280887" y="21047"/>
                </a:lnTo>
                <a:lnTo>
                  <a:pt x="3237321" y="5469"/>
                </a:lnTo>
                <a:lnTo>
                  <a:pt x="31898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4"/>
          <p:cNvSpPr/>
          <p:nvPr/>
        </p:nvSpPr>
        <p:spPr>
          <a:xfrm>
            <a:off x="149613" y="1113158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020"/>
                </a:moveTo>
                <a:lnTo>
                  <a:pt x="5469" y="159563"/>
                </a:lnTo>
                <a:lnTo>
                  <a:pt x="21047" y="115992"/>
                </a:lnTo>
                <a:lnTo>
                  <a:pt x="45492" y="77553"/>
                </a:lnTo>
                <a:lnTo>
                  <a:pt x="77561" y="45490"/>
                </a:lnTo>
                <a:lnTo>
                  <a:pt x="116009" y="21047"/>
                </a:lnTo>
                <a:lnTo>
                  <a:pt x="159593" y="5469"/>
                </a:lnTo>
                <a:lnTo>
                  <a:pt x="207072" y="0"/>
                </a:lnTo>
                <a:lnTo>
                  <a:pt x="3189866" y="0"/>
                </a:lnTo>
                <a:lnTo>
                  <a:pt x="3237321" y="5469"/>
                </a:lnTo>
                <a:lnTo>
                  <a:pt x="3280887" y="21047"/>
                </a:lnTo>
                <a:lnTo>
                  <a:pt x="3319320" y="45490"/>
                </a:lnTo>
                <a:lnTo>
                  <a:pt x="3351377" y="77553"/>
                </a:lnTo>
                <a:lnTo>
                  <a:pt x="3375814" y="115992"/>
                </a:lnTo>
                <a:lnTo>
                  <a:pt x="3391388" y="159563"/>
                </a:lnTo>
                <a:lnTo>
                  <a:pt x="3396856" y="207020"/>
                </a:lnTo>
                <a:lnTo>
                  <a:pt x="3396856" y="1035314"/>
                </a:lnTo>
                <a:lnTo>
                  <a:pt x="3391388" y="1082816"/>
                </a:lnTo>
                <a:lnTo>
                  <a:pt x="3375814" y="1126418"/>
                </a:lnTo>
                <a:lnTo>
                  <a:pt x="3351377" y="1164879"/>
                </a:lnTo>
                <a:lnTo>
                  <a:pt x="3319320" y="1196955"/>
                </a:lnTo>
                <a:lnTo>
                  <a:pt x="3280887" y="1221405"/>
                </a:lnTo>
                <a:lnTo>
                  <a:pt x="3237321" y="1236986"/>
                </a:lnTo>
                <a:lnTo>
                  <a:pt x="3189866" y="1242456"/>
                </a:lnTo>
                <a:lnTo>
                  <a:pt x="207072" y="1242456"/>
                </a:lnTo>
                <a:lnTo>
                  <a:pt x="159593" y="1236986"/>
                </a:lnTo>
                <a:lnTo>
                  <a:pt x="116009" y="1221405"/>
                </a:lnTo>
                <a:lnTo>
                  <a:pt x="77561" y="1196955"/>
                </a:lnTo>
                <a:lnTo>
                  <a:pt x="45492" y="1164879"/>
                </a:lnTo>
                <a:lnTo>
                  <a:pt x="21047" y="1126418"/>
                </a:lnTo>
                <a:lnTo>
                  <a:pt x="5469" y="1082816"/>
                </a:lnTo>
                <a:lnTo>
                  <a:pt x="0" y="1035314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5"/>
          <p:cNvSpPr txBox="1"/>
          <p:nvPr/>
        </p:nvSpPr>
        <p:spPr>
          <a:xfrm>
            <a:off x="727714" y="1577418"/>
            <a:ext cx="2252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Plot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labeled</a:t>
            </a:r>
            <a:r>
              <a:rPr sz="1800" b="1" spc="-1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16"/>
          <p:cNvSpPr/>
          <p:nvPr/>
        </p:nvSpPr>
        <p:spPr>
          <a:xfrm>
            <a:off x="948619" y="2662061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184" y="114340"/>
                </a:moveTo>
                <a:lnTo>
                  <a:pt x="38084" y="114381"/>
                </a:lnTo>
                <a:lnTo>
                  <a:pt x="40443" y="2222632"/>
                </a:lnTo>
                <a:lnTo>
                  <a:pt x="78543" y="2222632"/>
                </a:lnTo>
                <a:lnTo>
                  <a:pt x="76184" y="114340"/>
                </a:lnTo>
                <a:close/>
              </a:path>
              <a:path w="114300" h="2223135">
                <a:moveTo>
                  <a:pt x="57018" y="0"/>
                </a:moveTo>
                <a:lnTo>
                  <a:pt x="0" y="114421"/>
                </a:lnTo>
                <a:lnTo>
                  <a:pt x="38084" y="114381"/>
                </a:lnTo>
                <a:lnTo>
                  <a:pt x="38063" y="95249"/>
                </a:lnTo>
                <a:lnTo>
                  <a:pt x="104753" y="95249"/>
                </a:lnTo>
                <a:lnTo>
                  <a:pt x="57018" y="0"/>
                </a:lnTo>
                <a:close/>
              </a:path>
              <a:path w="114300" h="2223135">
                <a:moveTo>
                  <a:pt x="76163" y="95249"/>
                </a:moveTo>
                <a:lnTo>
                  <a:pt x="38063" y="95249"/>
                </a:lnTo>
                <a:lnTo>
                  <a:pt x="38084" y="114381"/>
                </a:lnTo>
                <a:lnTo>
                  <a:pt x="76184" y="114340"/>
                </a:lnTo>
                <a:lnTo>
                  <a:pt x="76163" y="95249"/>
                </a:lnTo>
                <a:close/>
              </a:path>
              <a:path w="114300" h="2223135">
                <a:moveTo>
                  <a:pt x="104753" y="95249"/>
                </a:moveTo>
                <a:lnTo>
                  <a:pt x="76163" y="95249"/>
                </a:lnTo>
                <a:lnTo>
                  <a:pt x="76184" y="114340"/>
                </a:lnTo>
                <a:lnTo>
                  <a:pt x="114299" y="114299"/>
                </a:lnTo>
                <a:lnTo>
                  <a:pt x="104753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7"/>
          <p:cNvSpPr/>
          <p:nvPr/>
        </p:nvSpPr>
        <p:spPr>
          <a:xfrm>
            <a:off x="986457" y="4839603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666" y="0"/>
                </a:moveTo>
                <a:lnTo>
                  <a:pt x="2672666" y="114299"/>
                </a:lnTo>
                <a:lnTo>
                  <a:pt x="2748866" y="76199"/>
                </a:lnTo>
                <a:lnTo>
                  <a:pt x="2691716" y="76199"/>
                </a:lnTo>
                <a:lnTo>
                  <a:pt x="2691716" y="38099"/>
                </a:lnTo>
                <a:lnTo>
                  <a:pt x="2748866" y="38099"/>
                </a:lnTo>
                <a:lnTo>
                  <a:pt x="2672666" y="0"/>
                </a:lnTo>
                <a:close/>
              </a:path>
              <a:path w="2787015" h="114300">
                <a:moveTo>
                  <a:pt x="2672666" y="38099"/>
                </a:moveTo>
                <a:lnTo>
                  <a:pt x="0" y="38099"/>
                </a:lnTo>
                <a:lnTo>
                  <a:pt x="12" y="76199"/>
                </a:lnTo>
                <a:lnTo>
                  <a:pt x="2672666" y="76199"/>
                </a:lnTo>
                <a:lnTo>
                  <a:pt x="2672666" y="38099"/>
                </a:lnTo>
                <a:close/>
              </a:path>
              <a:path w="2787015" h="114300">
                <a:moveTo>
                  <a:pt x="2748866" y="38099"/>
                </a:moveTo>
                <a:lnTo>
                  <a:pt x="2691716" y="38099"/>
                </a:lnTo>
                <a:lnTo>
                  <a:pt x="2691716" y="76199"/>
                </a:lnTo>
                <a:lnTo>
                  <a:pt x="2748866" y="76199"/>
                </a:lnTo>
                <a:lnTo>
                  <a:pt x="2786966" y="57149"/>
                </a:lnTo>
                <a:lnTo>
                  <a:pt x="2748866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8"/>
          <p:cNvSpPr txBox="1"/>
          <p:nvPr/>
        </p:nvSpPr>
        <p:spPr>
          <a:xfrm>
            <a:off x="726761" y="2689621"/>
            <a:ext cx="2867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432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6" name="object 19"/>
          <p:cNvSpPr txBox="1"/>
          <p:nvPr/>
        </p:nvSpPr>
        <p:spPr>
          <a:xfrm>
            <a:off x="714688" y="4789250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20"/>
          <p:cNvSpPr/>
          <p:nvPr/>
        </p:nvSpPr>
        <p:spPr>
          <a:xfrm>
            <a:off x="76200" y="2713755"/>
            <a:ext cx="752475" cy="2190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1"/>
          <p:cNvSpPr/>
          <p:nvPr/>
        </p:nvSpPr>
        <p:spPr>
          <a:xfrm>
            <a:off x="170830" y="2802909"/>
            <a:ext cx="570230" cy="2005964"/>
          </a:xfrm>
          <a:custGeom>
            <a:avLst/>
            <a:gdLst/>
            <a:ahLst/>
            <a:cxnLst/>
            <a:rect l="l" t="t" r="r" b="b"/>
            <a:pathLst>
              <a:path w="570230" h="2005964">
                <a:moveTo>
                  <a:pt x="474738" y="0"/>
                </a:moveTo>
                <a:lnTo>
                  <a:pt x="94940" y="0"/>
                </a:lnTo>
                <a:lnTo>
                  <a:pt x="57984" y="7468"/>
                </a:lnTo>
                <a:lnTo>
                  <a:pt x="27807" y="27832"/>
                </a:lnTo>
                <a:lnTo>
                  <a:pt x="7460" y="58031"/>
                </a:lnTo>
                <a:lnTo>
                  <a:pt x="0" y="95006"/>
                </a:lnTo>
                <a:lnTo>
                  <a:pt x="0" y="1910964"/>
                </a:lnTo>
                <a:lnTo>
                  <a:pt x="7460" y="1947864"/>
                </a:lnTo>
                <a:lnTo>
                  <a:pt x="27807" y="1978022"/>
                </a:lnTo>
                <a:lnTo>
                  <a:pt x="57984" y="1998369"/>
                </a:lnTo>
                <a:lnTo>
                  <a:pt x="94940" y="2005833"/>
                </a:lnTo>
                <a:lnTo>
                  <a:pt x="474738" y="2005833"/>
                </a:lnTo>
                <a:lnTo>
                  <a:pt x="511695" y="1998369"/>
                </a:lnTo>
                <a:lnTo>
                  <a:pt x="541877" y="1978022"/>
                </a:lnTo>
                <a:lnTo>
                  <a:pt x="562227" y="1947864"/>
                </a:lnTo>
                <a:lnTo>
                  <a:pt x="569689" y="1910964"/>
                </a:lnTo>
                <a:lnTo>
                  <a:pt x="569689" y="95006"/>
                </a:lnTo>
                <a:lnTo>
                  <a:pt x="562227" y="58031"/>
                </a:lnTo>
                <a:lnTo>
                  <a:pt x="541877" y="27832"/>
                </a:lnTo>
                <a:lnTo>
                  <a:pt x="511695" y="7468"/>
                </a:lnTo>
                <a:lnTo>
                  <a:pt x="4747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22"/>
          <p:cNvSpPr/>
          <p:nvPr/>
        </p:nvSpPr>
        <p:spPr>
          <a:xfrm>
            <a:off x="170830" y="2802909"/>
            <a:ext cx="570230" cy="2005964"/>
          </a:xfrm>
          <a:custGeom>
            <a:avLst/>
            <a:gdLst/>
            <a:ahLst/>
            <a:cxnLst/>
            <a:rect l="l" t="t" r="r" b="b"/>
            <a:pathLst>
              <a:path w="570230" h="2005964">
                <a:moveTo>
                  <a:pt x="0" y="95006"/>
                </a:moveTo>
                <a:lnTo>
                  <a:pt x="7460" y="58031"/>
                </a:lnTo>
                <a:lnTo>
                  <a:pt x="27807" y="27832"/>
                </a:lnTo>
                <a:lnTo>
                  <a:pt x="57984" y="7468"/>
                </a:lnTo>
                <a:lnTo>
                  <a:pt x="94940" y="0"/>
                </a:lnTo>
                <a:lnTo>
                  <a:pt x="474738" y="0"/>
                </a:lnTo>
                <a:lnTo>
                  <a:pt x="511695" y="7468"/>
                </a:lnTo>
                <a:lnTo>
                  <a:pt x="541877" y="27832"/>
                </a:lnTo>
                <a:lnTo>
                  <a:pt x="562227" y="58031"/>
                </a:lnTo>
                <a:lnTo>
                  <a:pt x="569689" y="95006"/>
                </a:lnTo>
                <a:lnTo>
                  <a:pt x="569689" y="1910964"/>
                </a:lnTo>
                <a:lnTo>
                  <a:pt x="562227" y="1947864"/>
                </a:lnTo>
                <a:lnTo>
                  <a:pt x="541877" y="1978022"/>
                </a:lnTo>
                <a:lnTo>
                  <a:pt x="511695" y="1998369"/>
                </a:lnTo>
                <a:lnTo>
                  <a:pt x="474738" y="2005833"/>
                </a:lnTo>
                <a:lnTo>
                  <a:pt x="94940" y="2005833"/>
                </a:lnTo>
                <a:lnTo>
                  <a:pt x="57984" y="1998369"/>
                </a:lnTo>
                <a:lnTo>
                  <a:pt x="27807" y="1978022"/>
                </a:lnTo>
                <a:lnTo>
                  <a:pt x="7460" y="1947864"/>
                </a:lnTo>
                <a:lnTo>
                  <a:pt x="0" y="1910964"/>
                </a:lnTo>
                <a:lnTo>
                  <a:pt x="0" y="950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3"/>
          <p:cNvSpPr/>
          <p:nvPr/>
        </p:nvSpPr>
        <p:spPr>
          <a:xfrm>
            <a:off x="382655" y="304967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55" y="0"/>
                </a:moveTo>
                <a:lnTo>
                  <a:pt x="35150" y="4391"/>
                </a:lnTo>
                <a:lnTo>
                  <a:pt x="16856" y="16367"/>
                </a:lnTo>
                <a:lnTo>
                  <a:pt x="4522" y="34127"/>
                </a:lnTo>
                <a:lnTo>
                  <a:pt x="0" y="55869"/>
                </a:lnTo>
                <a:lnTo>
                  <a:pt x="4522" y="77625"/>
                </a:lnTo>
                <a:lnTo>
                  <a:pt x="16856" y="95383"/>
                </a:lnTo>
                <a:lnTo>
                  <a:pt x="35150" y="107351"/>
                </a:lnTo>
                <a:lnTo>
                  <a:pt x="57555" y="111739"/>
                </a:lnTo>
                <a:lnTo>
                  <a:pt x="79958" y="107351"/>
                </a:lnTo>
                <a:lnTo>
                  <a:pt x="98253" y="95383"/>
                </a:lnTo>
                <a:lnTo>
                  <a:pt x="110587" y="77625"/>
                </a:lnTo>
                <a:lnTo>
                  <a:pt x="115110" y="55869"/>
                </a:lnTo>
                <a:lnTo>
                  <a:pt x="110587" y="34127"/>
                </a:lnTo>
                <a:lnTo>
                  <a:pt x="98253" y="16367"/>
                </a:lnTo>
                <a:lnTo>
                  <a:pt x="79958" y="4391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4"/>
          <p:cNvSpPr/>
          <p:nvPr/>
        </p:nvSpPr>
        <p:spPr>
          <a:xfrm>
            <a:off x="382655" y="304967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2" y="34127"/>
                </a:lnTo>
                <a:lnTo>
                  <a:pt x="16856" y="16367"/>
                </a:lnTo>
                <a:lnTo>
                  <a:pt x="35150" y="4391"/>
                </a:lnTo>
                <a:lnTo>
                  <a:pt x="57555" y="0"/>
                </a:lnTo>
                <a:lnTo>
                  <a:pt x="79958" y="4391"/>
                </a:lnTo>
                <a:lnTo>
                  <a:pt x="98253" y="16367"/>
                </a:lnTo>
                <a:lnTo>
                  <a:pt x="110587" y="34127"/>
                </a:lnTo>
                <a:lnTo>
                  <a:pt x="115110" y="55869"/>
                </a:lnTo>
                <a:lnTo>
                  <a:pt x="110587" y="77625"/>
                </a:lnTo>
                <a:lnTo>
                  <a:pt x="98253" y="95383"/>
                </a:lnTo>
                <a:lnTo>
                  <a:pt x="79958" y="107351"/>
                </a:lnTo>
                <a:lnTo>
                  <a:pt x="57555" y="111739"/>
                </a:lnTo>
                <a:lnTo>
                  <a:pt x="35150" y="107351"/>
                </a:lnTo>
                <a:lnTo>
                  <a:pt x="16856" y="95383"/>
                </a:lnTo>
                <a:lnTo>
                  <a:pt x="4522" y="77625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5"/>
          <p:cNvSpPr/>
          <p:nvPr/>
        </p:nvSpPr>
        <p:spPr>
          <a:xfrm>
            <a:off x="382655" y="322176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55" y="0"/>
                </a:moveTo>
                <a:lnTo>
                  <a:pt x="35150" y="4387"/>
                </a:lnTo>
                <a:lnTo>
                  <a:pt x="16856" y="16356"/>
                </a:lnTo>
                <a:lnTo>
                  <a:pt x="4522" y="34114"/>
                </a:lnTo>
                <a:lnTo>
                  <a:pt x="0" y="55869"/>
                </a:lnTo>
                <a:lnTo>
                  <a:pt x="4522" y="77612"/>
                </a:lnTo>
                <a:lnTo>
                  <a:pt x="16856" y="95371"/>
                </a:lnTo>
                <a:lnTo>
                  <a:pt x="35150" y="107347"/>
                </a:lnTo>
                <a:lnTo>
                  <a:pt x="57555" y="111739"/>
                </a:lnTo>
                <a:lnTo>
                  <a:pt x="79958" y="107347"/>
                </a:lnTo>
                <a:lnTo>
                  <a:pt x="98253" y="95371"/>
                </a:lnTo>
                <a:lnTo>
                  <a:pt x="110587" y="77612"/>
                </a:lnTo>
                <a:lnTo>
                  <a:pt x="115110" y="55869"/>
                </a:lnTo>
                <a:lnTo>
                  <a:pt x="110587" y="34114"/>
                </a:lnTo>
                <a:lnTo>
                  <a:pt x="98253" y="16356"/>
                </a:lnTo>
                <a:lnTo>
                  <a:pt x="79958" y="4387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6"/>
          <p:cNvSpPr/>
          <p:nvPr/>
        </p:nvSpPr>
        <p:spPr>
          <a:xfrm>
            <a:off x="382655" y="322176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2" y="34114"/>
                </a:lnTo>
                <a:lnTo>
                  <a:pt x="16856" y="16356"/>
                </a:lnTo>
                <a:lnTo>
                  <a:pt x="35150" y="4387"/>
                </a:lnTo>
                <a:lnTo>
                  <a:pt x="57555" y="0"/>
                </a:lnTo>
                <a:lnTo>
                  <a:pt x="79958" y="4387"/>
                </a:lnTo>
                <a:lnTo>
                  <a:pt x="98253" y="16356"/>
                </a:lnTo>
                <a:lnTo>
                  <a:pt x="110587" y="34114"/>
                </a:lnTo>
                <a:lnTo>
                  <a:pt x="115110" y="55869"/>
                </a:lnTo>
                <a:lnTo>
                  <a:pt x="110587" y="77612"/>
                </a:lnTo>
                <a:lnTo>
                  <a:pt x="98253" y="95371"/>
                </a:lnTo>
                <a:lnTo>
                  <a:pt x="79958" y="107347"/>
                </a:lnTo>
                <a:lnTo>
                  <a:pt x="57555" y="111739"/>
                </a:lnTo>
                <a:lnTo>
                  <a:pt x="35150" y="107347"/>
                </a:lnTo>
                <a:lnTo>
                  <a:pt x="16856" y="95371"/>
                </a:lnTo>
                <a:lnTo>
                  <a:pt x="4522" y="77612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7"/>
          <p:cNvSpPr/>
          <p:nvPr/>
        </p:nvSpPr>
        <p:spPr>
          <a:xfrm>
            <a:off x="382655" y="3395745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55" y="0"/>
                </a:moveTo>
                <a:lnTo>
                  <a:pt x="35150" y="4393"/>
                </a:lnTo>
                <a:lnTo>
                  <a:pt x="16856" y="16382"/>
                </a:lnTo>
                <a:lnTo>
                  <a:pt x="4522" y="34178"/>
                </a:lnTo>
                <a:lnTo>
                  <a:pt x="0" y="55991"/>
                </a:lnTo>
                <a:lnTo>
                  <a:pt x="4522" y="77752"/>
                </a:lnTo>
                <a:lnTo>
                  <a:pt x="16856" y="95520"/>
                </a:lnTo>
                <a:lnTo>
                  <a:pt x="35150" y="107499"/>
                </a:lnTo>
                <a:lnTo>
                  <a:pt x="57555" y="111892"/>
                </a:lnTo>
                <a:lnTo>
                  <a:pt x="79958" y="107499"/>
                </a:lnTo>
                <a:lnTo>
                  <a:pt x="98253" y="95520"/>
                </a:lnTo>
                <a:lnTo>
                  <a:pt x="110587" y="77752"/>
                </a:lnTo>
                <a:lnTo>
                  <a:pt x="115110" y="55991"/>
                </a:lnTo>
                <a:lnTo>
                  <a:pt x="110587" y="34178"/>
                </a:lnTo>
                <a:lnTo>
                  <a:pt x="98253" y="16382"/>
                </a:lnTo>
                <a:lnTo>
                  <a:pt x="79958" y="4393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8"/>
          <p:cNvSpPr/>
          <p:nvPr/>
        </p:nvSpPr>
        <p:spPr>
          <a:xfrm>
            <a:off x="382655" y="3395745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991"/>
                </a:moveTo>
                <a:lnTo>
                  <a:pt x="4522" y="34178"/>
                </a:lnTo>
                <a:lnTo>
                  <a:pt x="16856" y="16382"/>
                </a:lnTo>
                <a:lnTo>
                  <a:pt x="35150" y="4393"/>
                </a:lnTo>
                <a:lnTo>
                  <a:pt x="57555" y="0"/>
                </a:lnTo>
                <a:lnTo>
                  <a:pt x="79958" y="4393"/>
                </a:lnTo>
                <a:lnTo>
                  <a:pt x="98253" y="16382"/>
                </a:lnTo>
                <a:lnTo>
                  <a:pt x="110587" y="34178"/>
                </a:lnTo>
                <a:lnTo>
                  <a:pt x="115110" y="55991"/>
                </a:lnTo>
                <a:lnTo>
                  <a:pt x="110587" y="77752"/>
                </a:lnTo>
                <a:lnTo>
                  <a:pt x="98253" y="95520"/>
                </a:lnTo>
                <a:lnTo>
                  <a:pt x="79958" y="107499"/>
                </a:lnTo>
                <a:lnTo>
                  <a:pt x="57555" y="111892"/>
                </a:lnTo>
                <a:lnTo>
                  <a:pt x="35150" y="107499"/>
                </a:lnTo>
                <a:lnTo>
                  <a:pt x="16856" y="95520"/>
                </a:lnTo>
                <a:lnTo>
                  <a:pt x="4522" y="77752"/>
                </a:lnTo>
                <a:lnTo>
                  <a:pt x="0" y="5599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9"/>
          <p:cNvSpPr/>
          <p:nvPr/>
        </p:nvSpPr>
        <p:spPr>
          <a:xfrm>
            <a:off x="382655" y="3567561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55" y="0"/>
                </a:moveTo>
                <a:lnTo>
                  <a:pt x="35150" y="4392"/>
                </a:lnTo>
                <a:lnTo>
                  <a:pt x="16856" y="16371"/>
                </a:lnTo>
                <a:lnTo>
                  <a:pt x="4522" y="34139"/>
                </a:lnTo>
                <a:lnTo>
                  <a:pt x="0" y="55900"/>
                </a:lnTo>
                <a:lnTo>
                  <a:pt x="4522" y="77643"/>
                </a:lnTo>
                <a:lnTo>
                  <a:pt x="16856" y="95402"/>
                </a:lnTo>
                <a:lnTo>
                  <a:pt x="35150" y="107378"/>
                </a:lnTo>
                <a:lnTo>
                  <a:pt x="57555" y="111770"/>
                </a:lnTo>
                <a:lnTo>
                  <a:pt x="79958" y="107378"/>
                </a:lnTo>
                <a:lnTo>
                  <a:pt x="98253" y="95402"/>
                </a:lnTo>
                <a:lnTo>
                  <a:pt x="110587" y="77643"/>
                </a:lnTo>
                <a:lnTo>
                  <a:pt x="115110" y="55900"/>
                </a:lnTo>
                <a:lnTo>
                  <a:pt x="110587" y="34139"/>
                </a:lnTo>
                <a:lnTo>
                  <a:pt x="98253" y="16371"/>
                </a:lnTo>
                <a:lnTo>
                  <a:pt x="79958" y="4392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30"/>
          <p:cNvSpPr/>
          <p:nvPr/>
        </p:nvSpPr>
        <p:spPr>
          <a:xfrm>
            <a:off x="382655" y="3567561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900"/>
                </a:moveTo>
                <a:lnTo>
                  <a:pt x="4522" y="34139"/>
                </a:lnTo>
                <a:lnTo>
                  <a:pt x="16856" y="16371"/>
                </a:lnTo>
                <a:lnTo>
                  <a:pt x="35150" y="4392"/>
                </a:lnTo>
                <a:lnTo>
                  <a:pt x="57555" y="0"/>
                </a:lnTo>
                <a:lnTo>
                  <a:pt x="79958" y="4392"/>
                </a:lnTo>
                <a:lnTo>
                  <a:pt x="98253" y="16371"/>
                </a:lnTo>
                <a:lnTo>
                  <a:pt x="110587" y="34139"/>
                </a:lnTo>
                <a:lnTo>
                  <a:pt x="115110" y="55900"/>
                </a:lnTo>
                <a:lnTo>
                  <a:pt x="110587" y="77643"/>
                </a:lnTo>
                <a:lnTo>
                  <a:pt x="98253" y="95402"/>
                </a:lnTo>
                <a:lnTo>
                  <a:pt x="79958" y="107378"/>
                </a:lnTo>
                <a:lnTo>
                  <a:pt x="57555" y="111770"/>
                </a:lnTo>
                <a:lnTo>
                  <a:pt x="35150" y="107378"/>
                </a:lnTo>
                <a:lnTo>
                  <a:pt x="16856" y="95402"/>
                </a:lnTo>
                <a:lnTo>
                  <a:pt x="4522" y="77643"/>
                </a:lnTo>
                <a:lnTo>
                  <a:pt x="0" y="5590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31"/>
          <p:cNvSpPr/>
          <p:nvPr/>
        </p:nvSpPr>
        <p:spPr>
          <a:xfrm>
            <a:off x="382655" y="3739276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55" y="0"/>
                </a:moveTo>
                <a:lnTo>
                  <a:pt x="35150" y="4394"/>
                </a:lnTo>
                <a:lnTo>
                  <a:pt x="16856" y="16386"/>
                </a:lnTo>
                <a:lnTo>
                  <a:pt x="4522" y="34186"/>
                </a:lnTo>
                <a:lnTo>
                  <a:pt x="0" y="56006"/>
                </a:lnTo>
                <a:lnTo>
                  <a:pt x="4522" y="77759"/>
                </a:lnTo>
                <a:lnTo>
                  <a:pt x="16856" y="95523"/>
                </a:lnTo>
                <a:lnTo>
                  <a:pt x="35150" y="107502"/>
                </a:lnTo>
                <a:lnTo>
                  <a:pt x="57555" y="111895"/>
                </a:lnTo>
                <a:lnTo>
                  <a:pt x="79958" y="107502"/>
                </a:lnTo>
                <a:lnTo>
                  <a:pt x="98253" y="95523"/>
                </a:lnTo>
                <a:lnTo>
                  <a:pt x="110587" y="77759"/>
                </a:lnTo>
                <a:lnTo>
                  <a:pt x="115110" y="56006"/>
                </a:lnTo>
                <a:lnTo>
                  <a:pt x="110587" y="34186"/>
                </a:lnTo>
                <a:lnTo>
                  <a:pt x="98253" y="16386"/>
                </a:lnTo>
                <a:lnTo>
                  <a:pt x="79958" y="4394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2"/>
          <p:cNvSpPr/>
          <p:nvPr/>
        </p:nvSpPr>
        <p:spPr>
          <a:xfrm>
            <a:off x="382655" y="3739276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6006"/>
                </a:moveTo>
                <a:lnTo>
                  <a:pt x="4522" y="34186"/>
                </a:lnTo>
                <a:lnTo>
                  <a:pt x="16856" y="16386"/>
                </a:lnTo>
                <a:lnTo>
                  <a:pt x="35150" y="4394"/>
                </a:lnTo>
                <a:lnTo>
                  <a:pt x="57555" y="0"/>
                </a:lnTo>
                <a:lnTo>
                  <a:pt x="79958" y="4394"/>
                </a:lnTo>
                <a:lnTo>
                  <a:pt x="98253" y="16386"/>
                </a:lnTo>
                <a:lnTo>
                  <a:pt x="110587" y="34186"/>
                </a:lnTo>
                <a:lnTo>
                  <a:pt x="115110" y="56006"/>
                </a:lnTo>
                <a:lnTo>
                  <a:pt x="110587" y="77759"/>
                </a:lnTo>
                <a:lnTo>
                  <a:pt x="98253" y="95523"/>
                </a:lnTo>
                <a:lnTo>
                  <a:pt x="79958" y="107502"/>
                </a:lnTo>
                <a:lnTo>
                  <a:pt x="57555" y="111895"/>
                </a:lnTo>
                <a:lnTo>
                  <a:pt x="35150" y="107502"/>
                </a:lnTo>
                <a:lnTo>
                  <a:pt x="16856" y="95523"/>
                </a:lnTo>
                <a:lnTo>
                  <a:pt x="4522" y="77759"/>
                </a:lnTo>
                <a:lnTo>
                  <a:pt x="0" y="560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33"/>
          <p:cNvSpPr/>
          <p:nvPr/>
        </p:nvSpPr>
        <p:spPr>
          <a:xfrm>
            <a:off x="382655" y="3909583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55" y="0"/>
                </a:moveTo>
                <a:lnTo>
                  <a:pt x="35150" y="4394"/>
                </a:lnTo>
                <a:lnTo>
                  <a:pt x="16856" y="16386"/>
                </a:lnTo>
                <a:lnTo>
                  <a:pt x="4522" y="34186"/>
                </a:lnTo>
                <a:lnTo>
                  <a:pt x="0" y="56006"/>
                </a:lnTo>
                <a:lnTo>
                  <a:pt x="4522" y="77759"/>
                </a:lnTo>
                <a:lnTo>
                  <a:pt x="16856" y="95523"/>
                </a:lnTo>
                <a:lnTo>
                  <a:pt x="35150" y="107502"/>
                </a:lnTo>
                <a:lnTo>
                  <a:pt x="57555" y="111895"/>
                </a:lnTo>
                <a:lnTo>
                  <a:pt x="79958" y="107502"/>
                </a:lnTo>
                <a:lnTo>
                  <a:pt x="98253" y="95523"/>
                </a:lnTo>
                <a:lnTo>
                  <a:pt x="110587" y="77759"/>
                </a:lnTo>
                <a:lnTo>
                  <a:pt x="115110" y="56006"/>
                </a:lnTo>
                <a:lnTo>
                  <a:pt x="110587" y="34186"/>
                </a:lnTo>
                <a:lnTo>
                  <a:pt x="98253" y="16386"/>
                </a:lnTo>
                <a:lnTo>
                  <a:pt x="79958" y="4394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34"/>
          <p:cNvSpPr/>
          <p:nvPr/>
        </p:nvSpPr>
        <p:spPr>
          <a:xfrm>
            <a:off x="382655" y="3909583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6006"/>
                </a:moveTo>
                <a:lnTo>
                  <a:pt x="4522" y="34186"/>
                </a:lnTo>
                <a:lnTo>
                  <a:pt x="16856" y="16386"/>
                </a:lnTo>
                <a:lnTo>
                  <a:pt x="35150" y="4394"/>
                </a:lnTo>
                <a:lnTo>
                  <a:pt x="57555" y="0"/>
                </a:lnTo>
                <a:lnTo>
                  <a:pt x="79958" y="4394"/>
                </a:lnTo>
                <a:lnTo>
                  <a:pt x="98253" y="16386"/>
                </a:lnTo>
                <a:lnTo>
                  <a:pt x="110587" y="34186"/>
                </a:lnTo>
                <a:lnTo>
                  <a:pt x="115110" y="56006"/>
                </a:lnTo>
                <a:lnTo>
                  <a:pt x="110587" y="77759"/>
                </a:lnTo>
                <a:lnTo>
                  <a:pt x="98253" y="95523"/>
                </a:lnTo>
                <a:lnTo>
                  <a:pt x="79958" y="107502"/>
                </a:lnTo>
                <a:lnTo>
                  <a:pt x="57555" y="111895"/>
                </a:lnTo>
                <a:lnTo>
                  <a:pt x="35150" y="107502"/>
                </a:lnTo>
                <a:lnTo>
                  <a:pt x="16856" y="95523"/>
                </a:lnTo>
                <a:lnTo>
                  <a:pt x="4522" y="77759"/>
                </a:lnTo>
                <a:lnTo>
                  <a:pt x="0" y="560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35"/>
          <p:cNvSpPr/>
          <p:nvPr/>
        </p:nvSpPr>
        <p:spPr>
          <a:xfrm>
            <a:off x="382655" y="408548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55" y="0"/>
                </a:moveTo>
                <a:lnTo>
                  <a:pt x="35150" y="4390"/>
                </a:lnTo>
                <a:lnTo>
                  <a:pt x="16856" y="16365"/>
                </a:lnTo>
                <a:lnTo>
                  <a:pt x="4522" y="34125"/>
                </a:lnTo>
                <a:lnTo>
                  <a:pt x="0" y="55875"/>
                </a:lnTo>
                <a:lnTo>
                  <a:pt x="4522" y="77626"/>
                </a:lnTo>
                <a:lnTo>
                  <a:pt x="16856" y="95386"/>
                </a:lnTo>
                <a:lnTo>
                  <a:pt x="35150" y="107361"/>
                </a:lnTo>
                <a:lnTo>
                  <a:pt x="57555" y="111751"/>
                </a:lnTo>
                <a:lnTo>
                  <a:pt x="79958" y="107361"/>
                </a:lnTo>
                <a:lnTo>
                  <a:pt x="98253" y="95386"/>
                </a:lnTo>
                <a:lnTo>
                  <a:pt x="110587" y="77626"/>
                </a:lnTo>
                <a:lnTo>
                  <a:pt x="115110" y="55875"/>
                </a:lnTo>
                <a:lnTo>
                  <a:pt x="110587" y="34125"/>
                </a:lnTo>
                <a:lnTo>
                  <a:pt x="98253" y="16365"/>
                </a:lnTo>
                <a:lnTo>
                  <a:pt x="79958" y="4390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36"/>
          <p:cNvSpPr/>
          <p:nvPr/>
        </p:nvSpPr>
        <p:spPr>
          <a:xfrm>
            <a:off x="382655" y="408548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2" y="34125"/>
                </a:lnTo>
                <a:lnTo>
                  <a:pt x="16856" y="16365"/>
                </a:lnTo>
                <a:lnTo>
                  <a:pt x="35150" y="4390"/>
                </a:lnTo>
                <a:lnTo>
                  <a:pt x="57555" y="0"/>
                </a:lnTo>
                <a:lnTo>
                  <a:pt x="79958" y="4390"/>
                </a:lnTo>
                <a:lnTo>
                  <a:pt x="98253" y="16365"/>
                </a:lnTo>
                <a:lnTo>
                  <a:pt x="110587" y="34125"/>
                </a:lnTo>
                <a:lnTo>
                  <a:pt x="115110" y="55875"/>
                </a:lnTo>
                <a:lnTo>
                  <a:pt x="110587" y="77626"/>
                </a:lnTo>
                <a:lnTo>
                  <a:pt x="98253" y="95386"/>
                </a:lnTo>
                <a:lnTo>
                  <a:pt x="79958" y="107361"/>
                </a:lnTo>
                <a:lnTo>
                  <a:pt x="57555" y="111751"/>
                </a:lnTo>
                <a:lnTo>
                  <a:pt x="35150" y="107361"/>
                </a:lnTo>
                <a:lnTo>
                  <a:pt x="16856" y="95386"/>
                </a:lnTo>
                <a:lnTo>
                  <a:pt x="4522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37"/>
          <p:cNvSpPr/>
          <p:nvPr/>
        </p:nvSpPr>
        <p:spPr>
          <a:xfrm>
            <a:off x="382655" y="4255793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55" y="0"/>
                </a:moveTo>
                <a:lnTo>
                  <a:pt x="35150" y="4390"/>
                </a:lnTo>
                <a:lnTo>
                  <a:pt x="16856" y="16365"/>
                </a:lnTo>
                <a:lnTo>
                  <a:pt x="4522" y="34125"/>
                </a:lnTo>
                <a:lnTo>
                  <a:pt x="0" y="55875"/>
                </a:lnTo>
                <a:lnTo>
                  <a:pt x="4522" y="77626"/>
                </a:lnTo>
                <a:lnTo>
                  <a:pt x="16856" y="95386"/>
                </a:lnTo>
                <a:lnTo>
                  <a:pt x="35150" y="107361"/>
                </a:lnTo>
                <a:lnTo>
                  <a:pt x="57555" y="111751"/>
                </a:lnTo>
                <a:lnTo>
                  <a:pt x="79958" y="107361"/>
                </a:lnTo>
                <a:lnTo>
                  <a:pt x="98253" y="95386"/>
                </a:lnTo>
                <a:lnTo>
                  <a:pt x="110587" y="77626"/>
                </a:lnTo>
                <a:lnTo>
                  <a:pt x="115110" y="55875"/>
                </a:lnTo>
                <a:lnTo>
                  <a:pt x="110587" y="34125"/>
                </a:lnTo>
                <a:lnTo>
                  <a:pt x="98253" y="16365"/>
                </a:lnTo>
                <a:lnTo>
                  <a:pt x="79958" y="4390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38"/>
          <p:cNvSpPr/>
          <p:nvPr/>
        </p:nvSpPr>
        <p:spPr>
          <a:xfrm>
            <a:off x="382655" y="4255793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2" y="34125"/>
                </a:lnTo>
                <a:lnTo>
                  <a:pt x="16856" y="16365"/>
                </a:lnTo>
                <a:lnTo>
                  <a:pt x="35150" y="4390"/>
                </a:lnTo>
                <a:lnTo>
                  <a:pt x="57555" y="0"/>
                </a:lnTo>
                <a:lnTo>
                  <a:pt x="79958" y="4390"/>
                </a:lnTo>
                <a:lnTo>
                  <a:pt x="98253" y="16365"/>
                </a:lnTo>
                <a:lnTo>
                  <a:pt x="110587" y="34125"/>
                </a:lnTo>
                <a:lnTo>
                  <a:pt x="115110" y="55875"/>
                </a:lnTo>
                <a:lnTo>
                  <a:pt x="110587" y="77626"/>
                </a:lnTo>
                <a:lnTo>
                  <a:pt x="98253" y="95386"/>
                </a:lnTo>
                <a:lnTo>
                  <a:pt x="79958" y="107361"/>
                </a:lnTo>
                <a:lnTo>
                  <a:pt x="57555" y="111751"/>
                </a:lnTo>
                <a:lnTo>
                  <a:pt x="35150" y="107361"/>
                </a:lnTo>
                <a:lnTo>
                  <a:pt x="16856" y="95386"/>
                </a:lnTo>
                <a:lnTo>
                  <a:pt x="4522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39"/>
          <p:cNvSpPr/>
          <p:nvPr/>
        </p:nvSpPr>
        <p:spPr>
          <a:xfrm>
            <a:off x="385940" y="4429016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55" y="0"/>
                </a:moveTo>
                <a:lnTo>
                  <a:pt x="35150" y="4390"/>
                </a:lnTo>
                <a:lnTo>
                  <a:pt x="16856" y="16365"/>
                </a:lnTo>
                <a:lnTo>
                  <a:pt x="4522" y="34125"/>
                </a:lnTo>
                <a:lnTo>
                  <a:pt x="0" y="55875"/>
                </a:lnTo>
                <a:lnTo>
                  <a:pt x="4522" y="77627"/>
                </a:lnTo>
                <a:lnTo>
                  <a:pt x="16856" y="95392"/>
                </a:lnTo>
                <a:lnTo>
                  <a:pt x="35150" y="107371"/>
                </a:lnTo>
                <a:lnTo>
                  <a:pt x="57555" y="111764"/>
                </a:lnTo>
                <a:lnTo>
                  <a:pt x="79960" y="107371"/>
                </a:lnTo>
                <a:lnTo>
                  <a:pt x="98254" y="95392"/>
                </a:lnTo>
                <a:lnTo>
                  <a:pt x="110588" y="77627"/>
                </a:lnTo>
                <a:lnTo>
                  <a:pt x="115110" y="55875"/>
                </a:lnTo>
                <a:lnTo>
                  <a:pt x="110588" y="34125"/>
                </a:lnTo>
                <a:lnTo>
                  <a:pt x="98254" y="16365"/>
                </a:lnTo>
                <a:lnTo>
                  <a:pt x="79960" y="4390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0"/>
          <p:cNvSpPr/>
          <p:nvPr/>
        </p:nvSpPr>
        <p:spPr>
          <a:xfrm>
            <a:off x="385940" y="4429016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75"/>
                </a:moveTo>
                <a:lnTo>
                  <a:pt x="4522" y="34125"/>
                </a:lnTo>
                <a:lnTo>
                  <a:pt x="16856" y="16365"/>
                </a:lnTo>
                <a:lnTo>
                  <a:pt x="35150" y="4390"/>
                </a:lnTo>
                <a:lnTo>
                  <a:pt x="57555" y="0"/>
                </a:lnTo>
                <a:lnTo>
                  <a:pt x="79960" y="4390"/>
                </a:lnTo>
                <a:lnTo>
                  <a:pt x="98254" y="16365"/>
                </a:lnTo>
                <a:lnTo>
                  <a:pt x="110588" y="34125"/>
                </a:lnTo>
                <a:lnTo>
                  <a:pt x="115110" y="55875"/>
                </a:lnTo>
                <a:lnTo>
                  <a:pt x="110588" y="77627"/>
                </a:lnTo>
                <a:lnTo>
                  <a:pt x="98254" y="95392"/>
                </a:lnTo>
                <a:lnTo>
                  <a:pt x="79960" y="107371"/>
                </a:lnTo>
                <a:lnTo>
                  <a:pt x="57555" y="111764"/>
                </a:lnTo>
                <a:lnTo>
                  <a:pt x="35150" y="107371"/>
                </a:lnTo>
                <a:lnTo>
                  <a:pt x="16856" y="95392"/>
                </a:lnTo>
                <a:lnTo>
                  <a:pt x="4522" y="77627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41"/>
          <p:cNvSpPr/>
          <p:nvPr/>
        </p:nvSpPr>
        <p:spPr>
          <a:xfrm>
            <a:off x="385940" y="4599324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55" y="0"/>
                </a:moveTo>
                <a:lnTo>
                  <a:pt x="35150" y="4390"/>
                </a:lnTo>
                <a:lnTo>
                  <a:pt x="16856" y="16365"/>
                </a:lnTo>
                <a:lnTo>
                  <a:pt x="4522" y="34125"/>
                </a:lnTo>
                <a:lnTo>
                  <a:pt x="0" y="55875"/>
                </a:lnTo>
                <a:lnTo>
                  <a:pt x="4522" y="77627"/>
                </a:lnTo>
                <a:lnTo>
                  <a:pt x="16856" y="95392"/>
                </a:lnTo>
                <a:lnTo>
                  <a:pt x="35150" y="107371"/>
                </a:lnTo>
                <a:lnTo>
                  <a:pt x="57555" y="111764"/>
                </a:lnTo>
                <a:lnTo>
                  <a:pt x="79960" y="107371"/>
                </a:lnTo>
                <a:lnTo>
                  <a:pt x="98254" y="95392"/>
                </a:lnTo>
                <a:lnTo>
                  <a:pt x="110588" y="77627"/>
                </a:lnTo>
                <a:lnTo>
                  <a:pt x="115110" y="55875"/>
                </a:lnTo>
                <a:lnTo>
                  <a:pt x="110588" y="34125"/>
                </a:lnTo>
                <a:lnTo>
                  <a:pt x="98254" y="16365"/>
                </a:lnTo>
                <a:lnTo>
                  <a:pt x="79960" y="4390"/>
                </a:lnTo>
                <a:lnTo>
                  <a:pt x="5755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2"/>
          <p:cNvSpPr/>
          <p:nvPr/>
        </p:nvSpPr>
        <p:spPr>
          <a:xfrm>
            <a:off x="385940" y="4599324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75"/>
                </a:moveTo>
                <a:lnTo>
                  <a:pt x="4522" y="34125"/>
                </a:lnTo>
                <a:lnTo>
                  <a:pt x="16856" y="16365"/>
                </a:lnTo>
                <a:lnTo>
                  <a:pt x="35150" y="4390"/>
                </a:lnTo>
                <a:lnTo>
                  <a:pt x="57555" y="0"/>
                </a:lnTo>
                <a:lnTo>
                  <a:pt x="79960" y="4390"/>
                </a:lnTo>
                <a:lnTo>
                  <a:pt x="98254" y="16365"/>
                </a:lnTo>
                <a:lnTo>
                  <a:pt x="110588" y="34125"/>
                </a:lnTo>
                <a:lnTo>
                  <a:pt x="115110" y="55875"/>
                </a:lnTo>
                <a:lnTo>
                  <a:pt x="110588" y="77627"/>
                </a:lnTo>
                <a:lnTo>
                  <a:pt x="98254" y="95392"/>
                </a:lnTo>
                <a:lnTo>
                  <a:pt x="79960" y="107371"/>
                </a:lnTo>
                <a:lnTo>
                  <a:pt x="57555" y="111764"/>
                </a:lnTo>
                <a:lnTo>
                  <a:pt x="35150" y="107371"/>
                </a:lnTo>
                <a:lnTo>
                  <a:pt x="16856" y="95392"/>
                </a:lnTo>
                <a:lnTo>
                  <a:pt x="4522" y="77627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43"/>
          <p:cNvSpPr txBox="1"/>
          <p:nvPr/>
        </p:nvSpPr>
        <p:spPr>
          <a:xfrm>
            <a:off x="285754" y="2809700"/>
            <a:ext cx="3581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5" dirty="0">
                <a:solidFill>
                  <a:srgbClr val="6F2F9F"/>
                </a:solidFill>
                <a:latin typeface="Arial"/>
                <a:cs typeface="Arial"/>
              </a:rPr>
              <a:t>D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200" b="1" spc="-30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44"/>
          <p:cNvSpPr/>
          <p:nvPr/>
        </p:nvSpPr>
        <p:spPr>
          <a:xfrm>
            <a:off x="4305300" y="1018305"/>
            <a:ext cx="3581400" cy="14287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45"/>
          <p:cNvSpPr/>
          <p:nvPr/>
        </p:nvSpPr>
        <p:spPr>
          <a:xfrm>
            <a:off x="4397623" y="1113158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731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47"/>
                </a:lnTo>
                <a:lnTo>
                  <a:pt x="77553" y="45490"/>
                </a:lnTo>
                <a:lnTo>
                  <a:pt x="45490" y="77553"/>
                </a:lnTo>
                <a:lnTo>
                  <a:pt x="21047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14"/>
                </a:lnTo>
                <a:lnTo>
                  <a:pt x="5469" y="1082816"/>
                </a:lnTo>
                <a:lnTo>
                  <a:pt x="21047" y="1126418"/>
                </a:lnTo>
                <a:lnTo>
                  <a:pt x="45490" y="1164879"/>
                </a:lnTo>
                <a:lnTo>
                  <a:pt x="77553" y="1196955"/>
                </a:lnTo>
                <a:lnTo>
                  <a:pt x="115992" y="1221405"/>
                </a:lnTo>
                <a:lnTo>
                  <a:pt x="159563" y="1236986"/>
                </a:lnTo>
                <a:lnTo>
                  <a:pt x="207020" y="1242456"/>
                </a:lnTo>
                <a:lnTo>
                  <a:pt x="3189731" y="1242456"/>
                </a:lnTo>
                <a:lnTo>
                  <a:pt x="3237189" y="1236986"/>
                </a:lnTo>
                <a:lnTo>
                  <a:pt x="3280759" y="1221405"/>
                </a:lnTo>
                <a:lnTo>
                  <a:pt x="3319198" y="1196955"/>
                </a:lnTo>
                <a:lnTo>
                  <a:pt x="3351261" y="1164879"/>
                </a:lnTo>
                <a:lnTo>
                  <a:pt x="3375704" y="1126418"/>
                </a:lnTo>
                <a:lnTo>
                  <a:pt x="3391282" y="1082816"/>
                </a:lnTo>
                <a:lnTo>
                  <a:pt x="3396752" y="1035314"/>
                </a:lnTo>
                <a:lnTo>
                  <a:pt x="3396752" y="207020"/>
                </a:lnTo>
                <a:lnTo>
                  <a:pt x="3391282" y="159563"/>
                </a:lnTo>
                <a:lnTo>
                  <a:pt x="3375704" y="115992"/>
                </a:lnTo>
                <a:lnTo>
                  <a:pt x="3351261" y="77553"/>
                </a:lnTo>
                <a:lnTo>
                  <a:pt x="3319198" y="45490"/>
                </a:lnTo>
                <a:lnTo>
                  <a:pt x="3280759" y="21047"/>
                </a:lnTo>
                <a:lnTo>
                  <a:pt x="3237189" y="5469"/>
                </a:lnTo>
                <a:lnTo>
                  <a:pt x="3189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46"/>
          <p:cNvSpPr/>
          <p:nvPr/>
        </p:nvSpPr>
        <p:spPr>
          <a:xfrm>
            <a:off x="4397623" y="1113158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020"/>
                </a:moveTo>
                <a:lnTo>
                  <a:pt x="5469" y="159563"/>
                </a:lnTo>
                <a:lnTo>
                  <a:pt x="21047" y="115992"/>
                </a:lnTo>
                <a:lnTo>
                  <a:pt x="45490" y="77553"/>
                </a:lnTo>
                <a:lnTo>
                  <a:pt x="77553" y="45490"/>
                </a:lnTo>
                <a:lnTo>
                  <a:pt x="115992" y="21047"/>
                </a:lnTo>
                <a:lnTo>
                  <a:pt x="159563" y="5469"/>
                </a:lnTo>
                <a:lnTo>
                  <a:pt x="207020" y="0"/>
                </a:lnTo>
                <a:lnTo>
                  <a:pt x="3189731" y="0"/>
                </a:lnTo>
                <a:lnTo>
                  <a:pt x="3237189" y="5469"/>
                </a:lnTo>
                <a:lnTo>
                  <a:pt x="3280759" y="21047"/>
                </a:lnTo>
                <a:lnTo>
                  <a:pt x="3319198" y="45490"/>
                </a:lnTo>
                <a:lnTo>
                  <a:pt x="3351261" y="77553"/>
                </a:lnTo>
                <a:lnTo>
                  <a:pt x="3375704" y="115992"/>
                </a:lnTo>
                <a:lnTo>
                  <a:pt x="3391282" y="159563"/>
                </a:lnTo>
                <a:lnTo>
                  <a:pt x="3396752" y="207020"/>
                </a:lnTo>
                <a:lnTo>
                  <a:pt x="3396752" y="1035314"/>
                </a:lnTo>
                <a:lnTo>
                  <a:pt x="3391282" y="1082816"/>
                </a:lnTo>
                <a:lnTo>
                  <a:pt x="3375704" y="1126418"/>
                </a:lnTo>
                <a:lnTo>
                  <a:pt x="3351261" y="1164879"/>
                </a:lnTo>
                <a:lnTo>
                  <a:pt x="3319198" y="1196955"/>
                </a:lnTo>
                <a:lnTo>
                  <a:pt x="3280759" y="1221405"/>
                </a:lnTo>
                <a:lnTo>
                  <a:pt x="3237189" y="1236986"/>
                </a:lnTo>
                <a:lnTo>
                  <a:pt x="3189731" y="1242456"/>
                </a:lnTo>
                <a:lnTo>
                  <a:pt x="207020" y="1242456"/>
                </a:lnTo>
                <a:lnTo>
                  <a:pt x="159563" y="1236986"/>
                </a:lnTo>
                <a:lnTo>
                  <a:pt x="115992" y="1221405"/>
                </a:lnTo>
                <a:lnTo>
                  <a:pt x="77553" y="1196955"/>
                </a:lnTo>
                <a:lnTo>
                  <a:pt x="45490" y="1164879"/>
                </a:lnTo>
                <a:lnTo>
                  <a:pt x="21047" y="1126418"/>
                </a:lnTo>
                <a:lnTo>
                  <a:pt x="5469" y="1082816"/>
                </a:lnTo>
                <a:lnTo>
                  <a:pt x="0" y="1035314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47"/>
          <p:cNvSpPr txBox="1"/>
          <p:nvPr/>
        </p:nvSpPr>
        <p:spPr>
          <a:xfrm>
            <a:off x="4626232" y="1440004"/>
            <a:ext cx="293433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756285" marR="5080" indent="-744220">
              <a:lnSpc>
                <a:spcPct val="100800"/>
              </a:lnSpc>
              <a:spcBef>
                <a:spcPts val="85"/>
              </a:spcBef>
            </a:pPr>
            <a:r>
              <a:rPr sz="1800" b="1" spc="-25" dirty="0">
                <a:solidFill>
                  <a:srgbClr val="6F2F9F"/>
                </a:solidFill>
                <a:latin typeface="Arial"/>
                <a:cs typeface="Arial"/>
              </a:rPr>
              <a:t>Draw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a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regression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line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and  </a:t>
            </a:r>
            <a:r>
              <a:rPr sz="1800" b="1" spc="-25" dirty="0">
                <a:solidFill>
                  <a:srgbClr val="6F2F9F"/>
                </a:solidFill>
                <a:latin typeface="Arial"/>
                <a:cs typeface="Arial"/>
              </a:rPr>
              <a:t>keep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rotating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75" name="object 48"/>
          <p:cNvSpPr/>
          <p:nvPr/>
        </p:nvSpPr>
        <p:spPr>
          <a:xfrm>
            <a:off x="5175381" y="2662061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0" y="114340"/>
                </a:moveTo>
                <a:lnTo>
                  <a:pt x="38120" y="114381"/>
                </a:lnTo>
                <a:lnTo>
                  <a:pt x="40385" y="2222632"/>
                </a:lnTo>
                <a:lnTo>
                  <a:pt x="78485" y="2222632"/>
                </a:lnTo>
                <a:lnTo>
                  <a:pt x="76220" y="114340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421"/>
                </a:lnTo>
                <a:lnTo>
                  <a:pt x="38120" y="114381"/>
                </a:lnTo>
                <a:lnTo>
                  <a:pt x="38099" y="95249"/>
                </a:lnTo>
                <a:lnTo>
                  <a:pt x="104754" y="95249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249"/>
                </a:moveTo>
                <a:lnTo>
                  <a:pt x="38099" y="95249"/>
                </a:lnTo>
                <a:lnTo>
                  <a:pt x="38120" y="114381"/>
                </a:lnTo>
                <a:lnTo>
                  <a:pt x="76220" y="114340"/>
                </a:lnTo>
                <a:lnTo>
                  <a:pt x="76199" y="95249"/>
                </a:lnTo>
                <a:close/>
              </a:path>
              <a:path w="114300" h="2223135">
                <a:moveTo>
                  <a:pt x="104754" y="95249"/>
                </a:moveTo>
                <a:lnTo>
                  <a:pt x="76199" y="95249"/>
                </a:lnTo>
                <a:lnTo>
                  <a:pt x="76220" y="114340"/>
                </a:lnTo>
                <a:lnTo>
                  <a:pt x="114299" y="114299"/>
                </a:lnTo>
                <a:lnTo>
                  <a:pt x="10475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49"/>
          <p:cNvSpPr/>
          <p:nvPr/>
        </p:nvSpPr>
        <p:spPr>
          <a:xfrm>
            <a:off x="5213232" y="4839603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583" y="0"/>
                </a:moveTo>
                <a:lnTo>
                  <a:pt x="2672583" y="114299"/>
                </a:lnTo>
                <a:lnTo>
                  <a:pt x="2748783" y="76199"/>
                </a:lnTo>
                <a:lnTo>
                  <a:pt x="2691633" y="76199"/>
                </a:lnTo>
                <a:lnTo>
                  <a:pt x="2691633" y="38099"/>
                </a:lnTo>
                <a:lnTo>
                  <a:pt x="2748783" y="38099"/>
                </a:lnTo>
                <a:lnTo>
                  <a:pt x="2672583" y="0"/>
                </a:lnTo>
                <a:close/>
              </a:path>
              <a:path w="2787015" h="114300">
                <a:moveTo>
                  <a:pt x="267258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583" y="76199"/>
                </a:lnTo>
                <a:lnTo>
                  <a:pt x="2672583" y="38099"/>
                </a:lnTo>
                <a:close/>
              </a:path>
              <a:path w="2787015" h="114300">
                <a:moveTo>
                  <a:pt x="2748783" y="38099"/>
                </a:moveTo>
                <a:lnTo>
                  <a:pt x="2691633" y="38099"/>
                </a:lnTo>
                <a:lnTo>
                  <a:pt x="2691633" y="76199"/>
                </a:lnTo>
                <a:lnTo>
                  <a:pt x="2748783" y="76199"/>
                </a:lnTo>
                <a:lnTo>
                  <a:pt x="2786883" y="57149"/>
                </a:lnTo>
                <a:lnTo>
                  <a:pt x="2748783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50"/>
          <p:cNvSpPr txBox="1"/>
          <p:nvPr/>
        </p:nvSpPr>
        <p:spPr>
          <a:xfrm>
            <a:off x="4956814" y="2689621"/>
            <a:ext cx="2864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0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8" name="object 51"/>
          <p:cNvSpPr txBox="1"/>
          <p:nvPr/>
        </p:nvSpPr>
        <p:spPr>
          <a:xfrm>
            <a:off x="4944741" y="4789250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52"/>
          <p:cNvSpPr/>
          <p:nvPr/>
        </p:nvSpPr>
        <p:spPr>
          <a:xfrm>
            <a:off x="4305300" y="2713755"/>
            <a:ext cx="752475" cy="21907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53"/>
          <p:cNvSpPr/>
          <p:nvPr/>
        </p:nvSpPr>
        <p:spPr>
          <a:xfrm>
            <a:off x="4397623" y="2802909"/>
            <a:ext cx="570230" cy="2005964"/>
          </a:xfrm>
          <a:custGeom>
            <a:avLst/>
            <a:gdLst/>
            <a:ahLst/>
            <a:cxnLst/>
            <a:rect l="l" t="t" r="r" b="b"/>
            <a:pathLst>
              <a:path w="570229" h="2005964">
                <a:moveTo>
                  <a:pt x="474725" y="0"/>
                </a:moveTo>
                <a:lnTo>
                  <a:pt x="94884" y="0"/>
                </a:lnTo>
                <a:lnTo>
                  <a:pt x="57928" y="7468"/>
                </a:lnTo>
                <a:lnTo>
                  <a:pt x="27771" y="27832"/>
                </a:lnTo>
                <a:lnTo>
                  <a:pt x="7449" y="58031"/>
                </a:lnTo>
                <a:lnTo>
                  <a:pt x="0" y="95006"/>
                </a:lnTo>
                <a:lnTo>
                  <a:pt x="0" y="1910964"/>
                </a:lnTo>
                <a:lnTo>
                  <a:pt x="7449" y="1947864"/>
                </a:lnTo>
                <a:lnTo>
                  <a:pt x="27771" y="1978022"/>
                </a:lnTo>
                <a:lnTo>
                  <a:pt x="57928" y="1998369"/>
                </a:lnTo>
                <a:lnTo>
                  <a:pt x="94884" y="2005833"/>
                </a:lnTo>
                <a:lnTo>
                  <a:pt x="474725" y="2005833"/>
                </a:lnTo>
                <a:lnTo>
                  <a:pt x="511681" y="1998369"/>
                </a:lnTo>
                <a:lnTo>
                  <a:pt x="541839" y="1978022"/>
                </a:lnTo>
                <a:lnTo>
                  <a:pt x="562161" y="1947864"/>
                </a:lnTo>
                <a:lnTo>
                  <a:pt x="569610" y="1910964"/>
                </a:lnTo>
                <a:lnTo>
                  <a:pt x="569610" y="95006"/>
                </a:lnTo>
                <a:lnTo>
                  <a:pt x="562161" y="58031"/>
                </a:lnTo>
                <a:lnTo>
                  <a:pt x="541839" y="27832"/>
                </a:lnTo>
                <a:lnTo>
                  <a:pt x="511681" y="7468"/>
                </a:lnTo>
                <a:lnTo>
                  <a:pt x="4747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54"/>
          <p:cNvSpPr/>
          <p:nvPr/>
        </p:nvSpPr>
        <p:spPr>
          <a:xfrm>
            <a:off x="4397623" y="2802909"/>
            <a:ext cx="570230" cy="2005964"/>
          </a:xfrm>
          <a:custGeom>
            <a:avLst/>
            <a:gdLst/>
            <a:ahLst/>
            <a:cxnLst/>
            <a:rect l="l" t="t" r="r" b="b"/>
            <a:pathLst>
              <a:path w="570229" h="2005964">
                <a:moveTo>
                  <a:pt x="0" y="95006"/>
                </a:moveTo>
                <a:lnTo>
                  <a:pt x="7449" y="58031"/>
                </a:lnTo>
                <a:lnTo>
                  <a:pt x="27771" y="27832"/>
                </a:lnTo>
                <a:lnTo>
                  <a:pt x="57928" y="7468"/>
                </a:lnTo>
                <a:lnTo>
                  <a:pt x="94884" y="0"/>
                </a:lnTo>
                <a:lnTo>
                  <a:pt x="474725" y="0"/>
                </a:lnTo>
                <a:lnTo>
                  <a:pt x="511681" y="7468"/>
                </a:lnTo>
                <a:lnTo>
                  <a:pt x="541839" y="27832"/>
                </a:lnTo>
                <a:lnTo>
                  <a:pt x="562161" y="58031"/>
                </a:lnTo>
                <a:lnTo>
                  <a:pt x="569610" y="95006"/>
                </a:lnTo>
                <a:lnTo>
                  <a:pt x="569610" y="1910964"/>
                </a:lnTo>
                <a:lnTo>
                  <a:pt x="562161" y="1947864"/>
                </a:lnTo>
                <a:lnTo>
                  <a:pt x="541839" y="1978022"/>
                </a:lnTo>
                <a:lnTo>
                  <a:pt x="511681" y="1998369"/>
                </a:lnTo>
                <a:lnTo>
                  <a:pt x="474725" y="2005833"/>
                </a:lnTo>
                <a:lnTo>
                  <a:pt x="94884" y="2005833"/>
                </a:lnTo>
                <a:lnTo>
                  <a:pt x="57928" y="1998369"/>
                </a:lnTo>
                <a:lnTo>
                  <a:pt x="27771" y="1978022"/>
                </a:lnTo>
                <a:lnTo>
                  <a:pt x="7449" y="1947864"/>
                </a:lnTo>
                <a:lnTo>
                  <a:pt x="0" y="1910964"/>
                </a:lnTo>
                <a:lnTo>
                  <a:pt x="0" y="950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55"/>
          <p:cNvSpPr/>
          <p:nvPr/>
        </p:nvSpPr>
        <p:spPr>
          <a:xfrm>
            <a:off x="4609338" y="304967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668" y="0"/>
                </a:moveTo>
                <a:lnTo>
                  <a:pt x="35207" y="4391"/>
                </a:lnTo>
                <a:lnTo>
                  <a:pt x="16878" y="16367"/>
                </a:lnTo>
                <a:lnTo>
                  <a:pt x="4527" y="34127"/>
                </a:lnTo>
                <a:lnTo>
                  <a:pt x="0" y="55869"/>
                </a:lnTo>
                <a:lnTo>
                  <a:pt x="4527" y="77625"/>
                </a:lnTo>
                <a:lnTo>
                  <a:pt x="16878" y="95383"/>
                </a:lnTo>
                <a:lnTo>
                  <a:pt x="35207" y="107351"/>
                </a:lnTo>
                <a:lnTo>
                  <a:pt x="57668" y="111739"/>
                </a:lnTo>
                <a:lnTo>
                  <a:pt x="80040" y="107351"/>
                </a:lnTo>
                <a:lnTo>
                  <a:pt x="98324" y="95383"/>
                </a:lnTo>
                <a:lnTo>
                  <a:pt x="110659" y="77625"/>
                </a:lnTo>
                <a:lnTo>
                  <a:pt x="115183" y="55869"/>
                </a:lnTo>
                <a:lnTo>
                  <a:pt x="110659" y="34127"/>
                </a:lnTo>
                <a:lnTo>
                  <a:pt x="98324" y="16367"/>
                </a:lnTo>
                <a:lnTo>
                  <a:pt x="80040" y="4391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56"/>
          <p:cNvSpPr/>
          <p:nvPr/>
        </p:nvSpPr>
        <p:spPr>
          <a:xfrm>
            <a:off x="4609338" y="304967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7" y="34127"/>
                </a:lnTo>
                <a:lnTo>
                  <a:pt x="16878" y="16367"/>
                </a:lnTo>
                <a:lnTo>
                  <a:pt x="35207" y="4391"/>
                </a:lnTo>
                <a:lnTo>
                  <a:pt x="57668" y="0"/>
                </a:lnTo>
                <a:lnTo>
                  <a:pt x="80040" y="4391"/>
                </a:lnTo>
                <a:lnTo>
                  <a:pt x="98324" y="16367"/>
                </a:lnTo>
                <a:lnTo>
                  <a:pt x="110659" y="34127"/>
                </a:lnTo>
                <a:lnTo>
                  <a:pt x="115183" y="55869"/>
                </a:lnTo>
                <a:lnTo>
                  <a:pt x="110659" y="77625"/>
                </a:lnTo>
                <a:lnTo>
                  <a:pt x="98324" y="95383"/>
                </a:lnTo>
                <a:lnTo>
                  <a:pt x="80040" y="107351"/>
                </a:lnTo>
                <a:lnTo>
                  <a:pt x="57668" y="111739"/>
                </a:lnTo>
                <a:lnTo>
                  <a:pt x="35207" y="107351"/>
                </a:lnTo>
                <a:lnTo>
                  <a:pt x="16878" y="95383"/>
                </a:lnTo>
                <a:lnTo>
                  <a:pt x="4527" y="77625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57"/>
          <p:cNvSpPr/>
          <p:nvPr/>
        </p:nvSpPr>
        <p:spPr>
          <a:xfrm>
            <a:off x="4609338" y="322176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668" y="0"/>
                </a:moveTo>
                <a:lnTo>
                  <a:pt x="35207" y="4387"/>
                </a:lnTo>
                <a:lnTo>
                  <a:pt x="16878" y="16356"/>
                </a:lnTo>
                <a:lnTo>
                  <a:pt x="4527" y="34114"/>
                </a:lnTo>
                <a:lnTo>
                  <a:pt x="0" y="55869"/>
                </a:lnTo>
                <a:lnTo>
                  <a:pt x="4527" y="77612"/>
                </a:lnTo>
                <a:lnTo>
                  <a:pt x="16878" y="95371"/>
                </a:lnTo>
                <a:lnTo>
                  <a:pt x="35207" y="107347"/>
                </a:lnTo>
                <a:lnTo>
                  <a:pt x="57668" y="111739"/>
                </a:lnTo>
                <a:lnTo>
                  <a:pt x="80040" y="107347"/>
                </a:lnTo>
                <a:lnTo>
                  <a:pt x="98324" y="95371"/>
                </a:lnTo>
                <a:lnTo>
                  <a:pt x="110659" y="77612"/>
                </a:lnTo>
                <a:lnTo>
                  <a:pt x="115183" y="55869"/>
                </a:lnTo>
                <a:lnTo>
                  <a:pt x="110659" y="34114"/>
                </a:lnTo>
                <a:lnTo>
                  <a:pt x="98324" y="16356"/>
                </a:lnTo>
                <a:lnTo>
                  <a:pt x="80040" y="4387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58"/>
          <p:cNvSpPr/>
          <p:nvPr/>
        </p:nvSpPr>
        <p:spPr>
          <a:xfrm>
            <a:off x="4609338" y="322176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7" y="34114"/>
                </a:lnTo>
                <a:lnTo>
                  <a:pt x="16878" y="16356"/>
                </a:lnTo>
                <a:lnTo>
                  <a:pt x="35207" y="4387"/>
                </a:lnTo>
                <a:lnTo>
                  <a:pt x="57668" y="0"/>
                </a:lnTo>
                <a:lnTo>
                  <a:pt x="80040" y="4387"/>
                </a:lnTo>
                <a:lnTo>
                  <a:pt x="98324" y="16356"/>
                </a:lnTo>
                <a:lnTo>
                  <a:pt x="110659" y="34114"/>
                </a:lnTo>
                <a:lnTo>
                  <a:pt x="115183" y="55869"/>
                </a:lnTo>
                <a:lnTo>
                  <a:pt x="110659" y="77612"/>
                </a:lnTo>
                <a:lnTo>
                  <a:pt x="98324" y="95371"/>
                </a:lnTo>
                <a:lnTo>
                  <a:pt x="80040" y="107347"/>
                </a:lnTo>
                <a:lnTo>
                  <a:pt x="57668" y="111739"/>
                </a:lnTo>
                <a:lnTo>
                  <a:pt x="35207" y="107347"/>
                </a:lnTo>
                <a:lnTo>
                  <a:pt x="16878" y="95371"/>
                </a:lnTo>
                <a:lnTo>
                  <a:pt x="4527" y="77612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59"/>
          <p:cNvSpPr/>
          <p:nvPr/>
        </p:nvSpPr>
        <p:spPr>
          <a:xfrm>
            <a:off x="4609338" y="3395745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668" y="0"/>
                </a:moveTo>
                <a:lnTo>
                  <a:pt x="35207" y="4393"/>
                </a:lnTo>
                <a:lnTo>
                  <a:pt x="16878" y="16382"/>
                </a:lnTo>
                <a:lnTo>
                  <a:pt x="4527" y="34178"/>
                </a:lnTo>
                <a:lnTo>
                  <a:pt x="0" y="55991"/>
                </a:lnTo>
                <a:lnTo>
                  <a:pt x="4527" y="77752"/>
                </a:lnTo>
                <a:lnTo>
                  <a:pt x="16878" y="95520"/>
                </a:lnTo>
                <a:lnTo>
                  <a:pt x="35207" y="107499"/>
                </a:lnTo>
                <a:lnTo>
                  <a:pt x="57668" y="111892"/>
                </a:lnTo>
                <a:lnTo>
                  <a:pt x="80040" y="107499"/>
                </a:lnTo>
                <a:lnTo>
                  <a:pt x="98324" y="95520"/>
                </a:lnTo>
                <a:lnTo>
                  <a:pt x="110659" y="77752"/>
                </a:lnTo>
                <a:lnTo>
                  <a:pt x="115183" y="55991"/>
                </a:lnTo>
                <a:lnTo>
                  <a:pt x="110659" y="34178"/>
                </a:lnTo>
                <a:lnTo>
                  <a:pt x="98324" y="16382"/>
                </a:lnTo>
                <a:lnTo>
                  <a:pt x="80040" y="4393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60"/>
          <p:cNvSpPr/>
          <p:nvPr/>
        </p:nvSpPr>
        <p:spPr>
          <a:xfrm>
            <a:off x="4609338" y="3395745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991"/>
                </a:moveTo>
                <a:lnTo>
                  <a:pt x="4527" y="34178"/>
                </a:lnTo>
                <a:lnTo>
                  <a:pt x="16878" y="16382"/>
                </a:lnTo>
                <a:lnTo>
                  <a:pt x="35207" y="4393"/>
                </a:lnTo>
                <a:lnTo>
                  <a:pt x="57668" y="0"/>
                </a:lnTo>
                <a:lnTo>
                  <a:pt x="80040" y="4393"/>
                </a:lnTo>
                <a:lnTo>
                  <a:pt x="98324" y="16382"/>
                </a:lnTo>
                <a:lnTo>
                  <a:pt x="110659" y="34178"/>
                </a:lnTo>
                <a:lnTo>
                  <a:pt x="115183" y="55991"/>
                </a:lnTo>
                <a:lnTo>
                  <a:pt x="110659" y="77752"/>
                </a:lnTo>
                <a:lnTo>
                  <a:pt x="98324" y="95520"/>
                </a:lnTo>
                <a:lnTo>
                  <a:pt x="80040" y="107499"/>
                </a:lnTo>
                <a:lnTo>
                  <a:pt x="57668" y="111892"/>
                </a:lnTo>
                <a:lnTo>
                  <a:pt x="35207" y="107499"/>
                </a:lnTo>
                <a:lnTo>
                  <a:pt x="16878" y="95520"/>
                </a:lnTo>
                <a:lnTo>
                  <a:pt x="4527" y="77752"/>
                </a:lnTo>
                <a:lnTo>
                  <a:pt x="0" y="5599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61"/>
          <p:cNvSpPr/>
          <p:nvPr/>
        </p:nvSpPr>
        <p:spPr>
          <a:xfrm>
            <a:off x="4609338" y="3567561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668" y="0"/>
                </a:moveTo>
                <a:lnTo>
                  <a:pt x="35207" y="4392"/>
                </a:lnTo>
                <a:lnTo>
                  <a:pt x="16878" y="16371"/>
                </a:lnTo>
                <a:lnTo>
                  <a:pt x="4527" y="34139"/>
                </a:lnTo>
                <a:lnTo>
                  <a:pt x="0" y="55900"/>
                </a:lnTo>
                <a:lnTo>
                  <a:pt x="4527" y="77643"/>
                </a:lnTo>
                <a:lnTo>
                  <a:pt x="16878" y="95402"/>
                </a:lnTo>
                <a:lnTo>
                  <a:pt x="35207" y="107378"/>
                </a:lnTo>
                <a:lnTo>
                  <a:pt x="57668" y="111770"/>
                </a:lnTo>
                <a:lnTo>
                  <a:pt x="80040" y="107378"/>
                </a:lnTo>
                <a:lnTo>
                  <a:pt x="98324" y="95402"/>
                </a:lnTo>
                <a:lnTo>
                  <a:pt x="110659" y="77643"/>
                </a:lnTo>
                <a:lnTo>
                  <a:pt x="115183" y="55900"/>
                </a:lnTo>
                <a:lnTo>
                  <a:pt x="110659" y="34139"/>
                </a:lnTo>
                <a:lnTo>
                  <a:pt x="98324" y="16371"/>
                </a:lnTo>
                <a:lnTo>
                  <a:pt x="80040" y="4392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62"/>
          <p:cNvSpPr/>
          <p:nvPr/>
        </p:nvSpPr>
        <p:spPr>
          <a:xfrm>
            <a:off x="4609338" y="3567561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900"/>
                </a:moveTo>
                <a:lnTo>
                  <a:pt x="4527" y="34139"/>
                </a:lnTo>
                <a:lnTo>
                  <a:pt x="16878" y="16371"/>
                </a:lnTo>
                <a:lnTo>
                  <a:pt x="35207" y="4392"/>
                </a:lnTo>
                <a:lnTo>
                  <a:pt x="57668" y="0"/>
                </a:lnTo>
                <a:lnTo>
                  <a:pt x="80040" y="4392"/>
                </a:lnTo>
                <a:lnTo>
                  <a:pt x="98324" y="16371"/>
                </a:lnTo>
                <a:lnTo>
                  <a:pt x="110659" y="34139"/>
                </a:lnTo>
                <a:lnTo>
                  <a:pt x="115183" y="55900"/>
                </a:lnTo>
                <a:lnTo>
                  <a:pt x="110659" y="77643"/>
                </a:lnTo>
                <a:lnTo>
                  <a:pt x="98324" y="95402"/>
                </a:lnTo>
                <a:lnTo>
                  <a:pt x="80040" y="107378"/>
                </a:lnTo>
                <a:lnTo>
                  <a:pt x="57668" y="111770"/>
                </a:lnTo>
                <a:lnTo>
                  <a:pt x="35207" y="107378"/>
                </a:lnTo>
                <a:lnTo>
                  <a:pt x="16878" y="95402"/>
                </a:lnTo>
                <a:lnTo>
                  <a:pt x="4527" y="77643"/>
                </a:lnTo>
                <a:lnTo>
                  <a:pt x="0" y="5590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63"/>
          <p:cNvSpPr/>
          <p:nvPr/>
        </p:nvSpPr>
        <p:spPr>
          <a:xfrm>
            <a:off x="4609338" y="3739276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668" y="0"/>
                </a:moveTo>
                <a:lnTo>
                  <a:pt x="35207" y="4394"/>
                </a:lnTo>
                <a:lnTo>
                  <a:pt x="16878" y="16386"/>
                </a:lnTo>
                <a:lnTo>
                  <a:pt x="4527" y="34186"/>
                </a:lnTo>
                <a:lnTo>
                  <a:pt x="0" y="56006"/>
                </a:lnTo>
                <a:lnTo>
                  <a:pt x="4527" y="77759"/>
                </a:lnTo>
                <a:lnTo>
                  <a:pt x="16878" y="95523"/>
                </a:lnTo>
                <a:lnTo>
                  <a:pt x="35207" y="107502"/>
                </a:lnTo>
                <a:lnTo>
                  <a:pt x="57668" y="111895"/>
                </a:lnTo>
                <a:lnTo>
                  <a:pt x="80040" y="107502"/>
                </a:lnTo>
                <a:lnTo>
                  <a:pt x="98324" y="95523"/>
                </a:lnTo>
                <a:lnTo>
                  <a:pt x="110659" y="77759"/>
                </a:lnTo>
                <a:lnTo>
                  <a:pt x="115183" y="56006"/>
                </a:lnTo>
                <a:lnTo>
                  <a:pt x="110659" y="34186"/>
                </a:lnTo>
                <a:lnTo>
                  <a:pt x="98324" y="16386"/>
                </a:lnTo>
                <a:lnTo>
                  <a:pt x="80040" y="4394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64"/>
          <p:cNvSpPr/>
          <p:nvPr/>
        </p:nvSpPr>
        <p:spPr>
          <a:xfrm>
            <a:off x="4609338" y="3739276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6006"/>
                </a:moveTo>
                <a:lnTo>
                  <a:pt x="4527" y="34186"/>
                </a:lnTo>
                <a:lnTo>
                  <a:pt x="16878" y="16386"/>
                </a:lnTo>
                <a:lnTo>
                  <a:pt x="35207" y="4394"/>
                </a:lnTo>
                <a:lnTo>
                  <a:pt x="57668" y="0"/>
                </a:lnTo>
                <a:lnTo>
                  <a:pt x="80040" y="4394"/>
                </a:lnTo>
                <a:lnTo>
                  <a:pt x="98324" y="16386"/>
                </a:lnTo>
                <a:lnTo>
                  <a:pt x="110659" y="34186"/>
                </a:lnTo>
                <a:lnTo>
                  <a:pt x="115183" y="56006"/>
                </a:lnTo>
                <a:lnTo>
                  <a:pt x="110659" y="77759"/>
                </a:lnTo>
                <a:lnTo>
                  <a:pt x="98324" y="95523"/>
                </a:lnTo>
                <a:lnTo>
                  <a:pt x="80040" y="107502"/>
                </a:lnTo>
                <a:lnTo>
                  <a:pt x="57668" y="111895"/>
                </a:lnTo>
                <a:lnTo>
                  <a:pt x="35207" y="107502"/>
                </a:lnTo>
                <a:lnTo>
                  <a:pt x="16878" y="95523"/>
                </a:lnTo>
                <a:lnTo>
                  <a:pt x="4527" y="77759"/>
                </a:lnTo>
                <a:lnTo>
                  <a:pt x="0" y="560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65"/>
          <p:cNvSpPr/>
          <p:nvPr/>
        </p:nvSpPr>
        <p:spPr>
          <a:xfrm>
            <a:off x="4609338" y="3909583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668" y="0"/>
                </a:moveTo>
                <a:lnTo>
                  <a:pt x="35207" y="4394"/>
                </a:lnTo>
                <a:lnTo>
                  <a:pt x="16878" y="16386"/>
                </a:lnTo>
                <a:lnTo>
                  <a:pt x="4527" y="34186"/>
                </a:lnTo>
                <a:lnTo>
                  <a:pt x="0" y="56006"/>
                </a:lnTo>
                <a:lnTo>
                  <a:pt x="4527" y="77759"/>
                </a:lnTo>
                <a:lnTo>
                  <a:pt x="16878" y="95523"/>
                </a:lnTo>
                <a:lnTo>
                  <a:pt x="35207" y="107502"/>
                </a:lnTo>
                <a:lnTo>
                  <a:pt x="57668" y="111895"/>
                </a:lnTo>
                <a:lnTo>
                  <a:pt x="80040" y="107502"/>
                </a:lnTo>
                <a:lnTo>
                  <a:pt x="98324" y="95523"/>
                </a:lnTo>
                <a:lnTo>
                  <a:pt x="110659" y="77759"/>
                </a:lnTo>
                <a:lnTo>
                  <a:pt x="115183" y="56006"/>
                </a:lnTo>
                <a:lnTo>
                  <a:pt x="110659" y="34186"/>
                </a:lnTo>
                <a:lnTo>
                  <a:pt x="98324" y="16386"/>
                </a:lnTo>
                <a:lnTo>
                  <a:pt x="80040" y="4394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66"/>
          <p:cNvSpPr/>
          <p:nvPr/>
        </p:nvSpPr>
        <p:spPr>
          <a:xfrm>
            <a:off x="4609338" y="3909583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6006"/>
                </a:moveTo>
                <a:lnTo>
                  <a:pt x="4527" y="34186"/>
                </a:lnTo>
                <a:lnTo>
                  <a:pt x="16878" y="16386"/>
                </a:lnTo>
                <a:lnTo>
                  <a:pt x="35207" y="4394"/>
                </a:lnTo>
                <a:lnTo>
                  <a:pt x="57668" y="0"/>
                </a:lnTo>
                <a:lnTo>
                  <a:pt x="80040" y="4394"/>
                </a:lnTo>
                <a:lnTo>
                  <a:pt x="98324" y="16386"/>
                </a:lnTo>
                <a:lnTo>
                  <a:pt x="110659" y="34186"/>
                </a:lnTo>
                <a:lnTo>
                  <a:pt x="115183" y="56006"/>
                </a:lnTo>
                <a:lnTo>
                  <a:pt x="110659" y="77759"/>
                </a:lnTo>
                <a:lnTo>
                  <a:pt x="98324" y="95523"/>
                </a:lnTo>
                <a:lnTo>
                  <a:pt x="80040" y="107502"/>
                </a:lnTo>
                <a:lnTo>
                  <a:pt x="57668" y="111895"/>
                </a:lnTo>
                <a:lnTo>
                  <a:pt x="35207" y="107502"/>
                </a:lnTo>
                <a:lnTo>
                  <a:pt x="16878" y="95523"/>
                </a:lnTo>
                <a:lnTo>
                  <a:pt x="4527" y="77759"/>
                </a:lnTo>
                <a:lnTo>
                  <a:pt x="0" y="560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67"/>
          <p:cNvSpPr/>
          <p:nvPr/>
        </p:nvSpPr>
        <p:spPr>
          <a:xfrm>
            <a:off x="4609338" y="408548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668" y="0"/>
                </a:moveTo>
                <a:lnTo>
                  <a:pt x="35207" y="4390"/>
                </a:lnTo>
                <a:lnTo>
                  <a:pt x="16878" y="16365"/>
                </a:lnTo>
                <a:lnTo>
                  <a:pt x="4527" y="34125"/>
                </a:lnTo>
                <a:lnTo>
                  <a:pt x="0" y="55875"/>
                </a:lnTo>
                <a:lnTo>
                  <a:pt x="4527" y="77626"/>
                </a:lnTo>
                <a:lnTo>
                  <a:pt x="16878" y="95386"/>
                </a:lnTo>
                <a:lnTo>
                  <a:pt x="35207" y="107361"/>
                </a:lnTo>
                <a:lnTo>
                  <a:pt x="57668" y="111751"/>
                </a:lnTo>
                <a:lnTo>
                  <a:pt x="80040" y="107361"/>
                </a:lnTo>
                <a:lnTo>
                  <a:pt x="98324" y="95386"/>
                </a:lnTo>
                <a:lnTo>
                  <a:pt x="110659" y="77626"/>
                </a:lnTo>
                <a:lnTo>
                  <a:pt x="115183" y="55875"/>
                </a:lnTo>
                <a:lnTo>
                  <a:pt x="110659" y="34125"/>
                </a:lnTo>
                <a:lnTo>
                  <a:pt x="98324" y="16365"/>
                </a:lnTo>
                <a:lnTo>
                  <a:pt x="80040" y="4390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68"/>
          <p:cNvSpPr/>
          <p:nvPr/>
        </p:nvSpPr>
        <p:spPr>
          <a:xfrm>
            <a:off x="4609338" y="408548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7" y="34125"/>
                </a:lnTo>
                <a:lnTo>
                  <a:pt x="16878" y="16365"/>
                </a:lnTo>
                <a:lnTo>
                  <a:pt x="35207" y="4390"/>
                </a:lnTo>
                <a:lnTo>
                  <a:pt x="57668" y="0"/>
                </a:lnTo>
                <a:lnTo>
                  <a:pt x="80040" y="4390"/>
                </a:lnTo>
                <a:lnTo>
                  <a:pt x="98324" y="16365"/>
                </a:lnTo>
                <a:lnTo>
                  <a:pt x="110659" y="34125"/>
                </a:lnTo>
                <a:lnTo>
                  <a:pt x="115183" y="55875"/>
                </a:lnTo>
                <a:lnTo>
                  <a:pt x="110659" y="77626"/>
                </a:lnTo>
                <a:lnTo>
                  <a:pt x="98324" y="95386"/>
                </a:lnTo>
                <a:lnTo>
                  <a:pt x="80040" y="107361"/>
                </a:lnTo>
                <a:lnTo>
                  <a:pt x="57668" y="111751"/>
                </a:lnTo>
                <a:lnTo>
                  <a:pt x="35207" y="107361"/>
                </a:lnTo>
                <a:lnTo>
                  <a:pt x="16878" y="95386"/>
                </a:lnTo>
                <a:lnTo>
                  <a:pt x="4527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69"/>
          <p:cNvSpPr/>
          <p:nvPr/>
        </p:nvSpPr>
        <p:spPr>
          <a:xfrm>
            <a:off x="4609338" y="4255793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668" y="0"/>
                </a:moveTo>
                <a:lnTo>
                  <a:pt x="35207" y="4390"/>
                </a:lnTo>
                <a:lnTo>
                  <a:pt x="16878" y="16365"/>
                </a:lnTo>
                <a:lnTo>
                  <a:pt x="4527" y="34125"/>
                </a:lnTo>
                <a:lnTo>
                  <a:pt x="0" y="55875"/>
                </a:lnTo>
                <a:lnTo>
                  <a:pt x="4527" y="77626"/>
                </a:lnTo>
                <a:lnTo>
                  <a:pt x="16878" y="95386"/>
                </a:lnTo>
                <a:lnTo>
                  <a:pt x="35207" y="107361"/>
                </a:lnTo>
                <a:lnTo>
                  <a:pt x="57668" y="111751"/>
                </a:lnTo>
                <a:lnTo>
                  <a:pt x="80040" y="107361"/>
                </a:lnTo>
                <a:lnTo>
                  <a:pt x="98324" y="95386"/>
                </a:lnTo>
                <a:lnTo>
                  <a:pt x="110659" y="77626"/>
                </a:lnTo>
                <a:lnTo>
                  <a:pt x="115183" y="55875"/>
                </a:lnTo>
                <a:lnTo>
                  <a:pt x="110659" y="34125"/>
                </a:lnTo>
                <a:lnTo>
                  <a:pt x="98324" y="16365"/>
                </a:lnTo>
                <a:lnTo>
                  <a:pt x="80040" y="4390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70"/>
          <p:cNvSpPr/>
          <p:nvPr/>
        </p:nvSpPr>
        <p:spPr>
          <a:xfrm>
            <a:off x="4609338" y="4255793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7" y="34125"/>
                </a:lnTo>
                <a:lnTo>
                  <a:pt x="16878" y="16365"/>
                </a:lnTo>
                <a:lnTo>
                  <a:pt x="35207" y="4390"/>
                </a:lnTo>
                <a:lnTo>
                  <a:pt x="57668" y="0"/>
                </a:lnTo>
                <a:lnTo>
                  <a:pt x="80040" y="4390"/>
                </a:lnTo>
                <a:lnTo>
                  <a:pt x="98324" y="16365"/>
                </a:lnTo>
                <a:lnTo>
                  <a:pt x="110659" y="34125"/>
                </a:lnTo>
                <a:lnTo>
                  <a:pt x="115183" y="55875"/>
                </a:lnTo>
                <a:lnTo>
                  <a:pt x="110659" y="77626"/>
                </a:lnTo>
                <a:lnTo>
                  <a:pt x="98324" y="95386"/>
                </a:lnTo>
                <a:lnTo>
                  <a:pt x="80040" y="107361"/>
                </a:lnTo>
                <a:lnTo>
                  <a:pt x="57668" y="111751"/>
                </a:lnTo>
                <a:lnTo>
                  <a:pt x="35207" y="107361"/>
                </a:lnTo>
                <a:lnTo>
                  <a:pt x="16878" y="95386"/>
                </a:lnTo>
                <a:lnTo>
                  <a:pt x="4527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71"/>
          <p:cNvSpPr/>
          <p:nvPr/>
        </p:nvSpPr>
        <p:spPr>
          <a:xfrm>
            <a:off x="4612629" y="4429016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668" y="0"/>
                </a:moveTo>
                <a:lnTo>
                  <a:pt x="35207" y="4390"/>
                </a:lnTo>
                <a:lnTo>
                  <a:pt x="16878" y="16365"/>
                </a:lnTo>
                <a:lnTo>
                  <a:pt x="4527" y="34125"/>
                </a:lnTo>
                <a:lnTo>
                  <a:pt x="0" y="55875"/>
                </a:lnTo>
                <a:lnTo>
                  <a:pt x="4527" y="77627"/>
                </a:lnTo>
                <a:lnTo>
                  <a:pt x="16878" y="95392"/>
                </a:lnTo>
                <a:lnTo>
                  <a:pt x="35207" y="107371"/>
                </a:lnTo>
                <a:lnTo>
                  <a:pt x="57668" y="111764"/>
                </a:lnTo>
                <a:lnTo>
                  <a:pt x="80058" y="107371"/>
                </a:lnTo>
                <a:lnTo>
                  <a:pt x="98351" y="95392"/>
                </a:lnTo>
                <a:lnTo>
                  <a:pt x="110689" y="77627"/>
                </a:lnTo>
                <a:lnTo>
                  <a:pt x="115214" y="55875"/>
                </a:lnTo>
                <a:lnTo>
                  <a:pt x="110689" y="34125"/>
                </a:lnTo>
                <a:lnTo>
                  <a:pt x="98351" y="16365"/>
                </a:lnTo>
                <a:lnTo>
                  <a:pt x="80058" y="4390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72"/>
          <p:cNvSpPr/>
          <p:nvPr/>
        </p:nvSpPr>
        <p:spPr>
          <a:xfrm>
            <a:off x="4612629" y="4429016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75"/>
                </a:moveTo>
                <a:lnTo>
                  <a:pt x="4527" y="34125"/>
                </a:lnTo>
                <a:lnTo>
                  <a:pt x="16878" y="16365"/>
                </a:lnTo>
                <a:lnTo>
                  <a:pt x="35207" y="4390"/>
                </a:lnTo>
                <a:lnTo>
                  <a:pt x="57668" y="0"/>
                </a:lnTo>
                <a:lnTo>
                  <a:pt x="80058" y="4390"/>
                </a:lnTo>
                <a:lnTo>
                  <a:pt x="98351" y="16365"/>
                </a:lnTo>
                <a:lnTo>
                  <a:pt x="110689" y="34125"/>
                </a:lnTo>
                <a:lnTo>
                  <a:pt x="115214" y="55875"/>
                </a:lnTo>
                <a:lnTo>
                  <a:pt x="110689" y="77627"/>
                </a:lnTo>
                <a:lnTo>
                  <a:pt x="98351" y="95392"/>
                </a:lnTo>
                <a:lnTo>
                  <a:pt x="80058" y="107371"/>
                </a:lnTo>
                <a:lnTo>
                  <a:pt x="57668" y="111764"/>
                </a:lnTo>
                <a:lnTo>
                  <a:pt x="35207" y="107371"/>
                </a:lnTo>
                <a:lnTo>
                  <a:pt x="16878" y="95392"/>
                </a:lnTo>
                <a:lnTo>
                  <a:pt x="4527" y="77627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73"/>
          <p:cNvSpPr/>
          <p:nvPr/>
        </p:nvSpPr>
        <p:spPr>
          <a:xfrm>
            <a:off x="4612629" y="4599324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668" y="0"/>
                </a:moveTo>
                <a:lnTo>
                  <a:pt x="35207" y="4390"/>
                </a:lnTo>
                <a:lnTo>
                  <a:pt x="16878" y="16365"/>
                </a:lnTo>
                <a:lnTo>
                  <a:pt x="4527" y="34125"/>
                </a:lnTo>
                <a:lnTo>
                  <a:pt x="0" y="55875"/>
                </a:lnTo>
                <a:lnTo>
                  <a:pt x="4527" y="77627"/>
                </a:lnTo>
                <a:lnTo>
                  <a:pt x="16878" y="95392"/>
                </a:lnTo>
                <a:lnTo>
                  <a:pt x="35207" y="107371"/>
                </a:lnTo>
                <a:lnTo>
                  <a:pt x="57668" y="111764"/>
                </a:lnTo>
                <a:lnTo>
                  <a:pt x="80058" y="107371"/>
                </a:lnTo>
                <a:lnTo>
                  <a:pt x="98351" y="95392"/>
                </a:lnTo>
                <a:lnTo>
                  <a:pt x="110689" y="77627"/>
                </a:lnTo>
                <a:lnTo>
                  <a:pt x="115214" y="55875"/>
                </a:lnTo>
                <a:lnTo>
                  <a:pt x="110689" y="34125"/>
                </a:lnTo>
                <a:lnTo>
                  <a:pt x="98351" y="16365"/>
                </a:lnTo>
                <a:lnTo>
                  <a:pt x="80058" y="4390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74"/>
          <p:cNvSpPr/>
          <p:nvPr/>
        </p:nvSpPr>
        <p:spPr>
          <a:xfrm>
            <a:off x="4612629" y="4599324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75"/>
                </a:moveTo>
                <a:lnTo>
                  <a:pt x="4527" y="34125"/>
                </a:lnTo>
                <a:lnTo>
                  <a:pt x="16878" y="16365"/>
                </a:lnTo>
                <a:lnTo>
                  <a:pt x="35207" y="4390"/>
                </a:lnTo>
                <a:lnTo>
                  <a:pt x="57668" y="0"/>
                </a:lnTo>
                <a:lnTo>
                  <a:pt x="80058" y="4390"/>
                </a:lnTo>
                <a:lnTo>
                  <a:pt x="98351" y="16365"/>
                </a:lnTo>
                <a:lnTo>
                  <a:pt x="110689" y="34125"/>
                </a:lnTo>
                <a:lnTo>
                  <a:pt x="115214" y="55875"/>
                </a:lnTo>
                <a:lnTo>
                  <a:pt x="110689" y="77627"/>
                </a:lnTo>
                <a:lnTo>
                  <a:pt x="98351" y="95392"/>
                </a:lnTo>
                <a:lnTo>
                  <a:pt x="80058" y="107371"/>
                </a:lnTo>
                <a:lnTo>
                  <a:pt x="57668" y="111764"/>
                </a:lnTo>
                <a:lnTo>
                  <a:pt x="35207" y="107371"/>
                </a:lnTo>
                <a:lnTo>
                  <a:pt x="16878" y="95392"/>
                </a:lnTo>
                <a:lnTo>
                  <a:pt x="4527" y="77627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75"/>
          <p:cNvSpPr txBox="1"/>
          <p:nvPr/>
        </p:nvSpPr>
        <p:spPr>
          <a:xfrm>
            <a:off x="4515488" y="2809700"/>
            <a:ext cx="3587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5" dirty="0">
                <a:solidFill>
                  <a:srgbClr val="6F2F9F"/>
                </a:solidFill>
                <a:latin typeface="Arial"/>
                <a:cs typeface="Arial"/>
              </a:rPr>
              <a:t>D</a:t>
            </a: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200" b="1" spc="-25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3" name="object 76"/>
          <p:cNvSpPr/>
          <p:nvPr/>
        </p:nvSpPr>
        <p:spPr>
          <a:xfrm>
            <a:off x="5342625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46" y="0"/>
                </a:moveTo>
                <a:lnTo>
                  <a:pt x="35155" y="4390"/>
                </a:lnTo>
                <a:lnTo>
                  <a:pt x="16863" y="16365"/>
                </a:lnTo>
                <a:lnTo>
                  <a:pt x="4525" y="34125"/>
                </a:lnTo>
                <a:lnTo>
                  <a:pt x="0" y="55875"/>
                </a:lnTo>
                <a:lnTo>
                  <a:pt x="4525" y="77627"/>
                </a:lnTo>
                <a:lnTo>
                  <a:pt x="16863" y="95392"/>
                </a:lnTo>
                <a:lnTo>
                  <a:pt x="35155" y="107371"/>
                </a:lnTo>
                <a:lnTo>
                  <a:pt x="57546" y="111764"/>
                </a:lnTo>
                <a:lnTo>
                  <a:pt x="79931" y="107371"/>
                </a:lnTo>
                <a:lnTo>
                  <a:pt x="98214" y="95392"/>
                </a:lnTo>
                <a:lnTo>
                  <a:pt x="110541" y="77627"/>
                </a:lnTo>
                <a:lnTo>
                  <a:pt x="115061" y="55875"/>
                </a:lnTo>
                <a:lnTo>
                  <a:pt x="110541" y="34125"/>
                </a:lnTo>
                <a:lnTo>
                  <a:pt x="98214" y="16365"/>
                </a:lnTo>
                <a:lnTo>
                  <a:pt x="79931" y="4390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77"/>
          <p:cNvSpPr/>
          <p:nvPr/>
        </p:nvSpPr>
        <p:spPr>
          <a:xfrm>
            <a:off x="5342625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75"/>
                </a:moveTo>
                <a:lnTo>
                  <a:pt x="4525" y="34125"/>
                </a:lnTo>
                <a:lnTo>
                  <a:pt x="16863" y="16365"/>
                </a:lnTo>
                <a:lnTo>
                  <a:pt x="35155" y="4390"/>
                </a:lnTo>
                <a:lnTo>
                  <a:pt x="57546" y="0"/>
                </a:lnTo>
                <a:lnTo>
                  <a:pt x="79931" y="4390"/>
                </a:lnTo>
                <a:lnTo>
                  <a:pt x="98214" y="16365"/>
                </a:lnTo>
                <a:lnTo>
                  <a:pt x="110541" y="34125"/>
                </a:lnTo>
                <a:lnTo>
                  <a:pt x="115061" y="55875"/>
                </a:lnTo>
                <a:lnTo>
                  <a:pt x="110541" y="77627"/>
                </a:lnTo>
                <a:lnTo>
                  <a:pt x="98214" y="95392"/>
                </a:lnTo>
                <a:lnTo>
                  <a:pt x="79931" y="107371"/>
                </a:lnTo>
                <a:lnTo>
                  <a:pt x="57546" y="111764"/>
                </a:lnTo>
                <a:lnTo>
                  <a:pt x="35155" y="107371"/>
                </a:lnTo>
                <a:lnTo>
                  <a:pt x="16863" y="95392"/>
                </a:lnTo>
                <a:lnTo>
                  <a:pt x="4525" y="77627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78"/>
          <p:cNvSpPr/>
          <p:nvPr/>
        </p:nvSpPr>
        <p:spPr>
          <a:xfrm>
            <a:off x="5546232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637" y="0"/>
                </a:moveTo>
                <a:lnTo>
                  <a:pt x="35181" y="4390"/>
                </a:lnTo>
                <a:lnTo>
                  <a:pt x="16863" y="16365"/>
                </a:lnTo>
                <a:lnTo>
                  <a:pt x="4522" y="34125"/>
                </a:lnTo>
                <a:lnTo>
                  <a:pt x="0" y="55875"/>
                </a:lnTo>
                <a:lnTo>
                  <a:pt x="4522" y="77627"/>
                </a:lnTo>
                <a:lnTo>
                  <a:pt x="16863" y="95392"/>
                </a:lnTo>
                <a:lnTo>
                  <a:pt x="35181" y="107371"/>
                </a:lnTo>
                <a:lnTo>
                  <a:pt x="57637" y="111764"/>
                </a:lnTo>
                <a:lnTo>
                  <a:pt x="80028" y="107371"/>
                </a:lnTo>
                <a:lnTo>
                  <a:pt x="98320" y="95392"/>
                </a:lnTo>
                <a:lnTo>
                  <a:pt x="110658" y="77627"/>
                </a:lnTo>
                <a:lnTo>
                  <a:pt x="115183" y="55875"/>
                </a:lnTo>
                <a:lnTo>
                  <a:pt x="110658" y="34125"/>
                </a:lnTo>
                <a:lnTo>
                  <a:pt x="98320" y="16365"/>
                </a:lnTo>
                <a:lnTo>
                  <a:pt x="80028" y="4390"/>
                </a:lnTo>
                <a:lnTo>
                  <a:pt x="57637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79"/>
          <p:cNvSpPr/>
          <p:nvPr/>
        </p:nvSpPr>
        <p:spPr>
          <a:xfrm>
            <a:off x="5546232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75"/>
                </a:moveTo>
                <a:lnTo>
                  <a:pt x="4522" y="34125"/>
                </a:lnTo>
                <a:lnTo>
                  <a:pt x="16863" y="16365"/>
                </a:lnTo>
                <a:lnTo>
                  <a:pt x="35181" y="4390"/>
                </a:lnTo>
                <a:lnTo>
                  <a:pt x="57637" y="0"/>
                </a:lnTo>
                <a:lnTo>
                  <a:pt x="80028" y="4390"/>
                </a:lnTo>
                <a:lnTo>
                  <a:pt x="98320" y="16365"/>
                </a:lnTo>
                <a:lnTo>
                  <a:pt x="110658" y="34125"/>
                </a:lnTo>
                <a:lnTo>
                  <a:pt x="115183" y="55875"/>
                </a:lnTo>
                <a:lnTo>
                  <a:pt x="110658" y="77627"/>
                </a:lnTo>
                <a:lnTo>
                  <a:pt x="98320" y="95392"/>
                </a:lnTo>
                <a:lnTo>
                  <a:pt x="80028" y="107371"/>
                </a:lnTo>
                <a:lnTo>
                  <a:pt x="57637" y="111764"/>
                </a:lnTo>
                <a:lnTo>
                  <a:pt x="35181" y="107371"/>
                </a:lnTo>
                <a:lnTo>
                  <a:pt x="16863" y="95392"/>
                </a:lnTo>
                <a:lnTo>
                  <a:pt x="4522" y="77627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80"/>
          <p:cNvSpPr/>
          <p:nvPr/>
        </p:nvSpPr>
        <p:spPr>
          <a:xfrm>
            <a:off x="5730880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15" y="0"/>
                </a:moveTo>
                <a:lnTo>
                  <a:pt x="35142" y="4390"/>
                </a:lnTo>
                <a:lnTo>
                  <a:pt x="16859" y="16365"/>
                </a:lnTo>
                <a:lnTo>
                  <a:pt x="4524" y="34125"/>
                </a:lnTo>
                <a:lnTo>
                  <a:pt x="0" y="55875"/>
                </a:lnTo>
                <a:lnTo>
                  <a:pt x="4524" y="77627"/>
                </a:lnTo>
                <a:lnTo>
                  <a:pt x="16859" y="95392"/>
                </a:lnTo>
                <a:lnTo>
                  <a:pt x="35142" y="107371"/>
                </a:lnTo>
                <a:lnTo>
                  <a:pt x="57515" y="111764"/>
                </a:lnTo>
                <a:lnTo>
                  <a:pt x="79976" y="107371"/>
                </a:lnTo>
                <a:lnTo>
                  <a:pt x="98305" y="95392"/>
                </a:lnTo>
                <a:lnTo>
                  <a:pt x="110656" y="77627"/>
                </a:lnTo>
                <a:lnTo>
                  <a:pt x="115183" y="55875"/>
                </a:lnTo>
                <a:lnTo>
                  <a:pt x="110656" y="34125"/>
                </a:lnTo>
                <a:lnTo>
                  <a:pt x="98305" y="16365"/>
                </a:lnTo>
                <a:lnTo>
                  <a:pt x="79976" y="4390"/>
                </a:lnTo>
                <a:lnTo>
                  <a:pt x="5751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81"/>
          <p:cNvSpPr/>
          <p:nvPr/>
        </p:nvSpPr>
        <p:spPr>
          <a:xfrm>
            <a:off x="5730880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75"/>
                </a:moveTo>
                <a:lnTo>
                  <a:pt x="4524" y="34125"/>
                </a:lnTo>
                <a:lnTo>
                  <a:pt x="16859" y="16365"/>
                </a:lnTo>
                <a:lnTo>
                  <a:pt x="35142" y="4390"/>
                </a:lnTo>
                <a:lnTo>
                  <a:pt x="57515" y="0"/>
                </a:lnTo>
                <a:lnTo>
                  <a:pt x="79976" y="4390"/>
                </a:lnTo>
                <a:lnTo>
                  <a:pt x="98305" y="16365"/>
                </a:lnTo>
                <a:lnTo>
                  <a:pt x="110656" y="34125"/>
                </a:lnTo>
                <a:lnTo>
                  <a:pt x="115183" y="55875"/>
                </a:lnTo>
                <a:lnTo>
                  <a:pt x="110656" y="77627"/>
                </a:lnTo>
                <a:lnTo>
                  <a:pt x="98305" y="95392"/>
                </a:lnTo>
                <a:lnTo>
                  <a:pt x="79976" y="107371"/>
                </a:lnTo>
                <a:lnTo>
                  <a:pt x="57515" y="111764"/>
                </a:lnTo>
                <a:lnTo>
                  <a:pt x="35142" y="107371"/>
                </a:lnTo>
                <a:lnTo>
                  <a:pt x="16859" y="95392"/>
                </a:lnTo>
                <a:lnTo>
                  <a:pt x="4524" y="77627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82"/>
          <p:cNvSpPr/>
          <p:nvPr/>
        </p:nvSpPr>
        <p:spPr>
          <a:xfrm>
            <a:off x="5915527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46" y="0"/>
                </a:moveTo>
                <a:lnTo>
                  <a:pt x="35155" y="4390"/>
                </a:lnTo>
                <a:lnTo>
                  <a:pt x="16863" y="16365"/>
                </a:lnTo>
                <a:lnTo>
                  <a:pt x="4525" y="34125"/>
                </a:lnTo>
                <a:lnTo>
                  <a:pt x="0" y="55875"/>
                </a:lnTo>
                <a:lnTo>
                  <a:pt x="4525" y="77627"/>
                </a:lnTo>
                <a:lnTo>
                  <a:pt x="16863" y="95392"/>
                </a:lnTo>
                <a:lnTo>
                  <a:pt x="35155" y="107371"/>
                </a:lnTo>
                <a:lnTo>
                  <a:pt x="57546" y="111764"/>
                </a:lnTo>
                <a:lnTo>
                  <a:pt x="79983" y="107371"/>
                </a:lnTo>
                <a:lnTo>
                  <a:pt x="98259" y="95392"/>
                </a:lnTo>
                <a:lnTo>
                  <a:pt x="110558" y="77627"/>
                </a:lnTo>
                <a:lnTo>
                  <a:pt x="115061" y="55875"/>
                </a:lnTo>
                <a:lnTo>
                  <a:pt x="110558" y="34125"/>
                </a:lnTo>
                <a:lnTo>
                  <a:pt x="98259" y="16365"/>
                </a:lnTo>
                <a:lnTo>
                  <a:pt x="79983" y="4390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83"/>
          <p:cNvSpPr/>
          <p:nvPr/>
        </p:nvSpPr>
        <p:spPr>
          <a:xfrm>
            <a:off x="5915527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75"/>
                </a:moveTo>
                <a:lnTo>
                  <a:pt x="4525" y="34125"/>
                </a:lnTo>
                <a:lnTo>
                  <a:pt x="16863" y="16365"/>
                </a:lnTo>
                <a:lnTo>
                  <a:pt x="35155" y="4390"/>
                </a:lnTo>
                <a:lnTo>
                  <a:pt x="57546" y="0"/>
                </a:lnTo>
                <a:lnTo>
                  <a:pt x="79983" y="4390"/>
                </a:lnTo>
                <a:lnTo>
                  <a:pt x="98259" y="16365"/>
                </a:lnTo>
                <a:lnTo>
                  <a:pt x="110558" y="34125"/>
                </a:lnTo>
                <a:lnTo>
                  <a:pt x="115061" y="55875"/>
                </a:lnTo>
                <a:lnTo>
                  <a:pt x="110558" y="77627"/>
                </a:lnTo>
                <a:lnTo>
                  <a:pt x="98259" y="95392"/>
                </a:lnTo>
                <a:lnTo>
                  <a:pt x="79983" y="107371"/>
                </a:lnTo>
                <a:lnTo>
                  <a:pt x="57546" y="111764"/>
                </a:lnTo>
                <a:lnTo>
                  <a:pt x="35155" y="107371"/>
                </a:lnTo>
                <a:lnTo>
                  <a:pt x="16863" y="95392"/>
                </a:lnTo>
                <a:lnTo>
                  <a:pt x="4525" y="77627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84"/>
          <p:cNvSpPr/>
          <p:nvPr/>
        </p:nvSpPr>
        <p:spPr>
          <a:xfrm>
            <a:off x="6842759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46" y="0"/>
                </a:moveTo>
                <a:lnTo>
                  <a:pt x="35155" y="4390"/>
                </a:lnTo>
                <a:lnTo>
                  <a:pt x="16863" y="16365"/>
                </a:lnTo>
                <a:lnTo>
                  <a:pt x="4525" y="34125"/>
                </a:lnTo>
                <a:lnTo>
                  <a:pt x="0" y="55875"/>
                </a:lnTo>
                <a:lnTo>
                  <a:pt x="4525" y="77627"/>
                </a:lnTo>
                <a:lnTo>
                  <a:pt x="16863" y="95392"/>
                </a:lnTo>
                <a:lnTo>
                  <a:pt x="35155" y="107371"/>
                </a:lnTo>
                <a:lnTo>
                  <a:pt x="57546" y="111764"/>
                </a:lnTo>
                <a:lnTo>
                  <a:pt x="79919" y="107371"/>
                </a:lnTo>
                <a:lnTo>
                  <a:pt x="98202" y="95392"/>
                </a:lnTo>
                <a:lnTo>
                  <a:pt x="110537" y="77627"/>
                </a:lnTo>
                <a:lnTo>
                  <a:pt x="115061" y="55875"/>
                </a:lnTo>
                <a:lnTo>
                  <a:pt x="110537" y="34125"/>
                </a:lnTo>
                <a:lnTo>
                  <a:pt x="98202" y="16365"/>
                </a:lnTo>
                <a:lnTo>
                  <a:pt x="79919" y="4390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85"/>
          <p:cNvSpPr/>
          <p:nvPr/>
        </p:nvSpPr>
        <p:spPr>
          <a:xfrm>
            <a:off x="6842759" y="48408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75"/>
                </a:moveTo>
                <a:lnTo>
                  <a:pt x="4525" y="34125"/>
                </a:lnTo>
                <a:lnTo>
                  <a:pt x="16863" y="16365"/>
                </a:lnTo>
                <a:lnTo>
                  <a:pt x="35155" y="4390"/>
                </a:lnTo>
                <a:lnTo>
                  <a:pt x="57546" y="0"/>
                </a:lnTo>
                <a:lnTo>
                  <a:pt x="79919" y="4390"/>
                </a:lnTo>
                <a:lnTo>
                  <a:pt x="98202" y="16365"/>
                </a:lnTo>
                <a:lnTo>
                  <a:pt x="110537" y="34125"/>
                </a:lnTo>
                <a:lnTo>
                  <a:pt x="115061" y="55875"/>
                </a:lnTo>
                <a:lnTo>
                  <a:pt x="110537" y="77627"/>
                </a:lnTo>
                <a:lnTo>
                  <a:pt x="98202" y="95392"/>
                </a:lnTo>
                <a:lnTo>
                  <a:pt x="79919" y="107371"/>
                </a:lnTo>
                <a:lnTo>
                  <a:pt x="57546" y="111764"/>
                </a:lnTo>
                <a:lnTo>
                  <a:pt x="35155" y="107371"/>
                </a:lnTo>
                <a:lnTo>
                  <a:pt x="16863" y="95392"/>
                </a:lnTo>
                <a:lnTo>
                  <a:pt x="4525" y="77627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86"/>
          <p:cNvSpPr/>
          <p:nvPr/>
        </p:nvSpPr>
        <p:spPr>
          <a:xfrm>
            <a:off x="5819515" y="287886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87"/>
                </a:lnTo>
                <a:lnTo>
                  <a:pt x="16863" y="16356"/>
                </a:lnTo>
                <a:lnTo>
                  <a:pt x="4525" y="34114"/>
                </a:lnTo>
                <a:lnTo>
                  <a:pt x="0" y="55869"/>
                </a:lnTo>
                <a:lnTo>
                  <a:pt x="4525" y="77612"/>
                </a:lnTo>
                <a:lnTo>
                  <a:pt x="16863" y="95371"/>
                </a:lnTo>
                <a:lnTo>
                  <a:pt x="35155" y="107347"/>
                </a:lnTo>
                <a:lnTo>
                  <a:pt x="57546" y="111739"/>
                </a:lnTo>
                <a:lnTo>
                  <a:pt x="79919" y="107347"/>
                </a:lnTo>
                <a:lnTo>
                  <a:pt x="98202" y="95371"/>
                </a:lnTo>
                <a:lnTo>
                  <a:pt x="110537" y="77612"/>
                </a:lnTo>
                <a:lnTo>
                  <a:pt x="115061" y="55869"/>
                </a:lnTo>
                <a:lnTo>
                  <a:pt x="110537" y="34114"/>
                </a:lnTo>
                <a:lnTo>
                  <a:pt x="98202" y="16356"/>
                </a:lnTo>
                <a:lnTo>
                  <a:pt x="79919" y="4387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87"/>
          <p:cNvSpPr/>
          <p:nvPr/>
        </p:nvSpPr>
        <p:spPr>
          <a:xfrm>
            <a:off x="5819515" y="287886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5" y="34114"/>
                </a:lnTo>
                <a:lnTo>
                  <a:pt x="16863" y="16356"/>
                </a:lnTo>
                <a:lnTo>
                  <a:pt x="35155" y="4387"/>
                </a:lnTo>
                <a:lnTo>
                  <a:pt x="57546" y="0"/>
                </a:lnTo>
                <a:lnTo>
                  <a:pt x="79919" y="4387"/>
                </a:lnTo>
                <a:lnTo>
                  <a:pt x="98202" y="16356"/>
                </a:lnTo>
                <a:lnTo>
                  <a:pt x="110537" y="34114"/>
                </a:lnTo>
                <a:lnTo>
                  <a:pt x="115061" y="55869"/>
                </a:lnTo>
                <a:lnTo>
                  <a:pt x="110537" y="77612"/>
                </a:lnTo>
                <a:lnTo>
                  <a:pt x="98202" y="95371"/>
                </a:lnTo>
                <a:lnTo>
                  <a:pt x="79919" y="107347"/>
                </a:lnTo>
                <a:lnTo>
                  <a:pt x="57546" y="111739"/>
                </a:lnTo>
                <a:lnTo>
                  <a:pt x="35155" y="107347"/>
                </a:lnTo>
                <a:lnTo>
                  <a:pt x="16863" y="95371"/>
                </a:lnTo>
                <a:lnTo>
                  <a:pt x="4525" y="77612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88"/>
          <p:cNvSpPr/>
          <p:nvPr/>
        </p:nvSpPr>
        <p:spPr>
          <a:xfrm>
            <a:off x="6651376" y="286743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15" y="0"/>
                </a:moveTo>
                <a:lnTo>
                  <a:pt x="35142" y="4387"/>
                </a:lnTo>
                <a:lnTo>
                  <a:pt x="16859" y="16356"/>
                </a:lnTo>
                <a:lnTo>
                  <a:pt x="4524" y="34114"/>
                </a:lnTo>
                <a:lnTo>
                  <a:pt x="0" y="55869"/>
                </a:lnTo>
                <a:lnTo>
                  <a:pt x="4524" y="77612"/>
                </a:lnTo>
                <a:lnTo>
                  <a:pt x="16859" y="95371"/>
                </a:lnTo>
                <a:lnTo>
                  <a:pt x="35142" y="107347"/>
                </a:lnTo>
                <a:lnTo>
                  <a:pt x="57515" y="111739"/>
                </a:lnTo>
                <a:lnTo>
                  <a:pt x="79906" y="107347"/>
                </a:lnTo>
                <a:lnTo>
                  <a:pt x="98198" y="95371"/>
                </a:lnTo>
                <a:lnTo>
                  <a:pt x="110536" y="77612"/>
                </a:lnTo>
                <a:lnTo>
                  <a:pt x="115061" y="55869"/>
                </a:lnTo>
                <a:lnTo>
                  <a:pt x="110536" y="34114"/>
                </a:lnTo>
                <a:lnTo>
                  <a:pt x="98198" y="16356"/>
                </a:lnTo>
                <a:lnTo>
                  <a:pt x="79906" y="4387"/>
                </a:lnTo>
                <a:lnTo>
                  <a:pt x="5751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89"/>
          <p:cNvSpPr/>
          <p:nvPr/>
        </p:nvSpPr>
        <p:spPr>
          <a:xfrm>
            <a:off x="6651376" y="286743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4" y="34114"/>
                </a:lnTo>
                <a:lnTo>
                  <a:pt x="16859" y="16356"/>
                </a:lnTo>
                <a:lnTo>
                  <a:pt x="35142" y="4387"/>
                </a:lnTo>
                <a:lnTo>
                  <a:pt x="57515" y="0"/>
                </a:lnTo>
                <a:lnTo>
                  <a:pt x="79906" y="4387"/>
                </a:lnTo>
                <a:lnTo>
                  <a:pt x="98198" y="16356"/>
                </a:lnTo>
                <a:lnTo>
                  <a:pt x="110536" y="34114"/>
                </a:lnTo>
                <a:lnTo>
                  <a:pt x="115061" y="55869"/>
                </a:lnTo>
                <a:lnTo>
                  <a:pt x="110536" y="77612"/>
                </a:lnTo>
                <a:lnTo>
                  <a:pt x="98198" y="95371"/>
                </a:lnTo>
                <a:lnTo>
                  <a:pt x="79906" y="107347"/>
                </a:lnTo>
                <a:lnTo>
                  <a:pt x="57515" y="111739"/>
                </a:lnTo>
                <a:lnTo>
                  <a:pt x="35142" y="107347"/>
                </a:lnTo>
                <a:lnTo>
                  <a:pt x="16859" y="95371"/>
                </a:lnTo>
                <a:lnTo>
                  <a:pt x="4524" y="77612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90"/>
          <p:cNvSpPr/>
          <p:nvPr/>
        </p:nvSpPr>
        <p:spPr>
          <a:xfrm>
            <a:off x="6826757" y="286743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87"/>
                </a:lnTo>
                <a:lnTo>
                  <a:pt x="16863" y="16356"/>
                </a:lnTo>
                <a:lnTo>
                  <a:pt x="4525" y="34114"/>
                </a:lnTo>
                <a:lnTo>
                  <a:pt x="0" y="55869"/>
                </a:lnTo>
                <a:lnTo>
                  <a:pt x="4525" y="77612"/>
                </a:lnTo>
                <a:lnTo>
                  <a:pt x="16863" y="95371"/>
                </a:lnTo>
                <a:lnTo>
                  <a:pt x="35155" y="107347"/>
                </a:lnTo>
                <a:lnTo>
                  <a:pt x="57546" y="111739"/>
                </a:lnTo>
                <a:lnTo>
                  <a:pt x="79989" y="107347"/>
                </a:lnTo>
                <a:lnTo>
                  <a:pt x="98309" y="95371"/>
                </a:lnTo>
                <a:lnTo>
                  <a:pt x="110657" y="77612"/>
                </a:lnTo>
                <a:lnTo>
                  <a:pt x="115183" y="55869"/>
                </a:lnTo>
                <a:lnTo>
                  <a:pt x="110657" y="34114"/>
                </a:lnTo>
                <a:lnTo>
                  <a:pt x="98309" y="16356"/>
                </a:lnTo>
                <a:lnTo>
                  <a:pt x="79989" y="4387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91"/>
          <p:cNvSpPr/>
          <p:nvPr/>
        </p:nvSpPr>
        <p:spPr>
          <a:xfrm>
            <a:off x="6826757" y="286743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5" y="34114"/>
                </a:lnTo>
                <a:lnTo>
                  <a:pt x="16863" y="16356"/>
                </a:lnTo>
                <a:lnTo>
                  <a:pt x="35155" y="4387"/>
                </a:lnTo>
                <a:lnTo>
                  <a:pt x="57546" y="0"/>
                </a:lnTo>
                <a:lnTo>
                  <a:pt x="79989" y="4387"/>
                </a:lnTo>
                <a:lnTo>
                  <a:pt x="98309" y="16356"/>
                </a:lnTo>
                <a:lnTo>
                  <a:pt x="110657" y="34114"/>
                </a:lnTo>
                <a:lnTo>
                  <a:pt x="115183" y="55869"/>
                </a:lnTo>
                <a:lnTo>
                  <a:pt x="110657" y="77612"/>
                </a:lnTo>
                <a:lnTo>
                  <a:pt x="98309" y="95371"/>
                </a:lnTo>
                <a:lnTo>
                  <a:pt x="79989" y="107347"/>
                </a:lnTo>
                <a:lnTo>
                  <a:pt x="57546" y="111739"/>
                </a:lnTo>
                <a:lnTo>
                  <a:pt x="35155" y="107347"/>
                </a:lnTo>
                <a:lnTo>
                  <a:pt x="16863" y="95371"/>
                </a:lnTo>
                <a:lnTo>
                  <a:pt x="4525" y="77612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92"/>
          <p:cNvSpPr/>
          <p:nvPr/>
        </p:nvSpPr>
        <p:spPr>
          <a:xfrm>
            <a:off x="7002261" y="286743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87"/>
                </a:lnTo>
                <a:lnTo>
                  <a:pt x="16863" y="16356"/>
                </a:lnTo>
                <a:lnTo>
                  <a:pt x="4525" y="34114"/>
                </a:lnTo>
                <a:lnTo>
                  <a:pt x="0" y="55869"/>
                </a:lnTo>
                <a:lnTo>
                  <a:pt x="4525" y="77612"/>
                </a:lnTo>
                <a:lnTo>
                  <a:pt x="16863" y="95371"/>
                </a:lnTo>
                <a:lnTo>
                  <a:pt x="35155" y="107347"/>
                </a:lnTo>
                <a:lnTo>
                  <a:pt x="57546" y="111739"/>
                </a:lnTo>
                <a:lnTo>
                  <a:pt x="79931" y="107347"/>
                </a:lnTo>
                <a:lnTo>
                  <a:pt x="98214" y="95371"/>
                </a:lnTo>
                <a:lnTo>
                  <a:pt x="110541" y="77612"/>
                </a:lnTo>
                <a:lnTo>
                  <a:pt x="115061" y="55869"/>
                </a:lnTo>
                <a:lnTo>
                  <a:pt x="110541" y="34114"/>
                </a:lnTo>
                <a:lnTo>
                  <a:pt x="98214" y="16356"/>
                </a:lnTo>
                <a:lnTo>
                  <a:pt x="79931" y="4387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93"/>
          <p:cNvSpPr/>
          <p:nvPr/>
        </p:nvSpPr>
        <p:spPr>
          <a:xfrm>
            <a:off x="7002261" y="286743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5" y="34114"/>
                </a:lnTo>
                <a:lnTo>
                  <a:pt x="16863" y="16356"/>
                </a:lnTo>
                <a:lnTo>
                  <a:pt x="35155" y="4387"/>
                </a:lnTo>
                <a:lnTo>
                  <a:pt x="57546" y="0"/>
                </a:lnTo>
                <a:lnTo>
                  <a:pt x="79931" y="4387"/>
                </a:lnTo>
                <a:lnTo>
                  <a:pt x="98214" y="16356"/>
                </a:lnTo>
                <a:lnTo>
                  <a:pt x="110541" y="34114"/>
                </a:lnTo>
                <a:lnTo>
                  <a:pt x="115061" y="55869"/>
                </a:lnTo>
                <a:lnTo>
                  <a:pt x="110541" y="77612"/>
                </a:lnTo>
                <a:lnTo>
                  <a:pt x="98214" y="95371"/>
                </a:lnTo>
                <a:lnTo>
                  <a:pt x="79931" y="107347"/>
                </a:lnTo>
                <a:lnTo>
                  <a:pt x="57546" y="111739"/>
                </a:lnTo>
                <a:lnTo>
                  <a:pt x="35155" y="107347"/>
                </a:lnTo>
                <a:lnTo>
                  <a:pt x="16863" y="95371"/>
                </a:lnTo>
                <a:lnTo>
                  <a:pt x="4525" y="77612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94"/>
          <p:cNvSpPr/>
          <p:nvPr/>
        </p:nvSpPr>
        <p:spPr>
          <a:xfrm>
            <a:off x="7177674" y="2862345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4">
                <a:moveTo>
                  <a:pt x="57515" y="0"/>
                </a:moveTo>
                <a:lnTo>
                  <a:pt x="35130" y="4391"/>
                </a:lnTo>
                <a:lnTo>
                  <a:pt x="16847" y="16367"/>
                </a:lnTo>
                <a:lnTo>
                  <a:pt x="4520" y="34127"/>
                </a:lnTo>
                <a:lnTo>
                  <a:pt x="0" y="55869"/>
                </a:lnTo>
                <a:lnTo>
                  <a:pt x="4520" y="77630"/>
                </a:lnTo>
                <a:lnTo>
                  <a:pt x="16847" y="95398"/>
                </a:lnTo>
                <a:lnTo>
                  <a:pt x="35130" y="107377"/>
                </a:lnTo>
                <a:lnTo>
                  <a:pt x="57515" y="111770"/>
                </a:lnTo>
                <a:lnTo>
                  <a:pt x="79976" y="107377"/>
                </a:lnTo>
                <a:lnTo>
                  <a:pt x="98305" y="95398"/>
                </a:lnTo>
                <a:lnTo>
                  <a:pt x="110656" y="77630"/>
                </a:lnTo>
                <a:lnTo>
                  <a:pt x="115183" y="55869"/>
                </a:lnTo>
                <a:lnTo>
                  <a:pt x="110656" y="34127"/>
                </a:lnTo>
                <a:lnTo>
                  <a:pt x="98305" y="16367"/>
                </a:lnTo>
                <a:lnTo>
                  <a:pt x="79976" y="4391"/>
                </a:lnTo>
                <a:lnTo>
                  <a:pt x="5751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95"/>
          <p:cNvSpPr/>
          <p:nvPr/>
        </p:nvSpPr>
        <p:spPr>
          <a:xfrm>
            <a:off x="7177674" y="2862345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4">
                <a:moveTo>
                  <a:pt x="0" y="55869"/>
                </a:moveTo>
                <a:lnTo>
                  <a:pt x="4520" y="34127"/>
                </a:lnTo>
                <a:lnTo>
                  <a:pt x="16847" y="16367"/>
                </a:lnTo>
                <a:lnTo>
                  <a:pt x="35130" y="4391"/>
                </a:lnTo>
                <a:lnTo>
                  <a:pt x="57515" y="0"/>
                </a:lnTo>
                <a:lnTo>
                  <a:pt x="79976" y="4391"/>
                </a:lnTo>
                <a:lnTo>
                  <a:pt x="98305" y="16367"/>
                </a:lnTo>
                <a:lnTo>
                  <a:pt x="110656" y="34127"/>
                </a:lnTo>
                <a:lnTo>
                  <a:pt x="115183" y="55869"/>
                </a:lnTo>
                <a:lnTo>
                  <a:pt x="110656" y="77630"/>
                </a:lnTo>
                <a:lnTo>
                  <a:pt x="98305" y="95398"/>
                </a:lnTo>
                <a:lnTo>
                  <a:pt x="79976" y="107377"/>
                </a:lnTo>
                <a:lnTo>
                  <a:pt x="57515" y="111770"/>
                </a:lnTo>
                <a:lnTo>
                  <a:pt x="35130" y="107377"/>
                </a:lnTo>
                <a:lnTo>
                  <a:pt x="16847" y="95398"/>
                </a:lnTo>
                <a:lnTo>
                  <a:pt x="4520" y="77630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96"/>
          <p:cNvSpPr/>
          <p:nvPr/>
        </p:nvSpPr>
        <p:spPr>
          <a:xfrm>
            <a:off x="3476640" y="3456705"/>
            <a:ext cx="571500" cy="628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97"/>
          <p:cNvSpPr/>
          <p:nvPr/>
        </p:nvSpPr>
        <p:spPr>
          <a:xfrm>
            <a:off x="3591062" y="353278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208269" y="0"/>
                </a:moveTo>
                <a:lnTo>
                  <a:pt x="0" y="0"/>
                </a:lnTo>
                <a:lnTo>
                  <a:pt x="208269" y="240532"/>
                </a:lnTo>
                <a:lnTo>
                  <a:pt x="0" y="481193"/>
                </a:lnTo>
                <a:lnTo>
                  <a:pt x="208269" y="481193"/>
                </a:lnTo>
                <a:lnTo>
                  <a:pt x="416417" y="240532"/>
                </a:lnTo>
                <a:lnTo>
                  <a:pt x="2082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98"/>
          <p:cNvSpPr/>
          <p:nvPr/>
        </p:nvSpPr>
        <p:spPr>
          <a:xfrm>
            <a:off x="3591062" y="3532783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60" h="481329">
                <a:moveTo>
                  <a:pt x="0" y="0"/>
                </a:moveTo>
                <a:lnTo>
                  <a:pt x="208269" y="0"/>
                </a:lnTo>
                <a:lnTo>
                  <a:pt x="416417" y="240532"/>
                </a:lnTo>
                <a:lnTo>
                  <a:pt x="208269" y="481193"/>
                </a:lnTo>
                <a:lnTo>
                  <a:pt x="0" y="481193"/>
                </a:lnTo>
                <a:lnTo>
                  <a:pt x="208269" y="24053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99"/>
          <p:cNvSpPr txBox="1"/>
          <p:nvPr/>
        </p:nvSpPr>
        <p:spPr>
          <a:xfrm>
            <a:off x="336236" y="1207467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7" name="object 100"/>
          <p:cNvSpPr txBox="1"/>
          <p:nvPr/>
        </p:nvSpPr>
        <p:spPr>
          <a:xfrm>
            <a:off x="4586358" y="1207467"/>
            <a:ext cx="135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8" name="object 102"/>
          <p:cNvSpPr/>
          <p:nvPr/>
        </p:nvSpPr>
        <p:spPr>
          <a:xfrm>
            <a:off x="8645529" y="1113158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3189731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47"/>
                </a:lnTo>
                <a:lnTo>
                  <a:pt x="77553" y="45490"/>
                </a:lnTo>
                <a:lnTo>
                  <a:pt x="45490" y="77553"/>
                </a:lnTo>
                <a:lnTo>
                  <a:pt x="21047" y="115992"/>
                </a:lnTo>
                <a:lnTo>
                  <a:pt x="5469" y="159563"/>
                </a:lnTo>
                <a:lnTo>
                  <a:pt x="0" y="207020"/>
                </a:lnTo>
                <a:lnTo>
                  <a:pt x="0" y="1035314"/>
                </a:lnTo>
                <a:lnTo>
                  <a:pt x="5469" y="1082816"/>
                </a:lnTo>
                <a:lnTo>
                  <a:pt x="21047" y="1126418"/>
                </a:lnTo>
                <a:lnTo>
                  <a:pt x="45490" y="1164879"/>
                </a:lnTo>
                <a:lnTo>
                  <a:pt x="77553" y="1196955"/>
                </a:lnTo>
                <a:lnTo>
                  <a:pt x="115992" y="1221405"/>
                </a:lnTo>
                <a:lnTo>
                  <a:pt x="159563" y="1236986"/>
                </a:lnTo>
                <a:lnTo>
                  <a:pt x="207020" y="1242456"/>
                </a:lnTo>
                <a:lnTo>
                  <a:pt x="3189731" y="1242456"/>
                </a:lnTo>
                <a:lnTo>
                  <a:pt x="3237234" y="1236986"/>
                </a:lnTo>
                <a:lnTo>
                  <a:pt x="3280836" y="1221405"/>
                </a:lnTo>
                <a:lnTo>
                  <a:pt x="3319297" y="1196955"/>
                </a:lnTo>
                <a:lnTo>
                  <a:pt x="3351373" y="1164879"/>
                </a:lnTo>
                <a:lnTo>
                  <a:pt x="3375823" y="1126418"/>
                </a:lnTo>
                <a:lnTo>
                  <a:pt x="3391404" y="1082816"/>
                </a:lnTo>
                <a:lnTo>
                  <a:pt x="3396874" y="1035314"/>
                </a:lnTo>
                <a:lnTo>
                  <a:pt x="3396874" y="207020"/>
                </a:lnTo>
                <a:lnTo>
                  <a:pt x="3391404" y="159563"/>
                </a:lnTo>
                <a:lnTo>
                  <a:pt x="3375823" y="115992"/>
                </a:lnTo>
                <a:lnTo>
                  <a:pt x="3351373" y="77553"/>
                </a:lnTo>
                <a:lnTo>
                  <a:pt x="3319297" y="45490"/>
                </a:lnTo>
                <a:lnTo>
                  <a:pt x="3280836" y="21047"/>
                </a:lnTo>
                <a:lnTo>
                  <a:pt x="3237234" y="5469"/>
                </a:lnTo>
                <a:lnTo>
                  <a:pt x="3189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03"/>
          <p:cNvSpPr/>
          <p:nvPr/>
        </p:nvSpPr>
        <p:spPr>
          <a:xfrm>
            <a:off x="8645529" y="1113158"/>
            <a:ext cx="3397250" cy="1242695"/>
          </a:xfrm>
          <a:custGeom>
            <a:avLst/>
            <a:gdLst/>
            <a:ahLst/>
            <a:cxnLst/>
            <a:rect l="l" t="t" r="r" b="b"/>
            <a:pathLst>
              <a:path w="3397250" h="1242695">
                <a:moveTo>
                  <a:pt x="0" y="207020"/>
                </a:moveTo>
                <a:lnTo>
                  <a:pt x="5469" y="159563"/>
                </a:lnTo>
                <a:lnTo>
                  <a:pt x="21047" y="115992"/>
                </a:lnTo>
                <a:lnTo>
                  <a:pt x="45490" y="77553"/>
                </a:lnTo>
                <a:lnTo>
                  <a:pt x="77553" y="45490"/>
                </a:lnTo>
                <a:lnTo>
                  <a:pt x="115992" y="21047"/>
                </a:lnTo>
                <a:lnTo>
                  <a:pt x="159563" y="5469"/>
                </a:lnTo>
                <a:lnTo>
                  <a:pt x="207020" y="0"/>
                </a:lnTo>
                <a:lnTo>
                  <a:pt x="3189731" y="0"/>
                </a:lnTo>
                <a:lnTo>
                  <a:pt x="3237234" y="5469"/>
                </a:lnTo>
                <a:lnTo>
                  <a:pt x="3280836" y="21047"/>
                </a:lnTo>
                <a:lnTo>
                  <a:pt x="3319297" y="45490"/>
                </a:lnTo>
                <a:lnTo>
                  <a:pt x="3351373" y="77553"/>
                </a:lnTo>
                <a:lnTo>
                  <a:pt x="3375823" y="115992"/>
                </a:lnTo>
                <a:lnTo>
                  <a:pt x="3391404" y="159563"/>
                </a:lnTo>
                <a:lnTo>
                  <a:pt x="3396874" y="207020"/>
                </a:lnTo>
                <a:lnTo>
                  <a:pt x="3396874" y="1035314"/>
                </a:lnTo>
                <a:lnTo>
                  <a:pt x="3391404" y="1082816"/>
                </a:lnTo>
                <a:lnTo>
                  <a:pt x="3375823" y="1126418"/>
                </a:lnTo>
                <a:lnTo>
                  <a:pt x="3351373" y="1164879"/>
                </a:lnTo>
                <a:lnTo>
                  <a:pt x="3319297" y="1196955"/>
                </a:lnTo>
                <a:lnTo>
                  <a:pt x="3280836" y="1221405"/>
                </a:lnTo>
                <a:lnTo>
                  <a:pt x="3237234" y="1236986"/>
                </a:lnTo>
                <a:lnTo>
                  <a:pt x="3189731" y="1242456"/>
                </a:lnTo>
                <a:lnTo>
                  <a:pt x="207020" y="1242456"/>
                </a:lnTo>
                <a:lnTo>
                  <a:pt x="159563" y="1236986"/>
                </a:lnTo>
                <a:lnTo>
                  <a:pt x="115992" y="1221405"/>
                </a:lnTo>
                <a:lnTo>
                  <a:pt x="77553" y="1196955"/>
                </a:lnTo>
                <a:lnTo>
                  <a:pt x="45490" y="1164879"/>
                </a:lnTo>
                <a:lnTo>
                  <a:pt x="21047" y="1126418"/>
                </a:lnTo>
                <a:lnTo>
                  <a:pt x="5469" y="1082816"/>
                </a:lnTo>
                <a:lnTo>
                  <a:pt x="0" y="1035314"/>
                </a:lnTo>
                <a:lnTo>
                  <a:pt x="0" y="20702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04"/>
          <p:cNvSpPr/>
          <p:nvPr/>
        </p:nvSpPr>
        <p:spPr>
          <a:xfrm>
            <a:off x="7639050" y="3456705"/>
            <a:ext cx="571500" cy="6286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05"/>
          <p:cNvSpPr/>
          <p:nvPr/>
        </p:nvSpPr>
        <p:spPr>
          <a:xfrm>
            <a:off x="7760086" y="352680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208147" y="0"/>
                </a:moveTo>
                <a:lnTo>
                  <a:pt x="0" y="0"/>
                </a:lnTo>
                <a:lnTo>
                  <a:pt x="208147" y="240542"/>
                </a:lnTo>
                <a:lnTo>
                  <a:pt x="0" y="481071"/>
                </a:lnTo>
                <a:lnTo>
                  <a:pt x="208147" y="481071"/>
                </a:lnTo>
                <a:lnTo>
                  <a:pt x="416417" y="240542"/>
                </a:lnTo>
                <a:lnTo>
                  <a:pt x="2081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06"/>
          <p:cNvSpPr/>
          <p:nvPr/>
        </p:nvSpPr>
        <p:spPr>
          <a:xfrm>
            <a:off x="7760086" y="3526809"/>
            <a:ext cx="416559" cy="481330"/>
          </a:xfrm>
          <a:custGeom>
            <a:avLst/>
            <a:gdLst/>
            <a:ahLst/>
            <a:cxnLst/>
            <a:rect l="l" t="t" r="r" b="b"/>
            <a:pathLst>
              <a:path w="416559" h="481329">
                <a:moveTo>
                  <a:pt x="0" y="0"/>
                </a:moveTo>
                <a:lnTo>
                  <a:pt x="208147" y="0"/>
                </a:lnTo>
                <a:lnTo>
                  <a:pt x="416417" y="240542"/>
                </a:lnTo>
                <a:lnTo>
                  <a:pt x="208147" y="481071"/>
                </a:lnTo>
                <a:lnTo>
                  <a:pt x="0" y="481071"/>
                </a:lnTo>
                <a:lnTo>
                  <a:pt x="208147" y="24054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07"/>
          <p:cNvSpPr txBox="1"/>
          <p:nvPr/>
        </p:nvSpPr>
        <p:spPr>
          <a:xfrm>
            <a:off x="8791963" y="1174593"/>
            <a:ext cx="3108960" cy="8420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360"/>
              </a:spcBef>
            </a:pP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  <a:p>
            <a:pPr marL="431800" marR="5080" indent="-419734">
              <a:lnSpc>
                <a:spcPct val="100800"/>
              </a:lnSpc>
              <a:spcBef>
                <a:spcPts val="370"/>
              </a:spcBef>
            </a:pPr>
            <a:r>
              <a:rPr sz="1800" b="1" spc="-20" dirty="0">
                <a:solidFill>
                  <a:srgbClr val="6F2F9F"/>
                </a:solidFill>
                <a:latin typeface="Arial"/>
                <a:cs typeface="Arial"/>
              </a:rPr>
              <a:t>Use 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MLE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to </a:t>
            </a: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find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out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1800" b="1" spc="-20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best 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fitted 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regression</a:t>
            </a:r>
            <a:r>
              <a:rPr sz="1800" b="1" spc="6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5" dirty="0">
                <a:solidFill>
                  <a:srgbClr val="6F2F9F"/>
                </a:solidFill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4" name="object 108"/>
          <p:cNvSpPr/>
          <p:nvPr/>
        </p:nvSpPr>
        <p:spPr>
          <a:xfrm>
            <a:off x="9349374" y="2911310"/>
            <a:ext cx="1842135" cy="1982470"/>
          </a:xfrm>
          <a:custGeom>
            <a:avLst/>
            <a:gdLst/>
            <a:ahLst/>
            <a:cxnLst/>
            <a:rect l="l" t="t" r="r" b="b"/>
            <a:pathLst>
              <a:path w="1842134" h="1982470">
                <a:moveTo>
                  <a:pt x="1842119" y="21260"/>
                </a:moveTo>
                <a:lnTo>
                  <a:pt x="1794214" y="16076"/>
                </a:lnTo>
                <a:lnTo>
                  <a:pt x="1746427" y="11174"/>
                </a:lnTo>
                <a:lnTo>
                  <a:pt x="1698880" y="6835"/>
                </a:lnTo>
                <a:lnTo>
                  <a:pt x="1651694" y="3339"/>
                </a:lnTo>
                <a:lnTo>
                  <a:pt x="1604990" y="967"/>
                </a:lnTo>
                <a:lnTo>
                  <a:pt x="1558889" y="0"/>
                </a:lnTo>
                <a:lnTo>
                  <a:pt x="1513512" y="717"/>
                </a:lnTo>
                <a:lnTo>
                  <a:pt x="1468981" y="3400"/>
                </a:lnTo>
                <a:lnTo>
                  <a:pt x="1425416" y="8329"/>
                </a:lnTo>
                <a:lnTo>
                  <a:pt x="1382939" y="15784"/>
                </a:lnTo>
                <a:lnTo>
                  <a:pt x="1341670" y="26047"/>
                </a:lnTo>
                <a:lnTo>
                  <a:pt x="1301732" y="39398"/>
                </a:lnTo>
                <a:lnTo>
                  <a:pt x="1263244" y="56117"/>
                </a:lnTo>
                <a:lnTo>
                  <a:pt x="1226329" y="76485"/>
                </a:lnTo>
                <a:lnTo>
                  <a:pt x="1191107" y="100783"/>
                </a:lnTo>
                <a:lnTo>
                  <a:pt x="1157699" y="129290"/>
                </a:lnTo>
                <a:lnTo>
                  <a:pt x="1126227" y="162289"/>
                </a:lnTo>
                <a:lnTo>
                  <a:pt x="1096811" y="200058"/>
                </a:lnTo>
                <a:lnTo>
                  <a:pt x="1069573" y="242880"/>
                </a:lnTo>
                <a:lnTo>
                  <a:pt x="1041814" y="304035"/>
                </a:lnTo>
                <a:lnTo>
                  <a:pt x="1019966" y="378328"/>
                </a:lnTo>
                <a:lnTo>
                  <a:pt x="1010989" y="419816"/>
                </a:lnTo>
                <a:lnTo>
                  <a:pt x="1003164" y="463886"/>
                </a:lnTo>
                <a:lnTo>
                  <a:pt x="996385" y="510303"/>
                </a:lnTo>
                <a:lnTo>
                  <a:pt x="990542" y="558832"/>
                </a:lnTo>
                <a:lnTo>
                  <a:pt x="985527" y="609240"/>
                </a:lnTo>
                <a:lnTo>
                  <a:pt x="981232" y="661292"/>
                </a:lnTo>
                <a:lnTo>
                  <a:pt x="977549" y="714754"/>
                </a:lnTo>
                <a:lnTo>
                  <a:pt x="974370" y="769392"/>
                </a:lnTo>
                <a:lnTo>
                  <a:pt x="971585" y="824970"/>
                </a:lnTo>
                <a:lnTo>
                  <a:pt x="969088" y="881255"/>
                </a:lnTo>
                <a:lnTo>
                  <a:pt x="966769" y="938013"/>
                </a:lnTo>
                <a:lnTo>
                  <a:pt x="964520" y="995009"/>
                </a:lnTo>
                <a:lnTo>
                  <a:pt x="962233" y="1052008"/>
                </a:lnTo>
                <a:lnTo>
                  <a:pt x="959801" y="1108777"/>
                </a:lnTo>
                <a:lnTo>
                  <a:pt x="957113" y="1165080"/>
                </a:lnTo>
                <a:lnTo>
                  <a:pt x="954063" y="1220685"/>
                </a:lnTo>
                <a:lnTo>
                  <a:pt x="950542" y="1275355"/>
                </a:lnTo>
                <a:lnTo>
                  <a:pt x="946441" y="1328857"/>
                </a:lnTo>
                <a:lnTo>
                  <a:pt x="941653" y="1380957"/>
                </a:lnTo>
                <a:lnTo>
                  <a:pt x="936069" y="1431421"/>
                </a:lnTo>
                <a:lnTo>
                  <a:pt x="929581" y="1480013"/>
                </a:lnTo>
                <a:lnTo>
                  <a:pt x="922080" y="1526499"/>
                </a:lnTo>
                <a:lnTo>
                  <a:pt x="913459" y="1570646"/>
                </a:lnTo>
                <a:lnTo>
                  <a:pt x="903609" y="1612219"/>
                </a:lnTo>
                <a:lnTo>
                  <a:pt x="892421" y="1650982"/>
                </a:lnTo>
                <a:lnTo>
                  <a:pt x="865601" y="1719147"/>
                </a:lnTo>
                <a:lnTo>
                  <a:pt x="641754" y="1905846"/>
                </a:lnTo>
                <a:lnTo>
                  <a:pt x="358010" y="1971099"/>
                </a:lnTo>
                <a:lnTo>
                  <a:pt x="107699" y="1982152"/>
                </a:lnTo>
                <a:lnTo>
                  <a:pt x="0" y="1977323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09"/>
          <p:cNvSpPr/>
          <p:nvPr/>
        </p:nvSpPr>
        <p:spPr>
          <a:xfrm>
            <a:off x="9666091" y="2897459"/>
            <a:ext cx="1802764" cy="1996439"/>
          </a:xfrm>
          <a:custGeom>
            <a:avLst/>
            <a:gdLst/>
            <a:ahLst/>
            <a:cxnLst/>
            <a:rect l="l" t="t" r="r" b="b"/>
            <a:pathLst>
              <a:path w="1802765" h="1996439">
                <a:moveTo>
                  <a:pt x="1802526" y="21395"/>
                </a:moveTo>
                <a:lnTo>
                  <a:pt x="1753040" y="15884"/>
                </a:lnTo>
                <a:lnTo>
                  <a:pt x="1703696" y="10709"/>
                </a:lnTo>
                <a:lnTo>
                  <a:pt x="1654631" y="6200"/>
                </a:lnTo>
                <a:lnTo>
                  <a:pt x="1605985" y="2691"/>
                </a:lnTo>
                <a:lnTo>
                  <a:pt x="1557897" y="513"/>
                </a:lnTo>
                <a:lnTo>
                  <a:pt x="1510505" y="0"/>
                </a:lnTo>
                <a:lnTo>
                  <a:pt x="1463947" y="1482"/>
                </a:lnTo>
                <a:lnTo>
                  <a:pt x="1418364" y="5293"/>
                </a:lnTo>
                <a:lnTo>
                  <a:pt x="1373893" y="11764"/>
                </a:lnTo>
                <a:lnTo>
                  <a:pt x="1330674" y="21227"/>
                </a:lnTo>
                <a:lnTo>
                  <a:pt x="1288844" y="34016"/>
                </a:lnTo>
                <a:lnTo>
                  <a:pt x="1248544" y="50462"/>
                </a:lnTo>
                <a:lnTo>
                  <a:pt x="1209911" y="70897"/>
                </a:lnTo>
                <a:lnTo>
                  <a:pt x="1173085" y="95654"/>
                </a:lnTo>
                <a:lnTo>
                  <a:pt x="1138204" y="125064"/>
                </a:lnTo>
                <a:lnTo>
                  <a:pt x="1105408" y="159460"/>
                </a:lnTo>
                <a:lnTo>
                  <a:pt x="1074834" y="199175"/>
                </a:lnTo>
                <a:lnTo>
                  <a:pt x="1046622" y="244539"/>
                </a:lnTo>
                <a:lnTo>
                  <a:pt x="1019456" y="306122"/>
                </a:lnTo>
                <a:lnTo>
                  <a:pt x="998074" y="380936"/>
                </a:lnTo>
                <a:lnTo>
                  <a:pt x="989288" y="422714"/>
                </a:lnTo>
                <a:lnTo>
                  <a:pt x="981630" y="467092"/>
                </a:lnTo>
                <a:lnTo>
                  <a:pt x="974994" y="513833"/>
                </a:lnTo>
                <a:lnTo>
                  <a:pt x="969275" y="562702"/>
                </a:lnTo>
                <a:lnTo>
                  <a:pt x="964366" y="613463"/>
                </a:lnTo>
                <a:lnTo>
                  <a:pt x="960162" y="665880"/>
                </a:lnTo>
                <a:lnTo>
                  <a:pt x="956556" y="719716"/>
                </a:lnTo>
                <a:lnTo>
                  <a:pt x="953443" y="774736"/>
                </a:lnTo>
                <a:lnTo>
                  <a:pt x="950716" y="830704"/>
                </a:lnTo>
                <a:lnTo>
                  <a:pt x="948271" y="887384"/>
                </a:lnTo>
                <a:lnTo>
                  <a:pt x="946000" y="944539"/>
                </a:lnTo>
                <a:lnTo>
                  <a:pt x="943797" y="1001934"/>
                </a:lnTo>
                <a:lnTo>
                  <a:pt x="941558" y="1059333"/>
                </a:lnTo>
                <a:lnTo>
                  <a:pt x="939176" y="1116499"/>
                </a:lnTo>
                <a:lnTo>
                  <a:pt x="936544" y="1173197"/>
                </a:lnTo>
                <a:lnTo>
                  <a:pt x="933558" y="1229191"/>
                </a:lnTo>
                <a:lnTo>
                  <a:pt x="930110" y="1284245"/>
                </a:lnTo>
                <a:lnTo>
                  <a:pt x="926096" y="1338123"/>
                </a:lnTo>
                <a:lnTo>
                  <a:pt x="921409" y="1390588"/>
                </a:lnTo>
                <a:lnTo>
                  <a:pt x="915943" y="1441405"/>
                </a:lnTo>
                <a:lnTo>
                  <a:pt x="909592" y="1490338"/>
                </a:lnTo>
                <a:lnTo>
                  <a:pt x="902250" y="1537151"/>
                </a:lnTo>
                <a:lnTo>
                  <a:pt x="893812" y="1581608"/>
                </a:lnTo>
                <a:lnTo>
                  <a:pt x="884171" y="1623472"/>
                </a:lnTo>
                <a:lnTo>
                  <a:pt x="873222" y="1662508"/>
                </a:lnTo>
                <a:lnTo>
                  <a:pt x="846974" y="1731153"/>
                </a:lnTo>
                <a:lnTo>
                  <a:pt x="627995" y="1919145"/>
                </a:lnTo>
                <a:lnTo>
                  <a:pt x="350352" y="1984822"/>
                </a:lnTo>
                <a:lnTo>
                  <a:pt x="105398" y="1995922"/>
                </a:lnTo>
                <a:lnTo>
                  <a:pt x="0" y="1991043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10"/>
          <p:cNvSpPr/>
          <p:nvPr/>
        </p:nvSpPr>
        <p:spPr>
          <a:xfrm>
            <a:off x="9443343" y="2911327"/>
            <a:ext cx="1929130" cy="1996439"/>
          </a:xfrm>
          <a:custGeom>
            <a:avLst/>
            <a:gdLst/>
            <a:ahLst/>
            <a:cxnLst/>
            <a:rect l="l" t="t" r="r" b="b"/>
            <a:pathLst>
              <a:path w="1929129" h="1996439">
                <a:moveTo>
                  <a:pt x="1928500" y="21365"/>
                </a:moveTo>
                <a:lnTo>
                  <a:pt x="1878348" y="16161"/>
                </a:lnTo>
                <a:lnTo>
                  <a:pt x="1828321" y="11236"/>
                </a:lnTo>
                <a:lnTo>
                  <a:pt x="1778546" y="6875"/>
                </a:lnTo>
                <a:lnTo>
                  <a:pt x="1729148" y="3360"/>
                </a:lnTo>
                <a:lnTo>
                  <a:pt x="1680256" y="974"/>
                </a:lnTo>
                <a:lnTo>
                  <a:pt x="1631995" y="0"/>
                </a:lnTo>
                <a:lnTo>
                  <a:pt x="1584493" y="720"/>
                </a:lnTo>
                <a:lnTo>
                  <a:pt x="1537875" y="3418"/>
                </a:lnTo>
                <a:lnTo>
                  <a:pt x="1492270" y="8376"/>
                </a:lnTo>
                <a:lnTo>
                  <a:pt x="1447803" y="15877"/>
                </a:lnTo>
                <a:lnTo>
                  <a:pt x="1404601" y="26205"/>
                </a:lnTo>
                <a:lnTo>
                  <a:pt x="1362791" y="39641"/>
                </a:lnTo>
                <a:lnTo>
                  <a:pt x="1322500" y="56470"/>
                </a:lnTo>
                <a:lnTo>
                  <a:pt x="1283854" y="76973"/>
                </a:lnTo>
                <a:lnTo>
                  <a:pt x="1246981" y="101434"/>
                </a:lnTo>
                <a:lnTo>
                  <a:pt x="1212006" y="130135"/>
                </a:lnTo>
                <a:lnTo>
                  <a:pt x="1179057" y="163359"/>
                </a:lnTo>
                <a:lnTo>
                  <a:pt x="1148261" y="201390"/>
                </a:lnTo>
                <a:lnTo>
                  <a:pt x="1119743" y="244509"/>
                </a:lnTo>
                <a:lnTo>
                  <a:pt x="1090683" y="306092"/>
                </a:lnTo>
                <a:lnTo>
                  <a:pt x="1067810" y="380906"/>
                </a:lnTo>
                <a:lnTo>
                  <a:pt x="1058410" y="422684"/>
                </a:lnTo>
                <a:lnTo>
                  <a:pt x="1050217" y="467062"/>
                </a:lnTo>
                <a:lnTo>
                  <a:pt x="1043117" y="513803"/>
                </a:lnTo>
                <a:lnTo>
                  <a:pt x="1036998" y="562672"/>
                </a:lnTo>
                <a:lnTo>
                  <a:pt x="1031745" y="613433"/>
                </a:lnTo>
                <a:lnTo>
                  <a:pt x="1027246" y="665849"/>
                </a:lnTo>
                <a:lnTo>
                  <a:pt x="1023387" y="719686"/>
                </a:lnTo>
                <a:lnTo>
                  <a:pt x="1020056" y="774706"/>
                </a:lnTo>
                <a:lnTo>
                  <a:pt x="1017138" y="830673"/>
                </a:lnTo>
                <a:lnTo>
                  <a:pt x="1014520" y="887353"/>
                </a:lnTo>
                <a:lnTo>
                  <a:pt x="1012090" y="944508"/>
                </a:lnTo>
                <a:lnTo>
                  <a:pt x="1009733" y="1001902"/>
                </a:lnTo>
                <a:lnTo>
                  <a:pt x="1007337" y="1059301"/>
                </a:lnTo>
                <a:lnTo>
                  <a:pt x="1004788" y="1116467"/>
                </a:lnTo>
                <a:lnTo>
                  <a:pt x="1001974" y="1173165"/>
                </a:lnTo>
                <a:lnTo>
                  <a:pt x="998779" y="1229159"/>
                </a:lnTo>
                <a:lnTo>
                  <a:pt x="995092" y="1284213"/>
                </a:lnTo>
                <a:lnTo>
                  <a:pt x="990800" y="1338090"/>
                </a:lnTo>
                <a:lnTo>
                  <a:pt x="985788" y="1390556"/>
                </a:lnTo>
                <a:lnTo>
                  <a:pt x="979943" y="1441373"/>
                </a:lnTo>
                <a:lnTo>
                  <a:pt x="973152" y="1490306"/>
                </a:lnTo>
                <a:lnTo>
                  <a:pt x="965303" y="1537118"/>
                </a:lnTo>
                <a:lnTo>
                  <a:pt x="956281" y="1581575"/>
                </a:lnTo>
                <a:lnTo>
                  <a:pt x="945973" y="1623439"/>
                </a:lnTo>
                <a:lnTo>
                  <a:pt x="934266" y="1662476"/>
                </a:lnTo>
                <a:lnTo>
                  <a:pt x="921047" y="1698448"/>
                </a:lnTo>
                <a:lnTo>
                  <a:pt x="889619" y="1760255"/>
                </a:lnTo>
                <a:lnTo>
                  <a:pt x="671856" y="1919132"/>
                </a:lnTo>
                <a:lnTo>
                  <a:pt x="374801" y="1984855"/>
                </a:lnTo>
                <a:lnTo>
                  <a:pt x="112749" y="1995999"/>
                </a:lnTo>
                <a:lnTo>
                  <a:pt x="0" y="1991141"/>
                </a:lnTo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11"/>
          <p:cNvSpPr/>
          <p:nvPr/>
        </p:nvSpPr>
        <p:spPr>
          <a:xfrm>
            <a:off x="9254367" y="2658372"/>
            <a:ext cx="114300" cy="2223135"/>
          </a:xfrm>
          <a:custGeom>
            <a:avLst/>
            <a:gdLst/>
            <a:ahLst/>
            <a:cxnLst/>
            <a:rect l="l" t="t" r="r" b="b"/>
            <a:pathLst>
              <a:path w="114300" h="2223135">
                <a:moveTo>
                  <a:pt x="76221" y="114340"/>
                </a:moveTo>
                <a:lnTo>
                  <a:pt x="38121" y="114381"/>
                </a:lnTo>
                <a:lnTo>
                  <a:pt x="40507" y="2222641"/>
                </a:lnTo>
                <a:lnTo>
                  <a:pt x="78607" y="2222641"/>
                </a:lnTo>
                <a:lnTo>
                  <a:pt x="76221" y="114340"/>
                </a:lnTo>
                <a:close/>
              </a:path>
              <a:path w="114300" h="2223135">
                <a:moveTo>
                  <a:pt x="57028" y="0"/>
                </a:moveTo>
                <a:lnTo>
                  <a:pt x="0" y="114421"/>
                </a:lnTo>
                <a:lnTo>
                  <a:pt x="38121" y="114381"/>
                </a:lnTo>
                <a:lnTo>
                  <a:pt x="38099" y="95371"/>
                </a:lnTo>
                <a:lnTo>
                  <a:pt x="104754" y="95249"/>
                </a:lnTo>
                <a:lnTo>
                  <a:pt x="57028" y="0"/>
                </a:lnTo>
                <a:close/>
              </a:path>
              <a:path w="114300" h="2223135">
                <a:moveTo>
                  <a:pt x="76199" y="95249"/>
                </a:moveTo>
                <a:lnTo>
                  <a:pt x="38099" y="95371"/>
                </a:lnTo>
                <a:lnTo>
                  <a:pt x="38121" y="114381"/>
                </a:lnTo>
                <a:lnTo>
                  <a:pt x="76221" y="114340"/>
                </a:lnTo>
                <a:lnTo>
                  <a:pt x="76199" y="95249"/>
                </a:lnTo>
                <a:close/>
              </a:path>
              <a:path w="114300" h="2223135">
                <a:moveTo>
                  <a:pt x="104754" y="95249"/>
                </a:moveTo>
                <a:lnTo>
                  <a:pt x="76199" y="95249"/>
                </a:lnTo>
                <a:lnTo>
                  <a:pt x="76221" y="114340"/>
                </a:lnTo>
                <a:lnTo>
                  <a:pt x="114299" y="114299"/>
                </a:lnTo>
                <a:lnTo>
                  <a:pt x="104754" y="9524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12"/>
          <p:cNvSpPr/>
          <p:nvPr/>
        </p:nvSpPr>
        <p:spPr>
          <a:xfrm>
            <a:off x="9292208" y="4835925"/>
            <a:ext cx="2787015" cy="114300"/>
          </a:xfrm>
          <a:custGeom>
            <a:avLst/>
            <a:gdLst/>
            <a:ahLst/>
            <a:cxnLst/>
            <a:rect l="l" t="t" r="r" b="b"/>
            <a:pathLst>
              <a:path w="2787015" h="114300">
                <a:moveTo>
                  <a:pt x="2672714" y="0"/>
                </a:moveTo>
                <a:lnTo>
                  <a:pt x="2672714" y="114299"/>
                </a:lnTo>
                <a:lnTo>
                  <a:pt x="2748914" y="76199"/>
                </a:lnTo>
                <a:lnTo>
                  <a:pt x="2691764" y="76199"/>
                </a:lnTo>
                <a:lnTo>
                  <a:pt x="2691764" y="38099"/>
                </a:lnTo>
                <a:lnTo>
                  <a:pt x="2748914" y="38099"/>
                </a:lnTo>
                <a:lnTo>
                  <a:pt x="2672714" y="0"/>
                </a:lnTo>
                <a:close/>
              </a:path>
              <a:path w="2787015" h="114300">
                <a:moveTo>
                  <a:pt x="267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2672714" y="76199"/>
                </a:lnTo>
                <a:lnTo>
                  <a:pt x="2672714" y="38099"/>
                </a:lnTo>
                <a:close/>
              </a:path>
              <a:path w="2787015" h="114300">
                <a:moveTo>
                  <a:pt x="2748914" y="38099"/>
                </a:moveTo>
                <a:lnTo>
                  <a:pt x="2691764" y="38099"/>
                </a:lnTo>
                <a:lnTo>
                  <a:pt x="2691764" y="76199"/>
                </a:lnTo>
                <a:lnTo>
                  <a:pt x="2748914" y="76199"/>
                </a:lnTo>
                <a:lnTo>
                  <a:pt x="2787014" y="57149"/>
                </a:lnTo>
                <a:lnTo>
                  <a:pt x="2748914" y="38099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13"/>
          <p:cNvSpPr txBox="1"/>
          <p:nvPr/>
        </p:nvSpPr>
        <p:spPr>
          <a:xfrm>
            <a:off x="9038851" y="2685875"/>
            <a:ext cx="2861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47975" algn="l"/>
              </a:tabLst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1800" spc="1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6F2F9F"/>
                </a:solid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0" name="object 114"/>
          <p:cNvSpPr txBox="1"/>
          <p:nvPr/>
        </p:nvSpPr>
        <p:spPr>
          <a:xfrm>
            <a:off x="9026909" y="4785440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1" name="object 115"/>
          <p:cNvSpPr/>
          <p:nvPr/>
        </p:nvSpPr>
        <p:spPr>
          <a:xfrm>
            <a:off x="8382000" y="2704230"/>
            <a:ext cx="752475" cy="21907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16"/>
          <p:cNvSpPr/>
          <p:nvPr/>
        </p:nvSpPr>
        <p:spPr>
          <a:xfrm>
            <a:off x="8476609" y="2799221"/>
            <a:ext cx="570230" cy="2005964"/>
          </a:xfrm>
          <a:custGeom>
            <a:avLst/>
            <a:gdLst/>
            <a:ahLst/>
            <a:cxnLst/>
            <a:rect l="l" t="t" r="r" b="b"/>
            <a:pathLst>
              <a:path w="570229" h="2005964">
                <a:moveTo>
                  <a:pt x="474725" y="0"/>
                </a:moveTo>
                <a:lnTo>
                  <a:pt x="95006" y="0"/>
                </a:lnTo>
                <a:lnTo>
                  <a:pt x="58031" y="7468"/>
                </a:lnTo>
                <a:lnTo>
                  <a:pt x="27832" y="27832"/>
                </a:lnTo>
                <a:lnTo>
                  <a:pt x="7468" y="58031"/>
                </a:lnTo>
                <a:lnTo>
                  <a:pt x="0" y="95006"/>
                </a:lnTo>
                <a:lnTo>
                  <a:pt x="0" y="1910974"/>
                </a:lnTo>
                <a:lnTo>
                  <a:pt x="7468" y="1947923"/>
                </a:lnTo>
                <a:lnTo>
                  <a:pt x="27832" y="1978076"/>
                </a:lnTo>
                <a:lnTo>
                  <a:pt x="58031" y="1998395"/>
                </a:lnTo>
                <a:lnTo>
                  <a:pt x="95006" y="2005843"/>
                </a:lnTo>
                <a:lnTo>
                  <a:pt x="474725" y="2005843"/>
                </a:lnTo>
                <a:lnTo>
                  <a:pt x="511700" y="1998395"/>
                </a:lnTo>
                <a:lnTo>
                  <a:pt x="541900" y="1978076"/>
                </a:lnTo>
                <a:lnTo>
                  <a:pt x="562264" y="1947923"/>
                </a:lnTo>
                <a:lnTo>
                  <a:pt x="569732" y="1910974"/>
                </a:lnTo>
                <a:lnTo>
                  <a:pt x="569732" y="95006"/>
                </a:lnTo>
                <a:lnTo>
                  <a:pt x="562264" y="58031"/>
                </a:lnTo>
                <a:lnTo>
                  <a:pt x="541900" y="27832"/>
                </a:lnTo>
                <a:lnTo>
                  <a:pt x="511700" y="7468"/>
                </a:lnTo>
                <a:lnTo>
                  <a:pt x="4747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17"/>
          <p:cNvSpPr/>
          <p:nvPr/>
        </p:nvSpPr>
        <p:spPr>
          <a:xfrm>
            <a:off x="8476609" y="2799221"/>
            <a:ext cx="570230" cy="2005964"/>
          </a:xfrm>
          <a:custGeom>
            <a:avLst/>
            <a:gdLst/>
            <a:ahLst/>
            <a:cxnLst/>
            <a:rect l="l" t="t" r="r" b="b"/>
            <a:pathLst>
              <a:path w="570229" h="2005964">
                <a:moveTo>
                  <a:pt x="0" y="95006"/>
                </a:moveTo>
                <a:lnTo>
                  <a:pt x="7468" y="58031"/>
                </a:lnTo>
                <a:lnTo>
                  <a:pt x="27832" y="27832"/>
                </a:lnTo>
                <a:lnTo>
                  <a:pt x="58031" y="7468"/>
                </a:lnTo>
                <a:lnTo>
                  <a:pt x="95006" y="0"/>
                </a:lnTo>
                <a:lnTo>
                  <a:pt x="474725" y="0"/>
                </a:lnTo>
                <a:lnTo>
                  <a:pt x="511700" y="7468"/>
                </a:lnTo>
                <a:lnTo>
                  <a:pt x="541900" y="27832"/>
                </a:lnTo>
                <a:lnTo>
                  <a:pt x="562264" y="58031"/>
                </a:lnTo>
                <a:lnTo>
                  <a:pt x="569732" y="95006"/>
                </a:lnTo>
                <a:lnTo>
                  <a:pt x="569732" y="1910974"/>
                </a:lnTo>
                <a:lnTo>
                  <a:pt x="562264" y="1947923"/>
                </a:lnTo>
                <a:lnTo>
                  <a:pt x="541900" y="1978076"/>
                </a:lnTo>
                <a:lnTo>
                  <a:pt x="511700" y="1998395"/>
                </a:lnTo>
                <a:lnTo>
                  <a:pt x="474725" y="2005843"/>
                </a:lnTo>
                <a:lnTo>
                  <a:pt x="95006" y="2005843"/>
                </a:lnTo>
                <a:lnTo>
                  <a:pt x="58031" y="1998395"/>
                </a:lnTo>
                <a:lnTo>
                  <a:pt x="27832" y="1978076"/>
                </a:lnTo>
                <a:lnTo>
                  <a:pt x="7468" y="1947923"/>
                </a:lnTo>
                <a:lnTo>
                  <a:pt x="0" y="1910974"/>
                </a:lnTo>
                <a:lnTo>
                  <a:pt x="0" y="9500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18"/>
          <p:cNvSpPr/>
          <p:nvPr/>
        </p:nvSpPr>
        <p:spPr>
          <a:xfrm>
            <a:off x="8688445" y="304598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46" y="0"/>
                </a:moveTo>
                <a:lnTo>
                  <a:pt x="35155" y="4391"/>
                </a:lnTo>
                <a:lnTo>
                  <a:pt x="16863" y="16367"/>
                </a:lnTo>
                <a:lnTo>
                  <a:pt x="4525" y="34127"/>
                </a:lnTo>
                <a:lnTo>
                  <a:pt x="0" y="55869"/>
                </a:lnTo>
                <a:lnTo>
                  <a:pt x="4525" y="77630"/>
                </a:lnTo>
                <a:lnTo>
                  <a:pt x="16863" y="95398"/>
                </a:lnTo>
                <a:lnTo>
                  <a:pt x="35155" y="107377"/>
                </a:lnTo>
                <a:lnTo>
                  <a:pt x="57546" y="111770"/>
                </a:lnTo>
                <a:lnTo>
                  <a:pt x="79919" y="107377"/>
                </a:lnTo>
                <a:lnTo>
                  <a:pt x="98202" y="95398"/>
                </a:lnTo>
                <a:lnTo>
                  <a:pt x="110537" y="77630"/>
                </a:lnTo>
                <a:lnTo>
                  <a:pt x="115061" y="55869"/>
                </a:lnTo>
                <a:lnTo>
                  <a:pt x="110537" y="34127"/>
                </a:lnTo>
                <a:lnTo>
                  <a:pt x="98202" y="16367"/>
                </a:lnTo>
                <a:lnTo>
                  <a:pt x="79919" y="4391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19"/>
          <p:cNvSpPr/>
          <p:nvPr/>
        </p:nvSpPr>
        <p:spPr>
          <a:xfrm>
            <a:off x="8688445" y="304598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69"/>
                </a:moveTo>
                <a:lnTo>
                  <a:pt x="4525" y="34127"/>
                </a:lnTo>
                <a:lnTo>
                  <a:pt x="16863" y="16367"/>
                </a:lnTo>
                <a:lnTo>
                  <a:pt x="35155" y="4391"/>
                </a:lnTo>
                <a:lnTo>
                  <a:pt x="57546" y="0"/>
                </a:lnTo>
                <a:lnTo>
                  <a:pt x="79919" y="4391"/>
                </a:lnTo>
                <a:lnTo>
                  <a:pt x="98202" y="16367"/>
                </a:lnTo>
                <a:lnTo>
                  <a:pt x="110537" y="34127"/>
                </a:lnTo>
                <a:lnTo>
                  <a:pt x="115061" y="55869"/>
                </a:lnTo>
                <a:lnTo>
                  <a:pt x="110537" y="77630"/>
                </a:lnTo>
                <a:lnTo>
                  <a:pt x="98202" y="95398"/>
                </a:lnTo>
                <a:lnTo>
                  <a:pt x="79919" y="107377"/>
                </a:lnTo>
                <a:lnTo>
                  <a:pt x="57546" y="111770"/>
                </a:lnTo>
                <a:lnTo>
                  <a:pt x="35155" y="107377"/>
                </a:lnTo>
                <a:lnTo>
                  <a:pt x="16863" y="95398"/>
                </a:lnTo>
                <a:lnTo>
                  <a:pt x="4525" y="77630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20"/>
          <p:cNvSpPr/>
          <p:nvPr/>
        </p:nvSpPr>
        <p:spPr>
          <a:xfrm>
            <a:off x="8688445" y="3218077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91"/>
                </a:lnTo>
                <a:lnTo>
                  <a:pt x="16863" y="16367"/>
                </a:lnTo>
                <a:lnTo>
                  <a:pt x="4525" y="34127"/>
                </a:lnTo>
                <a:lnTo>
                  <a:pt x="0" y="55869"/>
                </a:lnTo>
                <a:lnTo>
                  <a:pt x="4525" y="77625"/>
                </a:lnTo>
                <a:lnTo>
                  <a:pt x="16863" y="95383"/>
                </a:lnTo>
                <a:lnTo>
                  <a:pt x="35155" y="107351"/>
                </a:lnTo>
                <a:lnTo>
                  <a:pt x="57546" y="111739"/>
                </a:lnTo>
                <a:lnTo>
                  <a:pt x="79919" y="107351"/>
                </a:lnTo>
                <a:lnTo>
                  <a:pt x="98202" y="95383"/>
                </a:lnTo>
                <a:lnTo>
                  <a:pt x="110537" y="77625"/>
                </a:lnTo>
                <a:lnTo>
                  <a:pt x="115061" y="55869"/>
                </a:lnTo>
                <a:lnTo>
                  <a:pt x="110537" y="34127"/>
                </a:lnTo>
                <a:lnTo>
                  <a:pt x="98202" y="16367"/>
                </a:lnTo>
                <a:lnTo>
                  <a:pt x="79919" y="4391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21"/>
          <p:cNvSpPr/>
          <p:nvPr/>
        </p:nvSpPr>
        <p:spPr>
          <a:xfrm>
            <a:off x="8688445" y="3218077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5" y="34127"/>
                </a:lnTo>
                <a:lnTo>
                  <a:pt x="16863" y="16367"/>
                </a:lnTo>
                <a:lnTo>
                  <a:pt x="35155" y="4391"/>
                </a:lnTo>
                <a:lnTo>
                  <a:pt x="57546" y="0"/>
                </a:lnTo>
                <a:lnTo>
                  <a:pt x="79919" y="4391"/>
                </a:lnTo>
                <a:lnTo>
                  <a:pt x="98202" y="16367"/>
                </a:lnTo>
                <a:lnTo>
                  <a:pt x="110537" y="34127"/>
                </a:lnTo>
                <a:lnTo>
                  <a:pt x="115061" y="55869"/>
                </a:lnTo>
                <a:lnTo>
                  <a:pt x="110537" y="77625"/>
                </a:lnTo>
                <a:lnTo>
                  <a:pt x="98202" y="95383"/>
                </a:lnTo>
                <a:lnTo>
                  <a:pt x="79919" y="107351"/>
                </a:lnTo>
                <a:lnTo>
                  <a:pt x="57546" y="111739"/>
                </a:lnTo>
                <a:lnTo>
                  <a:pt x="35155" y="107351"/>
                </a:lnTo>
                <a:lnTo>
                  <a:pt x="16863" y="95383"/>
                </a:lnTo>
                <a:lnTo>
                  <a:pt x="4525" y="77625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22"/>
          <p:cNvSpPr/>
          <p:nvPr/>
        </p:nvSpPr>
        <p:spPr>
          <a:xfrm>
            <a:off x="8688445" y="3392179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46" y="0"/>
                </a:moveTo>
                <a:lnTo>
                  <a:pt x="35155" y="4392"/>
                </a:lnTo>
                <a:lnTo>
                  <a:pt x="16863" y="16371"/>
                </a:lnTo>
                <a:lnTo>
                  <a:pt x="4525" y="34139"/>
                </a:lnTo>
                <a:lnTo>
                  <a:pt x="0" y="55900"/>
                </a:lnTo>
                <a:lnTo>
                  <a:pt x="4525" y="77643"/>
                </a:lnTo>
                <a:lnTo>
                  <a:pt x="16863" y="95402"/>
                </a:lnTo>
                <a:lnTo>
                  <a:pt x="35155" y="107378"/>
                </a:lnTo>
                <a:lnTo>
                  <a:pt x="57546" y="111770"/>
                </a:lnTo>
                <a:lnTo>
                  <a:pt x="79919" y="107378"/>
                </a:lnTo>
                <a:lnTo>
                  <a:pt x="98202" y="95402"/>
                </a:lnTo>
                <a:lnTo>
                  <a:pt x="110537" y="77643"/>
                </a:lnTo>
                <a:lnTo>
                  <a:pt x="115061" y="55900"/>
                </a:lnTo>
                <a:lnTo>
                  <a:pt x="110537" y="34139"/>
                </a:lnTo>
                <a:lnTo>
                  <a:pt x="98202" y="16371"/>
                </a:lnTo>
                <a:lnTo>
                  <a:pt x="79919" y="4392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23"/>
          <p:cNvSpPr/>
          <p:nvPr/>
        </p:nvSpPr>
        <p:spPr>
          <a:xfrm>
            <a:off x="8688445" y="3392179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900"/>
                </a:moveTo>
                <a:lnTo>
                  <a:pt x="4525" y="34139"/>
                </a:lnTo>
                <a:lnTo>
                  <a:pt x="16863" y="16371"/>
                </a:lnTo>
                <a:lnTo>
                  <a:pt x="35155" y="4392"/>
                </a:lnTo>
                <a:lnTo>
                  <a:pt x="57546" y="0"/>
                </a:lnTo>
                <a:lnTo>
                  <a:pt x="79919" y="4392"/>
                </a:lnTo>
                <a:lnTo>
                  <a:pt x="98202" y="16371"/>
                </a:lnTo>
                <a:lnTo>
                  <a:pt x="110537" y="34139"/>
                </a:lnTo>
                <a:lnTo>
                  <a:pt x="115061" y="55900"/>
                </a:lnTo>
                <a:lnTo>
                  <a:pt x="110537" y="77643"/>
                </a:lnTo>
                <a:lnTo>
                  <a:pt x="98202" y="95402"/>
                </a:lnTo>
                <a:lnTo>
                  <a:pt x="79919" y="107378"/>
                </a:lnTo>
                <a:lnTo>
                  <a:pt x="57546" y="111770"/>
                </a:lnTo>
                <a:lnTo>
                  <a:pt x="35155" y="107378"/>
                </a:lnTo>
                <a:lnTo>
                  <a:pt x="16863" y="95402"/>
                </a:lnTo>
                <a:lnTo>
                  <a:pt x="4525" y="77643"/>
                </a:lnTo>
                <a:lnTo>
                  <a:pt x="0" y="55900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24"/>
          <p:cNvSpPr/>
          <p:nvPr/>
        </p:nvSpPr>
        <p:spPr>
          <a:xfrm>
            <a:off x="8688445" y="3563903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87"/>
                </a:lnTo>
                <a:lnTo>
                  <a:pt x="16863" y="16356"/>
                </a:lnTo>
                <a:lnTo>
                  <a:pt x="4525" y="34114"/>
                </a:lnTo>
                <a:lnTo>
                  <a:pt x="0" y="55869"/>
                </a:lnTo>
                <a:lnTo>
                  <a:pt x="4525" y="77612"/>
                </a:lnTo>
                <a:lnTo>
                  <a:pt x="16863" y="95371"/>
                </a:lnTo>
                <a:lnTo>
                  <a:pt x="35155" y="107347"/>
                </a:lnTo>
                <a:lnTo>
                  <a:pt x="57546" y="111739"/>
                </a:lnTo>
                <a:lnTo>
                  <a:pt x="79919" y="107347"/>
                </a:lnTo>
                <a:lnTo>
                  <a:pt x="98202" y="95371"/>
                </a:lnTo>
                <a:lnTo>
                  <a:pt x="110537" y="77612"/>
                </a:lnTo>
                <a:lnTo>
                  <a:pt x="115061" y="55869"/>
                </a:lnTo>
                <a:lnTo>
                  <a:pt x="110537" y="34114"/>
                </a:lnTo>
                <a:lnTo>
                  <a:pt x="98202" y="16356"/>
                </a:lnTo>
                <a:lnTo>
                  <a:pt x="79919" y="4387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25"/>
          <p:cNvSpPr/>
          <p:nvPr/>
        </p:nvSpPr>
        <p:spPr>
          <a:xfrm>
            <a:off x="8688445" y="3563903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5" y="34114"/>
                </a:lnTo>
                <a:lnTo>
                  <a:pt x="16863" y="16356"/>
                </a:lnTo>
                <a:lnTo>
                  <a:pt x="35155" y="4387"/>
                </a:lnTo>
                <a:lnTo>
                  <a:pt x="57546" y="0"/>
                </a:lnTo>
                <a:lnTo>
                  <a:pt x="79919" y="4387"/>
                </a:lnTo>
                <a:lnTo>
                  <a:pt x="98202" y="16356"/>
                </a:lnTo>
                <a:lnTo>
                  <a:pt x="110537" y="34114"/>
                </a:lnTo>
                <a:lnTo>
                  <a:pt x="115061" y="55869"/>
                </a:lnTo>
                <a:lnTo>
                  <a:pt x="110537" y="77612"/>
                </a:lnTo>
                <a:lnTo>
                  <a:pt x="98202" y="95371"/>
                </a:lnTo>
                <a:lnTo>
                  <a:pt x="79919" y="107347"/>
                </a:lnTo>
                <a:lnTo>
                  <a:pt x="57546" y="111739"/>
                </a:lnTo>
                <a:lnTo>
                  <a:pt x="35155" y="107347"/>
                </a:lnTo>
                <a:lnTo>
                  <a:pt x="16863" y="95371"/>
                </a:lnTo>
                <a:lnTo>
                  <a:pt x="4525" y="77612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26"/>
          <p:cNvSpPr/>
          <p:nvPr/>
        </p:nvSpPr>
        <p:spPr>
          <a:xfrm>
            <a:off x="8688445" y="3735728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90"/>
                </a:lnTo>
                <a:lnTo>
                  <a:pt x="16863" y="16365"/>
                </a:lnTo>
                <a:lnTo>
                  <a:pt x="4525" y="34125"/>
                </a:lnTo>
                <a:lnTo>
                  <a:pt x="0" y="55875"/>
                </a:lnTo>
                <a:lnTo>
                  <a:pt x="4525" y="77626"/>
                </a:lnTo>
                <a:lnTo>
                  <a:pt x="16863" y="95386"/>
                </a:lnTo>
                <a:lnTo>
                  <a:pt x="35155" y="107361"/>
                </a:lnTo>
                <a:lnTo>
                  <a:pt x="57546" y="111751"/>
                </a:lnTo>
                <a:lnTo>
                  <a:pt x="79919" y="107361"/>
                </a:lnTo>
                <a:lnTo>
                  <a:pt x="98202" y="95386"/>
                </a:lnTo>
                <a:lnTo>
                  <a:pt x="110537" y="77626"/>
                </a:lnTo>
                <a:lnTo>
                  <a:pt x="115061" y="55875"/>
                </a:lnTo>
                <a:lnTo>
                  <a:pt x="110537" y="34125"/>
                </a:lnTo>
                <a:lnTo>
                  <a:pt x="98202" y="16365"/>
                </a:lnTo>
                <a:lnTo>
                  <a:pt x="79919" y="4390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27"/>
          <p:cNvSpPr/>
          <p:nvPr/>
        </p:nvSpPr>
        <p:spPr>
          <a:xfrm>
            <a:off x="8688445" y="3735728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5" y="34125"/>
                </a:lnTo>
                <a:lnTo>
                  <a:pt x="16863" y="16365"/>
                </a:lnTo>
                <a:lnTo>
                  <a:pt x="35155" y="4390"/>
                </a:lnTo>
                <a:lnTo>
                  <a:pt x="57546" y="0"/>
                </a:lnTo>
                <a:lnTo>
                  <a:pt x="79919" y="4390"/>
                </a:lnTo>
                <a:lnTo>
                  <a:pt x="98202" y="16365"/>
                </a:lnTo>
                <a:lnTo>
                  <a:pt x="110537" y="34125"/>
                </a:lnTo>
                <a:lnTo>
                  <a:pt x="115061" y="55875"/>
                </a:lnTo>
                <a:lnTo>
                  <a:pt x="110537" y="77626"/>
                </a:lnTo>
                <a:lnTo>
                  <a:pt x="98202" y="95386"/>
                </a:lnTo>
                <a:lnTo>
                  <a:pt x="79919" y="107361"/>
                </a:lnTo>
                <a:lnTo>
                  <a:pt x="57546" y="111751"/>
                </a:lnTo>
                <a:lnTo>
                  <a:pt x="35155" y="107361"/>
                </a:lnTo>
                <a:lnTo>
                  <a:pt x="16863" y="95386"/>
                </a:lnTo>
                <a:lnTo>
                  <a:pt x="4525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28"/>
          <p:cNvSpPr/>
          <p:nvPr/>
        </p:nvSpPr>
        <p:spPr>
          <a:xfrm>
            <a:off x="8688445" y="3906034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90"/>
                </a:lnTo>
                <a:lnTo>
                  <a:pt x="16863" y="16365"/>
                </a:lnTo>
                <a:lnTo>
                  <a:pt x="4525" y="34125"/>
                </a:lnTo>
                <a:lnTo>
                  <a:pt x="0" y="55875"/>
                </a:lnTo>
                <a:lnTo>
                  <a:pt x="4525" y="77626"/>
                </a:lnTo>
                <a:lnTo>
                  <a:pt x="16863" y="95386"/>
                </a:lnTo>
                <a:lnTo>
                  <a:pt x="35155" y="107361"/>
                </a:lnTo>
                <a:lnTo>
                  <a:pt x="57546" y="111751"/>
                </a:lnTo>
                <a:lnTo>
                  <a:pt x="79919" y="107361"/>
                </a:lnTo>
                <a:lnTo>
                  <a:pt x="98202" y="95386"/>
                </a:lnTo>
                <a:lnTo>
                  <a:pt x="110537" y="77626"/>
                </a:lnTo>
                <a:lnTo>
                  <a:pt x="115061" y="55875"/>
                </a:lnTo>
                <a:lnTo>
                  <a:pt x="110537" y="34125"/>
                </a:lnTo>
                <a:lnTo>
                  <a:pt x="98202" y="16365"/>
                </a:lnTo>
                <a:lnTo>
                  <a:pt x="79919" y="4390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29"/>
          <p:cNvSpPr/>
          <p:nvPr/>
        </p:nvSpPr>
        <p:spPr>
          <a:xfrm>
            <a:off x="8688445" y="3906034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5" y="34125"/>
                </a:lnTo>
                <a:lnTo>
                  <a:pt x="16863" y="16365"/>
                </a:lnTo>
                <a:lnTo>
                  <a:pt x="35155" y="4390"/>
                </a:lnTo>
                <a:lnTo>
                  <a:pt x="57546" y="0"/>
                </a:lnTo>
                <a:lnTo>
                  <a:pt x="79919" y="4390"/>
                </a:lnTo>
                <a:lnTo>
                  <a:pt x="98202" y="16365"/>
                </a:lnTo>
                <a:lnTo>
                  <a:pt x="110537" y="34125"/>
                </a:lnTo>
                <a:lnTo>
                  <a:pt x="115061" y="55875"/>
                </a:lnTo>
                <a:lnTo>
                  <a:pt x="110537" y="77626"/>
                </a:lnTo>
                <a:lnTo>
                  <a:pt x="98202" y="95386"/>
                </a:lnTo>
                <a:lnTo>
                  <a:pt x="79919" y="107361"/>
                </a:lnTo>
                <a:lnTo>
                  <a:pt x="57546" y="111751"/>
                </a:lnTo>
                <a:lnTo>
                  <a:pt x="35155" y="107361"/>
                </a:lnTo>
                <a:lnTo>
                  <a:pt x="16863" y="95386"/>
                </a:lnTo>
                <a:lnTo>
                  <a:pt x="4525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30"/>
          <p:cNvSpPr/>
          <p:nvPr/>
        </p:nvSpPr>
        <p:spPr>
          <a:xfrm>
            <a:off x="8688445" y="4081795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46" y="0"/>
                </a:moveTo>
                <a:lnTo>
                  <a:pt x="35155" y="4392"/>
                </a:lnTo>
                <a:lnTo>
                  <a:pt x="16863" y="16371"/>
                </a:lnTo>
                <a:lnTo>
                  <a:pt x="4525" y="34136"/>
                </a:lnTo>
                <a:lnTo>
                  <a:pt x="0" y="55888"/>
                </a:lnTo>
                <a:lnTo>
                  <a:pt x="4525" y="77638"/>
                </a:lnTo>
                <a:lnTo>
                  <a:pt x="16863" y="95398"/>
                </a:lnTo>
                <a:lnTo>
                  <a:pt x="35155" y="107373"/>
                </a:lnTo>
                <a:lnTo>
                  <a:pt x="57546" y="111764"/>
                </a:lnTo>
                <a:lnTo>
                  <a:pt x="79919" y="107373"/>
                </a:lnTo>
                <a:lnTo>
                  <a:pt x="98202" y="95398"/>
                </a:lnTo>
                <a:lnTo>
                  <a:pt x="110537" y="77638"/>
                </a:lnTo>
                <a:lnTo>
                  <a:pt x="115061" y="55888"/>
                </a:lnTo>
                <a:lnTo>
                  <a:pt x="110537" y="34136"/>
                </a:lnTo>
                <a:lnTo>
                  <a:pt x="98202" y="16371"/>
                </a:lnTo>
                <a:lnTo>
                  <a:pt x="79919" y="4392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31"/>
          <p:cNvSpPr/>
          <p:nvPr/>
        </p:nvSpPr>
        <p:spPr>
          <a:xfrm>
            <a:off x="8688445" y="4081795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88"/>
                </a:moveTo>
                <a:lnTo>
                  <a:pt x="4525" y="34136"/>
                </a:lnTo>
                <a:lnTo>
                  <a:pt x="16863" y="16371"/>
                </a:lnTo>
                <a:lnTo>
                  <a:pt x="35155" y="4392"/>
                </a:lnTo>
                <a:lnTo>
                  <a:pt x="57546" y="0"/>
                </a:lnTo>
                <a:lnTo>
                  <a:pt x="79919" y="4392"/>
                </a:lnTo>
                <a:lnTo>
                  <a:pt x="98202" y="16371"/>
                </a:lnTo>
                <a:lnTo>
                  <a:pt x="110537" y="34136"/>
                </a:lnTo>
                <a:lnTo>
                  <a:pt x="115061" y="55888"/>
                </a:lnTo>
                <a:lnTo>
                  <a:pt x="110537" y="77638"/>
                </a:lnTo>
                <a:lnTo>
                  <a:pt x="98202" y="95398"/>
                </a:lnTo>
                <a:lnTo>
                  <a:pt x="79919" y="107373"/>
                </a:lnTo>
                <a:lnTo>
                  <a:pt x="57546" y="111764"/>
                </a:lnTo>
                <a:lnTo>
                  <a:pt x="35155" y="107373"/>
                </a:lnTo>
                <a:lnTo>
                  <a:pt x="16863" y="95398"/>
                </a:lnTo>
                <a:lnTo>
                  <a:pt x="4525" y="77638"/>
                </a:lnTo>
                <a:lnTo>
                  <a:pt x="0" y="55888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32"/>
          <p:cNvSpPr/>
          <p:nvPr/>
        </p:nvSpPr>
        <p:spPr>
          <a:xfrm>
            <a:off x="8688445" y="4252101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57546" y="0"/>
                </a:moveTo>
                <a:lnTo>
                  <a:pt x="35155" y="4392"/>
                </a:lnTo>
                <a:lnTo>
                  <a:pt x="16863" y="16371"/>
                </a:lnTo>
                <a:lnTo>
                  <a:pt x="4525" y="34136"/>
                </a:lnTo>
                <a:lnTo>
                  <a:pt x="0" y="55888"/>
                </a:lnTo>
                <a:lnTo>
                  <a:pt x="4525" y="77638"/>
                </a:lnTo>
                <a:lnTo>
                  <a:pt x="16863" y="95398"/>
                </a:lnTo>
                <a:lnTo>
                  <a:pt x="35155" y="107373"/>
                </a:lnTo>
                <a:lnTo>
                  <a:pt x="57546" y="111764"/>
                </a:lnTo>
                <a:lnTo>
                  <a:pt x="79919" y="107373"/>
                </a:lnTo>
                <a:lnTo>
                  <a:pt x="98202" y="95398"/>
                </a:lnTo>
                <a:lnTo>
                  <a:pt x="110537" y="77638"/>
                </a:lnTo>
                <a:lnTo>
                  <a:pt x="115061" y="55888"/>
                </a:lnTo>
                <a:lnTo>
                  <a:pt x="110537" y="34136"/>
                </a:lnTo>
                <a:lnTo>
                  <a:pt x="98202" y="16371"/>
                </a:lnTo>
                <a:lnTo>
                  <a:pt x="79919" y="4392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33"/>
          <p:cNvSpPr/>
          <p:nvPr/>
        </p:nvSpPr>
        <p:spPr>
          <a:xfrm>
            <a:off x="8688445" y="4252101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5">
                <a:moveTo>
                  <a:pt x="0" y="55888"/>
                </a:moveTo>
                <a:lnTo>
                  <a:pt x="4525" y="34136"/>
                </a:lnTo>
                <a:lnTo>
                  <a:pt x="16863" y="16371"/>
                </a:lnTo>
                <a:lnTo>
                  <a:pt x="35155" y="4392"/>
                </a:lnTo>
                <a:lnTo>
                  <a:pt x="57546" y="0"/>
                </a:lnTo>
                <a:lnTo>
                  <a:pt x="79919" y="4392"/>
                </a:lnTo>
                <a:lnTo>
                  <a:pt x="98202" y="16371"/>
                </a:lnTo>
                <a:lnTo>
                  <a:pt x="110537" y="34136"/>
                </a:lnTo>
                <a:lnTo>
                  <a:pt x="115061" y="55888"/>
                </a:lnTo>
                <a:lnTo>
                  <a:pt x="110537" y="77638"/>
                </a:lnTo>
                <a:lnTo>
                  <a:pt x="98202" y="95398"/>
                </a:lnTo>
                <a:lnTo>
                  <a:pt x="79919" y="107373"/>
                </a:lnTo>
                <a:lnTo>
                  <a:pt x="57546" y="111764"/>
                </a:lnTo>
                <a:lnTo>
                  <a:pt x="35155" y="107373"/>
                </a:lnTo>
                <a:lnTo>
                  <a:pt x="16863" y="95398"/>
                </a:lnTo>
                <a:lnTo>
                  <a:pt x="4525" y="77638"/>
                </a:lnTo>
                <a:lnTo>
                  <a:pt x="0" y="55888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34"/>
          <p:cNvSpPr/>
          <p:nvPr/>
        </p:nvSpPr>
        <p:spPr>
          <a:xfrm>
            <a:off x="8691767" y="4425338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15" y="0"/>
                </a:moveTo>
                <a:lnTo>
                  <a:pt x="35130" y="4390"/>
                </a:lnTo>
                <a:lnTo>
                  <a:pt x="16847" y="16365"/>
                </a:lnTo>
                <a:lnTo>
                  <a:pt x="4520" y="34125"/>
                </a:lnTo>
                <a:lnTo>
                  <a:pt x="0" y="55875"/>
                </a:lnTo>
                <a:lnTo>
                  <a:pt x="4520" y="77626"/>
                </a:lnTo>
                <a:lnTo>
                  <a:pt x="16847" y="95386"/>
                </a:lnTo>
                <a:lnTo>
                  <a:pt x="35130" y="107361"/>
                </a:lnTo>
                <a:lnTo>
                  <a:pt x="57515" y="111751"/>
                </a:lnTo>
                <a:lnTo>
                  <a:pt x="79906" y="107361"/>
                </a:lnTo>
                <a:lnTo>
                  <a:pt x="98198" y="95386"/>
                </a:lnTo>
                <a:lnTo>
                  <a:pt x="110536" y="77626"/>
                </a:lnTo>
                <a:lnTo>
                  <a:pt x="115061" y="55875"/>
                </a:lnTo>
                <a:lnTo>
                  <a:pt x="110536" y="34125"/>
                </a:lnTo>
                <a:lnTo>
                  <a:pt x="98198" y="16365"/>
                </a:lnTo>
                <a:lnTo>
                  <a:pt x="79906" y="4390"/>
                </a:lnTo>
                <a:lnTo>
                  <a:pt x="5751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35"/>
          <p:cNvSpPr/>
          <p:nvPr/>
        </p:nvSpPr>
        <p:spPr>
          <a:xfrm>
            <a:off x="8691767" y="4425338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0" y="34125"/>
                </a:lnTo>
                <a:lnTo>
                  <a:pt x="16847" y="16365"/>
                </a:lnTo>
                <a:lnTo>
                  <a:pt x="35130" y="4390"/>
                </a:lnTo>
                <a:lnTo>
                  <a:pt x="57515" y="0"/>
                </a:lnTo>
                <a:lnTo>
                  <a:pt x="79906" y="4390"/>
                </a:lnTo>
                <a:lnTo>
                  <a:pt x="98198" y="16365"/>
                </a:lnTo>
                <a:lnTo>
                  <a:pt x="110536" y="34125"/>
                </a:lnTo>
                <a:lnTo>
                  <a:pt x="115061" y="55875"/>
                </a:lnTo>
                <a:lnTo>
                  <a:pt x="110536" y="77626"/>
                </a:lnTo>
                <a:lnTo>
                  <a:pt x="98198" y="95386"/>
                </a:lnTo>
                <a:lnTo>
                  <a:pt x="79906" y="107361"/>
                </a:lnTo>
                <a:lnTo>
                  <a:pt x="57515" y="111751"/>
                </a:lnTo>
                <a:lnTo>
                  <a:pt x="35130" y="107361"/>
                </a:lnTo>
                <a:lnTo>
                  <a:pt x="16847" y="95386"/>
                </a:lnTo>
                <a:lnTo>
                  <a:pt x="4520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36"/>
          <p:cNvSpPr/>
          <p:nvPr/>
        </p:nvSpPr>
        <p:spPr>
          <a:xfrm>
            <a:off x="8691767" y="459564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15" y="0"/>
                </a:moveTo>
                <a:lnTo>
                  <a:pt x="35130" y="4390"/>
                </a:lnTo>
                <a:lnTo>
                  <a:pt x="16847" y="16365"/>
                </a:lnTo>
                <a:lnTo>
                  <a:pt x="4520" y="34125"/>
                </a:lnTo>
                <a:lnTo>
                  <a:pt x="0" y="55875"/>
                </a:lnTo>
                <a:lnTo>
                  <a:pt x="4520" y="77626"/>
                </a:lnTo>
                <a:lnTo>
                  <a:pt x="16847" y="95386"/>
                </a:lnTo>
                <a:lnTo>
                  <a:pt x="35130" y="107361"/>
                </a:lnTo>
                <a:lnTo>
                  <a:pt x="57515" y="111751"/>
                </a:lnTo>
                <a:lnTo>
                  <a:pt x="79906" y="107361"/>
                </a:lnTo>
                <a:lnTo>
                  <a:pt x="98198" y="95386"/>
                </a:lnTo>
                <a:lnTo>
                  <a:pt x="110536" y="77626"/>
                </a:lnTo>
                <a:lnTo>
                  <a:pt x="115061" y="55875"/>
                </a:lnTo>
                <a:lnTo>
                  <a:pt x="110536" y="34125"/>
                </a:lnTo>
                <a:lnTo>
                  <a:pt x="98198" y="16365"/>
                </a:lnTo>
                <a:lnTo>
                  <a:pt x="79906" y="4390"/>
                </a:lnTo>
                <a:lnTo>
                  <a:pt x="5751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37"/>
          <p:cNvSpPr/>
          <p:nvPr/>
        </p:nvSpPr>
        <p:spPr>
          <a:xfrm>
            <a:off x="8691767" y="4595645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0" y="34125"/>
                </a:lnTo>
                <a:lnTo>
                  <a:pt x="16847" y="16365"/>
                </a:lnTo>
                <a:lnTo>
                  <a:pt x="35130" y="4390"/>
                </a:lnTo>
                <a:lnTo>
                  <a:pt x="57515" y="0"/>
                </a:lnTo>
                <a:lnTo>
                  <a:pt x="79906" y="4390"/>
                </a:lnTo>
                <a:lnTo>
                  <a:pt x="98198" y="16365"/>
                </a:lnTo>
                <a:lnTo>
                  <a:pt x="110536" y="34125"/>
                </a:lnTo>
                <a:lnTo>
                  <a:pt x="115061" y="55875"/>
                </a:lnTo>
                <a:lnTo>
                  <a:pt x="110536" y="77626"/>
                </a:lnTo>
                <a:lnTo>
                  <a:pt x="98198" y="95386"/>
                </a:lnTo>
                <a:lnTo>
                  <a:pt x="79906" y="107361"/>
                </a:lnTo>
                <a:lnTo>
                  <a:pt x="57515" y="111751"/>
                </a:lnTo>
                <a:lnTo>
                  <a:pt x="35130" y="107361"/>
                </a:lnTo>
                <a:lnTo>
                  <a:pt x="16847" y="95386"/>
                </a:lnTo>
                <a:lnTo>
                  <a:pt x="4520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38"/>
          <p:cNvSpPr txBox="1"/>
          <p:nvPr/>
        </p:nvSpPr>
        <p:spPr>
          <a:xfrm>
            <a:off x="8597906" y="2806080"/>
            <a:ext cx="358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5" dirty="0">
                <a:solidFill>
                  <a:srgbClr val="6F2F9F"/>
                </a:solidFill>
                <a:latin typeface="Arial"/>
                <a:cs typeface="Arial"/>
              </a:rPr>
              <a:t>D</a:t>
            </a:r>
            <a:r>
              <a:rPr sz="1200" b="1" spc="0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200" b="1" spc="-30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200" b="1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5" name="object 139"/>
          <p:cNvSpPr/>
          <p:nvPr/>
        </p:nvSpPr>
        <p:spPr>
          <a:xfrm>
            <a:off x="9421611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90"/>
                </a:lnTo>
                <a:lnTo>
                  <a:pt x="16863" y="16365"/>
                </a:lnTo>
                <a:lnTo>
                  <a:pt x="4525" y="34125"/>
                </a:lnTo>
                <a:lnTo>
                  <a:pt x="0" y="55875"/>
                </a:lnTo>
                <a:lnTo>
                  <a:pt x="4525" y="77626"/>
                </a:lnTo>
                <a:lnTo>
                  <a:pt x="16863" y="95386"/>
                </a:lnTo>
                <a:lnTo>
                  <a:pt x="35155" y="107361"/>
                </a:lnTo>
                <a:lnTo>
                  <a:pt x="57546" y="111751"/>
                </a:lnTo>
                <a:lnTo>
                  <a:pt x="80007" y="107361"/>
                </a:lnTo>
                <a:lnTo>
                  <a:pt x="98336" y="95386"/>
                </a:lnTo>
                <a:lnTo>
                  <a:pt x="110687" y="77626"/>
                </a:lnTo>
                <a:lnTo>
                  <a:pt x="115214" y="55875"/>
                </a:lnTo>
                <a:lnTo>
                  <a:pt x="110687" y="34125"/>
                </a:lnTo>
                <a:lnTo>
                  <a:pt x="98336" y="16365"/>
                </a:lnTo>
                <a:lnTo>
                  <a:pt x="80007" y="4390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40"/>
          <p:cNvSpPr/>
          <p:nvPr/>
        </p:nvSpPr>
        <p:spPr>
          <a:xfrm>
            <a:off x="9421611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5" y="34125"/>
                </a:lnTo>
                <a:lnTo>
                  <a:pt x="16863" y="16365"/>
                </a:lnTo>
                <a:lnTo>
                  <a:pt x="35155" y="4390"/>
                </a:lnTo>
                <a:lnTo>
                  <a:pt x="57546" y="0"/>
                </a:lnTo>
                <a:lnTo>
                  <a:pt x="80007" y="4390"/>
                </a:lnTo>
                <a:lnTo>
                  <a:pt x="98336" y="16365"/>
                </a:lnTo>
                <a:lnTo>
                  <a:pt x="110687" y="34125"/>
                </a:lnTo>
                <a:lnTo>
                  <a:pt x="115214" y="55875"/>
                </a:lnTo>
                <a:lnTo>
                  <a:pt x="110687" y="77626"/>
                </a:lnTo>
                <a:lnTo>
                  <a:pt x="98336" y="95386"/>
                </a:lnTo>
                <a:lnTo>
                  <a:pt x="80007" y="107361"/>
                </a:lnTo>
                <a:lnTo>
                  <a:pt x="57546" y="111751"/>
                </a:lnTo>
                <a:lnTo>
                  <a:pt x="35155" y="107361"/>
                </a:lnTo>
                <a:lnTo>
                  <a:pt x="16863" y="95386"/>
                </a:lnTo>
                <a:lnTo>
                  <a:pt x="4525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41"/>
          <p:cNvSpPr/>
          <p:nvPr/>
        </p:nvSpPr>
        <p:spPr>
          <a:xfrm>
            <a:off x="9625339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15" y="0"/>
                </a:moveTo>
                <a:lnTo>
                  <a:pt x="35142" y="4390"/>
                </a:lnTo>
                <a:lnTo>
                  <a:pt x="16859" y="16365"/>
                </a:lnTo>
                <a:lnTo>
                  <a:pt x="4524" y="34125"/>
                </a:lnTo>
                <a:lnTo>
                  <a:pt x="0" y="55875"/>
                </a:lnTo>
                <a:lnTo>
                  <a:pt x="4524" y="77626"/>
                </a:lnTo>
                <a:lnTo>
                  <a:pt x="16859" y="95386"/>
                </a:lnTo>
                <a:lnTo>
                  <a:pt x="35142" y="107361"/>
                </a:lnTo>
                <a:lnTo>
                  <a:pt x="57515" y="111751"/>
                </a:lnTo>
                <a:lnTo>
                  <a:pt x="79957" y="107361"/>
                </a:lnTo>
                <a:lnTo>
                  <a:pt x="98244" y="95386"/>
                </a:lnTo>
                <a:lnTo>
                  <a:pt x="110553" y="77626"/>
                </a:lnTo>
                <a:lnTo>
                  <a:pt x="115061" y="55875"/>
                </a:lnTo>
                <a:lnTo>
                  <a:pt x="110553" y="34125"/>
                </a:lnTo>
                <a:lnTo>
                  <a:pt x="98244" y="16365"/>
                </a:lnTo>
                <a:lnTo>
                  <a:pt x="79957" y="4390"/>
                </a:lnTo>
                <a:lnTo>
                  <a:pt x="5751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42"/>
          <p:cNvSpPr/>
          <p:nvPr/>
        </p:nvSpPr>
        <p:spPr>
          <a:xfrm>
            <a:off x="9625339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4" y="34125"/>
                </a:lnTo>
                <a:lnTo>
                  <a:pt x="16859" y="16365"/>
                </a:lnTo>
                <a:lnTo>
                  <a:pt x="35142" y="4390"/>
                </a:lnTo>
                <a:lnTo>
                  <a:pt x="57515" y="0"/>
                </a:lnTo>
                <a:lnTo>
                  <a:pt x="79957" y="4390"/>
                </a:lnTo>
                <a:lnTo>
                  <a:pt x="98244" y="16365"/>
                </a:lnTo>
                <a:lnTo>
                  <a:pt x="110553" y="34125"/>
                </a:lnTo>
                <a:lnTo>
                  <a:pt x="115061" y="55875"/>
                </a:lnTo>
                <a:lnTo>
                  <a:pt x="110553" y="77626"/>
                </a:lnTo>
                <a:lnTo>
                  <a:pt x="98244" y="95386"/>
                </a:lnTo>
                <a:lnTo>
                  <a:pt x="79957" y="107361"/>
                </a:lnTo>
                <a:lnTo>
                  <a:pt x="57515" y="111751"/>
                </a:lnTo>
                <a:lnTo>
                  <a:pt x="35142" y="107361"/>
                </a:lnTo>
                <a:lnTo>
                  <a:pt x="16859" y="95386"/>
                </a:lnTo>
                <a:lnTo>
                  <a:pt x="4524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43"/>
          <p:cNvSpPr/>
          <p:nvPr/>
        </p:nvSpPr>
        <p:spPr>
          <a:xfrm>
            <a:off x="9809988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90"/>
                </a:lnTo>
                <a:lnTo>
                  <a:pt x="16863" y="16365"/>
                </a:lnTo>
                <a:lnTo>
                  <a:pt x="4525" y="34125"/>
                </a:lnTo>
                <a:lnTo>
                  <a:pt x="0" y="55875"/>
                </a:lnTo>
                <a:lnTo>
                  <a:pt x="4525" y="77626"/>
                </a:lnTo>
                <a:lnTo>
                  <a:pt x="16863" y="95386"/>
                </a:lnTo>
                <a:lnTo>
                  <a:pt x="35155" y="107361"/>
                </a:lnTo>
                <a:lnTo>
                  <a:pt x="57546" y="111751"/>
                </a:lnTo>
                <a:lnTo>
                  <a:pt x="79919" y="107361"/>
                </a:lnTo>
                <a:lnTo>
                  <a:pt x="98202" y="95386"/>
                </a:lnTo>
                <a:lnTo>
                  <a:pt x="110537" y="77626"/>
                </a:lnTo>
                <a:lnTo>
                  <a:pt x="115061" y="55875"/>
                </a:lnTo>
                <a:lnTo>
                  <a:pt x="110537" y="34125"/>
                </a:lnTo>
                <a:lnTo>
                  <a:pt x="98202" y="16365"/>
                </a:lnTo>
                <a:lnTo>
                  <a:pt x="79919" y="4390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44"/>
          <p:cNvSpPr/>
          <p:nvPr/>
        </p:nvSpPr>
        <p:spPr>
          <a:xfrm>
            <a:off x="9809988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5" y="34125"/>
                </a:lnTo>
                <a:lnTo>
                  <a:pt x="16863" y="16365"/>
                </a:lnTo>
                <a:lnTo>
                  <a:pt x="35155" y="4390"/>
                </a:lnTo>
                <a:lnTo>
                  <a:pt x="57546" y="0"/>
                </a:lnTo>
                <a:lnTo>
                  <a:pt x="79919" y="4390"/>
                </a:lnTo>
                <a:lnTo>
                  <a:pt x="98202" y="16365"/>
                </a:lnTo>
                <a:lnTo>
                  <a:pt x="110537" y="34125"/>
                </a:lnTo>
                <a:lnTo>
                  <a:pt x="115061" y="55875"/>
                </a:lnTo>
                <a:lnTo>
                  <a:pt x="110537" y="77626"/>
                </a:lnTo>
                <a:lnTo>
                  <a:pt x="98202" y="95386"/>
                </a:lnTo>
                <a:lnTo>
                  <a:pt x="79919" y="107361"/>
                </a:lnTo>
                <a:lnTo>
                  <a:pt x="57546" y="111751"/>
                </a:lnTo>
                <a:lnTo>
                  <a:pt x="35155" y="107361"/>
                </a:lnTo>
                <a:lnTo>
                  <a:pt x="16863" y="95386"/>
                </a:lnTo>
                <a:lnTo>
                  <a:pt x="4525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45"/>
          <p:cNvSpPr/>
          <p:nvPr/>
        </p:nvSpPr>
        <p:spPr>
          <a:xfrm>
            <a:off x="9994635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90"/>
                </a:lnTo>
                <a:lnTo>
                  <a:pt x="16863" y="16365"/>
                </a:lnTo>
                <a:lnTo>
                  <a:pt x="4525" y="34125"/>
                </a:lnTo>
                <a:lnTo>
                  <a:pt x="0" y="55875"/>
                </a:lnTo>
                <a:lnTo>
                  <a:pt x="4525" y="77626"/>
                </a:lnTo>
                <a:lnTo>
                  <a:pt x="16863" y="95386"/>
                </a:lnTo>
                <a:lnTo>
                  <a:pt x="35155" y="107361"/>
                </a:lnTo>
                <a:lnTo>
                  <a:pt x="57546" y="111751"/>
                </a:lnTo>
                <a:lnTo>
                  <a:pt x="79931" y="107361"/>
                </a:lnTo>
                <a:lnTo>
                  <a:pt x="98214" y="95386"/>
                </a:lnTo>
                <a:lnTo>
                  <a:pt x="110541" y="77626"/>
                </a:lnTo>
                <a:lnTo>
                  <a:pt x="115061" y="55875"/>
                </a:lnTo>
                <a:lnTo>
                  <a:pt x="110541" y="34125"/>
                </a:lnTo>
                <a:lnTo>
                  <a:pt x="98214" y="16365"/>
                </a:lnTo>
                <a:lnTo>
                  <a:pt x="79931" y="4390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46"/>
          <p:cNvSpPr/>
          <p:nvPr/>
        </p:nvSpPr>
        <p:spPr>
          <a:xfrm>
            <a:off x="9994635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5" y="34125"/>
                </a:lnTo>
                <a:lnTo>
                  <a:pt x="16863" y="16365"/>
                </a:lnTo>
                <a:lnTo>
                  <a:pt x="35155" y="4390"/>
                </a:lnTo>
                <a:lnTo>
                  <a:pt x="57546" y="0"/>
                </a:lnTo>
                <a:lnTo>
                  <a:pt x="79931" y="4390"/>
                </a:lnTo>
                <a:lnTo>
                  <a:pt x="98214" y="16365"/>
                </a:lnTo>
                <a:lnTo>
                  <a:pt x="110541" y="34125"/>
                </a:lnTo>
                <a:lnTo>
                  <a:pt x="115061" y="55875"/>
                </a:lnTo>
                <a:lnTo>
                  <a:pt x="110541" y="77626"/>
                </a:lnTo>
                <a:lnTo>
                  <a:pt x="98214" y="95386"/>
                </a:lnTo>
                <a:lnTo>
                  <a:pt x="79931" y="107361"/>
                </a:lnTo>
                <a:lnTo>
                  <a:pt x="57546" y="111751"/>
                </a:lnTo>
                <a:lnTo>
                  <a:pt x="35155" y="107361"/>
                </a:lnTo>
                <a:lnTo>
                  <a:pt x="16863" y="95386"/>
                </a:lnTo>
                <a:lnTo>
                  <a:pt x="4525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47"/>
          <p:cNvSpPr/>
          <p:nvPr/>
        </p:nvSpPr>
        <p:spPr>
          <a:xfrm>
            <a:off x="10921745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668" y="0"/>
                </a:moveTo>
                <a:lnTo>
                  <a:pt x="35207" y="4390"/>
                </a:lnTo>
                <a:lnTo>
                  <a:pt x="16878" y="16365"/>
                </a:lnTo>
                <a:lnTo>
                  <a:pt x="4527" y="34125"/>
                </a:lnTo>
                <a:lnTo>
                  <a:pt x="0" y="55875"/>
                </a:lnTo>
                <a:lnTo>
                  <a:pt x="4527" y="77626"/>
                </a:lnTo>
                <a:lnTo>
                  <a:pt x="16878" y="95386"/>
                </a:lnTo>
                <a:lnTo>
                  <a:pt x="35207" y="107361"/>
                </a:lnTo>
                <a:lnTo>
                  <a:pt x="57668" y="111751"/>
                </a:lnTo>
                <a:lnTo>
                  <a:pt x="80040" y="107361"/>
                </a:lnTo>
                <a:lnTo>
                  <a:pt x="98324" y="95386"/>
                </a:lnTo>
                <a:lnTo>
                  <a:pt x="110659" y="77626"/>
                </a:lnTo>
                <a:lnTo>
                  <a:pt x="115183" y="55875"/>
                </a:lnTo>
                <a:lnTo>
                  <a:pt x="110659" y="34125"/>
                </a:lnTo>
                <a:lnTo>
                  <a:pt x="98324" y="16365"/>
                </a:lnTo>
                <a:lnTo>
                  <a:pt x="80040" y="4390"/>
                </a:lnTo>
                <a:lnTo>
                  <a:pt x="57668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48"/>
          <p:cNvSpPr/>
          <p:nvPr/>
        </p:nvSpPr>
        <p:spPr>
          <a:xfrm>
            <a:off x="10921745" y="4837199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75"/>
                </a:moveTo>
                <a:lnTo>
                  <a:pt x="4527" y="34125"/>
                </a:lnTo>
                <a:lnTo>
                  <a:pt x="16878" y="16365"/>
                </a:lnTo>
                <a:lnTo>
                  <a:pt x="35207" y="4390"/>
                </a:lnTo>
                <a:lnTo>
                  <a:pt x="57668" y="0"/>
                </a:lnTo>
                <a:lnTo>
                  <a:pt x="80040" y="4390"/>
                </a:lnTo>
                <a:lnTo>
                  <a:pt x="98324" y="16365"/>
                </a:lnTo>
                <a:lnTo>
                  <a:pt x="110659" y="34125"/>
                </a:lnTo>
                <a:lnTo>
                  <a:pt x="115183" y="55875"/>
                </a:lnTo>
                <a:lnTo>
                  <a:pt x="110659" y="77626"/>
                </a:lnTo>
                <a:lnTo>
                  <a:pt x="98324" y="95386"/>
                </a:lnTo>
                <a:lnTo>
                  <a:pt x="80040" y="107361"/>
                </a:lnTo>
                <a:lnTo>
                  <a:pt x="57668" y="111751"/>
                </a:lnTo>
                <a:lnTo>
                  <a:pt x="35207" y="107361"/>
                </a:lnTo>
                <a:lnTo>
                  <a:pt x="16878" y="95386"/>
                </a:lnTo>
                <a:lnTo>
                  <a:pt x="4527" y="77626"/>
                </a:lnTo>
                <a:lnTo>
                  <a:pt x="0" y="5587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49"/>
          <p:cNvSpPr/>
          <p:nvPr/>
        </p:nvSpPr>
        <p:spPr>
          <a:xfrm>
            <a:off x="9898502" y="28751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4">
                <a:moveTo>
                  <a:pt x="57546" y="0"/>
                </a:moveTo>
                <a:lnTo>
                  <a:pt x="35155" y="4391"/>
                </a:lnTo>
                <a:lnTo>
                  <a:pt x="16863" y="16367"/>
                </a:lnTo>
                <a:lnTo>
                  <a:pt x="4525" y="34127"/>
                </a:lnTo>
                <a:lnTo>
                  <a:pt x="0" y="55869"/>
                </a:lnTo>
                <a:lnTo>
                  <a:pt x="4525" y="77700"/>
                </a:lnTo>
                <a:lnTo>
                  <a:pt x="16863" y="95505"/>
                </a:lnTo>
                <a:lnTo>
                  <a:pt x="35155" y="107497"/>
                </a:lnTo>
                <a:lnTo>
                  <a:pt x="57546" y="111892"/>
                </a:lnTo>
                <a:lnTo>
                  <a:pt x="80002" y="107497"/>
                </a:lnTo>
                <a:lnTo>
                  <a:pt x="98320" y="95505"/>
                </a:lnTo>
                <a:lnTo>
                  <a:pt x="110661" y="77700"/>
                </a:lnTo>
                <a:lnTo>
                  <a:pt x="115183" y="55869"/>
                </a:lnTo>
                <a:lnTo>
                  <a:pt x="110661" y="34127"/>
                </a:lnTo>
                <a:lnTo>
                  <a:pt x="98320" y="16367"/>
                </a:lnTo>
                <a:lnTo>
                  <a:pt x="80002" y="4391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50"/>
          <p:cNvSpPr/>
          <p:nvPr/>
        </p:nvSpPr>
        <p:spPr>
          <a:xfrm>
            <a:off x="9898502" y="287517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4">
                <a:moveTo>
                  <a:pt x="0" y="55869"/>
                </a:moveTo>
                <a:lnTo>
                  <a:pt x="4525" y="34127"/>
                </a:lnTo>
                <a:lnTo>
                  <a:pt x="16863" y="16367"/>
                </a:lnTo>
                <a:lnTo>
                  <a:pt x="35155" y="4391"/>
                </a:lnTo>
                <a:lnTo>
                  <a:pt x="57546" y="0"/>
                </a:lnTo>
                <a:lnTo>
                  <a:pt x="80002" y="4391"/>
                </a:lnTo>
                <a:lnTo>
                  <a:pt x="98320" y="16367"/>
                </a:lnTo>
                <a:lnTo>
                  <a:pt x="110661" y="34127"/>
                </a:lnTo>
                <a:lnTo>
                  <a:pt x="115183" y="55869"/>
                </a:lnTo>
                <a:lnTo>
                  <a:pt x="110661" y="77700"/>
                </a:lnTo>
                <a:lnTo>
                  <a:pt x="98320" y="95505"/>
                </a:lnTo>
                <a:lnTo>
                  <a:pt x="80002" y="107497"/>
                </a:lnTo>
                <a:lnTo>
                  <a:pt x="57546" y="111892"/>
                </a:lnTo>
                <a:lnTo>
                  <a:pt x="35155" y="107497"/>
                </a:lnTo>
                <a:lnTo>
                  <a:pt x="16863" y="95505"/>
                </a:lnTo>
                <a:lnTo>
                  <a:pt x="4525" y="77700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51"/>
          <p:cNvSpPr/>
          <p:nvPr/>
        </p:nvSpPr>
        <p:spPr>
          <a:xfrm>
            <a:off x="10730362" y="2863747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15" y="0"/>
                </a:moveTo>
                <a:lnTo>
                  <a:pt x="35142" y="4391"/>
                </a:lnTo>
                <a:lnTo>
                  <a:pt x="16859" y="16367"/>
                </a:lnTo>
                <a:lnTo>
                  <a:pt x="4524" y="34127"/>
                </a:lnTo>
                <a:lnTo>
                  <a:pt x="0" y="55869"/>
                </a:lnTo>
                <a:lnTo>
                  <a:pt x="4524" y="77625"/>
                </a:lnTo>
                <a:lnTo>
                  <a:pt x="16859" y="95383"/>
                </a:lnTo>
                <a:lnTo>
                  <a:pt x="35142" y="107351"/>
                </a:lnTo>
                <a:lnTo>
                  <a:pt x="57515" y="111739"/>
                </a:lnTo>
                <a:lnTo>
                  <a:pt x="79976" y="107351"/>
                </a:lnTo>
                <a:lnTo>
                  <a:pt x="98305" y="95383"/>
                </a:lnTo>
                <a:lnTo>
                  <a:pt x="110656" y="77625"/>
                </a:lnTo>
                <a:lnTo>
                  <a:pt x="115183" y="55869"/>
                </a:lnTo>
                <a:lnTo>
                  <a:pt x="110656" y="34127"/>
                </a:lnTo>
                <a:lnTo>
                  <a:pt x="98305" y="16367"/>
                </a:lnTo>
                <a:lnTo>
                  <a:pt x="79976" y="4391"/>
                </a:lnTo>
                <a:lnTo>
                  <a:pt x="5751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52"/>
          <p:cNvSpPr/>
          <p:nvPr/>
        </p:nvSpPr>
        <p:spPr>
          <a:xfrm>
            <a:off x="10730362" y="2863747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4" y="34127"/>
                </a:lnTo>
                <a:lnTo>
                  <a:pt x="16859" y="16367"/>
                </a:lnTo>
                <a:lnTo>
                  <a:pt x="35142" y="4391"/>
                </a:lnTo>
                <a:lnTo>
                  <a:pt x="57515" y="0"/>
                </a:lnTo>
                <a:lnTo>
                  <a:pt x="79976" y="4391"/>
                </a:lnTo>
                <a:lnTo>
                  <a:pt x="98305" y="16367"/>
                </a:lnTo>
                <a:lnTo>
                  <a:pt x="110656" y="34127"/>
                </a:lnTo>
                <a:lnTo>
                  <a:pt x="115183" y="55869"/>
                </a:lnTo>
                <a:lnTo>
                  <a:pt x="110656" y="77625"/>
                </a:lnTo>
                <a:lnTo>
                  <a:pt x="98305" y="95383"/>
                </a:lnTo>
                <a:lnTo>
                  <a:pt x="79976" y="107351"/>
                </a:lnTo>
                <a:lnTo>
                  <a:pt x="57515" y="111739"/>
                </a:lnTo>
                <a:lnTo>
                  <a:pt x="35142" y="107351"/>
                </a:lnTo>
                <a:lnTo>
                  <a:pt x="16859" y="95383"/>
                </a:lnTo>
                <a:lnTo>
                  <a:pt x="4524" y="77625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53"/>
          <p:cNvSpPr/>
          <p:nvPr/>
        </p:nvSpPr>
        <p:spPr>
          <a:xfrm>
            <a:off x="10905865" y="2863747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91"/>
                </a:lnTo>
                <a:lnTo>
                  <a:pt x="16863" y="16367"/>
                </a:lnTo>
                <a:lnTo>
                  <a:pt x="4525" y="34127"/>
                </a:lnTo>
                <a:lnTo>
                  <a:pt x="0" y="55869"/>
                </a:lnTo>
                <a:lnTo>
                  <a:pt x="4525" y="77625"/>
                </a:lnTo>
                <a:lnTo>
                  <a:pt x="16863" y="95383"/>
                </a:lnTo>
                <a:lnTo>
                  <a:pt x="35155" y="107351"/>
                </a:lnTo>
                <a:lnTo>
                  <a:pt x="57546" y="111739"/>
                </a:lnTo>
                <a:lnTo>
                  <a:pt x="79919" y="107351"/>
                </a:lnTo>
                <a:lnTo>
                  <a:pt x="98202" y="95383"/>
                </a:lnTo>
                <a:lnTo>
                  <a:pt x="110537" y="77625"/>
                </a:lnTo>
                <a:lnTo>
                  <a:pt x="115061" y="55869"/>
                </a:lnTo>
                <a:lnTo>
                  <a:pt x="110537" y="34127"/>
                </a:lnTo>
                <a:lnTo>
                  <a:pt x="98202" y="16367"/>
                </a:lnTo>
                <a:lnTo>
                  <a:pt x="79919" y="4391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54"/>
          <p:cNvSpPr/>
          <p:nvPr/>
        </p:nvSpPr>
        <p:spPr>
          <a:xfrm>
            <a:off x="10905865" y="2863747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5" y="34127"/>
                </a:lnTo>
                <a:lnTo>
                  <a:pt x="16863" y="16367"/>
                </a:lnTo>
                <a:lnTo>
                  <a:pt x="35155" y="4391"/>
                </a:lnTo>
                <a:lnTo>
                  <a:pt x="57546" y="0"/>
                </a:lnTo>
                <a:lnTo>
                  <a:pt x="79919" y="4391"/>
                </a:lnTo>
                <a:lnTo>
                  <a:pt x="98202" y="16367"/>
                </a:lnTo>
                <a:lnTo>
                  <a:pt x="110537" y="34127"/>
                </a:lnTo>
                <a:lnTo>
                  <a:pt x="115061" y="55869"/>
                </a:lnTo>
                <a:lnTo>
                  <a:pt x="110537" y="77625"/>
                </a:lnTo>
                <a:lnTo>
                  <a:pt x="98202" y="95383"/>
                </a:lnTo>
                <a:lnTo>
                  <a:pt x="79919" y="107351"/>
                </a:lnTo>
                <a:lnTo>
                  <a:pt x="57546" y="111739"/>
                </a:lnTo>
                <a:lnTo>
                  <a:pt x="35155" y="107351"/>
                </a:lnTo>
                <a:lnTo>
                  <a:pt x="16863" y="95383"/>
                </a:lnTo>
                <a:lnTo>
                  <a:pt x="4525" y="77625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55"/>
          <p:cNvSpPr/>
          <p:nvPr/>
        </p:nvSpPr>
        <p:spPr>
          <a:xfrm>
            <a:off x="11081247" y="2863747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57546" y="0"/>
                </a:moveTo>
                <a:lnTo>
                  <a:pt x="35155" y="4391"/>
                </a:lnTo>
                <a:lnTo>
                  <a:pt x="16863" y="16367"/>
                </a:lnTo>
                <a:lnTo>
                  <a:pt x="4525" y="34127"/>
                </a:lnTo>
                <a:lnTo>
                  <a:pt x="0" y="55869"/>
                </a:lnTo>
                <a:lnTo>
                  <a:pt x="4525" y="77625"/>
                </a:lnTo>
                <a:lnTo>
                  <a:pt x="16863" y="95383"/>
                </a:lnTo>
                <a:lnTo>
                  <a:pt x="35155" y="107351"/>
                </a:lnTo>
                <a:lnTo>
                  <a:pt x="57546" y="111739"/>
                </a:lnTo>
                <a:lnTo>
                  <a:pt x="80007" y="107351"/>
                </a:lnTo>
                <a:lnTo>
                  <a:pt x="98336" y="95383"/>
                </a:lnTo>
                <a:lnTo>
                  <a:pt x="110687" y="77625"/>
                </a:lnTo>
                <a:lnTo>
                  <a:pt x="115214" y="55869"/>
                </a:lnTo>
                <a:lnTo>
                  <a:pt x="110687" y="34127"/>
                </a:lnTo>
                <a:lnTo>
                  <a:pt x="98336" y="16367"/>
                </a:lnTo>
                <a:lnTo>
                  <a:pt x="80007" y="4391"/>
                </a:lnTo>
                <a:lnTo>
                  <a:pt x="57546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56"/>
          <p:cNvSpPr/>
          <p:nvPr/>
        </p:nvSpPr>
        <p:spPr>
          <a:xfrm>
            <a:off x="11081247" y="2863747"/>
            <a:ext cx="115570" cy="111760"/>
          </a:xfrm>
          <a:custGeom>
            <a:avLst/>
            <a:gdLst/>
            <a:ahLst/>
            <a:cxnLst/>
            <a:rect l="l" t="t" r="r" b="b"/>
            <a:pathLst>
              <a:path w="115570" h="111760">
                <a:moveTo>
                  <a:pt x="0" y="55869"/>
                </a:moveTo>
                <a:lnTo>
                  <a:pt x="4525" y="34127"/>
                </a:lnTo>
                <a:lnTo>
                  <a:pt x="16863" y="16367"/>
                </a:lnTo>
                <a:lnTo>
                  <a:pt x="35155" y="4391"/>
                </a:lnTo>
                <a:lnTo>
                  <a:pt x="57546" y="0"/>
                </a:lnTo>
                <a:lnTo>
                  <a:pt x="80007" y="4391"/>
                </a:lnTo>
                <a:lnTo>
                  <a:pt x="98336" y="16367"/>
                </a:lnTo>
                <a:lnTo>
                  <a:pt x="110687" y="34127"/>
                </a:lnTo>
                <a:lnTo>
                  <a:pt x="115214" y="55869"/>
                </a:lnTo>
                <a:lnTo>
                  <a:pt x="110687" y="77625"/>
                </a:lnTo>
                <a:lnTo>
                  <a:pt x="98336" y="95383"/>
                </a:lnTo>
                <a:lnTo>
                  <a:pt x="80007" y="107351"/>
                </a:lnTo>
                <a:lnTo>
                  <a:pt x="57546" y="111739"/>
                </a:lnTo>
                <a:lnTo>
                  <a:pt x="35155" y="107351"/>
                </a:lnTo>
                <a:lnTo>
                  <a:pt x="16863" y="95383"/>
                </a:lnTo>
                <a:lnTo>
                  <a:pt x="4525" y="77625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57"/>
          <p:cNvSpPr/>
          <p:nvPr/>
        </p:nvSpPr>
        <p:spPr>
          <a:xfrm>
            <a:off x="11256781" y="285865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4">
                <a:moveTo>
                  <a:pt x="57515" y="0"/>
                </a:moveTo>
                <a:lnTo>
                  <a:pt x="35142" y="4391"/>
                </a:lnTo>
                <a:lnTo>
                  <a:pt x="16859" y="16367"/>
                </a:lnTo>
                <a:lnTo>
                  <a:pt x="4524" y="34127"/>
                </a:lnTo>
                <a:lnTo>
                  <a:pt x="0" y="55869"/>
                </a:lnTo>
                <a:lnTo>
                  <a:pt x="4524" y="77630"/>
                </a:lnTo>
                <a:lnTo>
                  <a:pt x="16859" y="95398"/>
                </a:lnTo>
                <a:lnTo>
                  <a:pt x="35142" y="107377"/>
                </a:lnTo>
                <a:lnTo>
                  <a:pt x="57515" y="111770"/>
                </a:lnTo>
                <a:lnTo>
                  <a:pt x="79906" y="107377"/>
                </a:lnTo>
                <a:lnTo>
                  <a:pt x="98198" y="95398"/>
                </a:lnTo>
                <a:lnTo>
                  <a:pt x="110536" y="77630"/>
                </a:lnTo>
                <a:lnTo>
                  <a:pt x="115061" y="55869"/>
                </a:lnTo>
                <a:lnTo>
                  <a:pt x="110536" y="34127"/>
                </a:lnTo>
                <a:lnTo>
                  <a:pt x="98198" y="16367"/>
                </a:lnTo>
                <a:lnTo>
                  <a:pt x="79906" y="4391"/>
                </a:lnTo>
                <a:lnTo>
                  <a:pt x="5751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58"/>
          <p:cNvSpPr/>
          <p:nvPr/>
        </p:nvSpPr>
        <p:spPr>
          <a:xfrm>
            <a:off x="11256781" y="2858657"/>
            <a:ext cx="115570" cy="112395"/>
          </a:xfrm>
          <a:custGeom>
            <a:avLst/>
            <a:gdLst/>
            <a:ahLst/>
            <a:cxnLst/>
            <a:rect l="l" t="t" r="r" b="b"/>
            <a:pathLst>
              <a:path w="115570" h="112394">
                <a:moveTo>
                  <a:pt x="0" y="55869"/>
                </a:moveTo>
                <a:lnTo>
                  <a:pt x="4524" y="34127"/>
                </a:lnTo>
                <a:lnTo>
                  <a:pt x="16859" y="16367"/>
                </a:lnTo>
                <a:lnTo>
                  <a:pt x="35142" y="4391"/>
                </a:lnTo>
                <a:lnTo>
                  <a:pt x="57515" y="0"/>
                </a:lnTo>
                <a:lnTo>
                  <a:pt x="79906" y="4391"/>
                </a:lnTo>
                <a:lnTo>
                  <a:pt x="98198" y="16367"/>
                </a:lnTo>
                <a:lnTo>
                  <a:pt x="110536" y="34127"/>
                </a:lnTo>
                <a:lnTo>
                  <a:pt x="115061" y="55869"/>
                </a:lnTo>
                <a:lnTo>
                  <a:pt x="110536" y="77630"/>
                </a:lnTo>
                <a:lnTo>
                  <a:pt x="98198" y="95398"/>
                </a:lnTo>
                <a:lnTo>
                  <a:pt x="79906" y="107377"/>
                </a:lnTo>
                <a:lnTo>
                  <a:pt x="57515" y="111770"/>
                </a:lnTo>
                <a:lnTo>
                  <a:pt x="35142" y="107377"/>
                </a:lnTo>
                <a:lnTo>
                  <a:pt x="16859" y="95398"/>
                </a:lnTo>
                <a:lnTo>
                  <a:pt x="4524" y="77630"/>
                </a:lnTo>
                <a:lnTo>
                  <a:pt x="0" y="55869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60"/>
          <p:cNvSpPr/>
          <p:nvPr/>
        </p:nvSpPr>
        <p:spPr>
          <a:xfrm>
            <a:off x="1829558" y="5131378"/>
            <a:ext cx="1370200" cy="1047520"/>
          </a:xfrm>
          <a:custGeom>
            <a:avLst/>
            <a:gdLst/>
            <a:ahLst/>
            <a:cxnLst/>
            <a:rect l="l" t="t" r="r" b="b"/>
            <a:pathLst>
              <a:path w="1663064" h="1242695">
                <a:moveTo>
                  <a:pt x="1455551" y="0"/>
                </a:moveTo>
                <a:lnTo>
                  <a:pt x="207014" y="0"/>
                </a:lnTo>
                <a:lnTo>
                  <a:pt x="159557" y="5468"/>
                </a:lnTo>
                <a:lnTo>
                  <a:pt x="115987" y="21044"/>
                </a:lnTo>
                <a:lnTo>
                  <a:pt x="77550" y="45483"/>
                </a:lnTo>
                <a:lnTo>
                  <a:pt x="45488" y="77542"/>
                </a:lnTo>
                <a:lnTo>
                  <a:pt x="21046" y="115978"/>
                </a:lnTo>
                <a:lnTo>
                  <a:pt x="5469" y="159545"/>
                </a:lnTo>
                <a:lnTo>
                  <a:pt x="0" y="207001"/>
                </a:lnTo>
                <a:lnTo>
                  <a:pt x="0" y="1035344"/>
                </a:lnTo>
                <a:lnTo>
                  <a:pt x="5469" y="1082822"/>
                </a:lnTo>
                <a:lnTo>
                  <a:pt x="21046" y="1126407"/>
                </a:lnTo>
                <a:lnTo>
                  <a:pt x="45488" y="1164855"/>
                </a:lnTo>
                <a:lnTo>
                  <a:pt x="77550" y="1196924"/>
                </a:lnTo>
                <a:lnTo>
                  <a:pt x="115987" y="1221369"/>
                </a:lnTo>
                <a:lnTo>
                  <a:pt x="159557" y="1236947"/>
                </a:lnTo>
                <a:lnTo>
                  <a:pt x="207014" y="1242417"/>
                </a:lnTo>
                <a:lnTo>
                  <a:pt x="1455551" y="1242417"/>
                </a:lnTo>
                <a:lnTo>
                  <a:pt x="1503053" y="1236947"/>
                </a:lnTo>
                <a:lnTo>
                  <a:pt x="1546655" y="1221369"/>
                </a:lnTo>
                <a:lnTo>
                  <a:pt x="1585116" y="1196924"/>
                </a:lnTo>
                <a:lnTo>
                  <a:pt x="1617192" y="1164855"/>
                </a:lnTo>
                <a:lnTo>
                  <a:pt x="1641642" y="1126407"/>
                </a:lnTo>
                <a:lnTo>
                  <a:pt x="1657223" y="1082822"/>
                </a:lnTo>
                <a:lnTo>
                  <a:pt x="1662693" y="1035344"/>
                </a:lnTo>
                <a:lnTo>
                  <a:pt x="1662693" y="207001"/>
                </a:lnTo>
                <a:lnTo>
                  <a:pt x="1657223" y="159545"/>
                </a:lnTo>
                <a:lnTo>
                  <a:pt x="1641642" y="115978"/>
                </a:lnTo>
                <a:lnTo>
                  <a:pt x="1617192" y="77542"/>
                </a:lnTo>
                <a:lnTo>
                  <a:pt x="1585116" y="45483"/>
                </a:lnTo>
                <a:lnTo>
                  <a:pt x="1546655" y="21044"/>
                </a:lnTo>
                <a:lnTo>
                  <a:pt x="1503053" y="5468"/>
                </a:lnTo>
                <a:lnTo>
                  <a:pt x="14555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61"/>
          <p:cNvSpPr/>
          <p:nvPr/>
        </p:nvSpPr>
        <p:spPr>
          <a:xfrm>
            <a:off x="1829558" y="5048248"/>
            <a:ext cx="1370200" cy="1047520"/>
          </a:xfrm>
          <a:custGeom>
            <a:avLst/>
            <a:gdLst/>
            <a:ahLst/>
            <a:cxnLst/>
            <a:rect l="l" t="t" r="r" b="b"/>
            <a:pathLst>
              <a:path w="1663064" h="1242695">
                <a:moveTo>
                  <a:pt x="0" y="207001"/>
                </a:moveTo>
                <a:lnTo>
                  <a:pt x="5469" y="159545"/>
                </a:lnTo>
                <a:lnTo>
                  <a:pt x="21046" y="115978"/>
                </a:lnTo>
                <a:lnTo>
                  <a:pt x="45488" y="77542"/>
                </a:lnTo>
                <a:lnTo>
                  <a:pt x="77550" y="45483"/>
                </a:lnTo>
                <a:lnTo>
                  <a:pt x="115987" y="21044"/>
                </a:lnTo>
                <a:lnTo>
                  <a:pt x="159557" y="5468"/>
                </a:lnTo>
                <a:lnTo>
                  <a:pt x="207014" y="0"/>
                </a:lnTo>
                <a:lnTo>
                  <a:pt x="1455551" y="0"/>
                </a:lnTo>
                <a:lnTo>
                  <a:pt x="1503053" y="5468"/>
                </a:lnTo>
                <a:lnTo>
                  <a:pt x="1546655" y="21044"/>
                </a:lnTo>
                <a:lnTo>
                  <a:pt x="1585116" y="45483"/>
                </a:lnTo>
                <a:lnTo>
                  <a:pt x="1617192" y="77542"/>
                </a:lnTo>
                <a:lnTo>
                  <a:pt x="1641642" y="115978"/>
                </a:lnTo>
                <a:lnTo>
                  <a:pt x="1657223" y="159545"/>
                </a:lnTo>
                <a:lnTo>
                  <a:pt x="1662693" y="207001"/>
                </a:lnTo>
                <a:lnTo>
                  <a:pt x="1662693" y="1035344"/>
                </a:lnTo>
                <a:lnTo>
                  <a:pt x="1657223" y="1082822"/>
                </a:lnTo>
                <a:lnTo>
                  <a:pt x="1641642" y="1126407"/>
                </a:lnTo>
                <a:lnTo>
                  <a:pt x="1617192" y="1164855"/>
                </a:lnTo>
                <a:lnTo>
                  <a:pt x="1585116" y="1196924"/>
                </a:lnTo>
                <a:lnTo>
                  <a:pt x="1546655" y="1221369"/>
                </a:lnTo>
                <a:lnTo>
                  <a:pt x="1503053" y="1236947"/>
                </a:lnTo>
                <a:lnTo>
                  <a:pt x="1455551" y="1242417"/>
                </a:lnTo>
                <a:lnTo>
                  <a:pt x="207014" y="1242417"/>
                </a:lnTo>
                <a:lnTo>
                  <a:pt x="159557" y="1236947"/>
                </a:lnTo>
                <a:lnTo>
                  <a:pt x="115987" y="1221369"/>
                </a:lnTo>
                <a:lnTo>
                  <a:pt x="77550" y="1196924"/>
                </a:lnTo>
                <a:lnTo>
                  <a:pt x="45488" y="1164855"/>
                </a:lnTo>
                <a:lnTo>
                  <a:pt x="21046" y="1126407"/>
                </a:lnTo>
                <a:lnTo>
                  <a:pt x="5469" y="1082822"/>
                </a:lnTo>
                <a:lnTo>
                  <a:pt x="0" y="1035344"/>
                </a:lnTo>
                <a:lnTo>
                  <a:pt x="0" y="20700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62"/>
          <p:cNvSpPr txBox="1"/>
          <p:nvPr/>
        </p:nvSpPr>
        <p:spPr>
          <a:xfrm>
            <a:off x="1963966" y="5418328"/>
            <a:ext cx="159796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Log(odds)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88" name="object 164"/>
          <p:cNvSpPr/>
          <p:nvPr/>
        </p:nvSpPr>
        <p:spPr>
          <a:xfrm>
            <a:off x="5809488" y="5186195"/>
            <a:ext cx="1663064" cy="1242695"/>
          </a:xfrm>
          <a:custGeom>
            <a:avLst/>
            <a:gdLst/>
            <a:ahLst/>
            <a:cxnLst/>
            <a:rect l="l" t="t" r="r" b="b"/>
            <a:pathLst>
              <a:path w="1663065" h="1242695">
                <a:moveTo>
                  <a:pt x="1455541" y="0"/>
                </a:moveTo>
                <a:lnTo>
                  <a:pt x="207020" y="0"/>
                </a:lnTo>
                <a:lnTo>
                  <a:pt x="159563" y="5468"/>
                </a:lnTo>
                <a:lnTo>
                  <a:pt x="115992" y="21044"/>
                </a:lnTo>
                <a:lnTo>
                  <a:pt x="77553" y="45483"/>
                </a:lnTo>
                <a:lnTo>
                  <a:pt x="45490" y="77542"/>
                </a:lnTo>
                <a:lnTo>
                  <a:pt x="21047" y="115978"/>
                </a:lnTo>
                <a:lnTo>
                  <a:pt x="5469" y="159545"/>
                </a:lnTo>
                <a:lnTo>
                  <a:pt x="0" y="207001"/>
                </a:lnTo>
                <a:lnTo>
                  <a:pt x="0" y="1035344"/>
                </a:lnTo>
                <a:lnTo>
                  <a:pt x="5469" y="1082822"/>
                </a:lnTo>
                <a:lnTo>
                  <a:pt x="21047" y="1126407"/>
                </a:lnTo>
                <a:lnTo>
                  <a:pt x="45490" y="1164855"/>
                </a:lnTo>
                <a:lnTo>
                  <a:pt x="77553" y="1196924"/>
                </a:lnTo>
                <a:lnTo>
                  <a:pt x="115992" y="1221369"/>
                </a:lnTo>
                <a:lnTo>
                  <a:pt x="159563" y="1236947"/>
                </a:lnTo>
                <a:lnTo>
                  <a:pt x="207020" y="1242417"/>
                </a:lnTo>
                <a:lnTo>
                  <a:pt x="1455541" y="1242417"/>
                </a:lnTo>
                <a:lnTo>
                  <a:pt x="1503044" y="1236947"/>
                </a:lnTo>
                <a:lnTo>
                  <a:pt x="1546646" y="1221369"/>
                </a:lnTo>
                <a:lnTo>
                  <a:pt x="1585107" y="1196924"/>
                </a:lnTo>
                <a:lnTo>
                  <a:pt x="1617183" y="1164855"/>
                </a:lnTo>
                <a:lnTo>
                  <a:pt x="1641633" y="1126407"/>
                </a:lnTo>
                <a:lnTo>
                  <a:pt x="1657214" y="1082822"/>
                </a:lnTo>
                <a:lnTo>
                  <a:pt x="1662683" y="1035344"/>
                </a:lnTo>
                <a:lnTo>
                  <a:pt x="1662683" y="207001"/>
                </a:lnTo>
                <a:lnTo>
                  <a:pt x="1657214" y="159545"/>
                </a:lnTo>
                <a:lnTo>
                  <a:pt x="1641633" y="115978"/>
                </a:lnTo>
                <a:lnTo>
                  <a:pt x="1617183" y="77542"/>
                </a:lnTo>
                <a:lnTo>
                  <a:pt x="1585107" y="45483"/>
                </a:lnTo>
                <a:lnTo>
                  <a:pt x="1546646" y="21044"/>
                </a:lnTo>
                <a:lnTo>
                  <a:pt x="1503044" y="5468"/>
                </a:lnTo>
                <a:lnTo>
                  <a:pt x="14555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65"/>
          <p:cNvSpPr/>
          <p:nvPr/>
        </p:nvSpPr>
        <p:spPr>
          <a:xfrm>
            <a:off x="5995096" y="5224454"/>
            <a:ext cx="1477456" cy="954443"/>
          </a:xfrm>
          <a:custGeom>
            <a:avLst/>
            <a:gdLst/>
            <a:ahLst/>
            <a:cxnLst/>
            <a:rect l="l" t="t" r="r" b="b"/>
            <a:pathLst>
              <a:path w="1663065" h="1242695">
                <a:moveTo>
                  <a:pt x="0" y="207001"/>
                </a:moveTo>
                <a:lnTo>
                  <a:pt x="5469" y="159545"/>
                </a:lnTo>
                <a:lnTo>
                  <a:pt x="21047" y="115978"/>
                </a:lnTo>
                <a:lnTo>
                  <a:pt x="45490" y="77542"/>
                </a:lnTo>
                <a:lnTo>
                  <a:pt x="77553" y="45483"/>
                </a:lnTo>
                <a:lnTo>
                  <a:pt x="115992" y="21044"/>
                </a:lnTo>
                <a:lnTo>
                  <a:pt x="159563" y="5468"/>
                </a:lnTo>
                <a:lnTo>
                  <a:pt x="207020" y="0"/>
                </a:lnTo>
                <a:lnTo>
                  <a:pt x="1455541" y="0"/>
                </a:lnTo>
                <a:lnTo>
                  <a:pt x="1503044" y="5468"/>
                </a:lnTo>
                <a:lnTo>
                  <a:pt x="1546646" y="21044"/>
                </a:lnTo>
                <a:lnTo>
                  <a:pt x="1585107" y="45483"/>
                </a:lnTo>
                <a:lnTo>
                  <a:pt x="1617183" y="77542"/>
                </a:lnTo>
                <a:lnTo>
                  <a:pt x="1641633" y="115978"/>
                </a:lnTo>
                <a:lnTo>
                  <a:pt x="1657214" y="159545"/>
                </a:lnTo>
                <a:lnTo>
                  <a:pt x="1662683" y="207001"/>
                </a:lnTo>
                <a:lnTo>
                  <a:pt x="1662683" y="1035344"/>
                </a:lnTo>
                <a:lnTo>
                  <a:pt x="1657214" y="1082822"/>
                </a:lnTo>
                <a:lnTo>
                  <a:pt x="1641633" y="1126407"/>
                </a:lnTo>
                <a:lnTo>
                  <a:pt x="1617183" y="1164855"/>
                </a:lnTo>
                <a:lnTo>
                  <a:pt x="1585107" y="1196924"/>
                </a:lnTo>
                <a:lnTo>
                  <a:pt x="1546646" y="1221369"/>
                </a:lnTo>
                <a:lnTo>
                  <a:pt x="1503044" y="1236947"/>
                </a:lnTo>
                <a:lnTo>
                  <a:pt x="1455541" y="1242417"/>
                </a:lnTo>
                <a:lnTo>
                  <a:pt x="207020" y="1242417"/>
                </a:lnTo>
                <a:lnTo>
                  <a:pt x="159563" y="1236947"/>
                </a:lnTo>
                <a:lnTo>
                  <a:pt x="115992" y="1221369"/>
                </a:lnTo>
                <a:lnTo>
                  <a:pt x="77553" y="1196924"/>
                </a:lnTo>
                <a:lnTo>
                  <a:pt x="45490" y="1164855"/>
                </a:lnTo>
                <a:lnTo>
                  <a:pt x="21047" y="1126407"/>
                </a:lnTo>
                <a:lnTo>
                  <a:pt x="5469" y="1082822"/>
                </a:lnTo>
                <a:lnTo>
                  <a:pt x="0" y="1035344"/>
                </a:lnTo>
                <a:lnTo>
                  <a:pt x="0" y="20700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66"/>
          <p:cNvSpPr txBox="1"/>
          <p:nvPr/>
        </p:nvSpPr>
        <p:spPr>
          <a:xfrm>
            <a:off x="6213495" y="5378420"/>
            <a:ext cx="1176373" cy="57041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28575">
              <a:lnSpc>
                <a:spcPct val="100800"/>
              </a:lnSpc>
              <a:spcBef>
                <a:spcPts val="85"/>
              </a:spcBef>
            </a:pPr>
            <a:r>
              <a:rPr sz="1800" b="1" spc="0" dirty="0">
                <a:solidFill>
                  <a:srgbClr val="6F2F9F"/>
                </a:solidFill>
                <a:latin typeface="Arial"/>
                <a:cs typeface="Arial"/>
              </a:rPr>
              <a:t>Sigmoid  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Fun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c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t</a:t>
            </a:r>
            <a:r>
              <a:rPr sz="1800" b="1" spc="15" dirty="0">
                <a:solidFill>
                  <a:srgbClr val="6F2F9F"/>
                </a:solidFill>
                <a:latin typeface="Arial"/>
                <a:cs typeface="Arial"/>
              </a:rPr>
              <a:t>i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o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1" name="object 167"/>
          <p:cNvSpPr/>
          <p:nvPr/>
        </p:nvSpPr>
        <p:spPr>
          <a:xfrm>
            <a:off x="10004715" y="5140900"/>
            <a:ext cx="1409201" cy="10102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68"/>
          <p:cNvSpPr/>
          <p:nvPr/>
        </p:nvSpPr>
        <p:spPr>
          <a:xfrm>
            <a:off x="10052303" y="5177683"/>
            <a:ext cx="1434847" cy="918086"/>
          </a:xfrm>
          <a:custGeom>
            <a:avLst/>
            <a:gdLst/>
            <a:ahLst/>
            <a:cxnLst/>
            <a:rect l="l" t="t" r="r" b="b"/>
            <a:pathLst>
              <a:path w="1663065" h="1242695">
                <a:moveTo>
                  <a:pt x="1455541" y="0"/>
                </a:moveTo>
                <a:lnTo>
                  <a:pt x="207020" y="0"/>
                </a:lnTo>
                <a:lnTo>
                  <a:pt x="159563" y="5469"/>
                </a:lnTo>
                <a:lnTo>
                  <a:pt x="115992" y="21049"/>
                </a:lnTo>
                <a:lnTo>
                  <a:pt x="77553" y="45497"/>
                </a:lnTo>
                <a:lnTo>
                  <a:pt x="45490" y="77572"/>
                </a:lnTo>
                <a:lnTo>
                  <a:pt x="21047" y="116031"/>
                </a:lnTo>
                <a:lnTo>
                  <a:pt x="5469" y="159632"/>
                </a:lnTo>
                <a:lnTo>
                  <a:pt x="0" y="207132"/>
                </a:lnTo>
                <a:lnTo>
                  <a:pt x="0" y="1035390"/>
                </a:lnTo>
                <a:lnTo>
                  <a:pt x="5469" y="1082869"/>
                </a:lnTo>
                <a:lnTo>
                  <a:pt x="21047" y="1126455"/>
                </a:lnTo>
                <a:lnTo>
                  <a:pt x="45490" y="1164903"/>
                </a:lnTo>
                <a:lnTo>
                  <a:pt x="77553" y="1196972"/>
                </a:lnTo>
                <a:lnTo>
                  <a:pt x="115992" y="1221417"/>
                </a:lnTo>
                <a:lnTo>
                  <a:pt x="159563" y="1236996"/>
                </a:lnTo>
                <a:lnTo>
                  <a:pt x="207020" y="1242465"/>
                </a:lnTo>
                <a:lnTo>
                  <a:pt x="1455541" y="1242465"/>
                </a:lnTo>
                <a:lnTo>
                  <a:pt x="1503044" y="1236996"/>
                </a:lnTo>
                <a:lnTo>
                  <a:pt x="1546646" y="1221417"/>
                </a:lnTo>
                <a:lnTo>
                  <a:pt x="1585107" y="1196972"/>
                </a:lnTo>
                <a:lnTo>
                  <a:pt x="1617183" y="1164903"/>
                </a:lnTo>
                <a:lnTo>
                  <a:pt x="1641633" y="1126455"/>
                </a:lnTo>
                <a:lnTo>
                  <a:pt x="1657214" y="1082869"/>
                </a:lnTo>
                <a:lnTo>
                  <a:pt x="1662683" y="1035390"/>
                </a:lnTo>
                <a:lnTo>
                  <a:pt x="1662683" y="207132"/>
                </a:lnTo>
                <a:lnTo>
                  <a:pt x="1657214" y="159632"/>
                </a:lnTo>
                <a:lnTo>
                  <a:pt x="1641633" y="116031"/>
                </a:lnTo>
                <a:lnTo>
                  <a:pt x="1617183" y="77572"/>
                </a:lnTo>
                <a:lnTo>
                  <a:pt x="1585107" y="45497"/>
                </a:lnTo>
                <a:lnTo>
                  <a:pt x="1546646" y="21049"/>
                </a:lnTo>
                <a:lnTo>
                  <a:pt x="1503044" y="5469"/>
                </a:lnTo>
                <a:lnTo>
                  <a:pt x="14555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69"/>
          <p:cNvSpPr/>
          <p:nvPr/>
        </p:nvSpPr>
        <p:spPr>
          <a:xfrm>
            <a:off x="10052303" y="5177683"/>
            <a:ext cx="1204478" cy="918086"/>
          </a:xfrm>
          <a:custGeom>
            <a:avLst/>
            <a:gdLst/>
            <a:ahLst/>
            <a:cxnLst/>
            <a:rect l="l" t="t" r="r" b="b"/>
            <a:pathLst>
              <a:path w="1663065" h="1242695">
                <a:moveTo>
                  <a:pt x="0" y="207132"/>
                </a:moveTo>
                <a:lnTo>
                  <a:pt x="5469" y="159632"/>
                </a:lnTo>
                <a:lnTo>
                  <a:pt x="21047" y="116031"/>
                </a:lnTo>
                <a:lnTo>
                  <a:pt x="45490" y="77572"/>
                </a:lnTo>
                <a:lnTo>
                  <a:pt x="77553" y="45497"/>
                </a:lnTo>
                <a:lnTo>
                  <a:pt x="115992" y="21049"/>
                </a:lnTo>
                <a:lnTo>
                  <a:pt x="159563" y="5469"/>
                </a:lnTo>
                <a:lnTo>
                  <a:pt x="207020" y="0"/>
                </a:lnTo>
                <a:lnTo>
                  <a:pt x="1455541" y="0"/>
                </a:lnTo>
                <a:lnTo>
                  <a:pt x="1503044" y="5469"/>
                </a:lnTo>
                <a:lnTo>
                  <a:pt x="1546646" y="21049"/>
                </a:lnTo>
                <a:lnTo>
                  <a:pt x="1585107" y="45497"/>
                </a:lnTo>
                <a:lnTo>
                  <a:pt x="1617183" y="77572"/>
                </a:lnTo>
                <a:lnTo>
                  <a:pt x="1641633" y="116031"/>
                </a:lnTo>
                <a:lnTo>
                  <a:pt x="1657214" y="159632"/>
                </a:lnTo>
                <a:lnTo>
                  <a:pt x="1662683" y="207132"/>
                </a:lnTo>
                <a:lnTo>
                  <a:pt x="1662683" y="1035390"/>
                </a:lnTo>
                <a:lnTo>
                  <a:pt x="1657214" y="1082869"/>
                </a:lnTo>
                <a:lnTo>
                  <a:pt x="1641633" y="1126455"/>
                </a:lnTo>
                <a:lnTo>
                  <a:pt x="1617183" y="1164903"/>
                </a:lnTo>
                <a:lnTo>
                  <a:pt x="1585107" y="1196972"/>
                </a:lnTo>
                <a:lnTo>
                  <a:pt x="1546646" y="1221417"/>
                </a:lnTo>
                <a:lnTo>
                  <a:pt x="1503044" y="1236996"/>
                </a:lnTo>
                <a:lnTo>
                  <a:pt x="1455541" y="1242465"/>
                </a:lnTo>
                <a:lnTo>
                  <a:pt x="207020" y="1242465"/>
                </a:lnTo>
                <a:lnTo>
                  <a:pt x="159563" y="1236996"/>
                </a:lnTo>
                <a:lnTo>
                  <a:pt x="115992" y="1221417"/>
                </a:lnTo>
                <a:lnTo>
                  <a:pt x="77553" y="1196972"/>
                </a:lnTo>
                <a:lnTo>
                  <a:pt x="45490" y="1164903"/>
                </a:lnTo>
                <a:lnTo>
                  <a:pt x="21047" y="1126455"/>
                </a:lnTo>
                <a:lnTo>
                  <a:pt x="5469" y="1082869"/>
                </a:lnTo>
                <a:lnTo>
                  <a:pt x="0" y="1035390"/>
                </a:lnTo>
                <a:lnTo>
                  <a:pt x="0" y="207132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70"/>
          <p:cNvSpPr txBox="1"/>
          <p:nvPr/>
        </p:nvSpPr>
        <p:spPr>
          <a:xfrm>
            <a:off x="10379242" y="5518714"/>
            <a:ext cx="7528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5" dirty="0">
                <a:solidFill>
                  <a:srgbClr val="6F2F9F"/>
                </a:solidFill>
                <a:latin typeface="Arial"/>
                <a:cs typeface="Arial"/>
              </a:rPr>
              <a:t>M</a:t>
            </a:r>
            <a:r>
              <a:rPr sz="1800" b="1" spc="15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E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366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>
                <a:hlinkClick r:id="rId2"/>
              </a:rPr>
              <a:t>arunkg99@gmail.com</a:t>
            </a:r>
            <a:r>
              <a:rPr lang="en-IN" dirty="0" smtClean="0"/>
              <a:t>	</a:t>
            </a:r>
            <a:endParaRPr lang="en-IN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www.doitskills.com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65</a:t>
            </a:fld>
            <a:endParaRPr lang="en-IN"/>
          </a:p>
        </p:txBody>
      </p:sp>
      <p:pic>
        <p:nvPicPr>
          <p:cNvPr id="14" name="Picture Placeholder 10" descr="city skyline">
            <a:extLst>
              <a:ext uri="{FF2B5EF4-FFF2-40B4-BE49-F238E27FC236}">
                <a16:creationId xmlns:a16="http://schemas.microsoft.com/office/drawing/2014/main" xmlns="" id="{9D82A855-CCB0-4075-B5EE-5CC6FD176D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>
            <a:fillRect/>
          </a:stretch>
        </p:blipFill>
        <p:spPr>
          <a:xfrm>
            <a:off x="724662" y="742395"/>
            <a:ext cx="5305661" cy="5305661"/>
          </a:xfrm>
          <a:prstGeom prst="ellipse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17264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oItLogistic regres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ogistic regression" id="{CE253A77-CAC5-4864-A6F0-E6BA328F63AD}" vid="{9AD8F380-B96D-4A1B-B77A-2DF64E24B7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DoItLogistic regression</Template>
  <TotalTime>417</TotalTime>
  <Words>2575</Words>
  <Application>Microsoft Office PowerPoint</Application>
  <PresentationFormat>Custom</PresentationFormat>
  <Paragraphs>915</Paragraphs>
  <Slides>65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DoItLogistic regression</vt:lpstr>
      <vt:lpstr>Logistic Regression Algorithm</vt:lpstr>
      <vt:lpstr>Agenda for Today’s Session</vt:lpstr>
      <vt:lpstr>Look back at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Logistic Regression</vt:lpstr>
      <vt:lpstr>Will the property have a good neighbourhood?</vt:lpstr>
      <vt:lpstr>Linear  Regression</vt:lpstr>
      <vt:lpstr>PowerPoint Presentation</vt:lpstr>
      <vt:lpstr>PowerPoint Presentation</vt:lpstr>
      <vt:lpstr>Let’s understand this with an example</vt:lpstr>
      <vt:lpstr>Let us explore with an example of Spam email classifier.</vt:lpstr>
      <vt:lpstr>Steps:</vt:lpstr>
      <vt:lpstr>PowerPoint Presentation</vt:lpstr>
      <vt:lpstr>PowerPoint Presentation</vt:lpstr>
      <vt:lpstr>Dependent variable:</vt:lpstr>
      <vt:lpstr>PowerPoint Presentation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STEP:3</vt:lpstr>
      <vt:lpstr>  Summary</vt:lpstr>
      <vt:lpstr>  Summary</vt:lpstr>
      <vt:lpstr>Thank you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Use Cases</dc:title>
  <dc:creator>HP</dc:creator>
  <cp:lastModifiedBy>HP</cp:lastModifiedBy>
  <cp:revision>4</cp:revision>
  <dcterms:created xsi:type="dcterms:W3CDTF">2019-10-31T08:56:50Z</dcterms:created>
  <dcterms:modified xsi:type="dcterms:W3CDTF">2019-11-09T13:21:15Z</dcterms:modified>
</cp:coreProperties>
</file>