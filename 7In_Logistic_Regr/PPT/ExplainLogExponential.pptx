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90" r:id="rId2"/>
    <p:sldId id="291" r:id="rId3"/>
    <p:sldId id="293" r:id="rId4"/>
    <p:sldId id="292" r:id="rId5"/>
    <p:sldId id="294" r:id="rId6"/>
    <p:sldId id="295" r:id="rId7"/>
    <p:sldId id="296" r:id="rId8"/>
    <p:sldId id="297" r:id="rId9"/>
    <p:sldId id="289" r:id="rId10"/>
    <p:sldId id="298" r:id="rId11"/>
    <p:sldId id="299" r:id="rId12"/>
    <p:sldId id="300" r:id="rId13"/>
    <p:sldId id="301" r:id="rId14"/>
    <p:sldId id="302" r:id="rId15"/>
    <p:sldId id="256" r:id="rId16"/>
    <p:sldId id="257" r:id="rId17"/>
    <p:sldId id="258" r:id="rId18"/>
    <p:sldId id="266" r:id="rId19"/>
    <p:sldId id="259" r:id="rId20"/>
    <p:sldId id="273" r:id="rId21"/>
    <p:sldId id="274" r:id="rId22"/>
    <p:sldId id="288" r:id="rId23"/>
    <p:sldId id="275" r:id="rId24"/>
    <p:sldId id="276" r:id="rId25"/>
    <p:sldId id="277" r:id="rId26"/>
    <p:sldId id="278" r:id="rId27"/>
    <p:sldId id="279" r:id="rId28"/>
    <p:sldId id="280" r:id="rId29"/>
    <p:sldId id="281" r:id="rId30"/>
    <p:sldId id="282" r:id="rId31"/>
    <p:sldId id="287" r:id="rId32"/>
    <p:sldId id="283" r:id="rId33"/>
    <p:sldId id="284" r:id="rId34"/>
    <p:sldId id="285" r:id="rId35"/>
    <p:sldId id="286" r:id="rId36"/>
    <p:sldId id="260" r:id="rId37"/>
    <p:sldId id="267" r:id="rId38"/>
    <p:sldId id="268" r:id="rId39"/>
    <p:sldId id="269" r:id="rId40"/>
    <p:sldId id="270" r:id="rId41"/>
    <p:sldId id="271" r:id="rId42"/>
    <p:sldId id="272"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684" autoAdjust="0"/>
  </p:normalViewPr>
  <p:slideViewPr>
    <p:cSldViewPr>
      <p:cViewPr varScale="1">
        <p:scale>
          <a:sx n="45" d="100"/>
          <a:sy n="45" d="100"/>
        </p:scale>
        <p:origin x="19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3.319"/>
    </inkml:context>
    <inkml:brush xml:id="br0">
      <inkml:brushProperty name="width" value="0.025" units="cm"/>
      <inkml:brushProperty name="height" value="0.025" units="cm"/>
    </inkml:brush>
  </inkml:definitions>
  <inkml:trace contextRef="#ctx0" brushRef="#br0">96 41 6345,'0'0'1077,"0"0"-296,0 0-34,0 0 25,0 0 38,0 0 162,-4-6 125,-1-1-714,-10-19 1084,15 26-1387,0 0 1,0 0-1,0 0 0,0 0 1,0 0-1,0 0 0,0 0 1,0 0-1,0 0 0,0 0 1,0 0-1,0 0 1,0 0-1,0 0 0,0 0 1,0 0-1,0 0 0,0 0 1,0 0-1,-1 0 0,1 0 1,0 0-1,0 0 0,0 0 1,0 0-1,0 0 0,0 0 1,0 0-1,0 0 0,0 0 1,0 0-1,0 0 0,0 0 1,0 0-1,0 0 0,0 0 1,-1 0-1,1 0 0,0 0 1,0 0-1,0 0 0,0 0 1,0 0-1,0 0 0,0 0 1,0 0-1,0 0 0,0 0 1,0 0-1,0 0 0,0 0 1,0-1-1,0 1 0,0 0 1,0 0-1,0 0 0,0 0 1,0 0-1,0 0 0,0 0 1,0 0-1,0 0 0,0 0 1,0 0-1,0 0 0,0 0 1,0 0-1,-2 7 740,-1 13-1414,-18 155 786,-5 44 168,17 11-134,9-228-212,0 1 1,0-1 0,0 1 0,0-1 0,0 0-1,-1 1 1,1-1 0,-1 0 0,1 1 0,-1-1 0,0 0 0,0 0 0,-2 4 0,3-6 12,0 0 39,0 0 18,0 0 32,0 0-26,0 0 4,0 0 58,0 0 7,0 0-24,0 0-71,0 0-155,1-28-3691,4 5-159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3.947"/>
    </inkml:context>
    <inkml:brush xml:id="br0">
      <inkml:brushProperty name="width" value="0.025" units="cm"/>
      <inkml:brushProperty name="height" value="0.025" units="cm"/>
    </inkml:brush>
  </inkml:definitions>
  <inkml:trace contextRef="#ctx0" brushRef="#br0">441 94 8634,'0'0'2358,"0"0"-670,0 0-273,0 0-185,0 0-180,0 0-279,-5-12-287,-18-38-201,22 49-250,1-1 0,-1 0 0,0 0 0,0 1 0,1-1 0,-1 0 1,0 1-1,-1-1 0,1 1 0,0 0 0,0-1 0,-1 1 0,1 0 0,0 0 0,-1-1 0,1 1 0,-1 0 0,0 1 0,1-1 0,-1 0 0,0 0 0,0 1 0,1-1 0,-1 1 1,0-1-1,0 1 0,0 0 0,0 0 0,1 0 0,-1 0 0,0 0 0,0 0 0,-3 1 0,-9 0 43,4 0-71,1 0-1,-1 0 0,1 1 0,0 1 0,0-1 0,0 1 0,0 1 0,0 0 1,0 0-1,-10 8 0,-9 7 0,-41 35 0,51-38 9,0 0 0,2 2 0,-19 23 0,28-33-16,1 1 0,1 1 0,0-1 0,0 1 0,1-1 0,0 1 0,0 1 0,1-1 0,-3 17 0,5-15-55,0 0-1,0 23 1,1-32 39,1 0 1,-1 0-1,1 0 1,-1 0-1,1 0 1,0 0-1,0 0 0,1 0 1,-1 0-1,0 0 1,1 0-1,0-1 1,0 1-1,0 0 1,0-1-1,2 3 1,1-2 23,0 1 1,0-1 0,1 0-1,-1 0 1,1-1 0,-1 1 0,1-1-1,0 0 1,0-1 0,11 2-1,6-1 126,36 0 0,-51-2-111,17-1 32,1-1 0,-1-1 0,0-1 0,0-2 0,0 0 0,-1-2 0,37-16 0,-42 16-15,0-2 0,0-1 0,-1 0-1,-1-1 1,0-1 0,0 0 0,-1-2-1,-1 0 1,21-26 0,-30 33 4,-1 0 1,0-1-1,0 1 0,-1-1 1,0 0-1,0 0 0,-1-1 1,0 1-1,-1-1 0,0 0 1,0 1-1,-1-1 0,0-12 1,-1 18-40,-1 1 0,1-1 1,-1 1-1,0 0 0,0-1 1,0 1-1,0 0 0,-1 0 1,1-1-1,-1 1 0,0 1 1,0-1-1,0 0 0,0 0 1,0 1-1,0-1 0,-1 1 1,0-1-1,1 1 0,-1 0 1,0 0-1,0 1 0,0-1 1,0 0-1,0 1 0,-5-2 0,-9-3-113,0 1 0,-1 1 0,-32-5 0,12 5-147,-47 1-1,31 3-2368,8 1-3952,36-1-1794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4.399"/>
    </inkml:context>
    <inkml:brush xml:id="br0">
      <inkml:brushProperty name="width" value="0.025" units="cm"/>
      <inkml:brushProperty name="height" value="0.025" units="cm"/>
    </inkml:brush>
  </inkml:definitions>
  <inkml:trace contextRef="#ctx0" brushRef="#br0">203 58 8010,'0'0'2756,"0"0"-1038,0 0-686,0 0-452,0 0-354,0 0-2,-6-10 65,-23-29-59,28 38-228,1 1 1,-1-1-1,1 0 1,-1 1-1,0-1 1,0 1-1,1-1 1,-1 1-1,0-1 1,0 1-1,1-1 1,-1 1 0,0 0-1,0 0 1,0-1-1,0 1 1,0 0-1,0 0 1,1 0-1,-1 0 1,0 0-1,0 0 1,0 0-1,0 0 1,0 0 0,0 0-1,0 1 1,1-1-1,-2 1 1,-18 15 38,15-11-26,-8 9-9,0 0 1,1 1-1,0 1 1,-17 31-1,23-36-22,0 1-1,1 0 0,1 0 0,0 1 0,0-1 0,1 1 1,1 0-1,-1 17 0,2-26 7,1 2-27,-1 1 0,1-1 0,1 0 1,-1 0-1,1 0 0,3 12 0,-3-16 44,-1-1 0,1 1-1,1 0 1,-1-1 0,0 1-1,0-1 1,1 1 0,-1-1 0,0 0-1,1 1 1,0-1 0,-1 0-1,1 0 1,0 0 0,-1 0-1,1 0 1,0-1 0,0 1 0,0 0-1,0-1 1,0 1 0,0-1-1,0 0 1,0 0 0,2 0 0,2 1 101,0-1 1,0 0-1,0 0 1,0 0-1,0-1 1,0 0-1,0 0 1,0 0-1,-1-1 1,1 0 0,0 0-1,-1 0 1,7-5-1,-6 3 18,0 0 0,-1-1 0,0 1 1,0-2-1,0 1 0,0 0 0,-1-1 0,0 0 0,0 0 0,-1 0 0,4-7 0,-2 0 121,-1 0-1,0-1 1,-1 0 0,0 1-1,-1-1 1,0 0-1,-2 0 1,1 0-1,-4-26 1,3 37-270,0 1 0,-1-1 1,1 1-1,-1-1 0,1 1 0,-1-1 0,0 1 1,0 0-1,0-1 0,0 1 0,-1 0 0,1 0 1,0 0-1,-1 0 0,0 0 0,1 0 0,-1 1 1,0-1-1,0 0 0,0 1 0,0-1 0,0 1 1,0 0-1,-1 0 0,1 0 0,0 0 0,0 0 1,-1 0-1,1 1 0,-1-1 0,1 1 0,-1-1 1,1 1-1,-1 0 0,1 0 0,-1 0 0,1 0 1,-1 1-1,1-1 0,-4 2 0,4-2-64,1 1 0,0-1 0,0 1 0,0-1 1,0 1-1,0 0 0,0-1 0,0 1 0,0 0 0,0 0 0,0-1 0,0 1 0,0 0 0,1 0 0,-1 0 0,0 0 0,0 0 0,1 1 1,-1-1-1,1 0 0,-1 0 0,1 0 0,-1 3 0,0 29-1375,1-23 808,2 41-3606,8-5-2105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5.194"/>
    </inkml:context>
    <inkml:brush xml:id="br0">
      <inkml:brushProperty name="width" value="0.025" units="cm"/>
      <inkml:brushProperty name="height" value="0.025" units="cm"/>
    </inkml:brush>
  </inkml:definitions>
  <inkml:trace contextRef="#ctx0" brushRef="#br0">25 49 6905,'0'0'2477,"0"0"-867,0 0-339,0 0-260,0 0-229,0 0-188,0-5 9,0-20 1228,0 24-985,0 1-797,0-1 0,0 1 0,0-1 0,0 1 0,0-1-1,0 1 1,-1-1 0,1 1 0,0-1 0,0 1 0,0-1 0,-1 1 0,1 0-1,0-1 1,0 1 0,-1-1 0,1 1 0,0 0 0,-1-1 0,1 1 0,0 0 0,-1-1-1,1 1 1,-1 0 0,1-1 0,-1 1 0,1 0 0,-1 0 0,1 0 0,-1-1 0,1 1-20,-1 0 1,1-1 0,0 1 0,-1-1 0,1 1 0,0 0 0,-1-1 0,1 1 0,-1 0 0,1 0 0,-1-1 0,1 1 0,0 0 0,-1 0 0,1 0 0,-1-1 0,1 1 0,-1 0 0,1 0 0,-1 0 0,1 0 0,-1 0 0,1 0 0,-1 0 0,0 0 0,1 0 0,-1 0 0,1 0 0,-1 1 0,1-1 0,-1 0 0,0 18 1324,2-1-1730,-2 15 415,2 0 1,1 0-1,2-1 0,14 62 0,38 45 112,-37-96-924,22 70-1,-35-74-4130,-6-31 203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5.612"/>
    </inkml:context>
    <inkml:brush xml:id="br0">
      <inkml:brushProperty name="width" value="0.025" units="cm"/>
      <inkml:brushProperty name="height" value="0.025" units="cm"/>
    </inkml:brush>
  </inkml:definitions>
  <inkml:trace contextRef="#ctx0" brushRef="#br0">102 7 9602,'0'0'2329,"0"0"-832,0 0-246,0 0-245,0 0-366,0 0-259,-10 1-190,6-1-179,1 0-9,0 0-1,1 0 1,-1 0 0,0 1-1,0 0 1,0-1 0,0 1-1,0 0 1,0 0 0,1 0-1,-1 1 1,0-1 0,1 1-1,-1-1 1,1 1 0,0 0-1,-1 0 1,1 0 0,0 0-1,0 0 1,-3 5 0,1 1-19,0-1 0,1 1 1,0 0-1,0 0 1,1 0-1,0 1 1,-1 9-1,0 58-237,3-67 199,0-7 57,0 1 1,0-1 0,0 0-1,1 0 1,-1 1 0,1-1-1,0 0 1,-1 0 0,1 1-1,0-1 1,0 0 0,0 0-1,1 0 1,-1 0 0,0 0-1,1 0 1,-1-1 0,1 1-1,0 0 1,-1-1 0,1 1-1,0-1 1,0 0 0,0 0-1,0 0 1,0 0 0,0 0 0,1 0-1,-1 0 1,0 0 0,5 0-1,-3 0 38,-1-1-1,1 0 1,0 0-1,0 0 1,0 0-1,0 0 1,-1-1-1,1 1 1,0-1-1,0 0 1,-1 0-1,1-1 0,-1 1 1,1-1-1,-1 0 1,1 0-1,-1 0 1,6-4-1,-5 1 65,1 0-1,-1 0 0,0 0 0,0 0 0,-1 0 1,1-1-1,-1 0 0,0 0 0,-1 0 0,0 0 0,2-7 1,-1-2 215,0 0-1,-2 1 1,0-27 0,-1 37-293,0 1 0,-1-1-1,0 1 1,1-1 0,-1 1-1,0 0 1,-1-1 0,1 1-1,-1 0 1,1 0 0,-1 0-1,0 0 1,0 0 0,0 0-1,-1 0 1,-2-2 0,3 3-78,0 0 1,1 1 0,-1-1 0,0 1-1,0 0 1,0-1 0,-1 1 0,1 0-1,0 0 1,0 1 0,-1-1 0,1 0-1,0 1 1,-1-1 0,1 1 0,-1 0-1,1 0 1,-1 0 0,1 0 0,0 0-1,-1 0 1,1 1 0,-1-1 0,-2 2-1,3-1-161,0 1 0,0 0 0,-1-1 0,2 1 0,-1 0-1,0 0 1,0 0 0,0 0 0,1 0 0,0 0-1,-1 0 1,1 1 0,0-1 0,0 1 0,0-1 0,0 1-1,0-1 1,1 1 0,-1 2 0,-4 28-4348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6.026"/>
    </inkml:context>
    <inkml:brush xml:id="br0">
      <inkml:brushProperty name="width" value="0.025" units="cm"/>
      <inkml:brushProperty name="height" value="0.025" units="cm"/>
    </inkml:brush>
  </inkml:definitions>
  <inkml:trace contextRef="#ctx0" brushRef="#br0">1 93 4065,'0'0'7515,"0"0"-4989,0 0-1494,0 0 335,0 0-115,0 0-270,18 0 2621,-6-1-3476,1-1 0,-1 0 0,0-1 1,0 0-1,0-1 0,19-10 0,4 0-90,69-18-229,-34 14-3812,-66 22-3662,-3 8 6564,-2-10 6,1 9-2744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6.650"/>
    </inkml:context>
    <inkml:brush xml:id="br0">
      <inkml:brushProperty name="width" value="0.025" units="cm"/>
      <inkml:brushProperty name="height" value="0.025" units="cm"/>
    </inkml:brush>
  </inkml:definitions>
  <inkml:trace contextRef="#ctx0" brushRef="#br0">1 89 6633,'0'0'2109,"0"0"-494,0 0-51,0 0 194,0 0-236,0 0-349,12-6-298,30-10-163,0 1 0,0 1-1,55-8 1,29 8-539,-73 12-5260,-42 2-165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6.986"/>
    </inkml:context>
    <inkml:brush xml:id="br0">
      <inkml:brushProperty name="width" value="0.025" units="cm"/>
      <inkml:brushProperty name="height" value="0.025" units="cm"/>
    </inkml:brush>
  </inkml:definitions>
  <inkml:trace contextRef="#ctx0" brushRef="#br0">0 59 3529,'0'0'10890,"0"0"-9274,0 0-1183,0 0 343,0 0-40,0 0-512,0 0-224,116-13-392,-36-3-936,-8 3-1129,-13-3-3112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27.328"/>
    </inkml:context>
    <inkml:brush xml:id="br0">
      <inkml:brushProperty name="width" value="0.025" units="cm"/>
      <inkml:brushProperty name="height" value="0.025" units="cm"/>
    </inkml:brush>
  </inkml:definitions>
  <inkml:trace contextRef="#ctx0" brushRef="#br0">1 1 13099,'0'0'3646,"0"0"-1752,0 0-498,0 0-174,0 0-594,3 11-463,48 169 927,37 142-409,-84-301-1341,0 1 0,-2-1 0,0 1 0,-1 0-1,-3 26 1,1-45 233,1 0-1,-1-1 0,1 1 0,-1 0 1,0 0-1,0-1 0,0 1 0,-3 4 1,-15 9-7138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36.695"/>
    </inkml:context>
    <inkml:brush xml:id="br0">
      <inkml:brushProperty name="width" value="0.025" units="cm"/>
      <inkml:brushProperty name="height" value="0.025" units="cm"/>
    </inkml:brush>
  </inkml:definitions>
  <inkml:trace contextRef="#ctx0" brushRef="#br0">1 16 5449,'0'0'3569,"0"0"-1462,0 0-525,0 0-410,1-2-536,0 0-1,0 1 1,1-1 0,-1 1-1,0 0 1,1-1 0,-1 1-1,4-2 1,-4 5-602,0 0-1,0 0 1,0 1 0,0-1-1,0 0 1,-1 0 0,1 1-1,-1-1 1,0 1-1,1-1 1,-1 0 0,0 5-1,0 7 112,10 317 2267,-6-68-2023,1-190-1577,22 113 0,-26-178 779,1 1-89,0-1-1,0 1 0,5 9 0,-7-16 313,1-1 0,-1 0 0,1 1 0,0-1 0,-1 0 0,1 1 0,0-1 0,0 0 0,0 0 0,0 0 0,0 0-1,0 0 1,0 0 0,1 0 0,-1 0 0,0 0 0,0-1 0,1 1 0,-1 0 0,0-1 0,1 1 0,-1-1 0,1 0 0,-1 1 0,3-1 0,-3 0-39,0 0 0,0 0 1,0 0-1,0 0 0,0 0 1,0 0-1,0 0 0,0-1 0,0 1 1,1 0-1,-1-1 0,-1 1 1,1-1-1,2 0 0,12-22-5441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37.563"/>
    </inkml:context>
    <inkml:brush xml:id="br0">
      <inkml:brushProperty name="width" value="0.025" units="cm"/>
      <inkml:brushProperty name="height" value="0.025" units="cm"/>
    </inkml:brush>
  </inkml:definitions>
  <inkml:trace contextRef="#ctx0" brushRef="#br0">325 0 11867,'0'0'2676,"0"0"-938,0 0-877,0 0-390,0 0-51,-7 30-48,-18 95 140,22-113-428,2 0 0,0 1 0,0-1 0,3 25 0,-2-31-68,2 0 0,-1 0 0,1 0 0,-1 0 0,2 0-1,-1 0 1,1 0 0,4 6 0,-1-4-5,1 0 0,0-1 0,0 0 0,0 0 0,1-1 0,1 1 0,-1-2-1,1 1 1,-1-1 0,13 5 0,-10-5 19,0 0-1,0-1 1,0 0-1,1-1 1,-1 0-1,1-1 1,0 0-1,0-1 0,19 0 1,-31-1 13,1-1 0,-1 1 1,1-1-1,0 1 0,-1 0 0,1-1 1,-1 1-1,1-1 0,-1 1 0,1-1 1,-1 0-1,0 1 0,1-1 0,-1 1 1,0-1-1,1 0 0,-1 1 0,0-1 1,0 0-1,0 1 0,1-1 0,-1 0 1,0 1-1,0-1 0,0 0 0,0 0 1,0 1-1,0-1 0,-1 0 0,1 1 1,0-1-1,0 0 0,0 1 0,-1-2 1,1-4 174,0-4-130,0 0 0,0 0 0,-1-1-1,-1 1 1,1 1 0,-2-1 0,1 0-1,-1 0 1,-1 1 0,1 0 0,-2-1 0,1 1-1,-1 1 1,-1-1 0,-8-10 0,6 10-58,0 0 1,-1 0 0,0 1-1,-19-13 1,23 18-169,0 0 0,-1 0 0,1 0 0,-1 1 0,0 0 0,0 0 0,0 1 0,0-1 0,0 1 0,0 1 0,-8-1 0,-5 2 114,0 1 0,0 0 0,0 2 0,0 0 0,0 1 0,1 1 0,-21 10 0,32-13 18,1 1 1,0-1-1,1 1 1,-1 0 0,1 0-1,0 1 1,0 0-1,0 0 1,-5 6 0,-2 6-35,-20 32 0,18-23 25,1 0 1,1 1-1,-13 42 0,21-51-4,0-1 0,0 1 0,2 0 0,0 0 0,2 0 0,0 0 0,2 20 0,0-31 22,0 1-1,0 0 1,1-1-1,0 0 1,0 1-1,1-1 1,0 0-1,0-1 1,1 1-1,0-1 1,0 0-1,0 0 0,1 0 1,0-1-1,0 0 1,0 0-1,12 7 1,-7-5-3,1-1 0,-1 1 0,2-2 0,-1 0 0,1 0 0,-1-1 0,1-1 0,0 0 0,0-1 0,14 1-1,-18-2 9,1-1 0,-1 0 0,0-1 0,0 0 0,1 0-1,-1-1 1,0 0 0,0 0 0,0-1 0,-1-1 0,1 1-1,-1-2 1,0 1 0,10-7 0,11-10 49,0-1 0,-1-2 0,-1-1 0,-2-1 1,0 0-1,21-33 0,-42 53-29,-1 0 0,0 0 0,0 0 0,0 0 0,-1-1 1,0 1-1,0-1 0,1-9 0,-1-4 103,-1-30 1,-1 32-112,-1 7 1,0 0-1,-1 0 1,-1 0 0,1 0-1,-2 1 1,1-1 0,-1 1-1,-1 0 1,0 0 0,0 0-1,-13-16 1,8 13-15,-1 0 0,0 0 0,-1 1-1,0 0 1,0 1 0,-2 1 0,-18-12 0,23 17-145,-1 0 0,0 1 0,0 0 1,0 1-1,0 0 0,-1 0 0,1 1 0,-1 0 0,1 1 1,-16 0-1,24 2 25,0-1-1,1 1 1,-1-1 0,0 1-1,1-1 1,-1 1 0,0 0 0,1 0-1,-1 0 1,1 0 0,0 0 0,-1 0-1,1 0 1,0 0 0,-1 1 0,1-1-1,0 0 1,0 1 0,0-1 0,0 1-1,0-1 1,1 1 0,-1 0 0,0-1-1,1 1 1,-1 0 0,1-1-1,-1 3 1,-1 8-1674,-1 1 0,0 21 0,2-27 378,0 25-6615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38.017"/>
    </inkml:context>
    <inkml:brush xml:id="br0">
      <inkml:brushProperty name="width" value="0.025" units="cm"/>
      <inkml:brushProperty name="height" value="0.025" units="cm"/>
    </inkml:brush>
  </inkml:definitions>
  <inkml:trace contextRef="#ctx0" brushRef="#br0">75 24 9482,'0'0'1872,"0"0"-618,0 0-576,0 0-196,0 0-50,0 0-82,-7-1-77,2 1-249,4-1-21,0 1 1,0 0-1,0-1 0,-1 1 0,1 0 1,0 0-1,-1 0 0,1 0 0,0 0 1,0 0-1,-1 0 0,1 0 0,0 1 0,-1-1 1,1 1-1,0-1 0,0 0 0,0 1 1,-1 0-1,1-1 0,0 1 0,0 0 1,0 0-1,0-1 0,0 1 0,0 0 1,1 0-1,-1 0 0,0 0 0,0 0 0,0 0 1,1 0-1,-1 1 0,1-1 0,-1 0 1,1 0-1,-1 0 0,1 1 0,-1 1 1,-5 26-10,1 0 0,1 1 0,1-1 0,2 35 0,1-62 18,0-1 0,0 0 0,0 0 0,0 1 1,0-1-1,1 0 0,-1 0 0,0 0 0,1 1 0,-1-1 0,1 0 0,-1 0 0,1 0 0,0 0 0,0 0 0,-1 0 0,1 0 0,0 0 0,0 0 0,0 0 1,0 0-1,0-1 0,0 1 0,0 0 0,0-1 0,0 1 0,0-1 0,1 1 0,-1-1 0,0 1 0,0-1 0,1 0 0,-1 0 0,0 0 0,0 1 0,1-1 1,1-1-1,1 1 95,0 0 0,0 0 0,0-1 0,0 0 0,0 0 0,0 0 0,0 0 0,0-1 0,-1 1 0,1-1 0,4-3 0,3-3 160,0-1 0,-1-1 0,0 0 0,-1 0 0,0 0-1,-1-1 1,8-14 0,-11 17-65,1-2-1,-2 1 0,0 0 1,0-1-1,0 0 1,-2 0-1,1 0 0,-1 0 1,0 0-1,0-12 0,-2 21-192,0-1 0,0 1 0,-1 0-1,1 0 1,0 0 0,0-1-1,0 1 1,-1 0 0,1 0-1,-1 0 1,1 0 0,-1 0-1,1-1 1,-1 1 0,0 0-1,0 0 1,1 1 0,-1-1-1,0 0 1,0 0 0,0 0-1,0 0 1,0 1 0,0-1-1,0 0 1,0 1 0,0-1-1,0 1 1,0-1 0,-1 1-1,1 0 1,0 0 0,-2-1-1,-4 0-215,0 1 1,0 0-1,-1 0 0,-11 2 0,9-1-102,6 0 180,0 0 0,0 0 0,-1 0 0,1 0 0,0 1 0,0-1 0,0 1 0,0 0 0,1 0 0,-1 1 0,1-1 0,-1 1 0,1 0 0,0 0 0,-6 6 0,1 2-618,-1 1-1,2 0 1,-10 18-1,0 11-3084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38.343"/>
    </inkml:context>
    <inkml:brush xml:id="br0">
      <inkml:brushProperty name="width" value="0.025" units="cm"/>
      <inkml:brushProperty name="height" value="0.025" units="cm"/>
    </inkml:brush>
  </inkml:definitions>
  <inkml:trace contextRef="#ctx0" brushRef="#br0">0 111 7274,'0'0'6017,"0"0"-3713,0 0-591,0 0-473,0 0-496,0 0-312,0 0-56,54-19 64,-13 3 97,13-3-233,5-2-136,1-1-168,-7 9-697,-2 13-831,-13 0-1224,-17 16-2746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38.697"/>
    </inkml:context>
    <inkml:brush xml:id="br0">
      <inkml:brushProperty name="width" value="0.025" units="cm"/>
      <inkml:brushProperty name="height" value="0.025" units="cm"/>
    </inkml:brush>
  </inkml:definitions>
  <inkml:trace contextRef="#ctx0" brushRef="#br0">0 217 11843,'0'0'3816,"0"0"-2551,0 0-641,0 0-424,0 0 280,0 0-232,181-99-104,-118 69-144,32-7-728,-15 10-1441,-12 3-3096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39.032"/>
    </inkml:context>
    <inkml:brush xml:id="br0">
      <inkml:brushProperty name="width" value="0.025" units="cm"/>
      <inkml:brushProperty name="height" value="0.025" units="cm"/>
    </inkml:brush>
  </inkml:definitions>
  <inkml:trace contextRef="#ctx0" brushRef="#br0">0 0 14211,'0'0'4097,"0"0"-2329,0 0-583,0 0-761,0 0-264,0 0 88,0 0 408,21 131 352,12-48-160,5 2-576,4-7-88,-1-11-184,-2-14-168,-6-13-416,-7-5-352,-2 5-976,-3-8-561,-15-5-2864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08.517"/>
    </inkml:context>
    <inkml:brush xml:id="br0">
      <inkml:brushProperty name="width" value="0.025" units="cm"/>
      <inkml:brushProperty name="height" value="0.025" units="cm"/>
    </inkml:brush>
  </inkml:definitions>
  <inkml:trace contextRef="#ctx0" brushRef="#br0">0 151 1776,'0'0'1106,"0"0"-111,0 0 126,0 0-36,0 0-168,0 4 394,1-3 1697,1-1 3299,61 1-5557,-1-3 0,0-2 0,88-19 0,41-26-399,131-29-250,-306 77-1018,-28 13-1360,-33 20 1964,-1-1 0,-1-2 1,-52 23-1,-317 87 983,309-107 58,106-32-672,1 0 73,3 0-36,22-2 34,0-1-1,-1-1 1,1-2-1,39-13 0,-25 7 41,692-240 1061,-653 225-1148,-165 55-5884,33-9 650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12.400"/>
    </inkml:context>
    <inkml:brush xml:id="br0">
      <inkml:brushProperty name="width" value="0.025" units="cm"/>
      <inkml:brushProperty name="height" value="0.025" units="cm"/>
    </inkml:brush>
  </inkml:definitions>
  <inkml:trace contextRef="#ctx0" brushRef="#br0">117 14 2497,'0'0'1407,"0"0"-379,0 0-456,0 0-265,0 0-90,0 0 28,4-6 1534,-4 6-1581,0-1 0,0 1 0,0 0 0,1 0-1,-1 0 1,0 0 0,0-1 0,0 1 0,0 0 0,0 0 0,0 0 0,0 0 0,0-1 0,0 1 0,0 0 0,0 0 0,0 0 0,0 0 0,0-1 0,0 1 0,0 0 0,0 0 0,0 0-1,0 0 1,0-1 0,0 1 0,0 0 0,0 0 0,0 0 0,-1 0 0,1-1 0,0 1 0,0 0 0,0 0 0,0 0 0,0 0 0,0 0 0,-1 0 0,1 0 0,0-1 0,0 1 0,0 0 0,0 0-1,0 0 1,-1 0 0,1 0 0,0 0 0,0 0 0,0 0 0,0 0 0,-1 0 0,1 0 0,0 0 0,0 0 0,0 0 0,-1 0 0,-69 1-5378,24 3-2110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5.566"/>
    </inkml:context>
    <inkml:brush xml:id="br0">
      <inkml:brushProperty name="width" value="0.025" units="cm"/>
      <inkml:brushProperty name="height" value="0.025" units="cm"/>
    </inkml:brush>
  </inkml:definitions>
  <inkml:trace contextRef="#ctx0" brushRef="#br0">42 190 5961,'0'0'1247,"0"0"-497,0 0-408,0 0-53,0 0 48,0 0 22,-6 0-18,-29 0 1229,34 0-1173,1 0 57,0 0 42,0-1-432,0 1 1,0-1 0,0 1-1,1-1 1,-1 1 0,0 0-1,0-1 1,0 1 0,0-1-1,0 1 1,1-1 0,-1 1 0,0 0-1,0-1 1,1 1 0,-1-1-1,0 1 1,1 0 0,-1-1-1,0 1 1,1 0 0,-1-1-1,1 1 1,-1 0 0,0 0-1,1 0 1,-1-1 0,1 1-1,-1 0 1,1 0 0,0 0-1,58-20 185,0 3 1,117-18-1,-167 33-231,364-43 268,5-2-36,-368 46-317,37-8 294,-34 7-435,-21 2-653,-21 5 839,0 1 1,-29 10 0,-25 7 27,-94 11 44,-188 46 162,357-74-732,16-2 261,19 0 150,-26-4 107,494 14 443,-382-14-135,-453 15 350,326-15-546,0 0-548,13 1 262,7-1 137,135-3 811,-377 8 79,235-5-871,16 0 18,14-2 72,-1-2 0,0 0 0,49-16 1,-9 2 92,63-16 255,-130 33-342,-4 1-100,-9 0-105,0 1 0,0 0-1,0 0 1,1 1 0,-1 1-1,0 0 1,1 1 0,0 0-1,0 0 1,0 1-1,1 1 1,-1 0 0,1 0-1,1 1 1,-1 0 0,-11 12-1,-11 15-1916,-31 43-1,47-56 671,-34 41-5177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55.446"/>
    </inkml:context>
    <inkml:brush xml:id="br0">
      <inkml:brushProperty name="width" value="0.025" units="cm"/>
      <inkml:brushProperty name="height" value="0.025" units="cm"/>
    </inkml:brush>
  </inkml:definitions>
  <inkml:trace contextRef="#ctx0" brushRef="#br0">0 2 656,'0'0'776,"0"0"-450,0 0-249,0 0-37,0 0 104,0 0 184,5 0 562,-4 0 4317,-1 0 5584,0 0-10785,0 0-8,0 0 12,0 0 20,0 0-8,0 0 34,0 0 15,0 0 8,0 0 22,0 0-3,0 0 8,0 0-16,0 0 30,0 0 1,0 0-60,0 0-45,0 0-2,0 0 15,0 0-2,0 0 41,0 0-20,0 0-16,0 0 46,0 0-47,0 0-15,0 0 20,0 0-16,0 0-11,0 0-1,0 0 0,0 0 2,0 0 7,0 0 8,0 0-11,0 0 7,0 0 20,0 0-23,0 0-5,0 0-4,0 0-1,0 0 2,0 0 18,0 0 48,0 0-11,0 0-1,0 0-24,0 0-16,0 0 27,0 0-31,0 0 0,0 0 24,0 0 12,1 0 16,-1 0 1,1 0-1,-1-1 1,0 1-1,1 0 0,-1 0 1,1 0-1,0-1 1,-1 1-1,1 0 0,-1 0 1,1 0-1,-1 0 1,1 0-1,-1 0 1,1 0-1,-1 0 0,1 0 1,-1 1-1,1-1 1,-1 0-1,1 0 0,-1 0 1,1 0-1,-1 1 1,1-1-1,-1 0 1,1 1-1,0-1 0,8 17-45,0 1 1,0 0-1,10 35 0,2 5 179,-10-33-246,-2-1 0,-1 2 0,-1-1 0,4 32 0,-6 14-3463,-5-40-2932,0-27 1082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56.096"/>
    </inkml:context>
    <inkml:brush xml:id="br0">
      <inkml:brushProperty name="width" value="0.025" units="cm"/>
      <inkml:brushProperty name="height" value="0.025" units="cm"/>
    </inkml:brush>
  </inkml:definitions>
  <inkml:trace contextRef="#ctx0" brushRef="#br0">183 5 12227,'0'0'2413,"0"0"-1126,0 0-750,0 0-156,0 0-9,0 0 171,0 0-500,0 0 0,0-1 0,0 1 0,-1 0 1,1 0-1,0 0 0,0-1 0,0 1 0,0 0 0,-1 0 0,1-1 1,0 1-1,0 0 0,0 0 0,-1 0 0,1 0 0,0 0 1,0-1-1,-1 1 0,1 0 0,0 0 0,0 0 0,-1 0 1,1 0-1,0 0 0,0 0 0,-1 0 0,1 0 0,0 0 0,-1 0 1,1 0-1,0 0 0,0 0 0,-1 0 0,1 0 0,0 0 1,0 0-1,-1 1 0,-1 0 5,0 1 0,0 0-1,0 0 1,0 0 0,0 0 0,1 0 0,-1 0 0,1 1 0,-1-1 0,-1 5-1,-4 5 115,-18 31 285,1 0 0,2 1 0,-18 52 0,32-73-409,1 0 0,1 1 0,1 0 0,2 1 0,0-1 0,1 0 0,1 1 0,4 30 0,-3-51-35,1-1 1,-1 0-1,1 0 1,0 0-1,0 0 1,1 0 0,-1 0-1,0 0 1,1 0-1,0-1 1,0 1-1,0 0 1,0-1-1,0 0 1,0 1-1,0-1 1,1 0-1,0 0 1,-1 0 0,1-1-1,0 1 1,0 0-1,-1-1 1,1 0-1,0 0 1,5 1-1,6 2 24,0-2 0,0 0 0,1-1-1,22 0 1,-27-2 2,-1 0-1,0 0 1,0-1-1,1-1 1,-1 1-1,0-1 1,-1-1 0,1 0-1,-1 0 1,0-1-1,0 0 1,0 0-1,0 0 1,-1-1-1,0-1 1,0 1-1,-1-1 1,8-11 0,-6 8 26,0 0 0,-1-1 1,0 0-1,-1-1 1,-1 1-1,1-1 1,-2 0-1,0 0 0,0-1 1,-1 1-1,-1-1 1,2-25-1,-4 28 18,0 0 1,-1 0-1,0 0 0,-4-19 1,3 24-57,0 0 1,0 0 0,-1 1 0,1-1-1,-1 1 1,0-1 0,0 1-1,-1 0 1,1 0 0,-8-6 0,-3-1-225,-1 0 0,1 1 0,-2 1 1,1 0-1,-2 1 0,1 1 1,-1 1-1,0 0 0,0 1 0,0 1 1,-24-3-1,41 6 91,-1 1 1,1 0-1,0 0 1,0 0-1,-1 0 1,1-1-1,0 1 1,-1 0-1,1 0 1,0 0-1,-1 0 1,1 0-1,0 0 0,-1 0 1,1 0-1,0 0 1,-1 0-1,1 0 1,0 0-1,-1 0 1,1 0-1,0 0 1,-1 0-1,1 1 1,0-1-1,-1 0 0,1 0 1,0 0-1,0 0 1,-1 1-1,1-1 1,0 0-1,0 0 1,-1 1-1,1-1 1,0 0-1,0 0 0,0 1 1,-1-1-1,1 0 1,0 1-1,0-1 1,0 0-1,0 1 1,0-1-1,0 0 1,0 1-1,-1-1 1,1 0-1,0 1 0,0-1 1,0 0-1,0 1 1,1 0-1,-1 9-5001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56.481"/>
    </inkml:context>
    <inkml:brush xml:id="br0">
      <inkml:brushProperty name="width" value="0.025" units="cm"/>
      <inkml:brushProperty name="height" value="0.025" units="cm"/>
    </inkml:brush>
  </inkml:definitions>
  <inkml:trace contextRef="#ctx0" brushRef="#br0">1 118 10138,'0'0'4025,"0"0"-2129,0 0-551,0 0-449,0 0-112,0 0-160,0 0-120,95-38-64,-48 25 177,10-6-281,2 3-208,-2 0-128,-10 6-120,-8 4-521,-12 6-727,-21 14-944,-6 18-1841,0 5-632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5:59:56.811"/>
    </inkml:context>
    <inkml:brush xml:id="br0">
      <inkml:brushProperty name="width" value="0.025" units="cm"/>
      <inkml:brushProperty name="height" value="0.025" units="cm"/>
    </inkml:brush>
  </inkml:definitions>
  <inkml:trace contextRef="#ctx0" brushRef="#br0">0 155 10746,'0'0'4073,"0"0"-2537,0 0-695,0 0-121,0 0-48,0 0 0,0 0-64,57 0 0,-25-8-200,10-2-127,6-1-281,-1-5-48,7 0-769,23-16-967,-15 0-1337,-8 2-4464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16.650"/>
    </inkml:context>
    <inkml:brush xml:id="br0">
      <inkml:brushProperty name="width" value="0.025" units="cm"/>
      <inkml:brushProperty name="height" value="0.025" units="cm"/>
    </inkml:brush>
  </inkml:definitions>
  <inkml:trace contextRef="#ctx0" brushRef="#br0">546 174 4233,'0'0'2622,"0"0"-1054,0 0-578,0 0-86,0 0 77,0 0 42,-1-32 4775,-1 30-5738,0 0 1,1 0 0,-1 1-1,0-1 1,0 1 0,-1-1 0,1 1-1,0 0 1,0-1 0,-1 1 0,1 0-1,-5-1 1,-32-8 235,1 4-192,0 1 0,-1 2-1,1 1 1,-55 6 0,88-4-104,0 1-1,0 1 1,0-1 0,0 1-1,0 0 1,1 0-1,-1 1 1,-7 4 0,-33 27 20,37-27 3,-3 3-16,0 0 1,1 1 0,0 1-1,0 0 1,1 0-1,1 1 1,0 0 0,1 0-1,1 1 1,-1 0-1,2 0 1,0 0-1,1 1 1,1 0 0,0 0-1,1 0 1,0 0-1,1 26 1,0 10 98,0-16-39,4 44 0,2-58-59,0-1 1,2 0-1,0 0 1,1 0-1,1-1 1,18 29-1,-22-39-11,-2-3-1,1 0 1,0 0 0,0 0-1,0-1 1,1 0-1,0 0 1,0 0-1,0 0 1,1-1-1,0 1 1,7 3-1,-3-3 5,-1-1 0,1-1 0,-1 0 0,1 0 0,0-1 0,0 0-1,13 1 1,113 0 186,-87-4-132,-38 1-47,0-2 0,1 1 1,-1-2-1,0 0 0,0 0 0,0-1 1,0 0-1,19-11 0,0-2-21,45-34 0,-67 45 17,-1 1 1,1-1 0,-1 0 0,0 0-1,-1-1 1,0 0 0,0-1 0,0 1-1,-1-1 1,0 0 0,0 0 0,-1 0-1,0-1 1,-1 0 0,3-10 0,1-9 36,-1-1 1,-1 1 0,1-47-1,-6 56-36,0 1 17,0-1 0,0 1 0,-2-1 1,-1 1-1,-7-28 0,0 12 12,-36-92-2,40 113-36,0 1-1,-1-1 1,-1 1-1,0 1 1,0-1-1,-1 1 1,-14-13-1,16 19-9,0 0-1,0 0 0,-1 1 0,1-1 0,-1 2 0,0-1 0,0 1 0,0 0 0,0 1 0,-18-3 0,6 2-34,-1 1 0,0 2 0,-28 1 0,34 2 55,1 0-1,-1 0 0,1 2 0,0 0 0,1 0 1,-1 1-1,1 1 0,-15 9 0,26-14-3,-1-1 0,1 0-1,0 1 1,0 0 0,0-1 0,0 1-1,0 0 1,0 0 0,0 0 0,0 1-1,1-1 1,-2 3 0,3-5 26,0 0 18,0 0-8,0 0 30,0 0-39,0 0 6,0 0-19,0 0 4,0 0 16,0 0-14,0 0 20,0 0-9,0 0 31,0 0-8,0 0-4,0 0-21,0 0 30,0 0-39,0 0-8,0 0 22,0 0-9,0 0 18,0 0 7,0 0-22,0 0 32,0 0-15,0 0-26,0 0 14,0 0-19,0 0 4,0 0 16,0 0-7,0 0 45,0 0-9,0 0 27,0 0 1,0 0 3,0 0-18,0 0-1,0 0 6,0 0-50,0 0 12,0 0-27,0 0-1,0 0 30,0 0-25,0 0-12,0 0-2,0 0 0,0 0 7,0 0 19,0 0-19,0 0 0,0 0 19,0 0-19,0 0-7,0 0 0,0 0 7,0 0 17,0 0-31,0 0-9,0 0-7,0 0-26,0 0 0,0 0 26,0 0 10,0 0 10,0 0 10,0 0 17,0 0-28,0 0 1,0 0 3,0 0-3,0 0-10,0 0-3,0 0 0,0 0 0,0 0 12,0 0 39,0 0-26,0 0-2,0 0 19,0 0-19,0 0-10,0 0-11,0 0-5,0 0 15,0 0 4,0 0 0,0 0 0,0 0-3,0 0-10,0 0 0,0 0 10,0 0-9,0 0-39,0 0 29,0 0 19,0 0 0,0 0-17,0 0-22,0 0 19,0 0 7,0 0-11,0 0-31,0 0 34,0 0 22,0 0 8,0 0-5,0 0 8,0 0 26,0 0-44,0 0-29,0 0 10,0 0-12,0 0 32,0 0 14,0 0-4,0 0 12,0 0 19,0 0-25,0 0-8,0 0-3,0 0-7,0 0 7,0 0 3,0 0 1,0 0 11,0 0 16,0 0-20,0 0-2,0 0-5,0 0-9,0 0-27,0 0 9,0 0-18,-3 1 25,1 0 1,-1 1 0,1-1-1,0 1 1,0 0 0,-1-1 0,1 1-1,0 0 1,0 0 0,-2 4 0,2-4-1,-19 19-4,1 0 1,2 1-1,0 1 1,1 1-1,2 0 1,-19 39-1,29-48-31,1 0 0,1 1 0,0-1 1,1 1-1,1 0 0,0 0 0,4 31 0,-2-3 26,-1-22 12,0 0-1,2 0 0,0-1 0,9 32 1,-9-44-6,2-1 0,-1 1 0,1 0 0,0-1 0,1 0 0,-1 0 0,2 0-1,-1-1 1,1 1 0,0-1 0,1-1 0,0 1 0,7 5 0,-5-5 6,1-1 0,-1 0 0,1-1 0,0 0 0,0-1 0,1 0 0,-1 0 0,14 2 0,-1-2 9,0-1 1,45 0-1,-61-4 10,0 0-1,0 0 0,0 0 1,-1-1-1,1 0 0,0 0 0,-1-1 1,1 0-1,-1 0 0,7-4 1,10-8 26,27-23 0,-32 23-14,-3 3-13,-1-1-1,-1 0 1,0-1 0,-1 0-1,-1-1 1,0-1 0,-1 0-1,0 0 1,7-20 0,4-17-77,24-93 0,-5 14-81,-35 118 160,-1 1 0,-1-1 0,0 0 0,2-26 0,-5 34-28,0 0 0,0 0 1,0 0-1,-1 0 0,0 1 0,0-1 1,-1 0-1,1 1 0,-1-1 0,0 1 1,-1-1-1,1 1 0,-1 0 0,-5-6 1,3 6-24,-1 0 0,-1 1-1,1 0 1,0 0 0,-1 0 0,0 1 0,0 0 0,0 0 0,0 1 0,-8-2 0,1-1 54,12 5-67,1-1 1,-1 1-1,1-1 0,0 1 1,-1 0-1,1-1 1,-1 1-1,1 0 0,-1 0 1,0 0-1,1 0 1,-1 0-1,1 1 0,-1-1 1,1 0-1,0 1 0,-1-1 1,1 1-1,-1-1 1,1 1-1,0 0 0,-1-1 1,1 1-1,0 0 1,-3 2-1,2 1-331,-1-1 1,1 1-1,-1 0 1,1 0-1,0 0 1,-2 8-1,-1-1 55,-18 37-3350,2-2-2693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18.072"/>
    </inkml:context>
    <inkml:brush xml:id="br0">
      <inkml:brushProperty name="width" value="0.025" units="cm"/>
      <inkml:brushProperty name="height" value="0.025" units="cm"/>
    </inkml:brush>
  </inkml:definitions>
  <inkml:trace contextRef="#ctx0" brushRef="#br0">101 145 6993,'0'0'2044,"0"0"-388,0 0-142,0 0-38,0 0-236,-4-10-368,1 3-773,-1-4 189,-1 1-1,0 0 1,0 0 0,-1 0-1,0 1 1,0 0-1,-9-9 1,-26-22 2387,40 40-2211,1 0-113,0 0-145,0 0-144,1 1-64,-1 1 0,1-1 0,-1 0 1,0 0-1,1 1 0,0-1 1,-1 0-1,1 0 0,0 1 0,0-1 1,1 2-1,3 3 41,64 101 892,68 110 36,-107-163-879,-2 2 0,24 67 0,-43-91-36,9 52 0,-16-73-20,0-44 690,-11-6-789,-2 1 1,-27-64-1,15 44-96,9 18 69,5 12 82,-1 0 1,-2 2-1,0-1 0,-29-43 1,9 34 3,24 29-5,2 0 1,-1-1-1,1 0 0,-7-10 0,8 12-91,5 6 95,0 0 0,0 0-1,-1 0 1,1 0 0,0 0 0,0 0-1,0 0 1,0 1 0,-1-1 0,1 0-1,0 0 1,0 0 0,0 0 0,0 0-1,-1 0 1,1 0 0,0 0 0,0 0-1,0 0 1,0 1 0,0-1 0,-1 0 0,1 0-1,0 0 1,0 0 0,0 1 0,0-1-1,0 0 1,0 0 0,0 0 0,0 0-1,0 1 1,0-1 0,0 0 0,0 0-1,0 0 1,-1 0 0,1 1 0,0-1-1,1 0 1,-1 0 0,0 0 0,0 1 0,0-1-1,0 0 1,0 0 0,0 0 0,0 0-1,0 1 1,0-1 0,0 0 0,0 0-1,0 127-325,1 154 544,-1-274-208,0 0 1,0-1 0,1 1 0,0 0-1,0 0 1,1-1 0,0 1 0,0-1-1,6 13 1,-5-37 1316,-5-13-1347,-1 0 1,-2 1 0,-12-45 0,0 2-94,-51-264 22,67 332 163,1 4-131,0 3-132,2 4 165,-1-1 0,1 1 0,0-1 0,0 0 1,0 1-1,1-1 0,-1 0 0,1 0 1,1 0-1,6 8 0,2 3 39,47 74 188,78 110 96,-132-193-277,0 1 0,0 0 0,-1 0 0,0 0-1,0 1 1,-1-1 0,0 1 0,3 12 0,-3-2-1181,0-1-1,-2 0 1,1 19-1,-2-19-3566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2.145"/>
    </inkml:context>
    <inkml:brush xml:id="br0">
      <inkml:brushProperty name="width" value="0.025" units="cm"/>
      <inkml:brushProperty name="height" value="0.025" units="cm"/>
    </inkml:brush>
  </inkml:definitions>
  <inkml:trace contextRef="#ctx0" brushRef="#br0">0 22 512,'0'0'278,"0"0"-93,0 0-94,0 0-77,0 0-148,0 2-60,0 7 170,0-7 255,0-2 48,0 0-29,0 0-86,0 0-92,0 0 10,0 0 62,0 0 18,0 0-71,0 0-70,0 0-15,0 0-30,0 0-59,0 0 68,0 0 85,0 0 79,0 0 5,0 0-41,0 0-37,0 0-9,0 0 21,0 0-16,0 0 30,0 0 69,0 0 122,0 0-47,0 0-93,0 0-107,0 0 4,0 0-31,0 0-11,0 0 12,0 0 43,0 0 3,0 0 41,0 0-15,0 0-8,0 0-53,0 0 3,0 0-7,0 0 36,0 0 27,0 0 142,0 0 19,0 0-30,0 0 0,0 0-63,0 0-62,0 0-44,0 0 84,0 0-36,0 0-76,0 0-16,0 0 2,0 0-20,0 0-9,0 1 0,1-1 0,-1 1 0,0-1 0,0 0-1,1 1 1,-1-1 0,0 0 0,1 1 0,-1-1 0,0 0-1,1 1 1,-1-1 0,0 0 0,1 0 0,-1 0 0,1 1-1,-1-1 1,0 0 0,1 0 0,-1 0 0,1 0 0,-1 0 0,1 0-1,-1 1 1,1-1 0,-1 0 0,0 0 0,1-1 0,-1 1-1,1 0 1,-1 0 0,1 0 0,-1 0 0,1 0 0,0-1-1,4 1-131,3 0-38,0 0 1,-1-1-1,1-1 0,0 1 0,0-1 0,-1 0 1,1-1-1,7-3 0,31-17-1245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3.383"/>
    </inkml:context>
    <inkml:brush xml:id="br0">
      <inkml:brushProperty name="width" value="0.025" units="cm"/>
      <inkml:brushProperty name="height" value="0.025" units="cm"/>
    </inkml:brush>
  </inkml:definitions>
  <inkml:trace contextRef="#ctx0" brushRef="#br0">117 238 2024,'0'0'1900,"0"0"-604,0 0-292,0 0-56,0 0-73,0 0-177,-11-10-342,-31-33 17,38 39-315,0-1 1,1 1-1,0-1 0,0 1 0,0-1 1,1 0-1,0 0 0,-1 0 1,2 0-1,-1 0 0,1 0 1,-2-8-1,0 0 78,-1-7 218,4 16-95,0 0-1,-1 0 1,0 0 0,0 1 0,0-1-1,-1 0 1,1 1 0,-1-1 0,-2-3 0,2 4-117,1 0 0,0 0 1,-1 0-1,2 0 0,-1 0 1,0 0-1,0 0 0,1 0 1,0 0-1,0 0 1,0-4-1,0 6 93,3 3-116,1 1 1,0-1-1,-1 1 1,1 0 0,-1 0-1,0 0 1,0 0-1,0 0 1,-1 1-1,5 6 1,-1-2 100,179 260 1726,-77-105-1679,-96-146-194,38 60 148,-51-105 921,1-1-1191,-7-12 30,-3 0 0,-1 1-1,-28-66 1,32 88 3,-2-1 0,0 2 0,-1-1 0,-1 2 0,-20-25 0,28 37 98,1 0-1,0 0 1,-1-1 0,1 1 0,1-1-1,-3-6 1,-3-8-34,4 9 220,3 9-246,0 1-30,0 0-10,0 0-27,0 0 37,0 0 29,0 0-72,0 0-67,0 1 109,0-1 0,0 1 1,0 0-1,0-1 0,-1 1 0,1 0 0,0 0 1,0-1-1,0 1 0,0 0 0,1-1 1,-1 1-1,0 0 0,0-1 0,0 1 1,1 0-1,-1-1 0,0 1 0,0 0 1,1-1-1,-1 1 0,1 0 0,-1-1 0,1 1 1,-1-1-1,1 1 0,0 0 0,14 15 40,-13-14-251,0-1 0,1 1 0,-1-1 0,0 1 0,0-1 0,1 0 0,-1 0 0,1 1 0,-1-2 0,1 1 0,0 0 0,-1-1 0,1 1 0,0-1 0,-1 0 0,1 0 0,0 0 1,4 0-1,-6 0 77,12 0-4520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6.333"/>
    </inkml:context>
    <inkml:brush xml:id="br0">
      <inkml:brushProperty name="width" value="0.025" units="cm"/>
      <inkml:brushProperty name="height" value="0.025" units="cm"/>
    </inkml:brush>
  </inkml:definitions>
  <inkml:trace contextRef="#ctx0" brushRef="#br0">51 1 2561,'0'0'1264,"0"0"-896,0 0-368,0 0 80,0 0 128,0 0-152,0 0 16,0 2-64,0 4-8,0 2 120,0 5-112,0 6-8,0 5 0,0 5-312,-15 17-656,-3-6 8,1-3-1465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6.688"/>
    </inkml:context>
    <inkml:brush xml:id="br0">
      <inkml:brushProperty name="width" value="0.025" units="cm"/>
      <inkml:brushProperty name="height" value="0.025" units="cm"/>
    </inkml:brush>
  </inkml:definitions>
  <inkml:trace contextRef="#ctx0" brushRef="#br0">1 0 2785,'0'0'184,"0"0"120,0 0-304,0 0-312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7.133"/>
    </inkml:context>
    <inkml:brush xml:id="br0">
      <inkml:brushProperty name="width" value="0.025" units="cm"/>
      <inkml:brushProperty name="height" value="0.025" units="cm"/>
    </inkml:brush>
  </inkml:definitions>
  <inkml:trace contextRef="#ctx0" brushRef="#br0">295 134 5169,'-117'41'1492,"91"-35"-384,29-9-1023,-3 2 208,0 1-64,0 0-14,4 0 8804,17-2-8349,-3 3-275,1 1-1,-1 1 1,24 6 0,-24-4-311,1-1 1,-1-1-1,28 2 0,-30-5-54,-5 0 14,-1 0 0,1 0 0,-1-1 0,16-4 0,-22 4-25,0 0-1,0-1 0,0 0 1,0 0-1,-1 0 1,1 0-1,-1-1 1,1 1-1,-1-1 1,0 0-1,0 0 1,0 0-1,0 0 1,3-5-1,-1 0 19,0 0 1,-1 1-1,0-2 0,0 1 1,0 0-1,-1-1 0,-1 0 1,1 0-1,-2 0 1,1 0-1,-1 0 0,0 0 1,-1-11-1,0 19-37,0 0 0,0-1 0,-1 1 0,1 0 0,0 0 0,-1-1 0,1 1 0,-1 0 1,1 0-1,-1 0 0,1 0 0,-1 0 0,0 0 0,1-1 0,-1 2 0,0-1 0,0 0 0,0 0 0,0 0 0,0 0 0,0 0 1,0 1-1,0-1 0,0 1 0,0-1 0,-1 1 0,1-1 0,0 1 0,0-1 0,-1 1 0,1 0 0,0 0 0,-2-1 0,-5 1-68,0-1 0,0 1 0,-1 0-1,-8 2 1,9-1 46,1 1-1,0 0 0,0 0 1,0 0-1,0 1 1,0 0-1,0 0 1,1 1-1,-10 6 1,-4 6 57,-27 26 0,37-32-31,-25 24 37,2 1 0,1 2 0,2 1 0,2 1 0,1 1 0,-21 47 0,33-57-33,1 2-1,2-1 0,1 2 1,1 0-1,3 0 1,0 0-1,2 1 1,1 0-1,2 49 1,2-78-4,0 0-1,1-1 1,0 1 0,0-1 0,0 1-1,0 0 1,1-1 0,-1 0 0,1 1-1,0-1 1,1 0 0,-1 0 0,1 0-1,4 5 1,-2-4 21,-1-1-1,1 0 1,0 0 0,0 0 0,1-1-1,-1 0 1,1 0 0,-1 0-1,11 2 1,6 1 94,-1-2 1,1 0-1,0-2 0,0 0 0,24-2 1,-27-1-12,1-1 0,-1-1 0,1-1 0,-1-1 0,0-1 1,-1 0-1,1-1 0,-1-1 0,-1-1 0,33-21 0,2-7 62,-2-1 1,48-49-1,35-43-959,-131 128 651,0 0 0,0-1 0,0 1-1,0-1 1,-1 0 0,1 0 0,-1 1 0,1-1 0,-1 0 0,0 0 0,0 0 0,1-6 0,-1-23-4144,-1 31 4123,0-17-4234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7.549"/>
    </inkml:context>
    <inkml:brush xml:id="br0">
      <inkml:brushProperty name="width" value="0.025" units="cm"/>
      <inkml:brushProperty name="height" value="0.025" units="cm"/>
    </inkml:brush>
  </inkml:definitions>
  <inkml:trace contextRef="#ctx0" brushRef="#br0">0 141 7818,'0'0'2024,"0"0"-598,0 0-345,0 0-40,0 0-127,0 0-100,1 0-637,-1-1 1,0 1-1,0 0 0,0-1 1,0 1-1,0 0 0,0-1 1,1 1-1,-1-1 1,0 1-1,0 0 0,1-1 1,-1 1-1,0 0 0,0 0 1,1-1-1,-1 1 1,0 0-1,1 0 0,-1-1 1,1 1-1,-1 0 0,0 0 1,1 0-1,-1-1 1,1 1-1,241-76 2243,-103 30-3577,-135 44 883,22-5-1064,-25 7 1063,0-1 0,0 1 0,0 0 1,0 0-1,0 0 0,0 0 0,0 0 0,0 0 0,0 0 0,0 0 0,0 0 0,0 0 0,0 0 0,0 1 0,0-1 0,0 0 0,0 1 0,0-1 0,0 1 0,1 0 0,0 12-4347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27.877"/>
    </inkml:context>
    <inkml:brush xml:id="br0">
      <inkml:brushProperty name="width" value="0.025" units="cm"/>
      <inkml:brushProperty name="height" value="0.025" units="cm"/>
    </inkml:brush>
  </inkml:definitions>
  <inkml:trace contextRef="#ctx0" brushRef="#br0">1 70 8810,'0'0'3249,"0"0"-1537,0 0-920,0 0 544,0 0 185,0 0-409,0 0 32,136-48-448,-115 43-672,-6-3-24,3 5-1048,-6 0-1304,-6 1-3506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33.865"/>
    </inkml:context>
    <inkml:brush xml:id="br0">
      <inkml:brushProperty name="width" value="0.025" units="cm"/>
      <inkml:brushProperty name="height" value="0.025" units="cm"/>
    </inkml:brush>
  </inkml:definitions>
  <inkml:trace contextRef="#ctx0" brushRef="#br0">0 284 7826,'0'0'2268,"0"0"-501,0 0-366,0 0-29,0 0-135,24 0 2383,113 3-2404,85-1-862,-204-4-326,-1-1 1,1-1 0,-1 0-1,0-1 1,32-14 0,-21 6-1,-1-2 0,40-27 0,-49 29-8,0-1 0,19-19 0,-33 30 17,0-1-1,-1 0 1,1 0 0,-1-1 0,0 1-1,0-1 1,0 1 0,-1-1 0,0 0-1,0 0 1,0 0 0,0 0-1,-1 0 1,0-1 0,1-6 0,-3 10-28,1 1 0,-1 0 0,1-1 0,-1 1 0,1 0 0,-1 0 0,0-1 0,0 1 0,0 0 0,0 0 0,0 0 0,0 0 0,0 0 0,0 0 0,0 0 0,0 1 0,0-1 0,-1 0 0,1 1 0,0-1 0,-1 0 0,1 1 0,0 0 0,-3-1 0,-39-9-156,28 7 143,-1 1 0,-1 1 0,1 0 0,0 2 0,0-1 0,0 2 0,0 0 0,0 1 0,1 1 0,-1 0 0,-28 12 0,-19 20 93,2 2 0,-95 79 0,135-100-96,0 2 0,1 0-1,1 2 1,-28 37 0,40-47-13,0 1 0,1 0 0,0 0 0,0 0 0,2 0 1,-1 1-1,2 0 0,-1 0 0,2 0 0,0 0 0,-1 24 0,3-26 15,1-1 0,-1 1 0,2 0 0,-1-1 0,2 1 0,-1-1 0,1 0 0,9 20 0,-8-24 10,0 0 0,0 1 0,0-2 0,1 1 0,0 0 0,0-1 0,0 0 1,1 0-1,-1-1 0,1 1 0,0-1 0,1 0 0,-1-1 0,9 4 0,-3-3 33,0 0 0,1 0 0,0-1 1,0 0-1,20 0 0,67-2 408,-82-2-366,13-2 14,0-1-1,0-2 1,0-2 0,-1 0-1,34-15 1,4-1-17,50-19-349,-116 43 183,-1-1 0,1 1 0,0-1-1,-1 0 1,1 1 0,-1-1 0,1 0 0,-1 0 0,1 0 0,-1 0 0,0 0 0,3-3 0,0-13-7785,-4 7-3233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35.748"/>
    </inkml:context>
    <inkml:brush xml:id="br0">
      <inkml:brushProperty name="width" value="0.025" units="cm"/>
      <inkml:brushProperty name="height" value="0.025" units="cm"/>
    </inkml:brush>
  </inkml:definitions>
  <inkml:trace contextRef="#ctx0" brushRef="#br0">499 0 1560,'0'0'72,"0"0"304,-255 123-144,130-10-232,6 10-1232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36.717"/>
    </inkml:context>
    <inkml:brush xml:id="br0">
      <inkml:brushProperty name="width" value="0.025" units="cm"/>
      <inkml:brushProperty name="height" value="0.025" units="cm"/>
    </inkml:brush>
  </inkml:definitions>
  <inkml:trace contextRef="#ctx0" brushRef="#br0">511 62 7154,'0'0'1681,"0"0"-195,0 0-323,0 0-84,0 0-90,0 0-153,-7-7-150,-23-18-47,29 24-397,0 1-1,0-1 1,1 0 0,-1 0 0,0 0 0,0 0 0,1 0 0,-1 0 0,1 0 0,-1 0-1,1 0 1,-1 0 0,1 0 0,0 0 0,-1 0 0,1 0 0,0 0 0,0 0 0,0-1-1,0-1 1,-2-3 651,-13 6-277,12 0-599,1 1 0,-1 0 0,1 0 0,-1 0 0,1 0 1,0 0-1,0 1 0,-1-1 0,1 1 0,0-1 0,0 1 0,0 0 1,0 0-1,1 0 0,-1 0 0,1 0 0,-3 3 0,-4 5 28,-110 134-34,-144 227 0,257-361 239,2-3-5717,-2-13 388,-1-9 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8-08T06:00:38.698"/>
    </inkml:context>
    <inkml:brush xml:id="br0">
      <inkml:brushProperty name="width" value="0.025" units="cm"/>
      <inkml:brushProperty name="height" value="0.025" units="cm"/>
    </inkml:brush>
  </inkml:definitions>
  <inkml:trace contextRef="#ctx0" brushRef="#br0">1 393 7842,'0'0'1691,"0"0"-502,0 0-599,0 0-85,0 0 133,0 0 190,12-19 120,37-58-57,-46 73-730,0-1 0,0 1 0,0 0 0,1 0 0,-1 0 0,1 1 0,0-1 0,6-3-1,-8 6-23,0 0 0,-1-1 0,0 1 0,1 0 0,-1 0 1,0 0-1,1-1 0,-1 1 0,0-1 0,0 1 0,1-3 0,-1 4 43,0-1 0,0 0 1,1 1-1,-1-1 1,0 1-1,0 0 0,0-1 1,1 1-1,-1 0 1,0 0-1,1 0 0,-1 0 1,0 0-1,0 0 1,1 0-1,1 0 1,24 5-420,2 4 418,44 23-1,-16-7 55,39 13-53,2-5 0,140 30 0,-223-60-157,1-1 22,0 2-1,0 0 1,16 7-1,-85-25 1074,-298-151-1893,323 151 752,-74-30 127,88 39-101,0 1 1,0 1-1,0 0 0,0 1 1,-25-1-1,-61 3 319,92 0-259,13-1-325,13 1 62,-5 3 197,-1 0 0,0 1 0,1 1 1,11 6-1,13 4 16,147 42 80,-91-31-82,-57-7 15,-8-11-19,-9-2-2,1-1 0,0 0 0,0-2 0,29 2 0,-48-5 18,-1 0 10,0 0-90,0 0-62,0 0-27,0 0 17,0 0-8,-1-7-127,0 0-1,0 0 0,-1 0 1,0 0-1,0 1 1,-6-13-1,-6-16-54,-11-59 171,-29-90 1123,54 183-969,0 1 1,0 0 0,0-1 0,0 1-1,0 0 1,0-1 0,-1 1-1,1 0 1,0-1 0,0 1-1,0 0 1,0-1 0,0 1-1,0 0 1,-1 0 0,1-1-1,0 1 1,0 0 0,-1-1-1,1 1 1,0 0 0,0 0-1,-1 0 1,1-1 0,0 1-1,0 0 1,-1 0 0,1 0-1,0 0 1,-1 0 0,1 0 0,0 0-1,-1-1 1,1 1 0,0 0-1,-1 0 1,1 0 0,0 0-1,-1 0 1,1 0 0,0 1-1,-1-1 1,1 0 0,0 0-1,-1 0 1,1 0 0,0 0-1,0 0 1,-1 0 0,1 1-1,0-1 1,-1 0 0,1 0-1,0 0 1,0 1 0,-1-1-1,1 0 1,0 0 0,0 1-1,0-1 1,-1 0 0,1 1 0,0-1-1,0 0 1,0 0 0,0 1-1,-14 26-30,12-21 100,-60 118 667,-115 169 1,144-229 236,27-45-336,-2 3-4876,-5-9-4049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C63B6-71E4-40D9-AF5D-151759F1AE43}" type="datetimeFigureOut">
              <a:rPr lang="en-IN" smtClean="0"/>
              <a:t>27-07-2021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87875-88CF-413C-92CE-F5B3C9AE631E}" type="slidenum">
              <a:rPr lang="en-IN" smtClean="0"/>
              <a:t>‹#›</a:t>
            </a:fld>
            <a:endParaRPr lang="en-IN"/>
          </a:p>
        </p:txBody>
      </p:sp>
    </p:spTree>
    <p:extLst>
      <p:ext uri="{BB962C8B-B14F-4D97-AF65-F5344CB8AC3E}">
        <p14:creationId xmlns:p14="http://schemas.microsoft.com/office/powerpoint/2010/main" val="485876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yjus.com/maths/logarithm-table/#:~:text=In%20mathematics%2C%20the%20logarithm%20table,table%20is%20given%20in%20detai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yjus.com/maths/logarithm-table/#:~:text=In%20mathematics%2C%20the%20logarithm%20table,table%20is%20given%20in%20detai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a:t>
            </a:r>
          </a:p>
        </p:txBody>
      </p:sp>
      <p:sp>
        <p:nvSpPr>
          <p:cNvPr id="4" name="Slide Number Placeholder 3"/>
          <p:cNvSpPr>
            <a:spLocks noGrp="1"/>
          </p:cNvSpPr>
          <p:nvPr>
            <p:ph type="sldNum" sz="quarter" idx="5"/>
          </p:nvPr>
        </p:nvSpPr>
        <p:spPr/>
        <p:txBody>
          <a:bodyPr/>
          <a:lstStyle/>
          <a:p>
            <a:fld id="{83287875-88CF-413C-92CE-F5B3C9AE631E}" type="slidenum">
              <a:rPr lang="en-IN" smtClean="0"/>
              <a:t>1</a:t>
            </a:fld>
            <a:endParaRPr lang="en-IN"/>
          </a:p>
        </p:txBody>
      </p:sp>
    </p:spTree>
    <p:extLst>
      <p:ext uri="{BB962C8B-B14F-4D97-AF65-F5344CB8AC3E}">
        <p14:creationId xmlns:p14="http://schemas.microsoft.com/office/powerpoint/2010/main" val="818613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0" i="0" u="sng" dirty="0">
                <a:solidFill>
                  <a:srgbClr val="3367D6"/>
                </a:solidFill>
                <a:effectLst/>
                <a:latin typeface="Roboto"/>
                <a:hlinkClick r:id="rId3"/>
              </a:rPr>
              <a:t>https://byjus.com/maths/logarithm-table/#:~:text=In%20mathematics%2C%20the%20logarithm%20table,table%20is%20given%20in%20detail</a:t>
            </a:r>
            <a:r>
              <a:rPr lang="en-IN" b="0" i="0" dirty="0">
                <a:solidFill>
                  <a:srgbClr val="202124"/>
                </a:solidFill>
                <a:effectLst/>
                <a:latin typeface="Roboto"/>
              </a:rPr>
              <a:t>.</a:t>
            </a:r>
            <a:endParaRPr lang="en-IN" dirty="0"/>
          </a:p>
          <a:p>
            <a:endParaRPr lang="en-IN" dirty="0"/>
          </a:p>
        </p:txBody>
      </p:sp>
      <p:sp>
        <p:nvSpPr>
          <p:cNvPr id="4" name="Slide Number Placeholder 3"/>
          <p:cNvSpPr>
            <a:spLocks noGrp="1"/>
          </p:cNvSpPr>
          <p:nvPr>
            <p:ph type="sldNum" sz="quarter" idx="5"/>
          </p:nvPr>
        </p:nvSpPr>
        <p:spPr/>
        <p:txBody>
          <a:bodyPr/>
          <a:lstStyle/>
          <a:p>
            <a:fld id="{83287875-88CF-413C-92CE-F5B3C9AE631E}" type="slidenum">
              <a:rPr lang="en-IN" smtClean="0"/>
              <a:t>4</a:t>
            </a:fld>
            <a:endParaRPr lang="en-IN"/>
          </a:p>
        </p:txBody>
      </p:sp>
    </p:spTree>
    <p:extLst>
      <p:ext uri="{BB962C8B-B14F-4D97-AF65-F5344CB8AC3E}">
        <p14:creationId xmlns:p14="http://schemas.microsoft.com/office/powerpoint/2010/main" val="594197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a:t>
            </a:r>
          </a:p>
        </p:txBody>
      </p:sp>
      <p:sp>
        <p:nvSpPr>
          <p:cNvPr id="4" name="Slide Number Placeholder 3"/>
          <p:cNvSpPr>
            <a:spLocks noGrp="1"/>
          </p:cNvSpPr>
          <p:nvPr>
            <p:ph type="sldNum" sz="quarter" idx="5"/>
          </p:nvPr>
        </p:nvSpPr>
        <p:spPr/>
        <p:txBody>
          <a:bodyPr/>
          <a:lstStyle/>
          <a:p>
            <a:fld id="{83287875-88CF-413C-92CE-F5B3C9AE631E}" type="slidenum">
              <a:rPr lang="en-IN" smtClean="0"/>
              <a:t>15</a:t>
            </a:fld>
            <a:endParaRPr lang="en-IN"/>
          </a:p>
        </p:txBody>
      </p:sp>
    </p:spTree>
    <p:extLst>
      <p:ext uri="{BB962C8B-B14F-4D97-AF65-F5344CB8AC3E}">
        <p14:creationId xmlns:p14="http://schemas.microsoft.com/office/powerpoint/2010/main" val="2201406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0" i="0" u="sng" dirty="0">
                <a:solidFill>
                  <a:srgbClr val="3367D6"/>
                </a:solidFill>
                <a:effectLst/>
                <a:latin typeface="Roboto"/>
                <a:hlinkClick r:id="rId3"/>
              </a:rPr>
              <a:t>https://byjus.com/maths/logarithm-table/#:~:text=In%20mathematics%2C%20the%20logarithm%20table,table%20is%20given%20in%20detail</a:t>
            </a:r>
            <a:r>
              <a:rPr lang="en-IN" b="0" i="0" dirty="0">
                <a:solidFill>
                  <a:srgbClr val="202124"/>
                </a:solidFill>
                <a:effectLst/>
                <a:latin typeface="Roboto"/>
              </a:rPr>
              <a:t>.</a:t>
            </a:r>
            <a:endParaRPr lang="en-IN" dirty="0"/>
          </a:p>
          <a:p>
            <a:endParaRPr lang="en-IN" dirty="0"/>
          </a:p>
        </p:txBody>
      </p:sp>
      <p:sp>
        <p:nvSpPr>
          <p:cNvPr id="4" name="Slide Number Placeholder 3"/>
          <p:cNvSpPr>
            <a:spLocks noGrp="1"/>
          </p:cNvSpPr>
          <p:nvPr>
            <p:ph type="sldNum" sz="quarter" idx="5"/>
          </p:nvPr>
        </p:nvSpPr>
        <p:spPr/>
        <p:txBody>
          <a:bodyPr/>
          <a:lstStyle/>
          <a:p>
            <a:fld id="{83287875-88CF-413C-92CE-F5B3C9AE631E}" type="slidenum">
              <a:rPr lang="en-IN" smtClean="0"/>
              <a:t>16</a:t>
            </a:fld>
            <a:endParaRPr lang="en-IN"/>
          </a:p>
        </p:txBody>
      </p:sp>
    </p:spTree>
    <p:extLst>
      <p:ext uri="{BB962C8B-B14F-4D97-AF65-F5344CB8AC3E}">
        <p14:creationId xmlns:p14="http://schemas.microsoft.com/office/powerpoint/2010/main" val="967827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287875-88CF-413C-92CE-F5B3C9AE631E}" type="slidenum">
              <a:rPr lang="en-IN" smtClean="0"/>
              <a:t>28</a:t>
            </a:fld>
            <a:endParaRPr lang="en-IN"/>
          </a:p>
        </p:txBody>
      </p:sp>
    </p:spTree>
    <p:extLst>
      <p:ext uri="{BB962C8B-B14F-4D97-AF65-F5344CB8AC3E}">
        <p14:creationId xmlns:p14="http://schemas.microsoft.com/office/powerpoint/2010/main" val="761464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42" Type="http://schemas.openxmlformats.org/officeDocument/2006/relationships/image" Target="../media/image38.png"/><Relationship Id="rId47" Type="http://schemas.openxmlformats.org/officeDocument/2006/relationships/customXml" Target="../ink/ink4.xml"/><Relationship Id="rId63" Type="http://schemas.openxmlformats.org/officeDocument/2006/relationships/customXml" Target="../ink/ink12.xml"/><Relationship Id="rId68" Type="http://schemas.openxmlformats.org/officeDocument/2006/relationships/image" Target="../media/image51.png"/><Relationship Id="rId84" Type="http://schemas.openxmlformats.org/officeDocument/2006/relationships/image" Target="../media/image59.png"/><Relationship Id="rId89" Type="http://schemas.openxmlformats.org/officeDocument/2006/relationships/customXml" Target="../ink/ink22.xml"/><Relationship Id="rId112" Type="http://schemas.openxmlformats.org/officeDocument/2006/relationships/image" Target="../media/image73.png"/><Relationship Id="rId71" Type="http://schemas.openxmlformats.org/officeDocument/2006/relationships/customXml" Target="../ink/ink16.xml"/><Relationship Id="rId92" Type="http://schemas.openxmlformats.org/officeDocument/2006/relationships/image" Target="../media/image63.png"/><Relationship Id="rId2" Type="http://schemas.openxmlformats.org/officeDocument/2006/relationships/image" Target="../media/image17.png"/><Relationship Id="rId107" Type="http://schemas.openxmlformats.org/officeDocument/2006/relationships/customXml" Target="../ink/ink31.xml"/><Relationship Id="rId45" Type="http://schemas.openxmlformats.org/officeDocument/2006/relationships/customXml" Target="../ink/ink3.xml"/><Relationship Id="rId53" Type="http://schemas.openxmlformats.org/officeDocument/2006/relationships/customXml" Target="../ink/ink7.xml"/><Relationship Id="rId58" Type="http://schemas.openxmlformats.org/officeDocument/2006/relationships/image" Target="../media/image46.png"/><Relationship Id="rId66" Type="http://schemas.openxmlformats.org/officeDocument/2006/relationships/image" Target="../media/image50.png"/><Relationship Id="rId79" Type="http://schemas.openxmlformats.org/officeDocument/2006/relationships/customXml" Target="../ink/ink17.xml"/><Relationship Id="rId87" Type="http://schemas.openxmlformats.org/officeDocument/2006/relationships/customXml" Target="../ink/ink21.xml"/><Relationship Id="rId102" Type="http://schemas.openxmlformats.org/officeDocument/2006/relationships/image" Target="../media/image68.png"/><Relationship Id="rId110" Type="http://schemas.openxmlformats.org/officeDocument/2006/relationships/image" Target="../media/image72.png"/><Relationship Id="rId115" Type="http://schemas.openxmlformats.org/officeDocument/2006/relationships/customXml" Target="../ink/ink35.xml"/><Relationship Id="rId61" Type="http://schemas.openxmlformats.org/officeDocument/2006/relationships/customXml" Target="../ink/ink11.xml"/><Relationship Id="rId82" Type="http://schemas.openxmlformats.org/officeDocument/2006/relationships/image" Target="../media/image58.png"/><Relationship Id="rId90" Type="http://schemas.openxmlformats.org/officeDocument/2006/relationships/image" Target="../media/image62.png"/><Relationship Id="rId95" Type="http://schemas.openxmlformats.org/officeDocument/2006/relationships/customXml" Target="../ink/ink25.xml"/><Relationship Id="rId43" Type="http://schemas.openxmlformats.org/officeDocument/2006/relationships/customXml" Target="../ink/ink2.xml"/><Relationship Id="rId48" Type="http://schemas.openxmlformats.org/officeDocument/2006/relationships/image" Target="../media/image41.png"/><Relationship Id="rId56" Type="http://schemas.openxmlformats.org/officeDocument/2006/relationships/image" Target="../media/image45.png"/><Relationship Id="rId64" Type="http://schemas.openxmlformats.org/officeDocument/2006/relationships/image" Target="../media/image49.png"/><Relationship Id="rId69" Type="http://schemas.openxmlformats.org/officeDocument/2006/relationships/customXml" Target="../ink/ink15.xml"/><Relationship Id="rId100" Type="http://schemas.openxmlformats.org/officeDocument/2006/relationships/image" Target="../media/image67.png"/><Relationship Id="rId105" Type="http://schemas.openxmlformats.org/officeDocument/2006/relationships/customXml" Target="../ink/ink30.xml"/><Relationship Id="rId113" Type="http://schemas.openxmlformats.org/officeDocument/2006/relationships/customXml" Target="../ink/ink34.xml"/><Relationship Id="rId51" Type="http://schemas.openxmlformats.org/officeDocument/2006/relationships/customXml" Target="../ink/ink6.xml"/><Relationship Id="rId80" Type="http://schemas.openxmlformats.org/officeDocument/2006/relationships/image" Target="../media/image57.png"/><Relationship Id="rId85" Type="http://schemas.openxmlformats.org/officeDocument/2006/relationships/customXml" Target="../ink/ink20.xml"/><Relationship Id="rId93" Type="http://schemas.openxmlformats.org/officeDocument/2006/relationships/customXml" Target="../ink/ink24.xml"/><Relationship Id="rId98" Type="http://schemas.openxmlformats.org/officeDocument/2006/relationships/image" Target="../media/image66.png"/><Relationship Id="rId3" Type="http://schemas.openxmlformats.org/officeDocument/2006/relationships/customXml" Target="../ink/ink1.xml"/><Relationship Id="rId46" Type="http://schemas.openxmlformats.org/officeDocument/2006/relationships/image" Target="../media/image40.png"/><Relationship Id="rId59" Type="http://schemas.openxmlformats.org/officeDocument/2006/relationships/customXml" Target="../ink/ink10.xml"/><Relationship Id="rId67" Type="http://schemas.openxmlformats.org/officeDocument/2006/relationships/customXml" Target="../ink/ink14.xml"/><Relationship Id="rId103" Type="http://schemas.openxmlformats.org/officeDocument/2006/relationships/customXml" Target="../ink/ink29.xml"/><Relationship Id="rId108" Type="http://schemas.openxmlformats.org/officeDocument/2006/relationships/image" Target="../media/image71.png"/><Relationship Id="rId116" Type="http://schemas.openxmlformats.org/officeDocument/2006/relationships/image" Target="../media/image75.png"/><Relationship Id="rId54" Type="http://schemas.openxmlformats.org/officeDocument/2006/relationships/image" Target="../media/image44.png"/><Relationship Id="rId62" Type="http://schemas.openxmlformats.org/officeDocument/2006/relationships/image" Target="../media/image48.png"/><Relationship Id="rId70" Type="http://schemas.openxmlformats.org/officeDocument/2006/relationships/image" Target="../media/image52.png"/><Relationship Id="rId83" Type="http://schemas.openxmlformats.org/officeDocument/2006/relationships/customXml" Target="../ink/ink19.xml"/><Relationship Id="rId88" Type="http://schemas.openxmlformats.org/officeDocument/2006/relationships/image" Target="../media/image61.png"/><Relationship Id="rId91" Type="http://schemas.openxmlformats.org/officeDocument/2006/relationships/customXml" Target="../ink/ink23.xml"/><Relationship Id="rId96" Type="http://schemas.openxmlformats.org/officeDocument/2006/relationships/image" Target="../media/image65.png"/><Relationship Id="rId111" Type="http://schemas.openxmlformats.org/officeDocument/2006/relationships/customXml" Target="../ink/ink33.xml"/><Relationship Id="rId1" Type="http://schemas.openxmlformats.org/officeDocument/2006/relationships/slideLayout" Target="../slideLayouts/slideLayout2.xml"/><Relationship Id="rId49" Type="http://schemas.openxmlformats.org/officeDocument/2006/relationships/customXml" Target="../ink/ink5.xml"/><Relationship Id="rId57" Type="http://schemas.openxmlformats.org/officeDocument/2006/relationships/customXml" Target="../ink/ink9.xml"/><Relationship Id="rId106" Type="http://schemas.openxmlformats.org/officeDocument/2006/relationships/image" Target="../media/image70.png"/><Relationship Id="rId114" Type="http://schemas.openxmlformats.org/officeDocument/2006/relationships/image" Target="../media/image74.png"/><Relationship Id="rId44" Type="http://schemas.openxmlformats.org/officeDocument/2006/relationships/image" Target="../media/image39.png"/><Relationship Id="rId52" Type="http://schemas.openxmlformats.org/officeDocument/2006/relationships/image" Target="../media/image43.png"/><Relationship Id="rId60" Type="http://schemas.openxmlformats.org/officeDocument/2006/relationships/image" Target="../media/image47.png"/><Relationship Id="rId65" Type="http://schemas.openxmlformats.org/officeDocument/2006/relationships/customXml" Target="../ink/ink13.xml"/><Relationship Id="rId78" Type="http://schemas.openxmlformats.org/officeDocument/2006/relationships/image" Target="../media/image56.png"/><Relationship Id="rId81" Type="http://schemas.openxmlformats.org/officeDocument/2006/relationships/customXml" Target="../ink/ink18.xml"/><Relationship Id="rId86" Type="http://schemas.openxmlformats.org/officeDocument/2006/relationships/image" Target="../media/image60.png"/><Relationship Id="rId94" Type="http://schemas.openxmlformats.org/officeDocument/2006/relationships/image" Target="../media/image64.png"/><Relationship Id="rId99" Type="http://schemas.openxmlformats.org/officeDocument/2006/relationships/customXml" Target="../ink/ink27.xml"/><Relationship Id="rId101" Type="http://schemas.openxmlformats.org/officeDocument/2006/relationships/customXml" Target="../ink/ink28.xml"/><Relationship Id="rId109" Type="http://schemas.openxmlformats.org/officeDocument/2006/relationships/customXml" Target="../ink/ink32.xml"/><Relationship Id="rId50" Type="http://schemas.openxmlformats.org/officeDocument/2006/relationships/image" Target="../media/image42.png"/><Relationship Id="rId55" Type="http://schemas.openxmlformats.org/officeDocument/2006/relationships/customXml" Target="../ink/ink8.xml"/><Relationship Id="rId97" Type="http://schemas.openxmlformats.org/officeDocument/2006/relationships/customXml" Target="../ink/ink26.xml"/><Relationship Id="rId104" Type="http://schemas.openxmlformats.org/officeDocument/2006/relationships/image" Target="../media/image69.png"/></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Explain Log and </a:t>
            </a:r>
            <a:r>
              <a:rPr lang="en-IN"/>
              <a:t>Exp</a:t>
            </a:r>
          </a:p>
        </p:txBody>
      </p:sp>
      <p:sp>
        <p:nvSpPr>
          <p:cNvPr id="3" name="Subtitle 2"/>
          <p:cNvSpPr>
            <a:spLocks noGrp="1"/>
          </p:cNvSpPr>
          <p:nvPr>
            <p:ph type="subTitle" idx="1"/>
          </p:nvPr>
        </p:nvSpPr>
        <p:spPr/>
        <p:txBody>
          <a:bodyPr/>
          <a:lstStyle/>
          <a:p>
            <a:r>
              <a:rPr lang="en-IN" dirty="0"/>
              <a:t>Training</a:t>
            </a:r>
          </a:p>
        </p:txBody>
      </p:sp>
    </p:spTree>
    <p:extLst>
      <p:ext uri="{BB962C8B-B14F-4D97-AF65-F5344CB8AC3E}">
        <p14:creationId xmlns:p14="http://schemas.microsoft.com/office/powerpoint/2010/main" val="338859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656F93-F8BE-4C33-A6F7-8B966701BF6D}"/>
              </a:ext>
            </a:extLst>
          </p:cNvPr>
          <p:cNvPicPr>
            <a:picLocks noChangeAspect="1"/>
          </p:cNvPicPr>
          <p:nvPr/>
        </p:nvPicPr>
        <p:blipFill rotWithShape="1">
          <a:blip r:embed="rId2"/>
          <a:srcRect l="5833" t="11853" r="4166" b="17037"/>
          <a:stretch/>
        </p:blipFill>
        <p:spPr>
          <a:xfrm>
            <a:off x="533400" y="609600"/>
            <a:ext cx="8229600" cy="3657600"/>
          </a:xfrm>
          <a:prstGeom prst="rect">
            <a:avLst/>
          </a:prstGeom>
        </p:spPr>
      </p:pic>
      <p:sp>
        <p:nvSpPr>
          <p:cNvPr id="4" name="TextBox 3">
            <a:extLst>
              <a:ext uri="{FF2B5EF4-FFF2-40B4-BE49-F238E27FC236}">
                <a16:creationId xmlns:a16="http://schemas.microsoft.com/office/drawing/2014/main" id="{F6675AA1-CB1E-4F27-AF6E-A295321562B8}"/>
              </a:ext>
            </a:extLst>
          </p:cNvPr>
          <p:cNvSpPr txBox="1"/>
          <p:nvPr/>
        </p:nvSpPr>
        <p:spPr>
          <a:xfrm>
            <a:off x="5943600" y="4419600"/>
            <a:ext cx="2071401" cy="369332"/>
          </a:xfrm>
          <a:prstGeom prst="rect">
            <a:avLst/>
          </a:prstGeom>
          <a:noFill/>
        </p:spPr>
        <p:txBody>
          <a:bodyPr wrap="none" rtlCol="0">
            <a:spAutoFit/>
          </a:bodyPr>
          <a:lstStyle/>
          <a:p>
            <a:r>
              <a:rPr lang="en-IN" dirty="0"/>
              <a:t>Log base 5 of 25 is 2</a:t>
            </a:r>
          </a:p>
        </p:txBody>
      </p:sp>
      <p:sp>
        <p:nvSpPr>
          <p:cNvPr id="5" name="TextBox 4">
            <a:extLst>
              <a:ext uri="{FF2B5EF4-FFF2-40B4-BE49-F238E27FC236}">
                <a16:creationId xmlns:a16="http://schemas.microsoft.com/office/drawing/2014/main" id="{56A68C19-2B65-4576-B19D-9A519C08EE11}"/>
              </a:ext>
            </a:extLst>
          </p:cNvPr>
          <p:cNvSpPr txBox="1"/>
          <p:nvPr/>
        </p:nvSpPr>
        <p:spPr>
          <a:xfrm>
            <a:off x="5943599" y="240268"/>
            <a:ext cx="1954381" cy="369332"/>
          </a:xfrm>
          <a:prstGeom prst="rect">
            <a:avLst/>
          </a:prstGeom>
          <a:noFill/>
        </p:spPr>
        <p:txBody>
          <a:bodyPr wrap="none" rtlCol="0">
            <a:spAutoFit/>
          </a:bodyPr>
          <a:lstStyle/>
          <a:p>
            <a:r>
              <a:rPr lang="en-IN" dirty="0"/>
              <a:t>Log base 2 of 8 is 3</a:t>
            </a:r>
          </a:p>
        </p:txBody>
      </p:sp>
    </p:spTree>
    <p:extLst>
      <p:ext uri="{BB962C8B-B14F-4D97-AF65-F5344CB8AC3E}">
        <p14:creationId xmlns:p14="http://schemas.microsoft.com/office/powerpoint/2010/main" val="3737061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656F93-F8BE-4C33-A6F7-8B966701BF6D}"/>
              </a:ext>
            </a:extLst>
          </p:cNvPr>
          <p:cNvPicPr>
            <a:picLocks noChangeAspect="1"/>
          </p:cNvPicPr>
          <p:nvPr/>
        </p:nvPicPr>
        <p:blipFill rotWithShape="1">
          <a:blip r:embed="rId2"/>
          <a:srcRect l="6713" t="12521" r="4758" b="17703"/>
          <a:stretch/>
        </p:blipFill>
        <p:spPr>
          <a:xfrm>
            <a:off x="613900" y="644073"/>
            <a:ext cx="8095017" cy="3588864"/>
          </a:xfrm>
          <a:prstGeom prst="rect">
            <a:avLst/>
          </a:prstGeom>
        </p:spPr>
      </p:pic>
      <p:sp>
        <p:nvSpPr>
          <p:cNvPr id="3" name="Freeform: Shape 2">
            <a:extLst>
              <a:ext uri="{FF2B5EF4-FFF2-40B4-BE49-F238E27FC236}">
                <a16:creationId xmlns:a16="http://schemas.microsoft.com/office/drawing/2014/main" id="{1CBD59FC-B277-47E2-A02E-9E5253DE0664}"/>
              </a:ext>
            </a:extLst>
          </p:cNvPr>
          <p:cNvSpPr/>
          <p:nvPr/>
        </p:nvSpPr>
        <p:spPr>
          <a:xfrm>
            <a:off x="514218" y="5600700"/>
            <a:ext cx="14420" cy="414338"/>
          </a:xfrm>
          <a:custGeom>
            <a:avLst/>
            <a:gdLst>
              <a:gd name="connsiteX0" fmla="*/ 14420 w 14420"/>
              <a:gd name="connsiteY0" fmla="*/ 0 h 414338"/>
              <a:gd name="connsiteX1" fmla="*/ 132 w 14420"/>
              <a:gd name="connsiteY1" fmla="*/ 414338 h 414338"/>
            </a:gdLst>
            <a:ahLst/>
            <a:cxnLst>
              <a:cxn ang="0">
                <a:pos x="connsiteX0" y="connsiteY0"/>
              </a:cxn>
              <a:cxn ang="0">
                <a:pos x="connsiteX1" y="connsiteY1"/>
              </a:cxn>
            </a:cxnLst>
            <a:rect l="l" t="t" r="r" b="b"/>
            <a:pathLst>
              <a:path w="14420" h="414338">
                <a:moveTo>
                  <a:pt x="14420" y="0"/>
                </a:moveTo>
                <a:cubicBezTo>
                  <a:pt x="-2371" y="319022"/>
                  <a:pt x="132" y="180850"/>
                  <a:pt x="132" y="4143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reeform: Shape 3">
            <a:extLst>
              <a:ext uri="{FF2B5EF4-FFF2-40B4-BE49-F238E27FC236}">
                <a16:creationId xmlns:a16="http://schemas.microsoft.com/office/drawing/2014/main" id="{1512B35C-7531-498D-A1DE-6504084F1FA6}"/>
              </a:ext>
            </a:extLst>
          </p:cNvPr>
          <p:cNvSpPr/>
          <p:nvPr/>
        </p:nvSpPr>
        <p:spPr>
          <a:xfrm>
            <a:off x="613901" y="5583558"/>
            <a:ext cx="544432" cy="531492"/>
          </a:xfrm>
          <a:custGeom>
            <a:avLst/>
            <a:gdLst>
              <a:gd name="connsiteX0" fmla="*/ 400512 w 544432"/>
              <a:gd name="connsiteY0" fmla="*/ 102867 h 531492"/>
              <a:gd name="connsiteX1" fmla="*/ 329074 w 544432"/>
              <a:gd name="connsiteY1" fmla="*/ 2855 h 531492"/>
              <a:gd name="connsiteX2" fmla="*/ 143337 w 544432"/>
              <a:gd name="connsiteY2" fmla="*/ 102867 h 531492"/>
              <a:gd name="connsiteX3" fmla="*/ 71899 w 544432"/>
              <a:gd name="connsiteY3" fmla="*/ 131442 h 531492"/>
              <a:gd name="connsiteX4" fmla="*/ 43324 w 544432"/>
              <a:gd name="connsiteY4" fmla="*/ 174305 h 531492"/>
              <a:gd name="connsiteX5" fmla="*/ 29037 w 544432"/>
              <a:gd name="connsiteY5" fmla="*/ 231455 h 531492"/>
              <a:gd name="connsiteX6" fmla="*/ 462 w 544432"/>
              <a:gd name="connsiteY6" fmla="*/ 331467 h 531492"/>
              <a:gd name="connsiteX7" fmla="*/ 57612 w 544432"/>
              <a:gd name="connsiteY7" fmla="*/ 517205 h 531492"/>
              <a:gd name="connsiteX8" fmla="*/ 129049 w 544432"/>
              <a:gd name="connsiteY8" fmla="*/ 531492 h 531492"/>
              <a:gd name="connsiteX9" fmla="*/ 300499 w 544432"/>
              <a:gd name="connsiteY9" fmla="*/ 502917 h 531492"/>
              <a:gd name="connsiteX10" fmla="*/ 471949 w 544432"/>
              <a:gd name="connsiteY10" fmla="*/ 488630 h 531492"/>
              <a:gd name="connsiteX11" fmla="*/ 529099 w 544432"/>
              <a:gd name="connsiteY11" fmla="*/ 374330 h 531492"/>
              <a:gd name="connsiteX12" fmla="*/ 543387 w 544432"/>
              <a:gd name="connsiteY12" fmla="*/ 245742 h 531492"/>
              <a:gd name="connsiteX13" fmla="*/ 500524 w 544432"/>
              <a:gd name="connsiteY13" fmla="*/ 131442 h 531492"/>
              <a:gd name="connsiteX14" fmla="*/ 443374 w 544432"/>
              <a:gd name="connsiteY14" fmla="*/ 102867 h 531492"/>
              <a:gd name="connsiteX15" fmla="*/ 300499 w 544432"/>
              <a:gd name="connsiteY15" fmla="*/ 74292 h 53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432" h="531492">
                <a:moveTo>
                  <a:pt x="400512" y="102867"/>
                </a:moveTo>
                <a:cubicBezTo>
                  <a:pt x="376699" y="69530"/>
                  <a:pt x="368231" y="14903"/>
                  <a:pt x="329074" y="2855"/>
                </a:cubicBezTo>
                <a:cubicBezTo>
                  <a:pt x="263317" y="-17378"/>
                  <a:pt x="188770" y="75607"/>
                  <a:pt x="143337" y="102867"/>
                </a:cubicBezTo>
                <a:cubicBezTo>
                  <a:pt x="121345" y="116062"/>
                  <a:pt x="95712" y="121917"/>
                  <a:pt x="71899" y="131442"/>
                </a:cubicBezTo>
                <a:cubicBezTo>
                  <a:pt x="62374" y="145730"/>
                  <a:pt x="50088" y="158522"/>
                  <a:pt x="43324" y="174305"/>
                </a:cubicBezTo>
                <a:cubicBezTo>
                  <a:pt x="35589" y="192354"/>
                  <a:pt x="34204" y="212511"/>
                  <a:pt x="29037" y="231455"/>
                </a:cubicBezTo>
                <a:cubicBezTo>
                  <a:pt x="19914" y="264905"/>
                  <a:pt x="9987" y="298130"/>
                  <a:pt x="462" y="331467"/>
                </a:cubicBezTo>
                <a:cubicBezTo>
                  <a:pt x="9019" y="425595"/>
                  <a:pt x="-26642" y="485610"/>
                  <a:pt x="57612" y="517205"/>
                </a:cubicBezTo>
                <a:cubicBezTo>
                  <a:pt x="80350" y="525732"/>
                  <a:pt x="105237" y="526730"/>
                  <a:pt x="129049" y="531492"/>
                </a:cubicBezTo>
                <a:cubicBezTo>
                  <a:pt x="186199" y="521967"/>
                  <a:pt x="243008" y="510103"/>
                  <a:pt x="300499" y="502917"/>
                </a:cubicBezTo>
                <a:cubicBezTo>
                  <a:pt x="357404" y="495804"/>
                  <a:pt x="421966" y="516745"/>
                  <a:pt x="471949" y="488630"/>
                </a:cubicBezTo>
                <a:cubicBezTo>
                  <a:pt x="509076" y="467746"/>
                  <a:pt x="510049" y="412430"/>
                  <a:pt x="529099" y="374330"/>
                </a:cubicBezTo>
                <a:cubicBezTo>
                  <a:pt x="533862" y="331467"/>
                  <a:pt x="548426" y="288573"/>
                  <a:pt x="543387" y="245742"/>
                </a:cubicBezTo>
                <a:cubicBezTo>
                  <a:pt x="538633" y="205330"/>
                  <a:pt x="523859" y="164777"/>
                  <a:pt x="500524" y="131442"/>
                </a:cubicBezTo>
                <a:cubicBezTo>
                  <a:pt x="488310" y="113994"/>
                  <a:pt x="463580" y="109602"/>
                  <a:pt x="443374" y="102867"/>
                </a:cubicBezTo>
                <a:cubicBezTo>
                  <a:pt x="350719" y="71982"/>
                  <a:pt x="360856" y="74292"/>
                  <a:pt x="300499" y="7429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reeform: Shape 4">
            <a:extLst>
              <a:ext uri="{FF2B5EF4-FFF2-40B4-BE49-F238E27FC236}">
                <a16:creationId xmlns:a16="http://schemas.microsoft.com/office/drawing/2014/main" id="{9F1D7B46-18C7-41D7-97C9-744FF03F5E67}"/>
              </a:ext>
            </a:extLst>
          </p:cNvPr>
          <p:cNvSpPr/>
          <p:nvPr/>
        </p:nvSpPr>
        <p:spPr>
          <a:xfrm>
            <a:off x="828675" y="5114599"/>
            <a:ext cx="357188" cy="443240"/>
          </a:xfrm>
          <a:custGeom>
            <a:avLst/>
            <a:gdLst>
              <a:gd name="connsiteX0" fmla="*/ 200025 w 357188"/>
              <a:gd name="connsiteY0" fmla="*/ 43189 h 443240"/>
              <a:gd name="connsiteX1" fmla="*/ 271463 w 357188"/>
              <a:gd name="connsiteY1" fmla="*/ 326 h 443240"/>
              <a:gd name="connsiteX2" fmla="*/ 300038 w 357188"/>
              <a:gd name="connsiteY2" fmla="*/ 57476 h 443240"/>
              <a:gd name="connsiteX3" fmla="*/ 314325 w 357188"/>
              <a:gd name="connsiteY3" fmla="*/ 271789 h 443240"/>
              <a:gd name="connsiteX4" fmla="*/ 357188 w 357188"/>
              <a:gd name="connsiteY4" fmla="*/ 357514 h 443240"/>
              <a:gd name="connsiteX5" fmla="*/ 271463 w 357188"/>
              <a:gd name="connsiteY5" fmla="*/ 414664 h 443240"/>
              <a:gd name="connsiteX6" fmla="*/ 157163 w 357188"/>
              <a:gd name="connsiteY6" fmla="*/ 428951 h 443240"/>
              <a:gd name="connsiteX7" fmla="*/ 0 w 357188"/>
              <a:gd name="connsiteY7" fmla="*/ 443239 h 44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188" h="443240">
                <a:moveTo>
                  <a:pt x="200025" y="43189"/>
                </a:moveTo>
                <a:cubicBezTo>
                  <a:pt x="223838" y="28901"/>
                  <a:pt x="243972" y="-3601"/>
                  <a:pt x="271463" y="326"/>
                </a:cubicBezTo>
                <a:cubicBezTo>
                  <a:pt x="292548" y="3338"/>
                  <a:pt x="296716" y="36438"/>
                  <a:pt x="300038" y="57476"/>
                </a:cubicBezTo>
                <a:cubicBezTo>
                  <a:pt x="311204" y="128196"/>
                  <a:pt x="309563" y="200351"/>
                  <a:pt x="314325" y="271789"/>
                </a:cubicBezTo>
                <a:cubicBezTo>
                  <a:pt x="196783" y="310969"/>
                  <a:pt x="357188" y="244004"/>
                  <a:pt x="357188" y="357514"/>
                </a:cubicBezTo>
                <a:cubicBezTo>
                  <a:pt x="357188" y="391857"/>
                  <a:pt x="303805" y="403113"/>
                  <a:pt x="271463" y="414664"/>
                </a:cubicBezTo>
                <a:cubicBezTo>
                  <a:pt x="235303" y="427578"/>
                  <a:pt x="195325" y="424711"/>
                  <a:pt x="157163" y="428951"/>
                </a:cubicBezTo>
                <a:cubicBezTo>
                  <a:pt x="24306" y="443713"/>
                  <a:pt x="60682" y="443239"/>
                  <a:pt x="0" y="4432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AC5197CB-C8A5-421B-8284-7FD0E3FD0753}"/>
              </a:ext>
            </a:extLst>
          </p:cNvPr>
          <p:cNvSpPr/>
          <p:nvPr/>
        </p:nvSpPr>
        <p:spPr>
          <a:xfrm>
            <a:off x="1571625" y="5715000"/>
            <a:ext cx="285750" cy="28688"/>
          </a:xfrm>
          <a:custGeom>
            <a:avLst/>
            <a:gdLst>
              <a:gd name="connsiteX0" fmla="*/ 0 w 285750"/>
              <a:gd name="connsiteY0" fmla="*/ 0 h 28688"/>
              <a:gd name="connsiteX1" fmla="*/ 157163 w 285750"/>
              <a:gd name="connsiteY1" fmla="*/ 14288 h 28688"/>
              <a:gd name="connsiteX2" fmla="*/ 285750 w 285750"/>
              <a:gd name="connsiteY2" fmla="*/ 28575 h 28688"/>
            </a:gdLst>
            <a:ahLst/>
            <a:cxnLst>
              <a:cxn ang="0">
                <a:pos x="connsiteX0" y="connsiteY0"/>
              </a:cxn>
              <a:cxn ang="0">
                <a:pos x="connsiteX1" y="connsiteY1"/>
              </a:cxn>
              <a:cxn ang="0">
                <a:pos x="connsiteX2" y="connsiteY2"/>
              </a:cxn>
            </a:cxnLst>
            <a:rect l="l" t="t" r="r" b="b"/>
            <a:pathLst>
              <a:path w="285750" h="28688">
                <a:moveTo>
                  <a:pt x="0" y="0"/>
                </a:moveTo>
                <a:cubicBezTo>
                  <a:pt x="52388" y="4763"/>
                  <a:pt x="104920" y="8142"/>
                  <a:pt x="157163" y="14288"/>
                </a:cubicBezTo>
                <a:cubicBezTo>
                  <a:pt x="298567" y="30924"/>
                  <a:pt x="193409" y="28575"/>
                  <a:pt x="285750" y="285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reeform: Shape 6">
            <a:extLst>
              <a:ext uri="{FF2B5EF4-FFF2-40B4-BE49-F238E27FC236}">
                <a16:creationId xmlns:a16="http://schemas.microsoft.com/office/drawing/2014/main" id="{37E1AD71-FF13-4351-93BF-F5B2D7C567DB}"/>
              </a:ext>
            </a:extLst>
          </p:cNvPr>
          <p:cNvSpPr/>
          <p:nvPr/>
        </p:nvSpPr>
        <p:spPr>
          <a:xfrm>
            <a:off x="1528763" y="6114981"/>
            <a:ext cx="500062" cy="14357"/>
          </a:xfrm>
          <a:custGeom>
            <a:avLst/>
            <a:gdLst>
              <a:gd name="connsiteX0" fmla="*/ 0 w 500062"/>
              <a:gd name="connsiteY0" fmla="*/ 14357 h 14357"/>
              <a:gd name="connsiteX1" fmla="*/ 500062 w 500062"/>
              <a:gd name="connsiteY1" fmla="*/ 69 h 14357"/>
            </a:gdLst>
            <a:ahLst/>
            <a:cxnLst>
              <a:cxn ang="0">
                <a:pos x="connsiteX0" y="connsiteY0"/>
              </a:cxn>
              <a:cxn ang="0">
                <a:pos x="connsiteX1" y="connsiteY1"/>
              </a:cxn>
            </a:cxnLst>
            <a:rect l="l" t="t" r="r" b="b"/>
            <a:pathLst>
              <a:path w="500062" h="14357">
                <a:moveTo>
                  <a:pt x="0" y="14357"/>
                </a:moveTo>
                <a:cubicBezTo>
                  <a:pt x="404774" y="-1835"/>
                  <a:pt x="238029" y="69"/>
                  <a:pt x="500062" y="6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reeform: Shape 7">
            <a:extLst>
              <a:ext uri="{FF2B5EF4-FFF2-40B4-BE49-F238E27FC236}">
                <a16:creationId xmlns:a16="http://schemas.microsoft.com/office/drawing/2014/main" id="{C01B6473-2A06-48E3-8031-5EDAA4526143}"/>
              </a:ext>
            </a:extLst>
          </p:cNvPr>
          <p:cNvSpPr/>
          <p:nvPr/>
        </p:nvSpPr>
        <p:spPr>
          <a:xfrm>
            <a:off x="2328843" y="5686425"/>
            <a:ext cx="103242" cy="628650"/>
          </a:xfrm>
          <a:custGeom>
            <a:avLst/>
            <a:gdLst>
              <a:gd name="connsiteX0" fmla="*/ 14307 w 103242"/>
              <a:gd name="connsiteY0" fmla="*/ 0 h 628650"/>
              <a:gd name="connsiteX1" fmla="*/ 28595 w 103242"/>
              <a:gd name="connsiteY1" fmla="*/ 100013 h 628650"/>
              <a:gd name="connsiteX2" fmla="*/ 42882 w 103242"/>
              <a:gd name="connsiteY2" fmla="*/ 414338 h 628650"/>
              <a:gd name="connsiteX3" fmla="*/ 85745 w 103242"/>
              <a:gd name="connsiteY3" fmla="*/ 628650 h 628650"/>
              <a:gd name="connsiteX4" fmla="*/ 57170 w 103242"/>
              <a:gd name="connsiteY4" fmla="*/ 485775 h 628650"/>
              <a:gd name="connsiteX5" fmla="*/ 42882 w 103242"/>
              <a:gd name="connsiteY5" fmla="*/ 385763 h 628650"/>
              <a:gd name="connsiteX6" fmla="*/ 14307 w 103242"/>
              <a:gd name="connsiteY6" fmla="*/ 285750 h 628650"/>
              <a:gd name="connsiteX7" fmla="*/ 20 w 103242"/>
              <a:gd name="connsiteY7" fmla="*/ 142875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42" h="628650">
                <a:moveTo>
                  <a:pt x="14307" y="0"/>
                </a:moveTo>
                <a:cubicBezTo>
                  <a:pt x="19070" y="33338"/>
                  <a:pt x="26278" y="66417"/>
                  <a:pt x="28595" y="100013"/>
                </a:cubicBezTo>
                <a:cubicBezTo>
                  <a:pt x="35811" y="204648"/>
                  <a:pt x="31609" y="310062"/>
                  <a:pt x="42882" y="414338"/>
                </a:cubicBezTo>
                <a:cubicBezTo>
                  <a:pt x="50712" y="486768"/>
                  <a:pt x="71457" y="557213"/>
                  <a:pt x="85745" y="628650"/>
                </a:cubicBezTo>
                <a:cubicBezTo>
                  <a:pt x="115812" y="448241"/>
                  <a:pt x="107660" y="624622"/>
                  <a:pt x="57170" y="485775"/>
                </a:cubicBezTo>
                <a:cubicBezTo>
                  <a:pt x="45661" y="454127"/>
                  <a:pt x="49938" y="418691"/>
                  <a:pt x="42882" y="385763"/>
                </a:cubicBezTo>
                <a:cubicBezTo>
                  <a:pt x="35617" y="351861"/>
                  <a:pt x="23832" y="319088"/>
                  <a:pt x="14307" y="285750"/>
                </a:cubicBezTo>
                <a:cubicBezTo>
                  <a:pt x="-1161" y="161999"/>
                  <a:pt x="20" y="209846"/>
                  <a:pt x="20" y="1428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reeform: Shape 8">
            <a:extLst>
              <a:ext uri="{FF2B5EF4-FFF2-40B4-BE49-F238E27FC236}">
                <a16:creationId xmlns:a16="http://schemas.microsoft.com/office/drawing/2014/main" id="{9562C2CE-7089-49CE-BB00-E4F002B6F9A5}"/>
              </a:ext>
            </a:extLst>
          </p:cNvPr>
          <p:cNvSpPr/>
          <p:nvPr/>
        </p:nvSpPr>
        <p:spPr>
          <a:xfrm>
            <a:off x="2743200" y="5772129"/>
            <a:ext cx="386917" cy="414359"/>
          </a:xfrm>
          <a:custGeom>
            <a:avLst/>
            <a:gdLst>
              <a:gd name="connsiteX0" fmla="*/ 114300 w 386917"/>
              <a:gd name="connsiteY0" fmla="*/ 71459 h 414359"/>
              <a:gd name="connsiteX1" fmla="*/ 42863 w 386917"/>
              <a:gd name="connsiteY1" fmla="*/ 21 h 414359"/>
              <a:gd name="connsiteX2" fmla="*/ 0 w 386917"/>
              <a:gd name="connsiteY2" fmla="*/ 100034 h 414359"/>
              <a:gd name="connsiteX3" fmla="*/ 14288 w 386917"/>
              <a:gd name="connsiteY3" fmla="*/ 200046 h 414359"/>
              <a:gd name="connsiteX4" fmla="*/ 242888 w 386917"/>
              <a:gd name="connsiteY4" fmla="*/ 414359 h 414359"/>
              <a:gd name="connsiteX5" fmla="*/ 357188 w 386917"/>
              <a:gd name="connsiteY5" fmla="*/ 371496 h 414359"/>
              <a:gd name="connsiteX6" fmla="*/ 371475 w 386917"/>
              <a:gd name="connsiteY6" fmla="*/ 214334 h 414359"/>
              <a:gd name="connsiteX7" fmla="*/ 100013 w 386917"/>
              <a:gd name="connsiteY7" fmla="*/ 128609 h 41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917" h="414359">
                <a:moveTo>
                  <a:pt x="114300" y="71459"/>
                </a:moveTo>
                <a:cubicBezTo>
                  <a:pt x="90488" y="47646"/>
                  <a:pt x="76200" y="4784"/>
                  <a:pt x="42863" y="21"/>
                </a:cubicBezTo>
                <a:cubicBezTo>
                  <a:pt x="31628" y="-1584"/>
                  <a:pt x="3999" y="88037"/>
                  <a:pt x="0" y="100034"/>
                </a:cubicBezTo>
                <a:cubicBezTo>
                  <a:pt x="4763" y="133371"/>
                  <a:pt x="47" y="169530"/>
                  <a:pt x="14288" y="200046"/>
                </a:cubicBezTo>
                <a:cubicBezTo>
                  <a:pt x="67227" y="313487"/>
                  <a:pt x="143594" y="344853"/>
                  <a:pt x="242888" y="414359"/>
                </a:cubicBezTo>
                <a:cubicBezTo>
                  <a:pt x="280988" y="400071"/>
                  <a:pt x="325414" y="396915"/>
                  <a:pt x="357188" y="371496"/>
                </a:cubicBezTo>
                <a:cubicBezTo>
                  <a:pt x="390885" y="344539"/>
                  <a:pt x="396347" y="244733"/>
                  <a:pt x="371475" y="214334"/>
                </a:cubicBezTo>
                <a:cubicBezTo>
                  <a:pt x="302943" y="130573"/>
                  <a:pt x="196176" y="128609"/>
                  <a:pt x="100013" y="12860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reeform: Shape 9">
            <a:extLst>
              <a:ext uri="{FF2B5EF4-FFF2-40B4-BE49-F238E27FC236}">
                <a16:creationId xmlns:a16="http://schemas.microsoft.com/office/drawing/2014/main" id="{71252F7D-7E0E-42B4-BC58-A31C5AC567F1}"/>
              </a:ext>
            </a:extLst>
          </p:cNvPr>
          <p:cNvSpPr/>
          <p:nvPr/>
        </p:nvSpPr>
        <p:spPr>
          <a:xfrm>
            <a:off x="3427182" y="5743575"/>
            <a:ext cx="322035" cy="600087"/>
          </a:xfrm>
          <a:custGeom>
            <a:avLst/>
            <a:gdLst>
              <a:gd name="connsiteX0" fmla="*/ 201843 w 322035"/>
              <a:gd name="connsiteY0" fmla="*/ 142875 h 600087"/>
              <a:gd name="connsiteX1" fmla="*/ 130406 w 322035"/>
              <a:gd name="connsiteY1" fmla="*/ 85725 h 600087"/>
              <a:gd name="connsiteX2" fmla="*/ 87543 w 322035"/>
              <a:gd name="connsiteY2" fmla="*/ 157163 h 600087"/>
              <a:gd name="connsiteX3" fmla="*/ 1818 w 322035"/>
              <a:gd name="connsiteY3" fmla="*/ 400050 h 600087"/>
              <a:gd name="connsiteX4" fmla="*/ 16106 w 322035"/>
              <a:gd name="connsiteY4" fmla="*/ 571500 h 600087"/>
              <a:gd name="connsiteX5" fmla="*/ 116118 w 322035"/>
              <a:gd name="connsiteY5" fmla="*/ 600075 h 600087"/>
              <a:gd name="connsiteX6" fmla="*/ 273281 w 322035"/>
              <a:gd name="connsiteY6" fmla="*/ 542925 h 600087"/>
              <a:gd name="connsiteX7" fmla="*/ 230418 w 322035"/>
              <a:gd name="connsiteY7" fmla="*/ 142875 h 600087"/>
              <a:gd name="connsiteX8" fmla="*/ 173268 w 322035"/>
              <a:gd name="connsiteY8" fmla="*/ 0 h 600087"/>
              <a:gd name="connsiteX9" fmla="*/ 130406 w 322035"/>
              <a:gd name="connsiteY9" fmla="*/ 85725 h 60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035" h="600087">
                <a:moveTo>
                  <a:pt x="201843" y="142875"/>
                </a:moveTo>
                <a:cubicBezTo>
                  <a:pt x="178031" y="123825"/>
                  <a:pt x="160665" y="81942"/>
                  <a:pt x="130406" y="85725"/>
                </a:cubicBezTo>
                <a:cubicBezTo>
                  <a:pt x="102850" y="89170"/>
                  <a:pt x="98058" y="131460"/>
                  <a:pt x="87543" y="157163"/>
                </a:cubicBezTo>
                <a:cubicBezTo>
                  <a:pt x="55035" y="236628"/>
                  <a:pt x="1818" y="400050"/>
                  <a:pt x="1818" y="400050"/>
                </a:cubicBezTo>
                <a:cubicBezTo>
                  <a:pt x="6581" y="457200"/>
                  <a:pt x="-12347" y="521708"/>
                  <a:pt x="16106" y="571500"/>
                </a:cubicBezTo>
                <a:cubicBezTo>
                  <a:pt x="33308" y="601603"/>
                  <a:pt x="81447" y="600075"/>
                  <a:pt x="116118" y="600075"/>
                </a:cubicBezTo>
                <a:cubicBezTo>
                  <a:pt x="167758" y="600075"/>
                  <a:pt x="227415" y="565858"/>
                  <a:pt x="273281" y="542925"/>
                </a:cubicBezTo>
                <a:cubicBezTo>
                  <a:pt x="368930" y="399453"/>
                  <a:pt x="307192" y="513949"/>
                  <a:pt x="230418" y="142875"/>
                </a:cubicBezTo>
                <a:cubicBezTo>
                  <a:pt x="214863" y="67690"/>
                  <a:pt x="214370" y="82203"/>
                  <a:pt x="173268" y="0"/>
                </a:cubicBezTo>
                <a:cubicBezTo>
                  <a:pt x="124691" y="64770"/>
                  <a:pt x="130406" y="33338"/>
                  <a:pt x="130406" y="8572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reeform: Shape 10">
            <a:extLst>
              <a:ext uri="{FF2B5EF4-FFF2-40B4-BE49-F238E27FC236}">
                <a16:creationId xmlns:a16="http://schemas.microsoft.com/office/drawing/2014/main" id="{1A58A0B7-8607-4B45-A4EE-49E7AAFC395C}"/>
              </a:ext>
            </a:extLst>
          </p:cNvPr>
          <p:cNvSpPr/>
          <p:nvPr/>
        </p:nvSpPr>
        <p:spPr>
          <a:xfrm>
            <a:off x="3955230" y="5729288"/>
            <a:ext cx="531189" cy="614362"/>
          </a:xfrm>
          <a:custGeom>
            <a:avLst/>
            <a:gdLst>
              <a:gd name="connsiteX0" fmla="*/ 259583 w 531189"/>
              <a:gd name="connsiteY0" fmla="*/ 85725 h 614362"/>
              <a:gd name="connsiteX1" fmla="*/ 188145 w 531189"/>
              <a:gd name="connsiteY1" fmla="*/ 14287 h 614362"/>
              <a:gd name="connsiteX2" fmla="*/ 59558 w 531189"/>
              <a:gd name="connsiteY2" fmla="*/ 157162 h 614362"/>
              <a:gd name="connsiteX3" fmla="*/ 2408 w 531189"/>
              <a:gd name="connsiteY3" fmla="*/ 385762 h 614362"/>
              <a:gd name="connsiteX4" fmla="*/ 102420 w 531189"/>
              <a:gd name="connsiteY4" fmla="*/ 471487 h 614362"/>
              <a:gd name="connsiteX5" fmla="*/ 245295 w 531189"/>
              <a:gd name="connsiteY5" fmla="*/ 557212 h 614362"/>
              <a:gd name="connsiteX6" fmla="*/ 373883 w 531189"/>
              <a:gd name="connsiteY6" fmla="*/ 585787 h 614362"/>
              <a:gd name="connsiteX7" fmla="*/ 459608 w 531189"/>
              <a:gd name="connsiteY7" fmla="*/ 614362 h 614362"/>
              <a:gd name="connsiteX8" fmla="*/ 502470 w 531189"/>
              <a:gd name="connsiteY8" fmla="*/ 571500 h 614362"/>
              <a:gd name="connsiteX9" fmla="*/ 516758 w 531189"/>
              <a:gd name="connsiteY9" fmla="*/ 100012 h 614362"/>
              <a:gd name="connsiteX10" fmla="*/ 488183 w 531189"/>
              <a:gd name="connsiteY10" fmla="*/ 57150 h 614362"/>
              <a:gd name="connsiteX11" fmla="*/ 302445 w 531189"/>
              <a:gd name="connsiteY11" fmla="*/ 0 h 614362"/>
              <a:gd name="connsiteX12" fmla="*/ 145283 w 531189"/>
              <a:gd name="connsiteY12" fmla="*/ 14287 h 61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189" h="614362">
                <a:moveTo>
                  <a:pt x="259583" y="85725"/>
                </a:moveTo>
                <a:cubicBezTo>
                  <a:pt x="235770" y="61912"/>
                  <a:pt x="221683" y="11238"/>
                  <a:pt x="188145" y="14287"/>
                </a:cubicBezTo>
                <a:cubicBezTo>
                  <a:pt x="160627" y="16789"/>
                  <a:pt x="82446" y="126644"/>
                  <a:pt x="59558" y="157162"/>
                </a:cubicBezTo>
                <a:cubicBezTo>
                  <a:pt x="55264" y="170043"/>
                  <a:pt x="-13601" y="351077"/>
                  <a:pt x="2408" y="385762"/>
                </a:cubicBezTo>
                <a:cubicBezTo>
                  <a:pt x="20808" y="425629"/>
                  <a:pt x="66549" y="446166"/>
                  <a:pt x="102420" y="471487"/>
                </a:cubicBezTo>
                <a:cubicBezTo>
                  <a:pt x="147794" y="503516"/>
                  <a:pt x="194108" y="535659"/>
                  <a:pt x="245295" y="557212"/>
                </a:cubicBezTo>
                <a:cubicBezTo>
                  <a:pt x="285762" y="574251"/>
                  <a:pt x="331457" y="574474"/>
                  <a:pt x="373883" y="585787"/>
                </a:cubicBezTo>
                <a:cubicBezTo>
                  <a:pt x="402987" y="593548"/>
                  <a:pt x="431033" y="604837"/>
                  <a:pt x="459608" y="614362"/>
                </a:cubicBezTo>
                <a:cubicBezTo>
                  <a:pt x="473895" y="600075"/>
                  <a:pt x="497790" y="591156"/>
                  <a:pt x="502470" y="571500"/>
                </a:cubicBezTo>
                <a:cubicBezTo>
                  <a:pt x="534833" y="435576"/>
                  <a:pt x="540201" y="240672"/>
                  <a:pt x="516758" y="100012"/>
                </a:cubicBezTo>
                <a:cubicBezTo>
                  <a:pt x="513935" y="83074"/>
                  <a:pt x="502156" y="67131"/>
                  <a:pt x="488183" y="57150"/>
                </a:cubicBezTo>
                <a:cubicBezTo>
                  <a:pt x="453322" y="32250"/>
                  <a:pt x="329780" y="6834"/>
                  <a:pt x="302445" y="0"/>
                </a:cubicBezTo>
                <a:cubicBezTo>
                  <a:pt x="154831" y="14761"/>
                  <a:pt x="207433" y="14287"/>
                  <a:pt x="145283" y="1428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C029DD4-235E-40C0-A37F-A330163F9CDF}"/>
              </a:ext>
            </a:extLst>
          </p:cNvPr>
          <p:cNvSpPr txBox="1"/>
          <p:nvPr/>
        </p:nvSpPr>
        <p:spPr>
          <a:xfrm>
            <a:off x="4953000" y="5715000"/>
            <a:ext cx="1193404" cy="369332"/>
          </a:xfrm>
          <a:prstGeom prst="rect">
            <a:avLst/>
          </a:prstGeom>
          <a:noFill/>
        </p:spPr>
        <p:txBody>
          <a:bodyPr wrap="none" rtlCol="0">
            <a:spAutoFit/>
          </a:bodyPr>
          <a:lstStyle/>
          <a:p>
            <a:r>
              <a:rPr lang="en-IN" dirty="0"/>
              <a:t>Power of 3</a:t>
            </a:r>
          </a:p>
        </p:txBody>
      </p:sp>
      <p:sp>
        <p:nvSpPr>
          <p:cNvPr id="13" name="TextBox 12">
            <a:extLst>
              <a:ext uri="{FF2B5EF4-FFF2-40B4-BE49-F238E27FC236}">
                <a16:creationId xmlns:a16="http://schemas.microsoft.com/office/drawing/2014/main" id="{C05DC9CD-D3C0-440B-83A2-FF3506F47D9D}"/>
              </a:ext>
            </a:extLst>
          </p:cNvPr>
          <p:cNvSpPr txBox="1"/>
          <p:nvPr/>
        </p:nvSpPr>
        <p:spPr>
          <a:xfrm>
            <a:off x="5943599" y="240268"/>
            <a:ext cx="1954381" cy="369332"/>
          </a:xfrm>
          <a:prstGeom prst="rect">
            <a:avLst/>
          </a:prstGeom>
          <a:noFill/>
        </p:spPr>
        <p:txBody>
          <a:bodyPr wrap="none" rtlCol="0">
            <a:spAutoFit/>
          </a:bodyPr>
          <a:lstStyle/>
          <a:p>
            <a:r>
              <a:rPr lang="en-IN" dirty="0"/>
              <a:t>Log base 2 of 8 is 3</a:t>
            </a:r>
          </a:p>
        </p:txBody>
      </p:sp>
      <p:sp>
        <p:nvSpPr>
          <p:cNvPr id="15" name="TextBox 14">
            <a:extLst>
              <a:ext uri="{FF2B5EF4-FFF2-40B4-BE49-F238E27FC236}">
                <a16:creationId xmlns:a16="http://schemas.microsoft.com/office/drawing/2014/main" id="{3EEDFC6E-E972-472A-9199-72AE3F49FC72}"/>
              </a:ext>
            </a:extLst>
          </p:cNvPr>
          <p:cNvSpPr txBox="1"/>
          <p:nvPr/>
        </p:nvSpPr>
        <p:spPr>
          <a:xfrm>
            <a:off x="6096000" y="4572000"/>
            <a:ext cx="2071401" cy="369332"/>
          </a:xfrm>
          <a:prstGeom prst="rect">
            <a:avLst/>
          </a:prstGeom>
          <a:noFill/>
        </p:spPr>
        <p:txBody>
          <a:bodyPr wrap="none" rtlCol="0">
            <a:spAutoFit/>
          </a:bodyPr>
          <a:lstStyle/>
          <a:p>
            <a:r>
              <a:rPr lang="en-IN" dirty="0"/>
              <a:t>Log base 5 of 25 is 2</a:t>
            </a:r>
          </a:p>
        </p:txBody>
      </p:sp>
      <p:sp>
        <p:nvSpPr>
          <p:cNvPr id="16" name="TextBox 15">
            <a:extLst>
              <a:ext uri="{FF2B5EF4-FFF2-40B4-BE49-F238E27FC236}">
                <a16:creationId xmlns:a16="http://schemas.microsoft.com/office/drawing/2014/main" id="{4F4378CD-77FC-4C93-8878-6A128BD6711D}"/>
              </a:ext>
            </a:extLst>
          </p:cNvPr>
          <p:cNvSpPr txBox="1"/>
          <p:nvPr/>
        </p:nvSpPr>
        <p:spPr>
          <a:xfrm>
            <a:off x="6477000" y="5899666"/>
            <a:ext cx="1659429" cy="369332"/>
          </a:xfrm>
          <a:prstGeom prst="rect">
            <a:avLst/>
          </a:prstGeom>
          <a:noFill/>
        </p:spPr>
        <p:txBody>
          <a:bodyPr wrap="none" rtlCol="0">
            <a:spAutoFit/>
          </a:bodyPr>
          <a:lstStyle/>
          <a:p>
            <a:r>
              <a:rPr lang="en-IN" dirty="0"/>
              <a:t>Log 3 1000 = 10</a:t>
            </a:r>
          </a:p>
        </p:txBody>
      </p:sp>
      <p:sp>
        <p:nvSpPr>
          <p:cNvPr id="17" name="TextBox 16">
            <a:extLst>
              <a:ext uri="{FF2B5EF4-FFF2-40B4-BE49-F238E27FC236}">
                <a16:creationId xmlns:a16="http://schemas.microsoft.com/office/drawing/2014/main" id="{22677BB4-62F7-493D-A771-BB9D8F90F319}"/>
              </a:ext>
            </a:extLst>
          </p:cNvPr>
          <p:cNvSpPr txBox="1"/>
          <p:nvPr/>
        </p:nvSpPr>
        <p:spPr>
          <a:xfrm>
            <a:off x="6096000" y="6352356"/>
            <a:ext cx="2654894" cy="369332"/>
          </a:xfrm>
          <a:prstGeom prst="rect">
            <a:avLst/>
          </a:prstGeom>
          <a:noFill/>
        </p:spPr>
        <p:txBody>
          <a:bodyPr wrap="none" rtlCol="0">
            <a:spAutoFit/>
          </a:bodyPr>
          <a:lstStyle/>
          <a:p>
            <a:r>
              <a:rPr lang="en-IN" dirty="0"/>
              <a:t>Log base 3 of 1000 is 3=10</a:t>
            </a:r>
          </a:p>
        </p:txBody>
      </p:sp>
    </p:spTree>
    <p:extLst>
      <p:ext uri="{BB962C8B-B14F-4D97-AF65-F5344CB8AC3E}">
        <p14:creationId xmlns:p14="http://schemas.microsoft.com/office/powerpoint/2010/main" val="4092544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Logarithms</a:t>
            </a:r>
          </a:p>
        </p:txBody>
      </p:sp>
      <p:sp>
        <p:nvSpPr>
          <p:cNvPr id="3" name="Content Placeholder 2"/>
          <p:cNvSpPr>
            <a:spLocks noGrp="1"/>
          </p:cNvSpPr>
          <p:nvPr>
            <p:ph idx="1"/>
          </p:nvPr>
        </p:nvSpPr>
        <p:spPr/>
        <p:txBody>
          <a:bodyPr>
            <a:normAutofit fontScale="70000" lnSpcReduction="20000"/>
          </a:bodyPr>
          <a:lstStyle/>
          <a:p>
            <a:r>
              <a:rPr lang="en-IN" b="1" dirty="0"/>
              <a:t>Logarithms put numbers on a human-friendly scale.</a:t>
            </a:r>
            <a:endParaRPr lang="en-IN" dirty="0"/>
          </a:p>
          <a:p>
            <a:r>
              <a:rPr lang="en-IN" dirty="0"/>
              <a:t>Large numbers break our brains. Millions and trillions are "really big" even though a million seconds is 12 days and a trillion seconds is 30,000 years. It's the difference between an American vacation year and the entirety of human civilization.</a:t>
            </a:r>
          </a:p>
          <a:p>
            <a:r>
              <a:rPr lang="en-IN" dirty="0"/>
              <a:t>The trick to overcoming "huge number blindness" is to write numbers in terms of "inputs" (i.e. their power base 10). This smaller scale (0 to 100) is much easier to grasp:</a:t>
            </a:r>
          </a:p>
          <a:p>
            <a:r>
              <a:rPr lang="en-IN" dirty="0"/>
              <a:t>power of 0 = 10</a:t>
            </a:r>
            <a:r>
              <a:rPr lang="en-IN" baseline="30000" dirty="0"/>
              <a:t>0</a:t>
            </a:r>
            <a:r>
              <a:rPr lang="en-IN" dirty="0"/>
              <a:t> = 1 (single item)</a:t>
            </a:r>
          </a:p>
          <a:p>
            <a:r>
              <a:rPr lang="en-IN" dirty="0"/>
              <a:t>power of 1 = 10</a:t>
            </a:r>
            <a:r>
              <a:rPr lang="en-IN" baseline="30000" dirty="0"/>
              <a:t>1</a:t>
            </a:r>
            <a:r>
              <a:rPr lang="en-IN" dirty="0"/>
              <a:t> = 10</a:t>
            </a:r>
          </a:p>
          <a:p>
            <a:r>
              <a:rPr lang="en-IN" dirty="0"/>
              <a:t>power of 3 = 10</a:t>
            </a:r>
            <a:r>
              <a:rPr lang="en-IN" baseline="30000" dirty="0"/>
              <a:t>3</a:t>
            </a:r>
            <a:r>
              <a:rPr lang="en-IN" dirty="0"/>
              <a:t> = thousand</a:t>
            </a:r>
          </a:p>
          <a:p>
            <a:r>
              <a:rPr lang="en-IN" dirty="0"/>
              <a:t>power of 6 = 10</a:t>
            </a:r>
            <a:r>
              <a:rPr lang="en-IN" baseline="30000" dirty="0"/>
              <a:t>6</a:t>
            </a:r>
            <a:r>
              <a:rPr lang="en-IN" dirty="0"/>
              <a:t> = million</a:t>
            </a:r>
          </a:p>
          <a:p>
            <a:r>
              <a:rPr lang="en-IN" dirty="0"/>
              <a:t>power of 9 = 10</a:t>
            </a:r>
            <a:r>
              <a:rPr lang="en-IN" baseline="30000" dirty="0"/>
              <a:t>9</a:t>
            </a:r>
            <a:r>
              <a:rPr lang="en-IN" dirty="0"/>
              <a:t> = billion</a:t>
            </a:r>
          </a:p>
          <a:p>
            <a:endParaRPr lang="en-IN" dirty="0"/>
          </a:p>
        </p:txBody>
      </p:sp>
    </p:spTree>
    <p:extLst>
      <p:ext uri="{BB962C8B-B14F-4D97-AF65-F5344CB8AC3E}">
        <p14:creationId xmlns:p14="http://schemas.microsoft.com/office/powerpoint/2010/main" val="2582791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Logarithms</a:t>
            </a:r>
          </a:p>
        </p:txBody>
      </p:sp>
      <p:sp>
        <p:nvSpPr>
          <p:cNvPr id="3" name="Content Placeholder 2"/>
          <p:cNvSpPr>
            <a:spLocks noGrp="1"/>
          </p:cNvSpPr>
          <p:nvPr>
            <p:ph idx="1"/>
          </p:nvPr>
        </p:nvSpPr>
        <p:spPr/>
        <p:txBody>
          <a:bodyPr/>
          <a:lstStyle/>
          <a:p>
            <a:r>
              <a:rPr lang="en-IN" b="1" dirty="0"/>
              <a:t>Logarithms count multiplication as steps</a:t>
            </a:r>
            <a:endParaRPr lang="en-IN" dirty="0"/>
          </a:p>
          <a:p>
            <a:r>
              <a:rPr lang="en-IN" dirty="0"/>
              <a:t>Logarithms describe changes in terms of multiplication: in the examples above, each step is 10x bigger. With the natural log, each step is "e" (2.71828...) times more.</a:t>
            </a:r>
          </a:p>
          <a:p>
            <a:r>
              <a:rPr lang="en-IN" dirty="0"/>
              <a:t>When dealing with a series of multiplications, logarithms help "count" them, just like addition counts for us when effects are added.</a:t>
            </a:r>
          </a:p>
          <a:p>
            <a:endParaRPr lang="en-IN" dirty="0"/>
          </a:p>
        </p:txBody>
      </p:sp>
    </p:spTree>
    <p:extLst>
      <p:ext uri="{BB962C8B-B14F-4D97-AF65-F5344CB8AC3E}">
        <p14:creationId xmlns:p14="http://schemas.microsoft.com/office/powerpoint/2010/main" val="3500873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7F8D-1C6E-4F86-B20D-ACF0B37C8755}"/>
              </a:ext>
            </a:extLst>
          </p:cNvPr>
          <p:cNvSpPr>
            <a:spLocks noGrp="1"/>
          </p:cNvSpPr>
          <p:nvPr>
            <p:ph type="title"/>
          </p:nvPr>
        </p:nvSpPr>
        <p:spPr/>
        <p:txBody>
          <a:bodyPr>
            <a:normAutofit fontScale="90000"/>
          </a:bodyPr>
          <a:lstStyle/>
          <a:p>
            <a:r>
              <a:rPr lang="en-US" b="0" i="0" dirty="0">
                <a:solidFill>
                  <a:srgbClr val="222222"/>
                </a:solidFill>
                <a:effectLst/>
                <a:latin typeface="arial" panose="020B0604020202020204" pitchFamily="34" charset="0"/>
              </a:rPr>
              <a:t>What is E in log?</a:t>
            </a:r>
            <a:br>
              <a:rPr lang="en-US" b="0" i="0" dirty="0">
                <a:solidFill>
                  <a:srgbClr val="222222"/>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75354278-4C02-41C0-87F6-214E835987A0}"/>
              </a:ext>
            </a:extLst>
          </p:cNvPr>
          <p:cNvSpPr>
            <a:spLocks noGrp="1"/>
          </p:cNvSpPr>
          <p:nvPr>
            <p:ph idx="1"/>
          </p:nvPr>
        </p:nvSpPr>
        <p:spPr>
          <a:xfrm>
            <a:off x="457200" y="990600"/>
            <a:ext cx="8229600" cy="4525963"/>
          </a:xfrm>
        </p:spPr>
        <p:txBody>
          <a:bodyPr>
            <a:normAutofit/>
          </a:bodyPr>
          <a:lstStyle/>
          <a:p>
            <a:pPr algn="l"/>
            <a:r>
              <a:rPr lang="en-US" b="0" i="0" dirty="0">
                <a:solidFill>
                  <a:srgbClr val="222222"/>
                </a:solidFill>
                <a:effectLst/>
                <a:latin typeface="arial" panose="020B0604020202020204" pitchFamily="34" charset="0"/>
              </a:rPr>
              <a:t>The natural logarithm of a number is its logarithm to the base of the mathematical constant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where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is an irrational and transcendental number approximately equal to 2.718281828459. The natural logarithm of x is generally written as ln x, </a:t>
            </a:r>
            <a:r>
              <a:rPr lang="en-US" b="1" i="0" dirty="0">
                <a:solidFill>
                  <a:srgbClr val="222222"/>
                </a:solidFill>
                <a:effectLst/>
                <a:latin typeface="arial" panose="020B0604020202020204" pitchFamily="34" charset="0"/>
              </a:rPr>
              <a:t>log</a:t>
            </a:r>
            <a:r>
              <a:rPr lang="en-US" b="1" i="0" baseline="-2500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x, or sometimes, if the base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is implicit, simply </a:t>
            </a:r>
            <a:r>
              <a:rPr lang="en-US" b="1" i="0" dirty="0">
                <a:solidFill>
                  <a:srgbClr val="222222"/>
                </a:solidFill>
                <a:effectLst/>
                <a:latin typeface="arial" panose="020B0604020202020204" pitchFamily="34" charset="0"/>
              </a:rPr>
              <a:t>log</a:t>
            </a:r>
            <a:r>
              <a:rPr lang="en-US" b="0" i="0" dirty="0">
                <a:solidFill>
                  <a:srgbClr val="222222"/>
                </a:solidFill>
                <a:effectLst/>
                <a:latin typeface="arial" panose="020B0604020202020204" pitchFamily="34" charset="0"/>
              </a:rPr>
              <a:t> x.</a:t>
            </a:r>
          </a:p>
          <a:p>
            <a:endParaRPr lang="en-IN" dirty="0"/>
          </a:p>
        </p:txBody>
      </p:sp>
      <p:pic>
        <p:nvPicPr>
          <p:cNvPr id="4" name="Picture 3">
            <a:extLst>
              <a:ext uri="{FF2B5EF4-FFF2-40B4-BE49-F238E27FC236}">
                <a16:creationId xmlns:a16="http://schemas.microsoft.com/office/drawing/2014/main" id="{730DE5F7-5B77-4966-8153-12E608D8F8B3}"/>
              </a:ext>
            </a:extLst>
          </p:cNvPr>
          <p:cNvPicPr>
            <a:picLocks noChangeAspect="1"/>
          </p:cNvPicPr>
          <p:nvPr/>
        </p:nvPicPr>
        <p:blipFill rotWithShape="1">
          <a:blip r:embed="rId2"/>
          <a:srcRect l="6511" t="11666" r="5156" b="54075"/>
          <a:stretch/>
        </p:blipFill>
        <p:spPr>
          <a:xfrm>
            <a:off x="609599" y="5105399"/>
            <a:ext cx="8077201" cy="1762125"/>
          </a:xfrm>
          <a:prstGeom prst="rect">
            <a:avLst/>
          </a:prstGeom>
        </p:spPr>
      </p:pic>
      <p:sp>
        <p:nvSpPr>
          <p:cNvPr id="5" name="TextBox 4">
            <a:extLst>
              <a:ext uri="{FF2B5EF4-FFF2-40B4-BE49-F238E27FC236}">
                <a16:creationId xmlns:a16="http://schemas.microsoft.com/office/drawing/2014/main" id="{258832F8-38A7-40FF-AF90-CD64D30CE0CA}"/>
              </a:ext>
            </a:extLst>
          </p:cNvPr>
          <p:cNvSpPr txBox="1"/>
          <p:nvPr/>
        </p:nvSpPr>
        <p:spPr>
          <a:xfrm>
            <a:off x="6019800" y="4736067"/>
            <a:ext cx="1954381" cy="369332"/>
          </a:xfrm>
          <a:prstGeom prst="rect">
            <a:avLst/>
          </a:prstGeom>
          <a:noFill/>
        </p:spPr>
        <p:txBody>
          <a:bodyPr wrap="none" rtlCol="0">
            <a:spAutoFit/>
          </a:bodyPr>
          <a:lstStyle/>
          <a:p>
            <a:r>
              <a:rPr lang="en-IN" dirty="0"/>
              <a:t>Log base 2 of 8 is 3</a:t>
            </a:r>
          </a:p>
        </p:txBody>
      </p:sp>
    </p:spTree>
    <p:extLst>
      <p:ext uri="{BB962C8B-B14F-4D97-AF65-F5344CB8AC3E}">
        <p14:creationId xmlns:p14="http://schemas.microsoft.com/office/powerpoint/2010/main" val="2945683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Logarithms</a:t>
            </a:r>
          </a:p>
        </p:txBody>
      </p:sp>
      <p:sp>
        <p:nvSpPr>
          <p:cNvPr id="3" name="Content Placeholder 2"/>
          <p:cNvSpPr>
            <a:spLocks noGrp="1"/>
          </p:cNvSpPr>
          <p:nvPr>
            <p:ph idx="1"/>
          </p:nvPr>
        </p:nvSpPr>
        <p:spPr/>
        <p:txBody>
          <a:bodyPr>
            <a:normAutofit/>
          </a:bodyPr>
          <a:lstStyle/>
          <a:p>
            <a:r>
              <a:rPr lang="en-IN" dirty="0"/>
              <a:t>2 raised to which power equals  16?</a:t>
            </a:r>
          </a:p>
          <a:p>
            <a:pPr marL="0" indent="0">
              <a:buNone/>
            </a:pPr>
            <a:r>
              <a:rPr lang="en-IN" dirty="0"/>
              <a:t>The answer would be 4</a:t>
            </a:r>
          </a:p>
          <a:p>
            <a:endParaRPr lang="en-IN" dirty="0"/>
          </a:p>
          <a:p>
            <a:r>
              <a:rPr lang="en-IN" dirty="0"/>
              <a:t> This is expressed by the </a:t>
            </a:r>
            <a:r>
              <a:rPr lang="en-IN" b="1" dirty="0"/>
              <a:t>logarithmic</a:t>
            </a:r>
            <a:r>
              <a:rPr lang="en-IN" dirty="0"/>
              <a:t> equation log2​(16)=4</a:t>
            </a:r>
          </a:p>
          <a:p>
            <a:pPr marL="0" indent="0">
              <a:buNone/>
            </a:pPr>
            <a:r>
              <a:rPr lang="en-IN" dirty="0"/>
              <a:t>"log base two of sixteen is four</a:t>
            </a:r>
          </a:p>
        </p:txBody>
      </p:sp>
    </p:spTree>
    <p:extLst>
      <p:ext uri="{BB962C8B-B14F-4D97-AF65-F5344CB8AC3E}">
        <p14:creationId xmlns:p14="http://schemas.microsoft.com/office/powerpoint/2010/main" val="29129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asics of Logarithms Part 1 Motivation and How to Read Notation ...">
            <a:extLst>
              <a:ext uri="{FF2B5EF4-FFF2-40B4-BE49-F238E27FC236}">
                <a16:creationId xmlns:a16="http://schemas.microsoft.com/office/drawing/2014/main" id="{950E1F15-F83B-47AA-80AA-949C95621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6803572"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94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elated image">
            <a:extLst>
              <a:ext uri="{FF2B5EF4-FFF2-40B4-BE49-F238E27FC236}">
                <a16:creationId xmlns:a16="http://schemas.microsoft.com/office/drawing/2014/main" id="{F3E79D26-D0BA-47BB-9D2D-846F17C44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646237"/>
            <a:ext cx="2828925" cy="32305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119C381-B17C-407A-90DB-5EB4FB5A6EC7}"/>
              </a:ext>
            </a:extLst>
          </p:cNvPr>
          <p:cNvSpPr txBox="1"/>
          <p:nvPr/>
        </p:nvSpPr>
        <p:spPr>
          <a:xfrm>
            <a:off x="1828800" y="457200"/>
            <a:ext cx="4879990" cy="646331"/>
          </a:xfrm>
          <a:prstGeom prst="rect">
            <a:avLst/>
          </a:prstGeom>
          <a:noFill/>
        </p:spPr>
        <p:txBody>
          <a:bodyPr wrap="none" rtlCol="0">
            <a:spAutoFit/>
          </a:bodyPr>
          <a:lstStyle/>
          <a:p>
            <a:r>
              <a:rPr lang="en-IN" sz="3600" dirty="0"/>
              <a:t>Some basic Log Formulas</a:t>
            </a:r>
          </a:p>
        </p:txBody>
      </p:sp>
    </p:spTree>
    <p:extLst>
      <p:ext uri="{BB962C8B-B14F-4D97-AF65-F5344CB8AC3E}">
        <p14:creationId xmlns:p14="http://schemas.microsoft.com/office/powerpoint/2010/main" val="2582600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859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707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75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5472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51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Explain Log and </a:t>
            </a:r>
            <a:r>
              <a:rPr lang="en-IN"/>
              <a:t>Exp</a:t>
            </a:r>
          </a:p>
        </p:txBody>
      </p:sp>
      <p:sp>
        <p:nvSpPr>
          <p:cNvPr id="3" name="Subtitle 2"/>
          <p:cNvSpPr>
            <a:spLocks noGrp="1"/>
          </p:cNvSpPr>
          <p:nvPr>
            <p:ph type="subTitle" idx="1"/>
          </p:nvPr>
        </p:nvSpPr>
        <p:spPr/>
        <p:txBody>
          <a:bodyPr/>
          <a:lstStyle/>
          <a:p>
            <a:r>
              <a:rPr lang="en-IN" dirty="0"/>
              <a:t>Detailed</a:t>
            </a:r>
          </a:p>
        </p:txBody>
      </p:sp>
    </p:spTree>
    <p:extLst>
      <p:ext uri="{BB962C8B-B14F-4D97-AF65-F5344CB8AC3E}">
        <p14:creationId xmlns:p14="http://schemas.microsoft.com/office/powerpoint/2010/main" val="888320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Logarithms</a:t>
            </a:r>
          </a:p>
        </p:txBody>
      </p:sp>
      <p:sp>
        <p:nvSpPr>
          <p:cNvPr id="3" name="Content Placeholder 2"/>
          <p:cNvSpPr>
            <a:spLocks noGrp="1"/>
          </p:cNvSpPr>
          <p:nvPr>
            <p:ph idx="1"/>
          </p:nvPr>
        </p:nvSpPr>
        <p:spPr/>
        <p:txBody>
          <a:bodyPr>
            <a:normAutofit fontScale="70000" lnSpcReduction="20000"/>
          </a:bodyPr>
          <a:lstStyle/>
          <a:p>
            <a:r>
              <a:rPr lang="en-IN" b="1" dirty="0"/>
              <a:t>Logarithms put numbers on a human-friendly scale.</a:t>
            </a:r>
            <a:endParaRPr lang="en-IN" dirty="0"/>
          </a:p>
          <a:p>
            <a:r>
              <a:rPr lang="en-IN" dirty="0"/>
              <a:t>Large numbers break our brains. Millions and trillions are "really big" even though a million seconds is 12 days and a trillion seconds is 30,000 years. It's the difference between an American vacation year and the entirety of human civilization.</a:t>
            </a:r>
          </a:p>
          <a:p>
            <a:r>
              <a:rPr lang="en-IN" dirty="0"/>
              <a:t>The trick to overcoming "huge number blindness" is to write numbers in terms of "inputs" (i.e. their power base 10). This smaller scale (0 to 100) is much easier to grasp:</a:t>
            </a:r>
          </a:p>
          <a:p>
            <a:r>
              <a:rPr lang="en-IN" dirty="0"/>
              <a:t>power of 0 = 10</a:t>
            </a:r>
            <a:r>
              <a:rPr lang="en-IN" baseline="30000" dirty="0"/>
              <a:t>0</a:t>
            </a:r>
            <a:r>
              <a:rPr lang="en-IN" dirty="0"/>
              <a:t> = 1 (single item)</a:t>
            </a:r>
          </a:p>
          <a:p>
            <a:r>
              <a:rPr lang="en-IN" dirty="0"/>
              <a:t>power of 1 = 10</a:t>
            </a:r>
            <a:r>
              <a:rPr lang="en-IN" baseline="30000" dirty="0"/>
              <a:t>1</a:t>
            </a:r>
            <a:r>
              <a:rPr lang="en-IN" dirty="0"/>
              <a:t> = 10</a:t>
            </a:r>
          </a:p>
          <a:p>
            <a:r>
              <a:rPr lang="en-IN" dirty="0"/>
              <a:t>power of 3 = 10</a:t>
            </a:r>
            <a:r>
              <a:rPr lang="en-IN" baseline="30000" dirty="0"/>
              <a:t>3</a:t>
            </a:r>
            <a:r>
              <a:rPr lang="en-IN" dirty="0"/>
              <a:t> = thousand</a:t>
            </a:r>
          </a:p>
          <a:p>
            <a:r>
              <a:rPr lang="en-IN" dirty="0"/>
              <a:t>power of 6 = 10</a:t>
            </a:r>
            <a:r>
              <a:rPr lang="en-IN" baseline="30000" dirty="0"/>
              <a:t>6</a:t>
            </a:r>
            <a:r>
              <a:rPr lang="en-IN" dirty="0"/>
              <a:t> = million</a:t>
            </a:r>
          </a:p>
          <a:p>
            <a:r>
              <a:rPr lang="en-IN" dirty="0"/>
              <a:t>power of 9 = 10</a:t>
            </a:r>
            <a:r>
              <a:rPr lang="en-IN" baseline="30000" dirty="0"/>
              <a:t>9</a:t>
            </a:r>
            <a:r>
              <a:rPr lang="en-IN" dirty="0"/>
              <a:t> = billion</a:t>
            </a:r>
          </a:p>
          <a:p>
            <a:endParaRPr lang="en-IN" dirty="0"/>
          </a:p>
        </p:txBody>
      </p:sp>
    </p:spTree>
    <p:extLst>
      <p:ext uri="{BB962C8B-B14F-4D97-AF65-F5344CB8AC3E}">
        <p14:creationId xmlns:p14="http://schemas.microsoft.com/office/powerpoint/2010/main" val="2696411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Logarithms</a:t>
            </a:r>
          </a:p>
        </p:txBody>
      </p:sp>
      <p:sp>
        <p:nvSpPr>
          <p:cNvPr id="3" name="Content Placeholder 2"/>
          <p:cNvSpPr>
            <a:spLocks noGrp="1"/>
          </p:cNvSpPr>
          <p:nvPr>
            <p:ph idx="1"/>
          </p:nvPr>
        </p:nvSpPr>
        <p:spPr/>
        <p:txBody>
          <a:bodyPr/>
          <a:lstStyle/>
          <a:p>
            <a:r>
              <a:rPr lang="en-IN" b="1" dirty="0"/>
              <a:t>Logarithms count multiplication as steps</a:t>
            </a:r>
            <a:endParaRPr lang="en-IN" dirty="0"/>
          </a:p>
          <a:p>
            <a:r>
              <a:rPr lang="en-IN" dirty="0"/>
              <a:t>Logarithms describe changes in terms of multiplication: in the examples above, each step is 10x bigger. With the natural log, each step is "e" (2.71828...) times more.</a:t>
            </a:r>
          </a:p>
          <a:p>
            <a:r>
              <a:rPr lang="en-IN" dirty="0"/>
              <a:t>When dealing with a series of multiplications, logarithms help "count" them, just like addition counts for us when effects are added.</a:t>
            </a:r>
          </a:p>
          <a:p>
            <a:endParaRPr lang="en-IN" dirty="0"/>
          </a:p>
        </p:txBody>
      </p:sp>
    </p:spTree>
    <p:extLst>
      <p:ext uri="{BB962C8B-B14F-4D97-AF65-F5344CB8AC3E}">
        <p14:creationId xmlns:p14="http://schemas.microsoft.com/office/powerpoint/2010/main" val="1813588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7F8D-1C6E-4F86-B20D-ACF0B37C8755}"/>
              </a:ext>
            </a:extLst>
          </p:cNvPr>
          <p:cNvSpPr>
            <a:spLocks noGrp="1"/>
          </p:cNvSpPr>
          <p:nvPr>
            <p:ph type="title"/>
          </p:nvPr>
        </p:nvSpPr>
        <p:spPr/>
        <p:txBody>
          <a:bodyPr>
            <a:normAutofit fontScale="90000"/>
          </a:bodyPr>
          <a:lstStyle/>
          <a:p>
            <a:r>
              <a:rPr lang="en-US" b="0" i="0" dirty="0">
                <a:solidFill>
                  <a:srgbClr val="222222"/>
                </a:solidFill>
                <a:effectLst/>
                <a:latin typeface="arial" panose="020B0604020202020204" pitchFamily="34" charset="0"/>
              </a:rPr>
              <a:t>What is E in log?</a:t>
            </a:r>
            <a:br>
              <a:rPr lang="en-US" b="0" i="0" dirty="0">
                <a:solidFill>
                  <a:srgbClr val="222222"/>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75354278-4C02-41C0-87F6-214E835987A0}"/>
              </a:ext>
            </a:extLst>
          </p:cNvPr>
          <p:cNvSpPr>
            <a:spLocks noGrp="1"/>
          </p:cNvSpPr>
          <p:nvPr>
            <p:ph idx="1"/>
          </p:nvPr>
        </p:nvSpPr>
        <p:spPr/>
        <p:txBody>
          <a:bodyPr>
            <a:normAutofit/>
          </a:bodyPr>
          <a:lstStyle/>
          <a:p>
            <a:pPr algn="l"/>
            <a:r>
              <a:rPr lang="en-US" b="0" i="0" dirty="0">
                <a:solidFill>
                  <a:srgbClr val="222222"/>
                </a:solidFill>
                <a:effectLst/>
                <a:latin typeface="arial" panose="020B0604020202020204" pitchFamily="34" charset="0"/>
              </a:rPr>
              <a:t>The natural logarithm of a number is its logarithm to the base of the mathematical constant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where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is an irrational and transcendental number approximately equal to 2.718281828459. The natural logarithm of x is generally written as ln x, </a:t>
            </a:r>
            <a:r>
              <a:rPr lang="en-US" b="1" i="0" dirty="0">
                <a:solidFill>
                  <a:srgbClr val="222222"/>
                </a:solidFill>
                <a:effectLst/>
                <a:latin typeface="arial" panose="020B0604020202020204" pitchFamily="34" charset="0"/>
              </a:rPr>
              <a:t>log</a:t>
            </a:r>
            <a:r>
              <a:rPr lang="en-US" b="1" i="0" baseline="-2500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x, or sometimes, if the base </a:t>
            </a:r>
            <a:r>
              <a:rPr lang="en-US" b="1" i="0" dirty="0">
                <a:solidFill>
                  <a:srgbClr val="222222"/>
                </a:solidFill>
                <a:effectLst/>
                <a:latin typeface="arial" panose="020B0604020202020204" pitchFamily="34" charset="0"/>
              </a:rPr>
              <a:t>e</a:t>
            </a:r>
            <a:r>
              <a:rPr lang="en-US" b="0" i="0" dirty="0">
                <a:solidFill>
                  <a:srgbClr val="222222"/>
                </a:solidFill>
                <a:effectLst/>
                <a:latin typeface="arial" panose="020B0604020202020204" pitchFamily="34" charset="0"/>
              </a:rPr>
              <a:t> is implicit, simply </a:t>
            </a:r>
            <a:r>
              <a:rPr lang="en-US" b="1" i="0" dirty="0">
                <a:solidFill>
                  <a:srgbClr val="222222"/>
                </a:solidFill>
                <a:effectLst/>
                <a:latin typeface="arial" panose="020B0604020202020204" pitchFamily="34" charset="0"/>
              </a:rPr>
              <a:t>log</a:t>
            </a:r>
            <a:r>
              <a:rPr lang="en-US" b="0" i="0" dirty="0">
                <a:solidFill>
                  <a:srgbClr val="222222"/>
                </a:solidFill>
                <a:effectLst/>
                <a:latin typeface="arial" panose="020B0604020202020204" pitchFamily="34" charset="0"/>
              </a:rPr>
              <a:t> x.</a:t>
            </a:r>
          </a:p>
          <a:p>
            <a:endParaRPr lang="en-IN" dirty="0"/>
          </a:p>
        </p:txBody>
      </p:sp>
    </p:spTree>
    <p:extLst>
      <p:ext uri="{BB962C8B-B14F-4D97-AF65-F5344CB8AC3E}">
        <p14:creationId xmlns:p14="http://schemas.microsoft.com/office/powerpoint/2010/main" val="676695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Logarithms</a:t>
            </a:r>
          </a:p>
        </p:txBody>
      </p:sp>
      <p:sp>
        <p:nvSpPr>
          <p:cNvPr id="3" name="Content Placeholder 2"/>
          <p:cNvSpPr>
            <a:spLocks noGrp="1"/>
          </p:cNvSpPr>
          <p:nvPr>
            <p:ph idx="1"/>
          </p:nvPr>
        </p:nvSpPr>
        <p:spPr/>
        <p:txBody>
          <a:bodyPr>
            <a:normAutofit/>
          </a:bodyPr>
          <a:lstStyle/>
          <a:p>
            <a:r>
              <a:rPr lang="en-IN" dirty="0"/>
              <a:t>2 raised to which power equals  16?</a:t>
            </a:r>
          </a:p>
          <a:p>
            <a:pPr marL="0" indent="0">
              <a:buNone/>
            </a:pPr>
            <a:r>
              <a:rPr lang="en-IN" dirty="0"/>
              <a:t>The answer would be 4</a:t>
            </a:r>
          </a:p>
          <a:p>
            <a:endParaRPr lang="en-IN" dirty="0"/>
          </a:p>
          <a:p>
            <a:r>
              <a:rPr lang="en-IN" dirty="0"/>
              <a:t> This is expressed by the </a:t>
            </a:r>
            <a:r>
              <a:rPr lang="en-IN" b="1" dirty="0"/>
              <a:t>logarithmic</a:t>
            </a:r>
            <a:r>
              <a:rPr lang="en-IN" dirty="0"/>
              <a:t> equation log2​(16)=4</a:t>
            </a:r>
          </a:p>
          <a:p>
            <a:pPr marL="0" indent="0">
              <a:buNone/>
            </a:pPr>
            <a:r>
              <a:rPr lang="en-IN" dirty="0"/>
              <a:t>"log base two of sixteen is four</a:t>
            </a:r>
          </a:p>
        </p:txBody>
      </p:sp>
    </p:spTree>
    <p:extLst>
      <p:ext uri="{BB962C8B-B14F-4D97-AF65-F5344CB8AC3E}">
        <p14:creationId xmlns:p14="http://schemas.microsoft.com/office/powerpoint/2010/main" val="304726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asics of Logarithms Part 1 Motivation and How to Read Notation ...">
            <a:extLst>
              <a:ext uri="{FF2B5EF4-FFF2-40B4-BE49-F238E27FC236}">
                <a16:creationId xmlns:a16="http://schemas.microsoft.com/office/drawing/2014/main" id="{950E1F15-F83B-47AA-80AA-949C95621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6803572"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469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0D7D7C-B8A4-46AA-B5EF-8E589994AA73}"/>
              </a:ext>
            </a:extLst>
          </p:cNvPr>
          <p:cNvPicPr>
            <a:picLocks noChangeAspect="1"/>
          </p:cNvPicPr>
          <p:nvPr/>
        </p:nvPicPr>
        <p:blipFill>
          <a:blip r:embed="rId2"/>
          <a:stretch>
            <a:fillRect/>
          </a:stretch>
        </p:blipFill>
        <p:spPr>
          <a:xfrm>
            <a:off x="2857" y="0"/>
            <a:ext cx="9138285" cy="6858000"/>
          </a:xfrm>
          <a:prstGeom prst="rect">
            <a:avLst/>
          </a:prstGeom>
        </p:spPr>
      </p:pic>
      <p:sp>
        <p:nvSpPr>
          <p:cNvPr id="4" name="TextBox 3">
            <a:extLst>
              <a:ext uri="{FF2B5EF4-FFF2-40B4-BE49-F238E27FC236}">
                <a16:creationId xmlns:a16="http://schemas.microsoft.com/office/drawing/2014/main" id="{F9DBD319-51C4-4A14-AF76-10E086EAFF46}"/>
              </a:ext>
            </a:extLst>
          </p:cNvPr>
          <p:cNvSpPr txBox="1"/>
          <p:nvPr/>
        </p:nvSpPr>
        <p:spPr>
          <a:xfrm>
            <a:off x="2743200" y="5181600"/>
            <a:ext cx="3519425" cy="923330"/>
          </a:xfrm>
          <a:prstGeom prst="rect">
            <a:avLst/>
          </a:prstGeom>
          <a:noFill/>
        </p:spPr>
        <p:txBody>
          <a:bodyPr wrap="none" rtlCol="0">
            <a:spAutoFit/>
          </a:bodyPr>
          <a:lstStyle/>
          <a:p>
            <a:r>
              <a:rPr lang="en-US" dirty="0"/>
              <a:t>What is the meaning of this?</a:t>
            </a:r>
          </a:p>
          <a:p>
            <a:r>
              <a:rPr lang="en-US" dirty="0"/>
              <a:t>Explained in the next slide.</a:t>
            </a:r>
          </a:p>
          <a:p>
            <a:r>
              <a:rPr lang="en-US" dirty="0"/>
              <a:t>Need to understand it form Kaushik</a:t>
            </a:r>
            <a:endParaRPr lang="en-IN" dirty="0"/>
          </a:p>
        </p:txBody>
      </p:sp>
    </p:spTree>
    <p:extLst>
      <p:ext uri="{BB962C8B-B14F-4D97-AF65-F5344CB8AC3E}">
        <p14:creationId xmlns:p14="http://schemas.microsoft.com/office/powerpoint/2010/main" val="1613694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27BB4C-67FF-41A9-9CC0-D11BDE7EF687}"/>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253953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elated image">
            <a:extLst>
              <a:ext uri="{FF2B5EF4-FFF2-40B4-BE49-F238E27FC236}">
                <a16:creationId xmlns:a16="http://schemas.microsoft.com/office/drawing/2014/main" id="{9CF83C8C-3A60-4762-9D3F-B2CF295B8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600200"/>
            <a:ext cx="2828925" cy="323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3699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FF29B97E-8B7D-4332-9171-7BDA023F78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248911"/>
            <a:ext cx="4114800" cy="4360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388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40243A-6F28-420F-BE04-7ABB9374FB96}"/>
              </a:ext>
            </a:extLst>
          </p:cNvPr>
          <p:cNvPicPr>
            <a:picLocks noChangeAspect="1"/>
          </p:cNvPicPr>
          <p:nvPr/>
        </p:nvPicPr>
        <p:blipFill>
          <a:blip r:embed="rId2"/>
          <a:stretch>
            <a:fillRect/>
          </a:stretch>
        </p:blipFill>
        <p:spPr>
          <a:xfrm>
            <a:off x="1183951" y="1981199"/>
            <a:ext cx="6776098" cy="2895602"/>
          </a:xfrm>
          <a:prstGeom prst="rect">
            <a:avLst/>
          </a:prstGeom>
        </p:spPr>
      </p:pic>
    </p:spTree>
    <p:extLst>
      <p:ext uri="{BB962C8B-B14F-4D97-AF65-F5344CB8AC3E}">
        <p14:creationId xmlns:p14="http://schemas.microsoft.com/office/powerpoint/2010/main" val="1426321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656F93-F8BE-4C33-A6F7-8B966701BF6D}"/>
              </a:ext>
            </a:extLst>
          </p:cNvPr>
          <p:cNvPicPr>
            <a:picLocks noChangeAspect="1"/>
          </p:cNvPicPr>
          <p:nvPr/>
        </p:nvPicPr>
        <p:blipFill>
          <a:blip r:embed="rId2"/>
          <a:stretch>
            <a:fillRect/>
          </a:stretch>
        </p:blipFill>
        <p:spPr>
          <a:xfrm>
            <a:off x="0" y="857250"/>
            <a:ext cx="9144000" cy="5143500"/>
          </a:xfrm>
          <a:prstGeom prst="rect">
            <a:avLst/>
          </a:prstGeom>
        </p:spPr>
      </p:pic>
    </p:spTree>
    <p:extLst>
      <p:ext uri="{BB962C8B-B14F-4D97-AF65-F5344CB8AC3E}">
        <p14:creationId xmlns:p14="http://schemas.microsoft.com/office/powerpoint/2010/main" val="1906084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53555E-CB23-4870-B408-6E7F88927D7F}"/>
              </a:ext>
            </a:extLst>
          </p:cNvPr>
          <p:cNvPicPr>
            <a:picLocks noChangeAspect="1"/>
          </p:cNvPicPr>
          <p:nvPr/>
        </p:nvPicPr>
        <p:blipFill rotWithShape="1">
          <a:blip r:embed="rId2"/>
          <a:srcRect b="6666"/>
          <a:stretch/>
        </p:blipFill>
        <p:spPr>
          <a:xfrm>
            <a:off x="2239482" y="0"/>
            <a:ext cx="4665035" cy="6400800"/>
          </a:xfrm>
          <a:prstGeom prst="rect">
            <a:avLst/>
          </a:prstGeom>
        </p:spPr>
      </p:pic>
    </p:spTree>
    <p:extLst>
      <p:ext uri="{BB962C8B-B14F-4D97-AF65-F5344CB8AC3E}">
        <p14:creationId xmlns:p14="http://schemas.microsoft.com/office/powerpoint/2010/main" val="303006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4B79C3-8B35-400B-B5F7-833E473C1043}"/>
              </a:ext>
            </a:extLst>
          </p:cNvPr>
          <p:cNvPicPr>
            <a:picLocks noChangeAspect="1"/>
          </p:cNvPicPr>
          <p:nvPr/>
        </p:nvPicPr>
        <p:blipFill>
          <a:blip r:embed="rId3"/>
          <a:stretch>
            <a:fillRect/>
          </a:stretch>
        </p:blipFill>
        <p:spPr>
          <a:xfrm>
            <a:off x="2895600" y="1514592"/>
            <a:ext cx="3352800" cy="3828816"/>
          </a:xfrm>
          <a:prstGeom prst="rect">
            <a:avLst/>
          </a:prstGeom>
        </p:spPr>
      </p:pic>
      <p:sp>
        <p:nvSpPr>
          <p:cNvPr id="3" name="TextBox 2">
            <a:extLst>
              <a:ext uri="{FF2B5EF4-FFF2-40B4-BE49-F238E27FC236}">
                <a16:creationId xmlns:a16="http://schemas.microsoft.com/office/drawing/2014/main" id="{1F045989-6A7F-4B1F-9DCB-210F5733F8D2}"/>
              </a:ext>
            </a:extLst>
          </p:cNvPr>
          <p:cNvSpPr txBox="1"/>
          <p:nvPr/>
        </p:nvSpPr>
        <p:spPr>
          <a:xfrm>
            <a:off x="533400" y="617220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555690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8892E7-49F4-4D0F-AC11-C204F7FDF2CB}"/>
              </a:ext>
            </a:extLst>
          </p:cNvPr>
          <p:cNvPicPr>
            <a:picLocks noChangeAspect="1"/>
          </p:cNvPicPr>
          <p:nvPr/>
        </p:nvPicPr>
        <p:blipFill>
          <a:blip r:embed="rId2"/>
          <a:stretch>
            <a:fillRect/>
          </a:stretch>
        </p:blipFill>
        <p:spPr>
          <a:xfrm>
            <a:off x="1981200" y="1554594"/>
            <a:ext cx="5181600" cy="3748812"/>
          </a:xfrm>
          <a:prstGeom prst="rect">
            <a:avLst/>
          </a:prstGeom>
        </p:spPr>
      </p:pic>
    </p:spTree>
    <p:extLst>
      <p:ext uri="{BB962C8B-B14F-4D97-AF65-F5344CB8AC3E}">
        <p14:creationId xmlns:p14="http://schemas.microsoft.com/office/powerpoint/2010/main" val="625392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2CF26D-A795-42E9-8659-BA2CFC4F4791}"/>
              </a:ext>
            </a:extLst>
          </p:cNvPr>
          <p:cNvPicPr>
            <a:picLocks noChangeAspect="1"/>
          </p:cNvPicPr>
          <p:nvPr/>
        </p:nvPicPr>
        <p:blipFill>
          <a:blip r:embed="rId2"/>
          <a:stretch>
            <a:fillRect/>
          </a:stretch>
        </p:blipFill>
        <p:spPr>
          <a:xfrm>
            <a:off x="900076" y="2133599"/>
            <a:ext cx="7343848" cy="2590802"/>
          </a:xfrm>
          <a:prstGeom prst="rect">
            <a:avLst/>
          </a:prstGeom>
        </p:spPr>
      </p:pic>
    </p:spTree>
    <p:extLst>
      <p:ext uri="{BB962C8B-B14F-4D97-AF65-F5344CB8AC3E}">
        <p14:creationId xmlns:p14="http://schemas.microsoft.com/office/powerpoint/2010/main" val="3808661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F82D4D-C6BF-48F2-B10B-50E97FC486F8}"/>
              </a:ext>
            </a:extLst>
          </p:cNvPr>
          <p:cNvPicPr>
            <a:picLocks noChangeAspect="1"/>
          </p:cNvPicPr>
          <p:nvPr/>
        </p:nvPicPr>
        <p:blipFill>
          <a:blip r:embed="rId2"/>
          <a:stretch>
            <a:fillRect/>
          </a:stretch>
        </p:blipFill>
        <p:spPr>
          <a:xfrm>
            <a:off x="2133599" y="1675274"/>
            <a:ext cx="4876802" cy="3507452"/>
          </a:xfrm>
          <a:prstGeom prst="rect">
            <a:avLst/>
          </a:prstGeom>
        </p:spPr>
      </p:pic>
    </p:spTree>
    <p:extLst>
      <p:ext uri="{BB962C8B-B14F-4D97-AF65-F5344CB8AC3E}">
        <p14:creationId xmlns:p14="http://schemas.microsoft.com/office/powerpoint/2010/main" val="457240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40081E-9F42-47AC-9C66-50C7D6C53D21}"/>
              </a:ext>
            </a:extLst>
          </p:cNvPr>
          <p:cNvPicPr>
            <a:picLocks noChangeAspect="1"/>
          </p:cNvPicPr>
          <p:nvPr/>
        </p:nvPicPr>
        <p:blipFill>
          <a:blip r:embed="rId2"/>
          <a:stretch>
            <a:fillRect/>
          </a:stretch>
        </p:blipFill>
        <p:spPr>
          <a:xfrm>
            <a:off x="1066799" y="1468463"/>
            <a:ext cx="7010402" cy="3921074"/>
          </a:xfrm>
          <a:prstGeom prst="rect">
            <a:avLst/>
          </a:prstGeom>
        </p:spPr>
      </p:pic>
    </p:spTree>
    <p:extLst>
      <p:ext uri="{BB962C8B-B14F-4D97-AF65-F5344CB8AC3E}">
        <p14:creationId xmlns:p14="http://schemas.microsoft.com/office/powerpoint/2010/main" val="175929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18FF92-793D-4566-B436-08C5BE31DE15}"/>
              </a:ext>
            </a:extLst>
          </p:cNvPr>
          <p:cNvPicPr>
            <a:picLocks noChangeAspect="1"/>
          </p:cNvPicPr>
          <p:nvPr/>
        </p:nvPicPr>
        <p:blipFill>
          <a:blip r:embed="rId2"/>
          <a:stretch>
            <a:fillRect/>
          </a:stretch>
        </p:blipFill>
        <p:spPr>
          <a:xfrm>
            <a:off x="3314700" y="2519362"/>
            <a:ext cx="2514600" cy="1819275"/>
          </a:xfrm>
          <a:prstGeom prst="rect">
            <a:avLst/>
          </a:prstGeom>
        </p:spPr>
      </p:pic>
    </p:spTree>
    <p:extLst>
      <p:ext uri="{BB962C8B-B14F-4D97-AF65-F5344CB8AC3E}">
        <p14:creationId xmlns:p14="http://schemas.microsoft.com/office/powerpoint/2010/main" val="1698062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E4F900-9DC7-477C-ABD8-465C28727BAC}"/>
              </a:ext>
            </a:extLst>
          </p:cNvPr>
          <p:cNvPicPr>
            <a:picLocks noChangeAspect="1"/>
          </p:cNvPicPr>
          <p:nvPr/>
        </p:nvPicPr>
        <p:blipFill>
          <a:blip r:embed="rId2"/>
          <a:stretch>
            <a:fillRect/>
          </a:stretch>
        </p:blipFill>
        <p:spPr>
          <a:xfrm>
            <a:off x="1066800" y="719137"/>
            <a:ext cx="7010400" cy="5419725"/>
          </a:xfrm>
          <a:prstGeom prst="rect">
            <a:avLst/>
          </a:prstGeom>
        </p:spPr>
      </p:pic>
    </p:spTree>
    <p:extLst>
      <p:ext uri="{BB962C8B-B14F-4D97-AF65-F5344CB8AC3E}">
        <p14:creationId xmlns:p14="http://schemas.microsoft.com/office/powerpoint/2010/main" val="2621197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B9806-3CE5-4290-A373-A46D1B5FC9A2}"/>
              </a:ext>
            </a:extLst>
          </p:cNvPr>
          <p:cNvPicPr>
            <a:picLocks noChangeAspect="1"/>
          </p:cNvPicPr>
          <p:nvPr/>
        </p:nvPicPr>
        <p:blipFill>
          <a:blip r:embed="rId2"/>
          <a:stretch>
            <a:fillRect/>
          </a:stretch>
        </p:blipFill>
        <p:spPr>
          <a:xfrm>
            <a:off x="1295399" y="974713"/>
            <a:ext cx="6553202" cy="4908574"/>
          </a:xfrm>
          <a:prstGeom prst="rect">
            <a:avLst/>
          </a:prstGeom>
        </p:spPr>
      </p:pic>
    </p:spTree>
    <p:extLst>
      <p:ext uri="{BB962C8B-B14F-4D97-AF65-F5344CB8AC3E}">
        <p14:creationId xmlns:p14="http://schemas.microsoft.com/office/powerpoint/2010/main" val="1724915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Logarithmic-Exponential</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812" y="2011362"/>
            <a:ext cx="8752376" cy="3703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7" name="Group 36">
            <a:extLst>
              <a:ext uri="{FF2B5EF4-FFF2-40B4-BE49-F238E27FC236}">
                <a16:creationId xmlns:a16="http://schemas.microsoft.com/office/drawing/2014/main" id="{33721A58-1BF7-4A8E-A679-333A2B3519AA}"/>
              </a:ext>
            </a:extLst>
          </p:cNvPr>
          <p:cNvGrpSpPr/>
          <p:nvPr/>
        </p:nvGrpSpPr>
        <p:grpSpPr>
          <a:xfrm>
            <a:off x="4639240" y="76587"/>
            <a:ext cx="426600" cy="410040"/>
            <a:chOff x="4639240" y="76587"/>
            <a:chExt cx="426600" cy="410040"/>
          </a:xfrm>
        </p:grpSpPr>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D074AA73-2B77-4D1F-AE84-704BA084B7B1}"/>
                    </a:ext>
                  </a:extLst>
                </p14:cNvPr>
                <p14:cNvContentPartPr/>
                <p14:nvPr/>
              </p14:nvContentPartPr>
              <p14:xfrm>
                <a:off x="4639240" y="238587"/>
                <a:ext cx="34560" cy="248040"/>
              </p14:xfrm>
            </p:contentPart>
          </mc:Choice>
          <mc:Fallback xmlns="">
            <p:pic>
              <p:nvPicPr>
                <p:cNvPr id="26" name="Ink 25">
                  <a:extLst>
                    <a:ext uri="{FF2B5EF4-FFF2-40B4-BE49-F238E27FC236}">
                      <a16:creationId xmlns:a16="http://schemas.microsoft.com/office/drawing/2014/main" id="{D074AA73-2B77-4D1F-AE84-704BA084B7B1}"/>
                    </a:ext>
                  </a:extLst>
                </p:cNvPr>
                <p:cNvPicPr/>
                <p:nvPr/>
              </p:nvPicPr>
              <p:blipFill>
                <a:blip r:embed="rId42"/>
                <a:stretch>
                  <a:fillRect/>
                </a:stretch>
              </p:blipFill>
              <p:spPr>
                <a:xfrm>
                  <a:off x="4634920" y="234267"/>
                  <a:ext cx="432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3A3C84E7-CA14-45AD-B6F3-49CE702A5A10}"/>
                    </a:ext>
                  </a:extLst>
                </p14:cNvPr>
                <p14:cNvContentPartPr/>
                <p14:nvPr/>
              </p14:nvContentPartPr>
              <p14:xfrm>
                <a:off x="4722400" y="309147"/>
                <a:ext cx="238320" cy="165600"/>
              </p14:xfrm>
            </p:contentPart>
          </mc:Choice>
          <mc:Fallback xmlns="">
            <p:pic>
              <p:nvPicPr>
                <p:cNvPr id="27" name="Ink 26">
                  <a:extLst>
                    <a:ext uri="{FF2B5EF4-FFF2-40B4-BE49-F238E27FC236}">
                      <a16:creationId xmlns:a16="http://schemas.microsoft.com/office/drawing/2014/main" id="{3A3C84E7-CA14-45AD-B6F3-49CE702A5A10}"/>
                    </a:ext>
                  </a:extLst>
                </p:cNvPr>
                <p:cNvPicPr/>
                <p:nvPr/>
              </p:nvPicPr>
              <p:blipFill>
                <a:blip r:embed="rId44"/>
                <a:stretch>
                  <a:fillRect/>
                </a:stretch>
              </p:blipFill>
              <p:spPr>
                <a:xfrm>
                  <a:off x="4718080" y="304827"/>
                  <a:ext cx="24696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12F6AB7A-7CBA-44AB-9458-0D0E6D79C7E6}"/>
                    </a:ext>
                  </a:extLst>
                </p14:cNvPr>
                <p14:cNvContentPartPr/>
                <p14:nvPr/>
              </p14:nvContentPartPr>
              <p14:xfrm>
                <a:off x="4986640" y="76587"/>
                <a:ext cx="79200" cy="124200"/>
              </p14:xfrm>
            </p:contentPart>
          </mc:Choice>
          <mc:Fallback xmlns="">
            <p:pic>
              <p:nvPicPr>
                <p:cNvPr id="28" name="Ink 27">
                  <a:extLst>
                    <a:ext uri="{FF2B5EF4-FFF2-40B4-BE49-F238E27FC236}">
                      <a16:creationId xmlns:a16="http://schemas.microsoft.com/office/drawing/2014/main" id="{12F6AB7A-7CBA-44AB-9458-0D0E6D79C7E6}"/>
                    </a:ext>
                  </a:extLst>
                </p:cNvPr>
                <p:cNvPicPr/>
                <p:nvPr/>
              </p:nvPicPr>
              <p:blipFill>
                <a:blip r:embed="rId46"/>
                <a:stretch>
                  <a:fillRect/>
                </a:stretch>
              </p:blipFill>
              <p:spPr>
                <a:xfrm>
                  <a:off x="4982320" y="72267"/>
                  <a:ext cx="87840" cy="132840"/>
                </a:xfrm>
                <a:prstGeom prst="rect">
                  <a:avLst/>
                </a:prstGeom>
              </p:spPr>
            </p:pic>
          </mc:Fallback>
        </mc:AlternateContent>
      </p:grpSp>
      <p:grpSp>
        <p:nvGrpSpPr>
          <p:cNvPr id="36" name="Group 35">
            <a:extLst>
              <a:ext uri="{FF2B5EF4-FFF2-40B4-BE49-F238E27FC236}">
                <a16:creationId xmlns:a16="http://schemas.microsoft.com/office/drawing/2014/main" id="{D0A937C0-2360-4987-A31C-65C0B4A8440A}"/>
              </a:ext>
            </a:extLst>
          </p:cNvPr>
          <p:cNvGrpSpPr/>
          <p:nvPr/>
        </p:nvGrpSpPr>
        <p:grpSpPr>
          <a:xfrm>
            <a:off x="5457160" y="87387"/>
            <a:ext cx="180000" cy="396000"/>
            <a:chOff x="5457160" y="87387"/>
            <a:chExt cx="180000" cy="396000"/>
          </a:xfrm>
        </p:grpSpPr>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25C54985-2CEB-43C4-89D1-1422CED22C06}"/>
                    </a:ext>
                  </a:extLst>
                </p14:cNvPr>
                <p14:cNvContentPartPr/>
                <p14:nvPr/>
              </p14:nvContentPartPr>
              <p14:xfrm>
                <a:off x="5457160" y="269547"/>
                <a:ext cx="53280" cy="213840"/>
              </p14:xfrm>
            </p:contentPart>
          </mc:Choice>
          <mc:Fallback xmlns="">
            <p:pic>
              <p:nvPicPr>
                <p:cNvPr id="29" name="Ink 28">
                  <a:extLst>
                    <a:ext uri="{FF2B5EF4-FFF2-40B4-BE49-F238E27FC236}">
                      <a16:creationId xmlns:a16="http://schemas.microsoft.com/office/drawing/2014/main" id="{25C54985-2CEB-43C4-89D1-1422CED22C06}"/>
                    </a:ext>
                  </a:extLst>
                </p:cNvPr>
                <p:cNvPicPr/>
                <p:nvPr/>
              </p:nvPicPr>
              <p:blipFill>
                <a:blip r:embed="rId48"/>
                <a:stretch>
                  <a:fillRect/>
                </a:stretch>
              </p:blipFill>
              <p:spPr>
                <a:xfrm>
                  <a:off x="5452840" y="265227"/>
                  <a:ext cx="6192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FB7FFE93-5EDA-4F0F-9C9D-ABC3C8420410}"/>
                    </a:ext>
                  </a:extLst>
                </p14:cNvPr>
                <p14:cNvContentPartPr/>
                <p14:nvPr/>
              </p14:nvContentPartPr>
              <p14:xfrm>
                <a:off x="5574880" y="87387"/>
                <a:ext cx="62280" cy="91800"/>
              </p14:xfrm>
            </p:contentPart>
          </mc:Choice>
          <mc:Fallback xmlns="">
            <p:pic>
              <p:nvPicPr>
                <p:cNvPr id="30" name="Ink 29">
                  <a:extLst>
                    <a:ext uri="{FF2B5EF4-FFF2-40B4-BE49-F238E27FC236}">
                      <a16:creationId xmlns:a16="http://schemas.microsoft.com/office/drawing/2014/main" id="{FB7FFE93-5EDA-4F0F-9C9D-ABC3C8420410}"/>
                    </a:ext>
                  </a:extLst>
                </p:cNvPr>
                <p:cNvPicPr/>
                <p:nvPr/>
              </p:nvPicPr>
              <p:blipFill>
                <a:blip r:embed="rId50"/>
                <a:stretch>
                  <a:fillRect/>
                </a:stretch>
              </p:blipFill>
              <p:spPr>
                <a:xfrm>
                  <a:off x="5570560" y="83067"/>
                  <a:ext cx="70920" cy="100440"/>
                </a:xfrm>
                <a:prstGeom prst="rect">
                  <a:avLst/>
                </a:prstGeom>
              </p:spPr>
            </p:pic>
          </mc:Fallback>
        </mc:AlternateContent>
      </p:grpSp>
      <p:grpSp>
        <p:nvGrpSpPr>
          <p:cNvPr id="35" name="Group 34">
            <a:extLst>
              <a:ext uri="{FF2B5EF4-FFF2-40B4-BE49-F238E27FC236}">
                <a16:creationId xmlns:a16="http://schemas.microsoft.com/office/drawing/2014/main" id="{0BB83E09-DB9A-483D-BEE1-8DCCC4A727F2}"/>
              </a:ext>
            </a:extLst>
          </p:cNvPr>
          <p:cNvGrpSpPr/>
          <p:nvPr/>
        </p:nvGrpSpPr>
        <p:grpSpPr>
          <a:xfrm>
            <a:off x="5862520" y="314187"/>
            <a:ext cx="153360" cy="61560"/>
            <a:chOff x="5862520" y="314187"/>
            <a:chExt cx="153360" cy="61560"/>
          </a:xfrm>
        </p:grpSpPr>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0316C791-8A03-4275-924F-DD3BAEB0F1AE}"/>
                    </a:ext>
                  </a:extLst>
                </p14:cNvPr>
                <p14:cNvContentPartPr/>
                <p14:nvPr/>
              </p14:nvContentPartPr>
              <p14:xfrm>
                <a:off x="5872240" y="314187"/>
                <a:ext cx="121320" cy="33840"/>
              </p14:xfrm>
            </p:contentPart>
          </mc:Choice>
          <mc:Fallback xmlns="">
            <p:pic>
              <p:nvPicPr>
                <p:cNvPr id="31" name="Ink 30">
                  <a:extLst>
                    <a:ext uri="{FF2B5EF4-FFF2-40B4-BE49-F238E27FC236}">
                      <a16:creationId xmlns:a16="http://schemas.microsoft.com/office/drawing/2014/main" id="{0316C791-8A03-4275-924F-DD3BAEB0F1AE}"/>
                    </a:ext>
                  </a:extLst>
                </p:cNvPr>
                <p:cNvPicPr/>
                <p:nvPr/>
              </p:nvPicPr>
              <p:blipFill>
                <a:blip r:embed="rId52"/>
                <a:stretch>
                  <a:fillRect/>
                </a:stretch>
              </p:blipFill>
              <p:spPr>
                <a:xfrm>
                  <a:off x="5867920" y="309867"/>
                  <a:ext cx="1299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F31ED557-0606-40A7-A418-C674332F313C}"/>
                    </a:ext>
                  </a:extLst>
                </p14:cNvPr>
                <p14:cNvContentPartPr/>
                <p14:nvPr/>
              </p14:nvContentPartPr>
              <p14:xfrm>
                <a:off x="5862520" y="343707"/>
                <a:ext cx="153360" cy="32040"/>
              </p14:xfrm>
            </p:contentPart>
          </mc:Choice>
          <mc:Fallback xmlns="">
            <p:pic>
              <p:nvPicPr>
                <p:cNvPr id="32" name="Ink 31">
                  <a:extLst>
                    <a:ext uri="{FF2B5EF4-FFF2-40B4-BE49-F238E27FC236}">
                      <a16:creationId xmlns:a16="http://schemas.microsoft.com/office/drawing/2014/main" id="{F31ED557-0606-40A7-A418-C674332F313C}"/>
                    </a:ext>
                  </a:extLst>
                </p:cNvPr>
                <p:cNvPicPr/>
                <p:nvPr/>
              </p:nvPicPr>
              <p:blipFill>
                <a:blip r:embed="rId54"/>
                <a:stretch>
                  <a:fillRect/>
                </a:stretch>
              </p:blipFill>
              <p:spPr>
                <a:xfrm>
                  <a:off x="5858200" y="339387"/>
                  <a:ext cx="162000" cy="40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70C837D6-3AD2-4FC9-B8D2-3F9318452BEF}"/>
                  </a:ext>
                </a:extLst>
              </p14:cNvPr>
              <p14:cNvContentPartPr/>
              <p14:nvPr/>
            </p14:nvContentPartPr>
            <p14:xfrm>
              <a:off x="5922640" y="490947"/>
              <a:ext cx="118080" cy="21600"/>
            </p14:xfrm>
          </p:contentPart>
        </mc:Choice>
        <mc:Fallback xmlns="">
          <p:pic>
            <p:nvPicPr>
              <p:cNvPr id="33" name="Ink 32">
                <a:extLst>
                  <a:ext uri="{FF2B5EF4-FFF2-40B4-BE49-F238E27FC236}">
                    <a16:creationId xmlns:a16="http://schemas.microsoft.com/office/drawing/2014/main" id="{70C837D6-3AD2-4FC9-B8D2-3F9318452BEF}"/>
                  </a:ext>
                </a:extLst>
              </p:cNvPr>
              <p:cNvPicPr/>
              <p:nvPr/>
            </p:nvPicPr>
            <p:blipFill>
              <a:blip r:embed="rId56"/>
              <a:stretch>
                <a:fillRect/>
              </a:stretch>
            </p:blipFill>
            <p:spPr>
              <a:xfrm>
                <a:off x="5918320" y="486627"/>
                <a:ext cx="1267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Ink 33">
                <a:extLst>
                  <a:ext uri="{FF2B5EF4-FFF2-40B4-BE49-F238E27FC236}">
                    <a16:creationId xmlns:a16="http://schemas.microsoft.com/office/drawing/2014/main" id="{C2FE4D4C-2988-481C-90D9-2FEAB72310CA}"/>
                  </a:ext>
                </a:extLst>
              </p14:cNvPr>
              <p14:cNvContentPartPr/>
              <p14:nvPr/>
            </p14:nvContentPartPr>
            <p14:xfrm>
              <a:off x="6272200" y="209787"/>
              <a:ext cx="56160" cy="257400"/>
            </p14:xfrm>
          </p:contentPart>
        </mc:Choice>
        <mc:Fallback xmlns="">
          <p:pic>
            <p:nvPicPr>
              <p:cNvPr id="34" name="Ink 33">
                <a:extLst>
                  <a:ext uri="{FF2B5EF4-FFF2-40B4-BE49-F238E27FC236}">
                    <a16:creationId xmlns:a16="http://schemas.microsoft.com/office/drawing/2014/main" id="{C2FE4D4C-2988-481C-90D9-2FEAB72310CA}"/>
                  </a:ext>
                </a:extLst>
              </p:cNvPr>
              <p:cNvPicPr/>
              <p:nvPr/>
            </p:nvPicPr>
            <p:blipFill>
              <a:blip r:embed="rId58"/>
              <a:stretch>
                <a:fillRect/>
              </a:stretch>
            </p:blipFill>
            <p:spPr>
              <a:xfrm>
                <a:off x="6267880" y="205467"/>
                <a:ext cx="64800" cy="266040"/>
              </a:xfrm>
              <a:prstGeom prst="rect">
                <a:avLst/>
              </a:prstGeom>
            </p:spPr>
          </p:pic>
        </mc:Fallback>
      </mc:AlternateContent>
      <p:grpSp>
        <p:nvGrpSpPr>
          <p:cNvPr id="46" name="Group 45">
            <a:extLst>
              <a:ext uri="{FF2B5EF4-FFF2-40B4-BE49-F238E27FC236}">
                <a16:creationId xmlns:a16="http://schemas.microsoft.com/office/drawing/2014/main" id="{04C2DF95-8213-40EC-A0C9-4E3BCD0ACD09}"/>
              </a:ext>
            </a:extLst>
          </p:cNvPr>
          <p:cNvGrpSpPr/>
          <p:nvPr/>
        </p:nvGrpSpPr>
        <p:grpSpPr>
          <a:xfrm>
            <a:off x="1469440" y="5583147"/>
            <a:ext cx="402480" cy="414000"/>
            <a:chOff x="1469440" y="5583147"/>
            <a:chExt cx="402480" cy="414000"/>
          </a:xfrm>
        </p:grpSpPr>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0F414FEA-1997-4ECC-A4B3-9D4164B4A84F}"/>
                    </a:ext>
                  </a:extLst>
                </p14:cNvPr>
                <p14:cNvContentPartPr/>
                <p14:nvPr/>
              </p14:nvContentPartPr>
              <p14:xfrm>
                <a:off x="1469440" y="5645067"/>
                <a:ext cx="52920" cy="352080"/>
              </p14:xfrm>
            </p:contentPart>
          </mc:Choice>
          <mc:Fallback xmlns="">
            <p:pic>
              <p:nvPicPr>
                <p:cNvPr id="39" name="Ink 38">
                  <a:extLst>
                    <a:ext uri="{FF2B5EF4-FFF2-40B4-BE49-F238E27FC236}">
                      <a16:creationId xmlns:a16="http://schemas.microsoft.com/office/drawing/2014/main" id="{0F414FEA-1997-4ECC-A4B3-9D4164B4A84F}"/>
                    </a:ext>
                  </a:extLst>
                </p:cNvPr>
                <p:cNvPicPr/>
                <p:nvPr/>
              </p:nvPicPr>
              <p:blipFill>
                <a:blip r:embed="rId60"/>
                <a:stretch>
                  <a:fillRect/>
                </a:stretch>
              </p:blipFill>
              <p:spPr>
                <a:xfrm>
                  <a:off x="1465120" y="5640747"/>
                  <a:ext cx="6156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9AC8E600-10AD-409A-9B7D-5E6330DCF68F}"/>
                    </a:ext>
                  </a:extLst>
                </p14:cNvPr>
                <p14:cNvContentPartPr/>
                <p14:nvPr/>
              </p14:nvContentPartPr>
              <p14:xfrm>
                <a:off x="1648000" y="5583147"/>
                <a:ext cx="223920" cy="279720"/>
              </p14:xfrm>
            </p:contentPart>
          </mc:Choice>
          <mc:Fallback xmlns="">
            <p:pic>
              <p:nvPicPr>
                <p:cNvPr id="40" name="Ink 39">
                  <a:extLst>
                    <a:ext uri="{FF2B5EF4-FFF2-40B4-BE49-F238E27FC236}">
                      <a16:creationId xmlns:a16="http://schemas.microsoft.com/office/drawing/2014/main" id="{9AC8E600-10AD-409A-9B7D-5E6330DCF68F}"/>
                    </a:ext>
                  </a:extLst>
                </p:cNvPr>
                <p:cNvPicPr/>
                <p:nvPr/>
              </p:nvPicPr>
              <p:blipFill>
                <a:blip r:embed="rId62"/>
                <a:stretch>
                  <a:fillRect/>
                </a:stretch>
              </p:blipFill>
              <p:spPr>
                <a:xfrm>
                  <a:off x="1643680" y="5578827"/>
                  <a:ext cx="232560" cy="28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8DE5CCDB-3810-4E5C-B3FC-60949835D495}"/>
                  </a:ext>
                </a:extLst>
              </p14:cNvPr>
              <p14:cNvContentPartPr/>
              <p14:nvPr/>
            </p14:nvContentPartPr>
            <p14:xfrm>
              <a:off x="2058760" y="5348427"/>
              <a:ext cx="75240" cy="93240"/>
            </p14:xfrm>
          </p:contentPart>
        </mc:Choice>
        <mc:Fallback xmlns="">
          <p:pic>
            <p:nvPicPr>
              <p:cNvPr id="41" name="Ink 40">
                <a:extLst>
                  <a:ext uri="{FF2B5EF4-FFF2-40B4-BE49-F238E27FC236}">
                    <a16:creationId xmlns:a16="http://schemas.microsoft.com/office/drawing/2014/main" id="{8DE5CCDB-3810-4E5C-B3FC-60949835D495}"/>
                  </a:ext>
                </a:extLst>
              </p:cNvPr>
              <p:cNvPicPr/>
              <p:nvPr/>
            </p:nvPicPr>
            <p:blipFill>
              <a:blip r:embed="rId64"/>
              <a:stretch>
                <a:fillRect/>
              </a:stretch>
            </p:blipFill>
            <p:spPr>
              <a:xfrm>
                <a:off x="2054440" y="5344107"/>
                <a:ext cx="83880" cy="101880"/>
              </a:xfrm>
              <a:prstGeom prst="rect">
                <a:avLst/>
              </a:prstGeom>
            </p:spPr>
          </p:pic>
        </mc:Fallback>
      </mc:AlternateContent>
      <p:grpSp>
        <p:nvGrpSpPr>
          <p:cNvPr id="45" name="Group 44">
            <a:extLst>
              <a:ext uri="{FF2B5EF4-FFF2-40B4-BE49-F238E27FC236}">
                <a16:creationId xmlns:a16="http://schemas.microsoft.com/office/drawing/2014/main" id="{E9776BD8-012B-4B14-A3BB-830FDFC8A8EF}"/>
              </a:ext>
            </a:extLst>
          </p:cNvPr>
          <p:cNvGrpSpPr/>
          <p:nvPr/>
        </p:nvGrpSpPr>
        <p:grpSpPr>
          <a:xfrm>
            <a:off x="2438560" y="5381187"/>
            <a:ext cx="555480" cy="423000"/>
            <a:chOff x="2438560" y="5381187"/>
            <a:chExt cx="555480" cy="423000"/>
          </a:xfrm>
        </p:grpSpPr>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8F2B472B-DFC8-4764-A8B9-E44EC891188F}"/>
                    </a:ext>
                  </a:extLst>
                </p14:cNvPr>
                <p14:cNvContentPartPr/>
                <p14:nvPr/>
              </p14:nvContentPartPr>
              <p14:xfrm>
                <a:off x="2438560" y="5546427"/>
                <a:ext cx="155520" cy="39960"/>
              </p14:xfrm>
            </p:contentPart>
          </mc:Choice>
          <mc:Fallback xmlns="">
            <p:pic>
              <p:nvPicPr>
                <p:cNvPr id="42" name="Ink 41">
                  <a:extLst>
                    <a:ext uri="{FF2B5EF4-FFF2-40B4-BE49-F238E27FC236}">
                      <a16:creationId xmlns:a16="http://schemas.microsoft.com/office/drawing/2014/main" id="{8F2B472B-DFC8-4764-A8B9-E44EC891188F}"/>
                    </a:ext>
                  </a:extLst>
                </p:cNvPr>
                <p:cNvPicPr/>
                <p:nvPr/>
              </p:nvPicPr>
              <p:blipFill>
                <a:blip r:embed="rId66"/>
                <a:stretch>
                  <a:fillRect/>
                </a:stretch>
              </p:blipFill>
              <p:spPr>
                <a:xfrm>
                  <a:off x="2434240" y="5542107"/>
                  <a:ext cx="16416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CD297964-D5E5-460F-8F2E-CF16F846E50B}"/>
                    </a:ext>
                  </a:extLst>
                </p14:cNvPr>
                <p14:cNvContentPartPr/>
                <p14:nvPr/>
              </p14:nvContentPartPr>
              <p14:xfrm>
                <a:off x="2551960" y="5725707"/>
                <a:ext cx="175680" cy="78480"/>
              </p14:xfrm>
            </p:contentPart>
          </mc:Choice>
          <mc:Fallback xmlns="">
            <p:pic>
              <p:nvPicPr>
                <p:cNvPr id="43" name="Ink 42">
                  <a:extLst>
                    <a:ext uri="{FF2B5EF4-FFF2-40B4-BE49-F238E27FC236}">
                      <a16:creationId xmlns:a16="http://schemas.microsoft.com/office/drawing/2014/main" id="{CD297964-D5E5-460F-8F2E-CF16F846E50B}"/>
                    </a:ext>
                  </a:extLst>
                </p:cNvPr>
                <p:cNvPicPr/>
                <p:nvPr/>
              </p:nvPicPr>
              <p:blipFill>
                <a:blip r:embed="rId68"/>
                <a:stretch>
                  <a:fillRect/>
                </a:stretch>
              </p:blipFill>
              <p:spPr>
                <a:xfrm>
                  <a:off x="2547640" y="5721387"/>
                  <a:ext cx="1843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7E01352F-D2C1-40DE-BDCE-9D17823BF651}"/>
                    </a:ext>
                  </a:extLst>
                </p14:cNvPr>
                <p14:cNvContentPartPr/>
                <p14:nvPr/>
              </p14:nvContentPartPr>
              <p14:xfrm>
                <a:off x="2877040" y="5381187"/>
                <a:ext cx="117000" cy="241920"/>
              </p14:xfrm>
            </p:contentPart>
          </mc:Choice>
          <mc:Fallback xmlns="">
            <p:pic>
              <p:nvPicPr>
                <p:cNvPr id="44" name="Ink 43">
                  <a:extLst>
                    <a:ext uri="{FF2B5EF4-FFF2-40B4-BE49-F238E27FC236}">
                      <a16:creationId xmlns:a16="http://schemas.microsoft.com/office/drawing/2014/main" id="{7E01352F-D2C1-40DE-BDCE-9D17823BF651}"/>
                    </a:ext>
                  </a:extLst>
                </p:cNvPr>
                <p:cNvPicPr/>
                <p:nvPr/>
              </p:nvPicPr>
              <p:blipFill>
                <a:blip r:embed="rId70"/>
                <a:stretch>
                  <a:fillRect/>
                </a:stretch>
              </p:blipFill>
              <p:spPr>
                <a:xfrm>
                  <a:off x="2872720" y="5376867"/>
                  <a:ext cx="125640" cy="250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1">
            <p14:nvContentPartPr>
              <p14:cNvPr id="57" name="Ink 56">
                <a:extLst>
                  <a:ext uri="{FF2B5EF4-FFF2-40B4-BE49-F238E27FC236}">
                    <a16:creationId xmlns:a16="http://schemas.microsoft.com/office/drawing/2014/main" id="{F8A7CB36-E689-4D7F-8BF3-F66F4F66119A}"/>
                  </a:ext>
                </a:extLst>
              </p14:cNvPr>
              <p14:cNvContentPartPr/>
              <p14:nvPr/>
            </p14:nvContentPartPr>
            <p14:xfrm>
              <a:off x="4862800" y="5846667"/>
              <a:ext cx="399960" cy="118080"/>
            </p14:xfrm>
          </p:contentPart>
        </mc:Choice>
        <mc:Fallback xmlns="">
          <p:pic>
            <p:nvPicPr>
              <p:cNvPr id="57" name="Ink 56">
                <a:extLst>
                  <a:ext uri="{FF2B5EF4-FFF2-40B4-BE49-F238E27FC236}">
                    <a16:creationId xmlns:a16="http://schemas.microsoft.com/office/drawing/2014/main" id="{F8A7CB36-E689-4D7F-8BF3-F66F4F66119A}"/>
                  </a:ext>
                </a:extLst>
              </p:cNvPr>
              <p:cNvPicPr/>
              <p:nvPr/>
            </p:nvPicPr>
            <p:blipFill>
              <a:blip r:embed="rId78"/>
              <a:stretch>
                <a:fillRect/>
              </a:stretch>
            </p:blipFill>
            <p:spPr>
              <a:xfrm>
                <a:off x="4858480" y="5842347"/>
                <a:ext cx="4086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9" name="Ink 58">
                <a:extLst>
                  <a:ext uri="{FF2B5EF4-FFF2-40B4-BE49-F238E27FC236}">
                    <a16:creationId xmlns:a16="http://schemas.microsoft.com/office/drawing/2014/main" id="{24330FA3-5C90-4D9B-BFAB-21306F0DE754}"/>
                  </a:ext>
                </a:extLst>
              </p14:cNvPr>
              <p14:cNvContentPartPr/>
              <p14:nvPr/>
            </p14:nvContentPartPr>
            <p14:xfrm>
              <a:off x="5867920" y="5269227"/>
              <a:ext cx="43920" cy="5040"/>
            </p14:xfrm>
          </p:contentPart>
        </mc:Choice>
        <mc:Fallback xmlns="">
          <p:pic>
            <p:nvPicPr>
              <p:cNvPr id="59" name="Ink 58">
                <a:extLst>
                  <a:ext uri="{FF2B5EF4-FFF2-40B4-BE49-F238E27FC236}">
                    <a16:creationId xmlns:a16="http://schemas.microsoft.com/office/drawing/2014/main" id="{24330FA3-5C90-4D9B-BFAB-21306F0DE754}"/>
                  </a:ext>
                </a:extLst>
              </p:cNvPr>
              <p:cNvPicPr/>
              <p:nvPr/>
            </p:nvPicPr>
            <p:blipFill>
              <a:blip r:embed="rId80"/>
              <a:stretch>
                <a:fillRect/>
              </a:stretch>
            </p:blipFill>
            <p:spPr>
              <a:xfrm>
                <a:off x="5863600" y="5264907"/>
                <a:ext cx="525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3072" name="Ink 3071">
                <a:extLst>
                  <a:ext uri="{FF2B5EF4-FFF2-40B4-BE49-F238E27FC236}">
                    <a16:creationId xmlns:a16="http://schemas.microsoft.com/office/drawing/2014/main" id="{CB5495A3-5B00-4DC4-82DF-9B3D4729662D}"/>
                  </a:ext>
                </a:extLst>
              </p14:cNvPr>
              <p14:cNvContentPartPr/>
              <p14:nvPr/>
            </p14:nvContentPartPr>
            <p14:xfrm>
              <a:off x="5377240" y="2950107"/>
              <a:ext cx="408240" cy="144360"/>
            </p14:xfrm>
          </p:contentPart>
        </mc:Choice>
        <mc:Fallback xmlns="">
          <p:pic>
            <p:nvPicPr>
              <p:cNvPr id="3072" name="Ink 3071">
                <a:extLst>
                  <a:ext uri="{FF2B5EF4-FFF2-40B4-BE49-F238E27FC236}">
                    <a16:creationId xmlns:a16="http://schemas.microsoft.com/office/drawing/2014/main" id="{CB5495A3-5B00-4DC4-82DF-9B3D4729662D}"/>
                  </a:ext>
                </a:extLst>
              </p:cNvPr>
              <p:cNvPicPr/>
              <p:nvPr/>
            </p:nvPicPr>
            <p:blipFill>
              <a:blip r:embed="rId82"/>
              <a:stretch>
                <a:fillRect/>
              </a:stretch>
            </p:blipFill>
            <p:spPr>
              <a:xfrm>
                <a:off x="5372920" y="2945787"/>
                <a:ext cx="416880" cy="153000"/>
              </a:xfrm>
              <a:prstGeom prst="rect">
                <a:avLst/>
              </a:prstGeom>
            </p:spPr>
          </p:pic>
        </mc:Fallback>
      </mc:AlternateContent>
      <p:grpSp>
        <p:nvGrpSpPr>
          <p:cNvPr id="3079" name="Group 3078">
            <a:extLst>
              <a:ext uri="{FF2B5EF4-FFF2-40B4-BE49-F238E27FC236}">
                <a16:creationId xmlns:a16="http://schemas.microsoft.com/office/drawing/2014/main" id="{D909C7BC-5027-4206-910F-1F7D7225F634}"/>
              </a:ext>
            </a:extLst>
          </p:cNvPr>
          <p:cNvGrpSpPr/>
          <p:nvPr/>
        </p:nvGrpSpPr>
        <p:grpSpPr>
          <a:xfrm>
            <a:off x="4792240" y="5246187"/>
            <a:ext cx="1116720" cy="1042920"/>
            <a:chOff x="4792240" y="5246187"/>
            <a:chExt cx="1116720" cy="1042920"/>
          </a:xfrm>
        </p:grpSpPr>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FECE4169-5ADB-411F-932C-D4D93B1A7078}"/>
                    </a:ext>
                  </a:extLst>
                </p14:cNvPr>
                <p14:cNvContentPartPr/>
                <p14:nvPr/>
              </p14:nvContentPartPr>
              <p14:xfrm>
                <a:off x="4872520" y="5670987"/>
                <a:ext cx="50760" cy="155160"/>
              </p14:xfrm>
            </p:contentPart>
          </mc:Choice>
          <mc:Fallback xmlns="">
            <p:pic>
              <p:nvPicPr>
                <p:cNvPr id="51" name="Ink 50">
                  <a:extLst>
                    <a:ext uri="{FF2B5EF4-FFF2-40B4-BE49-F238E27FC236}">
                      <a16:creationId xmlns:a16="http://schemas.microsoft.com/office/drawing/2014/main" id="{FECE4169-5ADB-411F-932C-D4D93B1A7078}"/>
                    </a:ext>
                  </a:extLst>
                </p:cNvPr>
                <p:cNvPicPr/>
                <p:nvPr/>
              </p:nvPicPr>
              <p:blipFill>
                <a:blip r:embed="rId84"/>
                <a:stretch>
                  <a:fillRect/>
                </a:stretch>
              </p:blipFill>
              <p:spPr>
                <a:xfrm>
                  <a:off x="4868200" y="5666667"/>
                  <a:ext cx="5940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173545A8-228D-414B-9489-ABDE9A979BA2}"/>
                    </a:ext>
                  </a:extLst>
                </p14:cNvPr>
                <p14:cNvContentPartPr/>
                <p14:nvPr/>
              </p14:nvContentPartPr>
              <p14:xfrm>
                <a:off x="5034520" y="5588187"/>
                <a:ext cx="138960" cy="211680"/>
              </p14:xfrm>
            </p:contentPart>
          </mc:Choice>
          <mc:Fallback xmlns="">
            <p:pic>
              <p:nvPicPr>
                <p:cNvPr id="52" name="Ink 51">
                  <a:extLst>
                    <a:ext uri="{FF2B5EF4-FFF2-40B4-BE49-F238E27FC236}">
                      <a16:creationId xmlns:a16="http://schemas.microsoft.com/office/drawing/2014/main" id="{173545A8-228D-414B-9489-ABDE9A979BA2}"/>
                    </a:ext>
                  </a:extLst>
                </p:cNvPr>
                <p:cNvPicPr/>
                <p:nvPr/>
              </p:nvPicPr>
              <p:blipFill>
                <a:blip r:embed="rId86"/>
                <a:stretch>
                  <a:fillRect/>
                </a:stretch>
              </p:blipFill>
              <p:spPr>
                <a:xfrm>
                  <a:off x="5030200" y="5583867"/>
                  <a:ext cx="1476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B0507682-9164-407E-83E1-F18383844103}"/>
                    </a:ext>
                  </a:extLst>
                </p14:cNvPr>
                <p14:cNvContentPartPr/>
                <p14:nvPr/>
              </p14:nvContentPartPr>
              <p14:xfrm>
                <a:off x="5357800" y="5401347"/>
                <a:ext cx="156600" cy="42840"/>
              </p14:xfrm>
            </p:contentPart>
          </mc:Choice>
          <mc:Fallback xmlns="">
            <p:pic>
              <p:nvPicPr>
                <p:cNvPr id="53" name="Ink 52">
                  <a:extLst>
                    <a:ext uri="{FF2B5EF4-FFF2-40B4-BE49-F238E27FC236}">
                      <a16:creationId xmlns:a16="http://schemas.microsoft.com/office/drawing/2014/main" id="{B0507682-9164-407E-83E1-F18383844103}"/>
                    </a:ext>
                  </a:extLst>
                </p:cNvPr>
                <p:cNvPicPr/>
                <p:nvPr/>
              </p:nvPicPr>
              <p:blipFill>
                <a:blip r:embed="rId88"/>
                <a:stretch>
                  <a:fillRect/>
                </a:stretch>
              </p:blipFill>
              <p:spPr>
                <a:xfrm>
                  <a:off x="5353480" y="5397027"/>
                  <a:ext cx="16524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4" name="Ink 53">
                  <a:extLst>
                    <a:ext uri="{FF2B5EF4-FFF2-40B4-BE49-F238E27FC236}">
                      <a16:creationId xmlns:a16="http://schemas.microsoft.com/office/drawing/2014/main" id="{EF6EBF96-770F-4336-B0E0-F0867978749B}"/>
                    </a:ext>
                  </a:extLst>
                </p14:cNvPr>
                <p14:cNvContentPartPr/>
                <p14:nvPr/>
              </p14:nvContentPartPr>
              <p14:xfrm>
                <a:off x="5414680" y="5498547"/>
                <a:ext cx="170280" cy="56160"/>
              </p14:xfrm>
            </p:contentPart>
          </mc:Choice>
          <mc:Fallback xmlns="">
            <p:pic>
              <p:nvPicPr>
                <p:cNvPr id="54" name="Ink 53">
                  <a:extLst>
                    <a:ext uri="{FF2B5EF4-FFF2-40B4-BE49-F238E27FC236}">
                      <a16:creationId xmlns:a16="http://schemas.microsoft.com/office/drawing/2014/main" id="{EF6EBF96-770F-4336-B0E0-F0867978749B}"/>
                    </a:ext>
                  </a:extLst>
                </p:cNvPr>
                <p:cNvPicPr/>
                <p:nvPr/>
              </p:nvPicPr>
              <p:blipFill>
                <a:blip r:embed="rId90"/>
                <a:stretch>
                  <a:fillRect/>
                </a:stretch>
              </p:blipFill>
              <p:spPr>
                <a:xfrm>
                  <a:off x="5410360" y="5494227"/>
                  <a:ext cx="1789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0" name="Ink 59">
                  <a:extLst>
                    <a:ext uri="{FF2B5EF4-FFF2-40B4-BE49-F238E27FC236}">
                      <a16:creationId xmlns:a16="http://schemas.microsoft.com/office/drawing/2014/main" id="{A999ED86-4DC5-4EE3-A179-B88B25659678}"/>
                    </a:ext>
                  </a:extLst>
                </p14:cNvPr>
                <p14:cNvContentPartPr/>
                <p14:nvPr/>
              </p14:nvContentPartPr>
              <p14:xfrm>
                <a:off x="4837600" y="5251227"/>
                <a:ext cx="279720" cy="315360"/>
              </p14:xfrm>
            </p:contentPart>
          </mc:Choice>
          <mc:Fallback xmlns="">
            <p:pic>
              <p:nvPicPr>
                <p:cNvPr id="60" name="Ink 59">
                  <a:extLst>
                    <a:ext uri="{FF2B5EF4-FFF2-40B4-BE49-F238E27FC236}">
                      <a16:creationId xmlns:a16="http://schemas.microsoft.com/office/drawing/2014/main" id="{A999ED86-4DC5-4EE3-A179-B88B25659678}"/>
                    </a:ext>
                  </a:extLst>
                </p:cNvPr>
                <p:cNvPicPr/>
                <p:nvPr/>
              </p:nvPicPr>
              <p:blipFill>
                <a:blip r:embed="rId92"/>
                <a:stretch>
                  <a:fillRect/>
                </a:stretch>
              </p:blipFill>
              <p:spPr>
                <a:xfrm>
                  <a:off x="4833280" y="5246907"/>
                  <a:ext cx="28836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1" name="Ink 60">
                  <a:extLst>
                    <a:ext uri="{FF2B5EF4-FFF2-40B4-BE49-F238E27FC236}">
                      <a16:creationId xmlns:a16="http://schemas.microsoft.com/office/drawing/2014/main" id="{1F943483-C9D2-4A32-836B-A50CEC46AFF2}"/>
                    </a:ext>
                  </a:extLst>
                </p14:cNvPr>
                <p14:cNvContentPartPr/>
                <p14:nvPr/>
              </p14:nvContentPartPr>
              <p14:xfrm>
                <a:off x="5771800" y="5246187"/>
                <a:ext cx="129960" cy="255240"/>
              </p14:xfrm>
            </p:contentPart>
          </mc:Choice>
          <mc:Fallback xmlns="">
            <p:pic>
              <p:nvPicPr>
                <p:cNvPr id="61" name="Ink 60">
                  <a:extLst>
                    <a:ext uri="{FF2B5EF4-FFF2-40B4-BE49-F238E27FC236}">
                      <a16:creationId xmlns:a16="http://schemas.microsoft.com/office/drawing/2014/main" id="{1F943483-C9D2-4A32-836B-A50CEC46AFF2}"/>
                    </a:ext>
                  </a:extLst>
                </p:cNvPr>
                <p:cNvPicPr/>
                <p:nvPr/>
              </p:nvPicPr>
              <p:blipFill>
                <a:blip r:embed="rId94"/>
                <a:stretch>
                  <a:fillRect/>
                </a:stretch>
              </p:blipFill>
              <p:spPr>
                <a:xfrm>
                  <a:off x="5767480" y="5241867"/>
                  <a:ext cx="13860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2" name="Ink 61">
                  <a:extLst>
                    <a:ext uri="{FF2B5EF4-FFF2-40B4-BE49-F238E27FC236}">
                      <a16:creationId xmlns:a16="http://schemas.microsoft.com/office/drawing/2014/main" id="{24FC52DC-17A9-4574-BD66-14F38901748C}"/>
                    </a:ext>
                  </a:extLst>
                </p14:cNvPr>
                <p14:cNvContentPartPr/>
                <p14:nvPr/>
              </p14:nvContentPartPr>
              <p14:xfrm>
                <a:off x="4916440" y="5920107"/>
                <a:ext cx="51840" cy="15120"/>
              </p14:xfrm>
            </p:contentPart>
          </mc:Choice>
          <mc:Fallback xmlns="">
            <p:pic>
              <p:nvPicPr>
                <p:cNvPr id="62" name="Ink 61">
                  <a:extLst>
                    <a:ext uri="{FF2B5EF4-FFF2-40B4-BE49-F238E27FC236}">
                      <a16:creationId xmlns:a16="http://schemas.microsoft.com/office/drawing/2014/main" id="{24FC52DC-17A9-4574-BD66-14F38901748C}"/>
                    </a:ext>
                  </a:extLst>
                </p:cNvPr>
                <p:cNvPicPr/>
                <p:nvPr/>
              </p:nvPicPr>
              <p:blipFill>
                <a:blip r:embed="rId96"/>
                <a:stretch>
                  <a:fillRect/>
                </a:stretch>
              </p:blipFill>
              <p:spPr>
                <a:xfrm>
                  <a:off x="4912120" y="5915787"/>
                  <a:ext cx="604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3" name="Ink 62">
                  <a:extLst>
                    <a:ext uri="{FF2B5EF4-FFF2-40B4-BE49-F238E27FC236}">
                      <a16:creationId xmlns:a16="http://schemas.microsoft.com/office/drawing/2014/main" id="{331B9B3B-A23E-4B41-8000-59ABC0EA0711}"/>
                    </a:ext>
                  </a:extLst>
                </p14:cNvPr>
                <p14:cNvContentPartPr/>
                <p14:nvPr/>
              </p14:nvContentPartPr>
              <p14:xfrm>
                <a:off x="5764240" y="5334027"/>
                <a:ext cx="144720" cy="206280"/>
              </p14:xfrm>
            </p:contentPart>
          </mc:Choice>
          <mc:Fallback xmlns="">
            <p:pic>
              <p:nvPicPr>
                <p:cNvPr id="63" name="Ink 62">
                  <a:extLst>
                    <a:ext uri="{FF2B5EF4-FFF2-40B4-BE49-F238E27FC236}">
                      <a16:creationId xmlns:a16="http://schemas.microsoft.com/office/drawing/2014/main" id="{331B9B3B-A23E-4B41-8000-59ABC0EA0711}"/>
                    </a:ext>
                  </a:extLst>
                </p:cNvPr>
                <p:cNvPicPr/>
                <p:nvPr/>
              </p:nvPicPr>
              <p:blipFill>
                <a:blip r:embed="rId98"/>
                <a:stretch>
                  <a:fillRect/>
                </a:stretch>
              </p:blipFill>
              <p:spPr>
                <a:xfrm>
                  <a:off x="5759920" y="5329707"/>
                  <a:ext cx="1533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3073" name="Ink 3072">
                  <a:extLst>
                    <a:ext uri="{FF2B5EF4-FFF2-40B4-BE49-F238E27FC236}">
                      <a16:creationId xmlns:a16="http://schemas.microsoft.com/office/drawing/2014/main" id="{B5CBB3F7-FB81-4ED3-9F9A-C2C93FE83122}"/>
                    </a:ext>
                  </a:extLst>
                </p14:cNvPr>
                <p14:cNvContentPartPr/>
                <p14:nvPr/>
              </p14:nvContentPartPr>
              <p14:xfrm>
                <a:off x="4931200" y="5877627"/>
                <a:ext cx="18360" cy="81360"/>
              </p14:xfrm>
            </p:contentPart>
          </mc:Choice>
          <mc:Fallback xmlns="">
            <p:pic>
              <p:nvPicPr>
                <p:cNvPr id="3073" name="Ink 3072">
                  <a:extLst>
                    <a:ext uri="{FF2B5EF4-FFF2-40B4-BE49-F238E27FC236}">
                      <a16:creationId xmlns:a16="http://schemas.microsoft.com/office/drawing/2014/main" id="{B5CBB3F7-FB81-4ED3-9F9A-C2C93FE83122}"/>
                    </a:ext>
                  </a:extLst>
                </p:cNvPr>
                <p:cNvPicPr/>
                <p:nvPr/>
              </p:nvPicPr>
              <p:blipFill>
                <a:blip r:embed="rId100"/>
                <a:stretch>
                  <a:fillRect/>
                </a:stretch>
              </p:blipFill>
              <p:spPr>
                <a:xfrm>
                  <a:off x="4926880" y="5873307"/>
                  <a:ext cx="270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3075" name="Ink 3074">
                  <a:extLst>
                    <a:ext uri="{FF2B5EF4-FFF2-40B4-BE49-F238E27FC236}">
                      <a16:creationId xmlns:a16="http://schemas.microsoft.com/office/drawing/2014/main" id="{5E44C0A3-379B-49B8-9019-BE92E95B7FAB}"/>
                    </a:ext>
                  </a:extLst>
                </p14:cNvPr>
                <p14:cNvContentPartPr/>
                <p14:nvPr/>
              </p14:nvContentPartPr>
              <p14:xfrm>
                <a:off x="4898080" y="6007587"/>
                <a:ext cx="360" cy="360"/>
              </p14:xfrm>
            </p:contentPart>
          </mc:Choice>
          <mc:Fallback xmlns="">
            <p:pic>
              <p:nvPicPr>
                <p:cNvPr id="3075" name="Ink 3074">
                  <a:extLst>
                    <a:ext uri="{FF2B5EF4-FFF2-40B4-BE49-F238E27FC236}">
                      <a16:creationId xmlns:a16="http://schemas.microsoft.com/office/drawing/2014/main" id="{5E44C0A3-379B-49B8-9019-BE92E95B7FAB}"/>
                    </a:ext>
                  </a:extLst>
                </p:cNvPr>
                <p:cNvPicPr/>
                <p:nvPr/>
              </p:nvPicPr>
              <p:blipFill>
                <a:blip r:embed="rId102"/>
                <a:stretch>
                  <a:fillRect/>
                </a:stretch>
              </p:blipFill>
              <p:spPr>
                <a:xfrm>
                  <a:off x="4893760" y="6003267"/>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3076" name="Ink 3075">
                  <a:extLst>
                    <a:ext uri="{FF2B5EF4-FFF2-40B4-BE49-F238E27FC236}">
                      <a16:creationId xmlns:a16="http://schemas.microsoft.com/office/drawing/2014/main" id="{6E3B8ABC-0116-482E-A3E4-D40B0B3447A6}"/>
                    </a:ext>
                  </a:extLst>
                </p14:cNvPr>
                <p14:cNvContentPartPr/>
                <p14:nvPr/>
              </p14:nvContentPartPr>
              <p14:xfrm>
                <a:off x="4792240" y="5959347"/>
                <a:ext cx="301680" cy="329760"/>
              </p14:xfrm>
            </p:contentPart>
          </mc:Choice>
          <mc:Fallback xmlns="">
            <p:pic>
              <p:nvPicPr>
                <p:cNvPr id="3076" name="Ink 3075">
                  <a:extLst>
                    <a:ext uri="{FF2B5EF4-FFF2-40B4-BE49-F238E27FC236}">
                      <a16:creationId xmlns:a16="http://schemas.microsoft.com/office/drawing/2014/main" id="{6E3B8ABC-0116-482E-A3E4-D40B0B3447A6}"/>
                    </a:ext>
                  </a:extLst>
                </p:cNvPr>
                <p:cNvPicPr/>
                <p:nvPr/>
              </p:nvPicPr>
              <p:blipFill>
                <a:blip r:embed="rId104"/>
                <a:stretch>
                  <a:fillRect/>
                </a:stretch>
              </p:blipFill>
              <p:spPr>
                <a:xfrm>
                  <a:off x="4787920" y="5955027"/>
                  <a:ext cx="31032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3077" name="Ink 3076">
                  <a:extLst>
                    <a:ext uri="{FF2B5EF4-FFF2-40B4-BE49-F238E27FC236}">
                      <a16:creationId xmlns:a16="http://schemas.microsoft.com/office/drawing/2014/main" id="{A0EFF71D-9B71-4ADD-805F-18C3640F0F3E}"/>
                    </a:ext>
                  </a:extLst>
                </p14:cNvPr>
                <p14:cNvContentPartPr/>
                <p14:nvPr/>
              </p14:nvContentPartPr>
              <p14:xfrm>
                <a:off x="5154760" y="5980947"/>
                <a:ext cx="159840" cy="51120"/>
              </p14:xfrm>
            </p:contentPart>
          </mc:Choice>
          <mc:Fallback xmlns="">
            <p:pic>
              <p:nvPicPr>
                <p:cNvPr id="3077" name="Ink 3076">
                  <a:extLst>
                    <a:ext uri="{FF2B5EF4-FFF2-40B4-BE49-F238E27FC236}">
                      <a16:creationId xmlns:a16="http://schemas.microsoft.com/office/drawing/2014/main" id="{A0EFF71D-9B71-4ADD-805F-18C3640F0F3E}"/>
                    </a:ext>
                  </a:extLst>
                </p:cNvPr>
                <p:cNvPicPr/>
                <p:nvPr/>
              </p:nvPicPr>
              <p:blipFill>
                <a:blip r:embed="rId106"/>
                <a:stretch>
                  <a:fillRect/>
                </a:stretch>
              </p:blipFill>
              <p:spPr>
                <a:xfrm>
                  <a:off x="5150440" y="5976627"/>
                  <a:ext cx="16848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3078" name="Ink 3077">
                  <a:extLst>
                    <a:ext uri="{FF2B5EF4-FFF2-40B4-BE49-F238E27FC236}">
                      <a16:creationId xmlns:a16="http://schemas.microsoft.com/office/drawing/2014/main" id="{3A5BC8BF-F99A-42E3-B698-438A7439DD40}"/>
                    </a:ext>
                  </a:extLst>
                </p14:cNvPr>
                <p14:cNvContentPartPr/>
                <p14:nvPr/>
              </p14:nvContentPartPr>
              <p14:xfrm>
                <a:off x="5217760" y="6074907"/>
                <a:ext cx="75240" cy="25560"/>
              </p14:xfrm>
            </p:contentPart>
          </mc:Choice>
          <mc:Fallback xmlns="">
            <p:pic>
              <p:nvPicPr>
                <p:cNvPr id="3078" name="Ink 3077">
                  <a:extLst>
                    <a:ext uri="{FF2B5EF4-FFF2-40B4-BE49-F238E27FC236}">
                      <a16:creationId xmlns:a16="http://schemas.microsoft.com/office/drawing/2014/main" id="{3A5BC8BF-F99A-42E3-B698-438A7439DD40}"/>
                    </a:ext>
                  </a:extLst>
                </p:cNvPr>
                <p:cNvPicPr/>
                <p:nvPr/>
              </p:nvPicPr>
              <p:blipFill>
                <a:blip r:embed="rId108"/>
                <a:stretch>
                  <a:fillRect/>
                </a:stretch>
              </p:blipFill>
              <p:spPr>
                <a:xfrm>
                  <a:off x="5213440" y="6070587"/>
                  <a:ext cx="83880" cy="3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9">
            <p14:nvContentPartPr>
              <p14:cNvPr id="3080" name="Ink 3079">
                <a:extLst>
                  <a:ext uri="{FF2B5EF4-FFF2-40B4-BE49-F238E27FC236}">
                    <a16:creationId xmlns:a16="http://schemas.microsoft.com/office/drawing/2014/main" id="{B99E48A3-6B32-4531-AA6A-FAFBFB41F61B}"/>
                  </a:ext>
                </a:extLst>
              </p14:cNvPr>
              <p14:cNvContentPartPr/>
              <p14:nvPr/>
            </p14:nvContentPartPr>
            <p14:xfrm>
              <a:off x="6180400" y="5809227"/>
              <a:ext cx="272880" cy="268200"/>
            </p14:xfrm>
          </p:contentPart>
        </mc:Choice>
        <mc:Fallback xmlns="">
          <p:pic>
            <p:nvPicPr>
              <p:cNvPr id="3080" name="Ink 3079">
                <a:extLst>
                  <a:ext uri="{FF2B5EF4-FFF2-40B4-BE49-F238E27FC236}">
                    <a16:creationId xmlns:a16="http://schemas.microsoft.com/office/drawing/2014/main" id="{B99E48A3-6B32-4531-AA6A-FAFBFB41F61B}"/>
                  </a:ext>
                </a:extLst>
              </p:cNvPr>
              <p:cNvPicPr/>
              <p:nvPr/>
            </p:nvPicPr>
            <p:blipFill>
              <a:blip r:embed="rId110"/>
              <a:stretch>
                <a:fillRect/>
              </a:stretch>
            </p:blipFill>
            <p:spPr>
              <a:xfrm>
                <a:off x="6176080" y="5804907"/>
                <a:ext cx="28152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081" name="Ink 3080">
                <a:extLst>
                  <a:ext uri="{FF2B5EF4-FFF2-40B4-BE49-F238E27FC236}">
                    <a16:creationId xmlns:a16="http://schemas.microsoft.com/office/drawing/2014/main" id="{D710078A-A961-4423-B9B1-9ECC55009A71}"/>
                  </a:ext>
                </a:extLst>
              </p14:cNvPr>
              <p14:cNvContentPartPr/>
              <p14:nvPr/>
            </p14:nvContentPartPr>
            <p14:xfrm>
              <a:off x="7123600" y="3279147"/>
              <a:ext cx="180000" cy="129240"/>
            </p14:xfrm>
          </p:contentPart>
        </mc:Choice>
        <mc:Fallback xmlns="">
          <p:pic>
            <p:nvPicPr>
              <p:cNvPr id="3081" name="Ink 3080">
                <a:extLst>
                  <a:ext uri="{FF2B5EF4-FFF2-40B4-BE49-F238E27FC236}">
                    <a16:creationId xmlns:a16="http://schemas.microsoft.com/office/drawing/2014/main" id="{D710078A-A961-4423-B9B1-9ECC55009A71}"/>
                  </a:ext>
                </a:extLst>
              </p:cNvPr>
              <p:cNvPicPr/>
              <p:nvPr/>
            </p:nvPicPr>
            <p:blipFill>
              <a:blip r:embed="rId112"/>
              <a:stretch>
                <a:fillRect/>
              </a:stretch>
            </p:blipFill>
            <p:spPr>
              <a:xfrm>
                <a:off x="7119280" y="3274827"/>
                <a:ext cx="188640" cy="137880"/>
              </a:xfrm>
              <a:prstGeom prst="rect">
                <a:avLst/>
              </a:prstGeom>
            </p:spPr>
          </p:pic>
        </mc:Fallback>
      </mc:AlternateContent>
      <p:grpSp>
        <p:nvGrpSpPr>
          <p:cNvPr id="3084" name="Group 3083">
            <a:extLst>
              <a:ext uri="{FF2B5EF4-FFF2-40B4-BE49-F238E27FC236}">
                <a16:creationId xmlns:a16="http://schemas.microsoft.com/office/drawing/2014/main" id="{312C03CB-F329-4809-AF3D-AC6063CD0484}"/>
              </a:ext>
            </a:extLst>
          </p:cNvPr>
          <p:cNvGrpSpPr/>
          <p:nvPr/>
        </p:nvGrpSpPr>
        <p:grpSpPr>
          <a:xfrm>
            <a:off x="6419800" y="5456427"/>
            <a:ext cx="307080" cy="234000"/>
            <a:chOff x="6419800" y="5456427"/>
            <a:chExt cx="307080" cy="234000"/>
          </a:xfrm>
        </p:grpSpPr>
        <mc:AlternateContent xmlns:mc="http://schemas.openxmlformats.org/markup-compatibility/2006" xmlns:p14="http://schemas.microsoft.com/office/powerpoint/2010/main">
          <mc:Choice Requires="p14">
            <p:contentPart p14:bwMode="auto" r:id="rId113">
              <p14:nvContentPartPr>
                <p14:cNvPr id="3082" name="Ink 3081">
                  <a:extLst>
                    <a:ext uri="{FF2B5EF4-FFF2-40B4-BE49-F238E27FC236}">
                      <a16:creationId xmlns:a16="http://schemas.microsoft.com/office/drawing/2014/main" id="{6930AB5F-EF2B-4040-B98C-AF2DC3076C05}"/>
                    </a:ext>
                  </a:extLst>
                </p14:cNvPr>
                <p14:cNvContentPartPr/>
                <p14:nvPr/>
              </p14:nvContentPartPr>
              <p14:xfrm>
                <a:off x="6505480" y="5484147"/>
                <a:ext cx="184320" cy="206280"/>
              </p14:xfrm>
            </p:contentPart>
          </mc:Choice>
          <mc:Fallback xmlns="">
            <p:pic>
              <p:nvPicPr>
                <p:cNvPr id="3082" name="Ink 3081">
                  <a:extLst>
                    <a:ext uri="{FF2B5EF4-FFF2-40B4-BE49-F238E27FC236}">
                      <a16:creationId xmlns:a16="http://schemas.microsoft.com/office/drawing/2014/main" id="{6930AB5F-EF2B-4040-B98C-AF2DC3076C05}"/>
                    </a:ext>
                  </a:extLst>
                </p:cNvPr>
                <p:cNvPicPr/>
                <p:nvPr/>
              </p:nvPicPr>
              <p:blipFill>
                <a:blip r:embed="rId114"/>
                <a:stretch>
                  <a:fillRect/>
                </a:stretch>
              </p:blipFill>
              <p:spPr>
                <a:xfrm>
                  <a:off x="6501160" y="5479827"/>
                  <a:ext cx="1929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3083" name="Ink 3082">
                  <a:extLst>
                    <a:ext uri="{FF2B5EF4-FFF2-40B4-BE49-F238E27FC236}">
                      <a16:creationId xmlns:a16="http://schemas.microsoft.com/office/drawing/2014/main" id="{07EE9827-E2B9-433E-BE49-D12F4A7FC47C}"/>
                    </a:ext>
                  </a:extLst>
                </p14:cNvPr>
                <p14:cNvContentPartPr/>
                <p14:nvPr/>
              </p14:nvContentPartPr>
              <p14:xfrm>
                <a:off x="6419800" y="5456427"/>
                <a:ext cx="307080" cy="207000"/>
              </p14:xfrm>
            </p:contentPart>
          </mc:Choice>
          <mc:Fallback xmlns="">
            <p:pic>
              <p:nvPicPr>
                <p:cNvPr id="3083" name="Ink 3082">
                  <a:extLst>
                    <a:ext uri="{FF2B5EF4-FFF2-40B4-BE49-F238E27FC236}">
                      <a16:creationId xmlns:a16="http://schemas.microsoft.com/office/drawing/2014/main" id="{07EE9827-E2B9-433E-BE49-D12F4A7FC47C}"/>
                    </a:ext>
                  </a:extLst>
                </p:cNvPr>
                <p:cNvPicPr/>
                <p:nvPr/>
              </p:nvPicPr>
              <p:blipFill>
                <a:blip r:embed="rId116"/>
                <a:stretch>
                  <a:fillRect/>
                </a:stretch>
              </p:blipFill>
              <p:spPr>
                <a:xfrm>
                  <a:off x="6415480" y="5452107"/>
                  <a:ext cx="315720" cy="215640"/>
                </a:xfrm>
                <a:prstGeom prst="rect">
                  <a:avLst/>
                </a:prstGeom>
              </p:spPr>
            </p:pic>
          </mc:Fallback>
        </mc:AlternateContent>
      </p:grpSp>
    </p:spTree>
    <p:extLst>
      <p:ext uri="{BB962C8B-B14F-4D97-AF65-F5344CB8AC3E}">
        <p14:creationId xmlns:p14="http://schemas.microsoft.com/office/powerpoint/2010/main" val="1673617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g identities">
            <a:extLst>
              <a:ext uri="{FF2B5EF4-FFF2-40B4-BE49-F238E27FC236}">
                <a16:creationId xmlns:a16="http://schemas.microsoft.com/office/drawing/2014/main" id="{C66A70B0-5650-4142-8EDB-97E492FC7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675" y="2624138"/>
            <a:ext cx="596265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8114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414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132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92474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805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2857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554</TotalTime>
  <Words>777</Words>
  <Application>Microsoft Office PowerPoint</Application>
  <PresentationFormat>On-screen Show (4:3)</PresentationFormat>
  <Paragraphs>70</Paragraphs>
  <Slides>42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Arial</vt:lpstr>
      <vt:lpstr>Calibri</vt:lpstr>
      <vt:lpstr>Roboto</vt:lpstr>
      <vt:lpstr>Office Theme</vt:lpstr>
      <vt:lpstr>Explain Log and Exp</vt:lpstr>
      <vt:lpstr>PowerPoint Presentation</vt:lpstr>
      <vt:lpstr>PowerPoint Presentation</vt:lpstr>
      <vt:lpstr>Logarithms</vt:lpstr>
      <vt:lpstr>Why Logarithms</vt:lpstr>
      <vt:lpstr>What is E in log? </vt:lpstr>
      <vt:lpstr>Logarithms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Explain Log and Exp</vt:lpstr>
      <vt:lpstr>Logarithms</vt:lpstr>
      <vt:lpstr>Why Logarithms</vt:lpstr>
      <vt:lpstr>What is E in log? </vt:lpstr>
      <vt:lpstr>Logarithms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Logarithmic-Exponential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 Log and Exp</dc:title>
  <dc:creator>HP</dc:creator>
  <cp:lastModifiedBy>Arun kumar Nair</cp:lastModifiedBy>
  <cp:revision>25</cp:revision>
  <dcterms:created xsi:type="dcterms:W3CDTF">2006-08-16T00:00:00Z</dcterms:created>
  <dcterms:modified xsi:type="dcterms:W3CDTF">2021-07-27T12:12:51Z</dcterms:modified>
</cp:coreProperties>
</file>