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heme/theme3.xml" ContentType="application/vnd.openxmlformats-officedocument.theme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  <p:sldMasterId id="2147483693" r:id="rId2"/>
    <p:sldMasterId id="2147483694" r:id="rId3"/>
    <p:sldMasterId id="2147483707" r:id="rId4"/>
  </p:sldMasterIdLst>
  <p:notesMasterIdLst>
    <p:notesMasterId r:id="rId20"/>
  </p:notesMasterIdLst>
  <p:sldIdLst>
    <p:sldId id="257" r:id="rId5"/>
    <p:sldId id="258" r:id="rId6"/>
    <p:sldId id="260" r:id="rId7"/>
    <p:sldId id="270" r:id="rId8"/>
    <p:sldId id="274" r:id="rId9"/>
    <p:sldId id="276" r:id="rId10"/>
    <p:sldId id="278" r:id="rId11"/>
    <p:sldId id="283" r:id="rId12"/>
    <p:sldId id="286" r:id="rId13"/>
    <p:sldId id="288" r:id="rId14"/>
    <p:sldId id="289" r:id="rId15"/>
    <p:sldId id="291" r:id="rId16"/>
    <p:sldId id="295" r:id="rId17"/>
    <p:sldId id="293" r:id="rId18"/>
    <p:sldId id="296" r:id="rId19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01" autoAdjust="0"/>
    <p:restoredTop sz="94667" autoAdjust="0"/>
  </p:normalViewPr>
  <p:slideViewPr>
    <p:cSldViewPr snapToGrid="0">
      <p:cViewPr varScale="1">
        <p:scale>
          <a:sx n="75" d="100"/>
          <a:sy n="75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slideMaster" Target="slideMasters/slideMaster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49EB4-28D0-46ED-9676-AF8E5B142FAF}" type="datetimeFigureOut">
              <a:rPr lang="en-IN" smtClean="0"/>
              <a:t>28-07-2020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3AECA0-2519-4E51-8D55-445B9E45D3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177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</a:t>
            </a:r>
            <a:r>
              <a:rPr lang="en-IN" baseline="0" dirty="0"/>
              <a:t> NO. 4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92992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 5 to</a:t>
            </a:r>
            <a:r>
              <a:rPr lang="en-IN" baseline="0" dirty="0"/>
              <a:t> 7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352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</a:t>
            </a:r>
            <a:r>
              <a:rPr lang="en-IN" baseline="0" dirty="0"/>
              <a:t> 10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33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</a:t>
            </a:r>
            <a:r>
              <a:rPr lang="en-IN" baseline="0" dirty="0"/>
              <a:t> 11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9611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 12 &amp; 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3388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</a:t>
            </a:r>
            <a:r>
              <a:rPr lang="en-IN" baseline="0" dirty="0"/>
              <a:t> 14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029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 14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68825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</a:t>
            </a:r>
            <a:r>
              <a:rPr lang="en-IN" baseline="0" dirty="0"/>
              <a:t> NO. 15 to17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785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 15 &amp; 18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13863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</a:t>
            </a:r>
            <a:r>
              <a:rPr lang="en-IN" baseline="0" dirty="0"/>
              <a:t> 22 &amp; 23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0823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 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9571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 NO. 25 &amp; 26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95845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PAGE</a:t>
            </a:r>
            <a:r>
              <a:rPr lang="en-IN" baseline="0" dirty="0"/>
              <a:t> NO. 27 &amp; 28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53AECA0-2519-4E51-8D55-445B9E45D3D7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2919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4.xml"/><Relationship Id="rId6" Type="http://schemas.openxmlformats.org/officeDocument/2006/relationships/image" Target="../media/image4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2.png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774" y="1147898"/>
            <a:ext cx="3893932" cy="104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2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6" y="6115416"/>
            <a:ext cx="2703456" cy="72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218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2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6" y="6115416"/>
            <a:ext cx="2703456" cy="72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839381" y="1276350"/>
            <a:ext cx="10532288" cy="48898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 algn="l">
              <a:defRPr sz="3200" b="1" cap="all" baseline="0"/>
            </a:lvl1pPr>
          </a:lstStyle>
          <a:p>
            <a:r>
              <a:rPr lang="en-US" noProof="0" dirty="0"/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008554" y="1533526"/>
            <a:ext cx="10154745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08555" y="2247900"/>
            <a:ext cx="10116645" cy="3752850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457200" indent="-457200" algn="l">
              <a:buFont typeface="Courier New" panose="02070309020205020404" pitchFamily="49" charset="0"/>
              <a:buChar char="o"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7074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/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20XX-20XX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3 Years Plan</a:t>
            </a:r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D6B4DE20-4023-4056-8EC6-B5EB2B0EB3BB}" type="datetime1">
              <a:rPr lang="en-US" smtClean="0"/>
              <a:t>7/28/2020</a:t>
            </a:fld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 txBox="1">
            <a:spLocks/>
          </p:cNvSpPr>
          <p:nvPr/>
        </p:nvSpPr>
        <p:spPr>
          <a:xfrm>
            <a:off x="11363696" y="6455739"/>
            <a:ext cx="294460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C71654-96A5-4280-94F3-931C61A9F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 algn="l">
              <a:defRPr sz="3200" b="1" cap="all" baseline="0"/>
            </a:lvl1pPr>
          </a:lstStyle>
          <a:p>
            <a:r>
              <a:rPr lang="en-US" noProof="0" dirty="0"/>
              <a:t>Agenda</a:t>
            </a:r>
          </a:p>
        </p:txBody>
      </p:sp>
      <p:pic>
        <p:nvPicPr>
          <p:cNvPr id="70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524069" y="65617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096" y="66081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27388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3990975" y="1630018"/>
            <a:ext cx="8201025" cy="43732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2371726"/>
            <a:ext cx="3445566" cy="3457574"/>
          </a:xfrm>
        </p:spPr>
        <p:txBody>
          <a:bodyPr lIns="0" tIns="0" rIns="0" bIns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3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086225" y="2371726"/>
            <a:ext cx="3419475" cy="333996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1762126"/>
            <a:ext cx="3445566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85387" y="1752601"/>
            <a:ext cx="3420477" cy="6096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0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952030" y="2390776"/>
            <a:ext cx="3419475" cy="333996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951192" y="1771651"/>
            <a:ext cx="3420477" cy="6096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0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8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1542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3990975" y="1630018"/>
            <a:ext cx="8201025" cy="43732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2371726"/>
            <a:ext cx="3445566" cy="3457574"/>
          </a:xfrm>
        </p:spPr>
        <p:txBody>
          <a:bodyPr lIns="0" tIns="0" rIns="0" bIns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3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0525" y="2466976"/>
            <a:ext cx="7724775" cy="333996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1762126"/>
            <a:ext cx="3445566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199687" y="1847851"/>
            <a:ext cx="7744663" cy="6096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0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6905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11511694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5" y="2371726"/>
            <a:ext cx="11152543" cy="3457574"/>
          </a:xfrm>
        </p:spPr>
        <p:txBody>
          <a:bodyPr lIns="0" tIns="0" rIns="0" bIns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3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5" y="1762126"/>
            <a:ext cx="11152543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pic>
        <p:nvPicPr>
          <p:cNvPr id="12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1403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pic>
        <p:nvPicPr>
          <p:cNvPr id="18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E52E89-C526-4F73-86FB-0EB31587CD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323699"/>
              </p:ext>
            </p:extLst>
          </p:nvPr>
        </p:nvGraphicFramePr>
        <p:xfrm>
          <a:off x="515938" y="1610463"/>
          <a:ext cx="11150600" cy="392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120">
                  <a:extLst>
                    <a:ext uri="{9D8B030D-6E8A-4147-A177-3AD203B41FA5}">
                      <a16:colId xmlns:a16="http://schemas.microsoft.com/office/drawing/2014/main" val="2785900615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2287965835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1756528531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3202057861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2509247184"/>
                    </a:ext>
                  </a:extLst>
                </a:gridCol>
              </a:tblGrid>
              <a:tr h="5923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01</a:t>
                      </a:r>
                      <a:endParaRPr lang="en-IN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02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03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04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05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0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Item 01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18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02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814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03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54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04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36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05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7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06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34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07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80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08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762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27340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46621"/>
            <a:ext cx="115824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228600" y="1295401"/>
            <a:ext cx="11582400" cy="481743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5928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pic>
        <p:nvPicPr>
          <p:cNvPr id="2050" name="Picture 2" descr="C:\25July2018\Data\ArunPersonal\CanWork\DoItSkillsTrainingWebsite\DoItSKillsLogoDDDD\Logojoy download (7137b915-85a7-11e8-9b81-f76bf13973c9)\png\transparent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66914">
            <a:off x="6977062" y="692064"/>
            <a:ext cx="513397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87135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pic>
        <p:nvPicPr>
          <p:cNvPr id="39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999" y="1844881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0800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47142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c 19" descr="Network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4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29821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4" name="Picture 2" descr="C:\25July2018\Data\ArunPersonal\CanWork\DoItSkillsTrainingWebsite\DoItSKillsLogoDDDD\Logojoy download (7137b915-85a7-11e8-9b81-f76bf13973c9)\png\transparent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66914">
            <a:off x="6900862" y="404077"/>
            <a:ext cx="513397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6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3990975" y="1630018"/>
            <a:ext cx="8201025" cy="43732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2371726"/>
            <a:ext cx="3445566" cy="3339962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086225" y="2371726"/>
            <a:ext cx="7886465" cy="3339962"/>
          </a:xfr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1762126"/>
            <a:ext cx="3445566" cy="60007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85387" y="1752601"/>
            <a:ext cx="7887303" cy="609600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749324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38CE1D20-171E-45AC-8C2B-76513E51126D}" type="datetime1">
              <a:rPr lang="en-US" smtClean="0"/>
              <a:t>7/28/2020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2771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6EA64F1-B28E-484B-BB4F-A826DE324116}" type="datetime1">
              <a:rPr lang="en-US" smtClean="0"/>
              <a:t>7/28/2020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14090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613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613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EC67E623-F09E-407F-8FB0-EC644AEEF7FD}" type="datetime1">
              <a:rPr lang="en-US" smtClean="0"/>
              <a:t>7/28/2020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01232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54102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E9B65AB1-A0A4-4BE9-8148-271D113DDB2A}" type="datetime1">
              <a:rPr lang="en-US" smtClean="0"/>
              <a:t>7/28/2020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33959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3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3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535113"/>
            <a:ext cx="5389562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2838" y="2174875"/>
            <a:ext cx="5389562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143404CF-6B67-4878-BCA0-3507A57418A5}" type="datetime1">
              <a:rPr lang="en-US" smtClean="0"/>
              <a:t>7/28/2020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56595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B31251E3-2EC9-4679-929B-9FF372D79806}" type="datetime1">
              <a:rPr lang="en-US" smtClean="0"/>
              <a:t>7/28/2020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237759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3E0775CD-A57D-48DD-A275-152FFCDF76DE}" type="datetime1">
              <a:rPr lang="en-US" smtClean="0"/>
              <a:t>7/28/2020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30662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6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7263" y="273050"/>
            <a:ext cx="681513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6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94171531-142F-4F8B-984D-8A3E9B5E722D}" type="datetime1">
              <a:rPr lang="en-US" smtClean="0"/>
              <a:t>7/28/2020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806546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188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188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188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09438DA1-526B-49D0-8EF4-1FF0A698F3D1}" type="datetime1">
              <a:rPr lang="en-US" smtClean="0"/>
              <a:t>7/28/2020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76114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A9BF0F8C-795C-4595-B801-27C362DAA937}" type="datetime1">
              <a:rPr lang="en-US" smtClean="0"/>
              <a:t>7/28/2020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37958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72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E2F049B6-F226-456C-9577-BDFBD20D1D45}" type="datetime1">
              <a:rPr lang="en-US" smtClean="0"/>
              <a:t>7/28/2020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/>
          <a:lstStyle/>
          <a:p>
            <a:fld id="{D45CCA5D-BDAD-49B9-8A8D-F58C7A2091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561770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9774" y="1147898"/>
            <a:ext cx="3893932" cy="10408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4862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55145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2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6" y="6115416"/>
            <a:ext cx="2703456" cy="72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8890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2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766" y="6115416"/>
            <a:ext cx="2703456" cy="722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3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839381" y="1276350"/>
            <a:ext cx="10532288" cy="488983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 algn="l">
              <a:defRPr sz="3200" b="1" cap="all" baseline="0"/>
            </a:lvl1pPr>
          </a:lstStyle>
          <a:p>
            <a:r>
              <a:rPr lang="en-US" noProof="0" dirty="0"/>
              <a:t>Agenda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008554" y="1533526"/>
            <a:ext cx="10154745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1008555" y="2247900"/>
            <a:ext cx="10116645" cy="3752850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457200" indent="-457200" algn="l">
              <a:buFont typeface="Courier New" panose="02070309020205020404" pitchFamily="49" charset="0"/>
              <a:buChar char="o"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818741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20XX-20XX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3 Years Plan</a:t>
            </a:r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Q1</a:t>
            </a:r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TITLE</a:t>
            </a:r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noProof="0"/>
              <a:t>Milestone description</a:t>
            </a:r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noProof="0"/>
              <a:t>20XX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D6B4DE20-4023-4056-8EC6-B5EB2B0EB3BB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7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 txBox="1">
            <a:spLocks/>
          </p:cNvSpPr>
          <p:nvPr/>
        </p:nvSpPr>
        <p:spPr>
          <a:xfrm>
            <a:off x="11363696" y="6455739"/>
            <a:ext cx="294460" cy="187367"/>
          </a:xfrm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C71654-96A5-4280-94F3-931C61A9F92C}" type="slidenum">
              <a:rPr lang="en-US" smtClean="0">
                <a:solidFill>
                  <a:prstClr val="white"/>
                </a:solidFill>
              </a:rPr>
              <a:pPr/>
              <a:t>‹#›</a:t>
            </a:fld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8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 algn="l">
              <a:defRPr sz="3200" b="1" cap="all" baseline="0"/>
            </a:lvl1pPr>
          </a:lstStyle>
          <a:p>
            <a:r>
              <a:rPr lang="en-US" noProof="0" dirty="0"/>
              <a:t>Agenda</a:t>
            </a:r>
          </a:p>
        </p:txBody>
      </p:sp>
      <p:pic>
        <p:nvPicPr>
          <p:cNvPr id="70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524069" y="65617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6096" y="66081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67176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3990975" y="1630018"/>
            <a:ext cx="8201025" cy="43732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2371726"/>
            <a:ext cx="3445566" cy="3457574"/>
          </a:xfrm>
        </p:spPr>
        <p:txBody>
          <a:bodyPr lIns="0" tIns="0" rIns="0" bIns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3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086225" y="2371726"/>
            <a:ext cx="3419475" cy="333996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1762126"/>
            <a:ext cx="3445566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85387" y="1752601"/>
            <a:ext cx="3420477" cy="6096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0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7952030" y="2390776"/>
            <a:ext cx="3419475" cy="333996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7951192" y="1771651"/>
            <a:ext cx="3420477" cy="6096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0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8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70749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3990975" y="1630018"/>
            <a:ext cx="8201025" cy="43732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2371726"/>
            <a:ext cx="3445566" cy="3457574"/>
          </a:xfrm>
        </p:spPr>
        <p:txBody>
          <a:bodyPr lIns="0" tIns="0" rIns="0" bIns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3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200525" y="2466976"/>
            <a:ext cx="7724775" cy="3339962"/>
          </a:xfrm>
          <a:noFill/>
          <a:ln w="12700">
            <a:solidFill>
              <a:schemeClr val="tx1"/>
            </a:solidFill>
          </a:ln>
        </p:spPr>
        <p:txBody>
          <a:bodyPr lIns="0" tIns="0" rIns="0" bIns="0">
            <a:normAutofit/>
          </a:bodyPr>
          <a:lstStyle>
            <a:lvl1pPr marL="0" indent="0" algn="ctr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1762126"/>
            <a:ext cx="3445566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199687" y="1847851"/>
            <a:ext cx="7744663" cy="609600"/>
          </a:xfrm>
          <a:solidFill>
            <a:schemeClr val="accent2">
              <a:lumMod val="40000"/>
              <a:lumOff val="60000"/>
            </a:schemeClr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0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41659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11511694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5" y="2371726"/>
            <a:ext cx="11152543" cy="3457574"/>
          </a:xfrm>
        </p:spPr>
        <p:txBody>
          <a:bodyPr lIns="0" tIns="0" rIns="0" bIns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3">
                  <a:lumMod val="75000"/>
                  <a:lumOff val="25000"/>
                </a:schemeClr>
              </a:buClr>
              <a:buSzTx/>
              <a:buFont typeface="Wingdings" panose="05000000000000000000" pitchFamily="2" charset="2"/>
              <a:buChar char="§"/>
              <a:tabLst/>
              <a:defRPr lang="en-US" sz="32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noProof="0" dirty="0"/>
              <a:t>Edit Master text styles</a:t>
            </a:r>
          </a:p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endParaRPr lang="en-US" noProof="0" dirty="0"/>
          </a:p>
          <a:p>
            <a:pPr lvl="0"/>
            <a:endParaRPr lang="en-US" noProof="0" dirty="0"/>
          </a:p>
          <a:p>
            <a:pPr lvl="0"/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5" y="1762126"/>
            <a:ext cx="11152543" cy="600074"/>
          </a:xfrm>
          <a:solidFill>
            <a:schemeClr val="accent2"/>
          </a:solidFill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24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</a:t>
            </a:r>
            <a:r>
              <a:rPr lang="en-US" noProof="0" dirty="0" err="1"/>
              <a:t>stYLES</a:t>
            </a:r>
            <a:endParaRPr lang="en-US" noProof="0" dirty="0"/>
          </a:p>
        </p:txBody>
      </p:sp>
      <p:pic>
        <p:nvPicPr>
          <p:cNvPr id="12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190643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163007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pic>
        <p:nvPicPr>
          <p:cNvPr id="1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76064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pic>
        <p:nvPicPr>
          <p:cNvPr id="18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13846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0072C7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14985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EE52E89-C526-4F73-86FB-0EB31587CD33}"/>
              </a:ext>
            </a:extLst>
          </p:cNvPr>
          <p:cNvGraphicFramePr>
            <a:graphicFrameLocks noGrp="1"/>
          </p:cNvGraphicFramePr>
          <p:nvPr/>
        </p:nvGraphicFramePr>
        <p:xfrm>
          <a:off x="515938" y="1610463"/>
          <a:ext cx="11150600" cy="39298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30120">
                  <a:extLst>
                    <a:ext uri="{9D8B030D-6E8A-4147-A177-3AD203B41FA5}">
                      <a16:colId xmlns:a16="http://schemas.microsoft.com/office/drawing/2014/main" val="2785900615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2287965835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1756528531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3202057861"/>
                    </a:ext>
                  </a:extLst>
                </a:gridCol>
                <a:gridCol w="2230120">
                  <a:extLst>
                    <a:ext uri="{9D8B030D-6E8A-4147-A177-3AD203B41FA5}">
                      <a16:colId xmlns:a16="http://schemas.microsoft.com/office/drawing/2014/main" val="2509247184"/>
                    </a:ext>
                  </a:extLst>
                </a:gridCol>
              </a:tblGrid>
              <a:tr h="59230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01</a:t>
                      </a:r>
                      <a:endParaRPr lang="en-IN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02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03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04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TOPIC 05</a:t>
                      </a:r>
                      <a:endParaRPr lang="en-IN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30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Item 01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5186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02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08147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03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65415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04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29365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05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867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06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734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07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1800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Item 08</a:t>
                      </a:r>
                      <a:endParaRPr lang="en-IN" sz="1600" dirty="0"/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7626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b="1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Text</a:t>
                      </a:r>
                      <a:endParaRPr lang="en-IN" sz="1600" dirty="0"/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9273402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797523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64225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pic>
        <p:nvPicPr>
          <p:cNvPr id="2050" name="Picture 2" descr="C:\25July2018\Data\ArunPersonal\CanWork\DoItSkillsTrainingWebsite\DoItSKillsLogoDDDD\Logojoy download (7137b915-85a7-11e8-9b81-f76bf13973c9)\png\transparent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66914">
            <a:off x="6977062" y="692064"/>
            <a:ext cx="513397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086180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pic>
        <p:nvPicPr>
          <p:cNvPr id="39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2397108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999" y="1844881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0800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47142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514026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c 19" descr="Network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4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421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8446" y="224447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310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Picture 2" descr="C:\25July2018\Data\ArunPersonal\CanWork\DoItSkillsTrainingWebsite\DoItSKillsLogoDDDD\Logojoy download (7137b915-85a7-11e8-9b81-f76bf13973c9)\png\white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029821"/>
            <a:ext cx="3278244" cy="876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10066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4" name="Picture 2" descr="C:\25July2018\Data\ArunPersonal\CanWork\DoItSkillsTrainingWebsite\DoItSKillsLogoDDDD\Logojoy download (7137b915-85a7-11e8-9b81-f76bf13973c9)\png\transparent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666914">
            <a:off x="6900862" y="404077"/>
            <a:ext cx="5133975" cy="473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77960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6131864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26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11192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9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2B27E2B5-D109-4574-97EB-70B046C448A2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29476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21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9352655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/>
        </p:nvSpPr>
        <p:spPr>
          <a:xfrm>
            <a:off x="3990975" y="1630018"/>
            <a:ext cx="8201025" cy="437321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2371726"/>
            <a:ext cx="3445566" cy="3339962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‹#›</a:t>
            </a:fld>
            <a:endParaRPr lang="en-IN">
              <a:solidFill>
                <a:prstClr val="white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4086225" y="2371726"/>
            <a:ext cx="7886465" cy="3339962"/>
          </a:xfrm>
          <a:noFill/>
        </p:spPr>
        <p:txBody>
          <a:bodyPr lIns="0" tIns="0" rIns="0" bIns="0"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1762126"/>
            <a:ext cx="3445566" cy="600074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4085387" y="1752601"/>
            <a:ext cx="7887303" cy="609600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Edit Master text styles</a:t>
            </a:r>
          </a:p>
        </p:txBody>
      </p:sp>
      <p:pic>
        <p:nvPicPr>
          <p:cNvPr id="13" name="Picture 3" descr="C:\25July2018\Data\ArunPersonal\CanWork\DoItSkillsTrainingWebsite\DoItSKillsLogoDDDD\Logojoy download (7137b915-85a7-11e8-9b81-f76bf13973c9)\png\dark_logo_transparent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12832"/>
            <a:ext cx="2789032" cy="74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173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51.xml"/><Relationship Id="rId18" Type="http://schemas.openxmlformats.org/officeDocument/2006/relationships/slideLayout" Target="../slideLayouts/slideLayout56.xml"/><Relationship Id="rId26" Type="http://schemas.openxmlformats.org/officeDocument/2006/relationships/slideLayout" Target="../slideLayouts/slideLayout64.xml"/><Relationship Id="rId3" Type="http://schemas.openxmlformats.org/officeDocument/2006/relationships/slideLayout" Target="../slideLayouts/slideLayout41.xml"/><Relationship Id="rId21" Type="http://schemas.openxmlformats.org/officeDocument/2006/relationships/slideLayout" Target="../slideLayouts/slideLayout59.xml"/><Relationship Id="rId7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50.xml"/><Relationship Id="rId17" Type="http://schemas.openxmlformats.org/officeDocument/2006/relationships/slideLayout" Target="../slideLayouts/slideLayout55.xml"/><Relationship Id="rId25" Type="http://schemas.openxmlformats.org/officeDocument/2006/relationships/slideLayout" Target="../slideLayouts/slideLayout63.xml"/><Relationship Id="rId2" Type="http://schemas.openxmlformats.org/officeDocument/2006/relationships/slideLayout" Target="../slideLayouts/slideLayout40.xml"/><Relationship Id="rId16" Type="http://schemas.openxmlformats.org/officeDocument/2006/relationships/slideLayout" Target="../slideLayouts/slideLayout54.xml"/><Relationship Id="rId2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2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43.xml"/><Relationship Id="rId15" Type="http://schemas.openxmlformats.org/officeDocument/2006/relationships/slideLayout" Target="../slideLayouts/slideLayout53.xml"/><Relationship Id="rId23" Type="http://schemas.openxmlformats.org/officeDocument/2006/relationships/slideLayout" Target="../slideLayouts/slideLayout61.xml"/><Relationship Id="rId28" Type="http://schemas.openxmlformats.org/officeDocument/2006/relationships/theme" Target="../theme/theme4.xml"/><Relationship Id="rId10" Type="http://schemas.openxmlformats.org/officeDocument/2006/relationships/slideLayout" Target="../slideLayouts/slideLayout48.xml"/><Relationship Id="rId19" Type="http://schemas.openxmlformats.org/officeDocument/2006/relationships/slideLayout" Target="../slideLayouts/slideLayout57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60.xml"/><Relationship Id="rId27" Type="http://schemas.openxmlformats.org/officeDocument/2006/relationships/slideLayout" Target="../slideLayouts/slideLayout6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2163C-A09A-4AD1-8D6B-8EF4459E49B7}" type="datetime1">
              <a:rPr lang="en-US" smtClean="0"/>
              <a:t>7/28/2020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18846-8F73-4DC9-AABF-379283BBD58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706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677" r:id="rId12"/>
    <p:sldLayoutId id="2147483678" r:id="rId13"/>
    <p:sldLayoutId id="2147483679" r:id="rId14"/>
    <p:sldLayoutId id="2147483680" r:id="rId15"/>
    <p:sldLayoutId id="2147483681" r:id="rId16"/>
    <p:sldLayoutId id="2147483682" r:id="rId17"/>
    <p:sldLayoutId id="2147483683" r:id="rId18"/>
    <p:sldLayoutId id="2147483684" r:id="rId19"/>
    <p:sldLayoutId id="2147483685" r:id="rId20"/>
    <p:sldLayoutId id="2147483686" r:id="rId21"/>
    <p:sldLayoutId id="2147483687" r:id="rId22"/>
    <p:sldLayoutId id="2147483688" r:id="rId23"/>
    <p:sldLayoutId id="2147483689" r:id="rId24"/>
    <p:sldLayoutId id="2147483690" r:id="rId25"/>
    <p:sldLayoutId id="2147483691" r:id="rId26"/>
    <p:sldLayoutId id="2147483692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AC5166-4796-40D2-A50C-05DACE2C6C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258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836682-CE55-4994-889B-5D188C3E4F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753088"/>
            <a:ext cx="10515600" cy="23414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F9231-8DF4-411E-8324-453AB042A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005888" y="577752"/>
            <a:ext cx="2743200" cy="17671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 i="1">
                <a:solidFill>
                  <a:srgbClr val="454D55"/>
                </a:solidFill>
              </a:defRPr>
            </a:lvl1pPr>
          </a:lstStyle>
          <a:p>
            <a:fld id="{873E3593-F24F-467C-BCF4-6FA924D1A30A}" type="datetime1">
              <a:rPr lang="en-US" noProof="0" smtClean="0"/>
              <a:t>7/28/2020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0475F0-EE3A-4617-AFAB-40BF7C1487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005888" y="392469"/>
            <a:ext cx="2743200" cy="17671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900" i="1">
                <a:solidFill>
                  <a:srgbClr val="454D55"/>
                </a:solidFill>
              </a:defRPr>
            </a:lvl1pPr>
          </a:lstStyle>
          <a:p>
            <a:endParaRPr lang="en-US" noProof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A07E7D-9F5C-43AC-A03A-432F6CB449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42913" y="392470"/>
            <a:ext cx="395287" cy="176715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900" i="1">
                <a:solidFill>
                  <a:srgbClr val="454D55"/>
                </a:solidFill>
              </a:defRPr>
            </a:lvl1pPr>
          </a:lstStyle>
          <a:p>
            <a:fld id="{93C1428B-5ACF-4E79-A091-05E2328DA7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 txBox="1">
            <a:spLocks/>
          </p:cNvSpPr>
          <p:nvPr/>
        </p:nvSpPr>
        <p:spPr>
          <a:xfrm>
            <a:off x="11363696" y="6455739"/>
            <a:ext cx="294460" cy="187367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27E2B5-D109-4574-97EB-70B046C448A2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106585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78" userDrawn="1">
          <p15:clr>
            <a:srgbClr val="F26B43"/>
          </p15:clr>
        </p15:guide>
        <p15:guide id="2" pos="279" userDrawn="1">
          <p15:clr>
            <a:srgbClr val="F26B43"/>
          </p15:clr>
        </p15:guide>
        <p15:guide id="3" pos="7401" userDrawn="1">
          <p15:clr>
            <a:srgbClr val="F26B43"/>
          </p15:clr>
        </p15:guide>
        <p15:guide id="4" orient="horz" pos="4042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 txBox="1">
            <a:spLocks/>
          </p:cNvSpPr>
          <p:nvPr/>
        </p:nvSpPr>
        <p:spPr>
          <a:xfrm>
            <a:off x="11363696" y="6455739"/>
            <a:ext cx="294460" cy="187367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ctr" defTabSz="914400" rtl="0" eaLnBrk="1" latinLnBrk="0" hangingPunct="1"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EC71654-96A5-4280-94F3-931C61A9F92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/>
        </p:nvSpPr>
        <p:spPr>
          <a:xfrm rot="10800000">
            <a:off x="515938" y="-16722"/>
            <a:ext cx="1258618" cy="24532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219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F2163C-A09A-4AD1-8D6B-8EF4459E49B7}" type="datetime1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7/28/2020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718846-8F73-4DC9-AABF-379283BBD58F}" type="slidenum">
              <a:rPr lang="en-IN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IN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06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25">
          <p15:clr>
            <a:srgbClr val="F26B43"/>
          </p15:clr>
        </p15:guide>
        <p15:guide id="4" pos="734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27.png"/><Relationship Id="rId4" Type="http://schemas.openxmlformats.org/officeDocument/2006/relationships/image" Target="../media/image26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hyperlink" Target="mailto:arunkg99@gmail.com" TargetMode="External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IN" dirty="0"/>
              <a:t>Charts </a:t>
            </a:r>
            <a:br>
              <a:rPr lang="en-IN" dirty="0"/>
            </a:br>
            <a:r>
              <a:rPr lang="en-IN" dirty="0"/>
              <a:t>case-study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Data visualization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</a:t>
            </a:fld>
            <a:endParaRPr lang="en-IN" dirty="0"/>
          </a:p>
        </p:txBody>
      </p:sp>
      <p:pic>
        <p:nvPicPr>
          <p:cNvPr id="6" name="Picture Placeholder 10" descr="city skyline">
            <a:extLst>
              <a:ext uri="{FF2B5EF4-FFF2-40B4-BE49-F238E27FC236}">
                <a16:creationId xmlns:a16="http://schemas.microsoft.com/office/drawing/2014/main" id="{9D82A855-CCB0-4075-B5EE-5CC6FD176DB4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>
          <a:prstGeom prst="ellipse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1351683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48" y="246621"/>
            <a:ext cx="11298252" cy="705874"/>
          </a:xfrm>
        </p:spPr>
        <p:txBody>
          <a:bodyPr/>
          <a:lstStyle/>
          <a:p>
            <a:r>
              <a:rPr lang="en-IN" dirty="0"/>
              <a:t>What is data visualization 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2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2748" y="1295401"/>
            <a:ext cx="11298252" cy="4817432"/>
          </a:xfrm>
        </p:spPr>
        <p:txBody>
          <a:bodyPr>
            <a:normAutofit lnSpcReduction="10000"/>
          </a:bodyPr>
          <a:lstStyle/>
          <a:p>
            <a:r>
              <a:rPr lang="en-IN" sz="1800" dirty="0"/>
              <a:t>Data visualization refers to showcasing data, numbers, and statistics through images and charts.</a:t>
            </a:r>
          </a:p>
          <a:p>
            <a:r>
              <a:rPr lang="en-US" sz="1800" dirty="0"/>
              <a:t>When you display data visually, you’ll be able to more easily tease out meaningful patterns from a set of otherwise indecipherable numbers, and it makes it easier to draw conclusions and make informed decisions.</a:t>
            </a:r>
          </a:p>
          <a:p>
            <a:pPr marL="0" indent="0">
              <a:buNone/>
            </a:pPr>
            <a:r>
              <a:rPr lang="en-IN" sz="1800" b="1" dirty="0"/>
              <a:t>     </a:t>
            </a:r>
          </a:p>
          <a:p>
            <a:pPr marL="0" indent="0">
              <a:buNone/>
            </a:pPr>
            <a:r>
              <a:rPr lang="en-IN" sz="1800" b="1" dirty="0"/>
              <a:t>    Interest over time </a:t>
            </a:r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endParaRPr lang="en-IN" sz="1800" b="1" dirty="0"/>
          </a:p>
          <a:p>
            <a:pPr marL="0" indent="0">
              <a:buNone/>
            </a:pPr>
            <a:r>
              <a:rPr lang="en-US" sz="1200" dirty="0"/>
              <a:t>                                          </a:t>
            </a:r>
          </a:p>
          <a:p>
            <a:pPr marL="0" indent="0">
              <a:buNone/>
            </a:pPr>
            <a:r>
              <a:rPr lang="en-US" sz="1200" dirty="0"/>
              <a:t>                                          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                                          This chart shows how many people searched for the term “data visualization” in Google over a five-year period </a:t>
            </a:r>
          </a:p>
          <a:p>
            <a:endParaRPr lang="en-IN" sz="18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rcRect l="7554" t="23510" r="4868" b="19392"/>
          <a:stretch/>
        </p:blipFill>
        <p:spPr>
          <a:xfrm>
            <a:off x="1529697" y="2999574"/>
            <a:ext cx="7417750" cy="280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2584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02" y="246621"/>
            <a:ext cx="11306798" cy="705874"/>
          </a:xfrm>
        </p:spPr>
        <p:txBody>
          <a:bodyPr/>
          <a:lstStyle/>
          <a:p>
            <a:r>
              <a:rPr lang="en-US"/>
              <a:t>Why is data visualization important? 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3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4202" y="1295401"/>
            <a:ext cx="11306798" cy="4817432"/>
          </a:xfrm>
        </p:spPr>
        <p:txBody>
          <a:bodyPr>
            <a:normAutofit/>
          </a:bodyPr>
          <a:lstStyle/>
          <a:p>
            <a:r>
              <a:rPr lang="en-US" sz="1800" dirty="0"/>
              <a:t>According to SH!FT Disruptive Learning, we process visuals 60,000 times  faster than text.</a:t>
            </a:r>
          </a:p>
          <a:p>
            <a:r>
              <a:rPr lang="en-US" sz="1800" dirty="0"/>
              <a:t>Take a look at the two images below. Both images represent the exact same number, but one of them is displayed in a data table, and the other is a visualization of that data in a bar chart. </a:t>
            </a:r>
            <a:r>
              <a:rPr lang="en-US" sz="1800" b="1" dirty="0"/>
              <a:t>Which is easier to interpret? </a:t>
            </a:r>
            <a:endParaRPr lang="en-IN" sz="1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02" y="2469735"/>
            <a:ext cx="4022273" cy="35379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9686" y="2469735"/>
            <a:ext cx="5725682" cy="3643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0168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7077" y="111927"/>
            <a:ext cx="11150600" cy="848282"/>
          </a:xfrm>
        </p:spPr>
        <p:txBody>
          <a:bodyPr/>
          <a:lstStyle/>
          <a:p>
            <a:r>
              <a:rPr lang="en-IN" dirty="0"/>
              <a:t>Four data types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4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Quantitative data can be counted or measured, and all values are numerical.</a:t>
            </a:r>
            <a:endParaRPr lang="en-IN" dirty="0"/>
          </a:p>
        </p:txBody>
      </p:sp>
      <p:sp>
        <p:nvSpPr>
          <p:cNvPr id="9" name="Content Placeholder 8"/>
          <p:cNvSpPr>
            <a:spLocks noGrp="1"/>
          </p:cNvSpPr>
          <p:nvPr>
            <p:ph idx="17"/>
          </p:nvPr>
        </p:nvSpPr>
        <p:spPr/>
        <p:txBody>
          <a:bodyPr/>
          <a:lstStyle/>
          <a:p>
            <a:r>
              <a:rPr lang="en-IN" sz="1800" dirty="0"/>
              <a:t>1</a:t>
            </a:r>
            <a:r>
              <a:rPr lang="en-IN" dirty="0"/>
              <a:t>. Quantitative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idx="18"/>
          </p:nvPr>
        </p:nvSpPr>
        <p:spPr/>
        <p:txBody>
          <a:bodyPr/>
          <a:lstStyle/>
          <a:p>
            <a:pPr algn="just"/>
            <a:r>
              <a:rPr lang="en-US" dirty="0"/>
              <a:t>Discrete data is numerical data with a finite number of possible values. (For example, the number of employees in an office.)</a:t>
            </a:r>
            <a:endParaRPr lang="en-IN" dirty="0"/>
          </a:p>
        </p:txBody>
      </p:sp>
      <p:sp>
        <p:nvSpPr>
          <p:cNvPr id="11" name="Content Placeholder 10"/>
          <p:cNvSpPr>
            <a:spLocks noGrp="1"/>
          </p:cNvSpPr>
          <p:nvPr>
            <p:ph idx="19"/>
          </p:nvPr>
        </p:nvSpPr>
        <p:spPr/>
        <p:txBody>
          <a:bodyPr/>
          <a:lstStyle/>
          <a:p>
            <a:r>
              <a:rPr lang="en-IN" dirty="0"/>
              <a:t>2. Discrete</a:t>
            </a:r>
          </a:p>
        </p:txBody>
      </p:sp>
      <p:sp>
        <p:nvSpPr>
          <p:cNvPr id="12" name="Content Placeholder 11"/>
          <p:cNvSpPr>
            <a:spLocks noGrp="1"/>
          </p:cNvSpPr>
          <p:nvPr>
            <p:ph idx="20"/>
          </p:nvPr>
        </p:nvSpPr>
        <p:spPr/>
        <p:txBody>
          <a:bodyPr/>
          <a:lstStyle/>
          <a:p>
            <a:pPr algn="just"/>
            <a:r>
              <a:rPr lang="en-US" dirty="0"/>
              <a:t>Continuous data is measured and has a value that lies within a range. (For example, rainfall in a year.)</a:t>
            </a:r>
            <a:endParaRPr lang="en-IN" dirty="0"/>
          </a:p>
        </p:txBody>
      </p:sp>
      <p:sp>
        <p:nvSpPr>
          <p:cNvPr id="13" name="Content Placeholder 12"/>
          <p:cNvSpPr>
            <a:spLocks noGrp="1"/>
          </p:cNvSpPr>
          <p:nvPr>
            <p:ph idx="21"/>
          </p:nvPr>
        </p:nvSpPr>
        <p:spPr/>
        <p:txBody>
          <a:bodyPr/>
          <a:lstStyle/>
          <a:p>
            <a:r>
              <a:rPr lang="en-IN" dirty="0"/>
              <a:t>3. Continuous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22"/>
          </p:nvPr>
        </p:nvSpPr>
        <p:spPr/>
        <p:txBody>
          <a:bodyPr/>
          <a:lstStyle/>
          <a:p>
            <a:pPr algn="just"/>
            <a:r>
              <a:rPr lang="en-US" dirty="0"/>
              <a:t>Categorical data can be sorted according to group or category. (For example, types of products sold.)</a:t>
            </a:r>
            <a:endParaRPr lang="en-IN" dirty="0"/>
          </a:p>
        </p:txBody>
      </p:sp>
      <p:sp>
        <p:nvSpPr>
          <p:cNvPr id="15" name="Content Placeholder 14"/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r>
              <a:rPr lang="en-IN" dirty="0"/>
              <a:t>4. Categorical 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278" y="1662321"/>
            <a:ext cx="1835055" cy="1781633"/>
          </a:xfrm>
          <a:prstGeom prst="rect">
            <a:avLst/>
          </a:prstGeom>
        </p:spPr>
      </p:pic>
      <p:pic>
        <p:nvPicPr>
          <p:cNvPr id="47" name="Picture 4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136" y="2059536"/>
            <a:ext cx="1324599" cy="1102408"/>
          </a:xfrm>
          <a:prstGeom prst="rect">
            <a:avLst/>
          </a:prstGeom>
        </p:spPr>
      </p:pic>
      <p:pic>
        <p:nvPicPr>
          <p:cNvPr id="48" name="Picture 4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8516" y="1662320"/>
            <a:ext cx="1692067" cy="1781633"/>
          </a:xfrm>
          <a:prstGeom prst="rect">
            <a:avLst/>
          </a:prstGeom>
        </p:spPr>
      </p:pic>
      <p:pic>
        <p:nvPicPr>
          <p:cNvPr id="49" name="Picture 4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2766" y="1662319"/>
            <a:ext cx="1753567" cy="1781633"/>
          </a:xfrm>
          <a:prstGeom prst="rect">
            <a:avLst/>
          </a:prstGeom>
        </p:spPr>
      </p:pic>
      <p:pic>
        <p:nvPicPr>
          <p:cNvPr id="50" name="Picture 4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6541" y="1721594"/>
            <a:ext cx="1753566" cy="1663082"/>
          </a:xfrm>
          <a:prstGeom prst="rect">
            <a:avLst/>
          </a:prstGeom>
        </p:spPr>
      </p:pic>
      <p:pic>
        <p:nvPicPr>
          <p:cNvPr id="58" name="Picture 5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65433" y="2059536"/>
            <a:ext cx="1196673" cy="1102408"/>
          </a:xfrm>
          <a:prstGeom prst="rect">
            <a:avLst/>
          </a:prstGeom>
        </p:spPr>
      </p:pic>
      <p:grpSp>
        <p:nvGrpSpPr>
          <p:cNvPr id="59" name="Group 58"/>
          <p:cNvGrpSpPr/>
          <p:nvPr/>
        </p:nvGrpSpPr>
        <p:grpSpPr>
          <a:xfrm>
            <a:off x="6819544" y="2059536"/>
            <a:ext cx="1435693" cy="1102408"/>
            <a:chOff x="0" y="0"/>
            <a:chExt cx="1246715" cy="607431"/>
          </a:xfrm>
        </p:grpSpPr>
        <p:sp>
          <p:nvSpPr>
            <p:cNvPr id="60" name="Shape 1752"/>
            <p:cNvSpPr/>
            <p:nvPr/>
          </p:nvSpPr>
          <p:spPr>
            <a:xfrm>
              <a:off x="1073335" y="19292"/>
              <a:ext cx="173380" cy="173393"/>
            </a:xfrm>
            <a:custGeom>
              <a:avLst/>
              <a:gdLst/>
              <a:ahLst/>
              <a:cxnLst/>
              <a:rect l="0" t="0" r="0" b="0"/>
              <a:pathLst>
                <a:path w="173380" h="173393">
                  <a:moveTo>
                    <a:pt x="86690" y="0"/>
                  </a:moveTo>
                  <a:cubicBezTo>
                    <a:pt x="134569" y="0"/>
                    <a:pt x="173380" y="38824"/>
                    <a:pt x="173380" y="86703"/>
                  </a:cubicBezTo>
                  <a:cubicBezTo>
                    <a:pt x="173380" y="134569"/>
                    <a:pt x="134569" y="173393"/>
                    <a:pt x="86690" y="173393"/>
                  </a:cubicBezTo>
                  <a:cubicBezTo>
                    <a:pt x="38811" y="173393"/>
                    <a:pt x="0" y="134569"/>
                    <a:pt x="0" y="86703"/>
                  </a:cubicBezTo>
                  <a:cubicBezTo>
                    <a:pt x="0" y="38824"/>
                    <a:pt x="38811" y="0"/>
                    <a:pt x="8669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Shape 1753"/>
            <p:cNvSpPr/>
            <p:nvPr/>
          </p:nvSpPr>
          <p:spPr>
            <a:xfrm>
              <a:off x="710278" y="434051"/>
              <a:ext cx="173393" cy="173380"/>
            </a:xfrm>
            <a:custGeom>
              <a:avLst/>
              <a:gdLst/>
              <a:ahLst/>
              <a:cxnLst/>
              <a:rect l="0" t="0" r="0" b="0"/>
              <a:pathLst>
                <a:path w="173393" h="173380">
                  <a:moveTo>
                    <a:pt x="86703" y="0"/>
                  </a:moveTo>
                  <a:cubicBezTo>
                    <a:pt x="134582" y="0"/>
                    <a:pt x="173393" y="38811"/>
                    <a:pt x="173393" y="86690"/>
                  </a:cubicBezTo>
                  <a:cubicBezTo>
                    <a:pt x="173393" y="134569"/>
                    <a:pt x="134582" y="173380"/>
                    <a:pt x="86703" y="173380"/>
                  </a:cubicBezTo>
                  <a:cubicBezTo>
                    <a:pt x="38824" y="173380"/>
                    <a:pt x="0" y="134569"/>
                    <a:pt x="0" y="86690"/>
                  </a:cubicBezTo>
                  <a:cubicBezTo>
                    <a:pt x="0" y="38811"/>
                    <a:pt x="38824" y="0"/>
                    <a:pt x="86703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Shape 1754"/>
            <p:cNvSpPr/>
            <p:nvPr/>
          </p:nvSpPr>
          <p:spPr>
            <a:xfrm>
              <a:off x="899715" y="221850"/>
              <a:ext cx="173380" cy="173393"/>
            </a:xfrm>
            <a:custGeom>
              <a:avLst/>
              <a:gdLst/>
              <a:ahLst/>
              <a:cxnLst/>
              <a:rect l="0" t="0" r="0" b="0"/>
              <a:pathLst>
                <a:path w="173380" h="173393">
                  <a:moveTo>
                    <a:pt x="86690" y="0"/>
                  </a:moveTo>
                  <a:cubicBezTo>
                    <a:pt x="134569" y="0"/>
                    <a:pt x="173380" y="38811"/>
                    <a:pt x="173380" y="86703"/>
                  </a:cubicBezTo>
                  <a:cubicBezTo>
                    <a:pt x="173380" y="134582"/>
                    <a:pt x="134569" y="173393"/>
                    <a:pt x="86690" y="173393"/>
                  </a:cubicBezTo>
                  <a:cubicBezTo>
                    <a:pt x="38811" y="173393"/>
                    <a:pt x="0" y="134582"/>
                    <a:pt x="0" y="86703"/>
                  </a:cubicBezTo>
                  <a:cubicBezTo>
                    <a:pt x="0" y="38811"/>
                    <a:pt x="38811" y="0"/>
                    <a:pt x="8669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Shape 1755"/>
            <p:cNvSpPr/>
            <p:nvPr/>
          </p:nvSpPr>
          <p:spPr>
            <a:xfrm>
              <a:off x="533189" y="221850"/>
              <a:ext cx="173380" cy="173393"/>
            </a:xfrm>
            <a:custGeom>
              <a:avLst/>
              <a:gdLst/>
              <a:ahLst/>
              <a:cxnLst/>
              <a:rect l="0" t="0" r="0" b="0"/>
              <a:pathLst>
                <a:path w="173380" h="173393">
                  <a:moveTo>
                    <a:pt x="86690" y="0"/>
                  </a:moveTo>
                  <a:cubicBezTo>
                    <a:pt x="134569" y="0"/>
                    <a:pt x="173380" y="38811"/>
                    <a:pt x="173380" y="86703"/>
                  </a:cubicBezTo>
                  <a:cubicBezTo>
                    <a:pt x="173380" y="134582"/>
                    <a:pt x="134569" y="173393"/>
                    <a:pt x="86690" y="173393"/>
                  </a:cubicBezTo>
                  <a:cubicBezTo>
                    <a:pt x="38811" y="173393"/>
                    <a:pt x="0" y="134582"/>
                    <a:pt x="0" y="86703"/>
                  </a:cubicBezTo>
                  <a:cubicBezTo>
                    <a:pt x="0" y="38811"/>
                    <a:pt x="38811" y="0"/>
                    <a:pt x="8669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Shape 1756"/>
            <p:cNvSpPr/>
            <p:nvPr/>
          </p:nvSpPr>
          <p:spPr>
            <a:xfrm>
              <a:off x="363055" y="19292"/>
              <a:ext cx="173380" cy="173393"/>
            </a:xfrm>
            <a:custGeom>
              <a:avLst/>
              <a:gdLst/>
              <a:ahLst/>
              <a:cxnLst/>
              <a:rect l="0" t="0" r="0" b="0"/>
              <a:pathLst>
                <a:path w="173380" h="173393">
                  <a:moveTo>
                    <a:pt x="86690" y="0"/>
                  </a:moveTo>
                  <a:cubicBezTo>
                    <a:pt x="134569" y="0"/>
                    <a:pt x="173380" y="38824"/>
                    <a:pt x="173380" y="86703"/>
                  </a:cubicBezTo>
                  <a:cubicBezTo>
                    <a:pt x="173380" y="134569"/>
                    <a:pt x="134569" y="173393"/>
                    <a:pt x="86690" y="173393"/>
                  </a:cubicBezTo>
                  <a:cubicBezTo>
                    <a:pt x="38811" y="173393"/>
                    <a:pt x="0" y="134569"/>
                    <a:pt x="0" y="86703"/>
                  </a:cubicBezTo>
                  <a:cubicBezTo>
                    <a:pt x="0" y="38824"/>
                    <a:pt x="38811" y="0"/>
                    <a:pt x="8669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Shape 1757"/>
            <p:cNvSpPr/>
            <p:nvPr/>
          </p:nvSpPr>
          <p:spPr>
            <a:xfrm>
              <a:off x="19298" y="434051"/>
              <a:ext cx="173380" cy="173380"/>
            </a:xfrm>
            <a:custGeom>
              <a:avLst/>
              <a:gdLst/>
              <a:ahLst/>
              <a:cxnLst/>
              <a:rect l="0" t="0" r="0" b="0"/>
              <a:pathLst>
                <a:path w="173380" h="173380">
                  <a:moveTo>
                    <a:pt x="86690" y="0"/>
                  </a:moveTo>
                  <a:cubicBezTo>
                    <a:pt x="134569" y="0"/>
                    <a:pt x="173380" y="38811"/>
                    <a:pt x="173380" y="86690"/>
                  </a:cubicBezTo>
                  <a:cubicBezTo>
                    <a:pt x="173380" y="134569"/>
                    <a:pt x="134569" y="173380"/>
                    <a:pt x="86690" y="173380"/>
                  </a:cubicBezTo>
                  <a:cubicBezTo>
                    <a:pt x="38811" y="173380"/>
                    <a:pt x="0" y="134569"/>
                    <a:pt x="0" y="86690"/>
                  </a:cubicBezTo>
                  <a:cubicBezTo>
                    <a:pt x="0" y="38811"/>
                    <a:pt x="38811" y="0"/>
                    <a:pt x="8669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Shape 1758"/>
            <p:cNvSpPr/>
            <p:nvPr/>
          </p:nvSpPr>
          <p:spPr>
            <a:xfrm>
              <a:off x="189436" y="221850"/>
              <a:ext cx="173380" cy="173393"/>
            </a:xfrm>
            <a:custGeom>
              <a:avLst/>
              <a:gdLst/>
              <a:ahLst/>
              <a:cxnLst/>
              <a:rect l="0" t="0" r="0" b="0"/>
              <a:pathLst>
                <a:path w="173380" h="173393">
                  <a:moveTo>
                    <a:pt x="86690" y="0"/>
                  </a:moveTo>
                  <a:cubicBezTo>
                    <a:pt x="134569" y="0"/>
                    <a:pt x="173380" y="38811"/>
                    <a:pt x="173380" y="86703"/>
                  </a:cubicBezTo>
                  <a:cubicBezTo>
                    <a:pt x="173380" y="134582"/>
                    <a:pt x="134569" y="173393"/>
                    <a:pt x="86690" y="173393"/>
                  </a:cubicBezTo>
                  <a:cubicBezTo>
                    <a:pt x="38811" y="173393"/>
                    <a:pt x="0" y="134582"/>
                    <a:pt x="0" y="86703"/>
                  </a:cubicBezTo>
                  <a:cubicBezTo>
                    <a:pt x="0" y="38811"/>
                    <a:pt x="38811" y="0"/>
                    <a:pt x="8669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Shape 1759"/>
            <p:cNvSpPr/>
            <p:nvPr/>
          </p:nvSpPr>
          <p:spPr>
            <a:xfrm>
              <a:off x="1054035" y="0"/>
              <a:ext cx="173393" cy="173393"/>
            </a:xfrm>
            <a:custGeom>
              <a:avLst/>
              <a:gdLst/>
              <a:ahLst/>
              <a:cxnLst/>
              <a:rect l="0" t="0" r="0" b="0"/>
              <a:pathLst>
                <a:path w="173393" h="173393">
                  <a:moveTo>
                    <a:pt x="86703" y="0"/>
                  </a:moveTo>
                  <a:cubicBezTo>
                    <a:pt x="134582" y="0"/>
                    <a:pt x="173393" y="38811"/>
                    <a:pt x="173393" y="86703"/>
                  </a:cubicBezTo>
                  <a:cubicBezTo>
                    <a:pt x="173393" y="134582"/>
                    <a:pt x="134582" y="173393"/>
                    <a:pt x="86703" y="173393"/>
                  </a:cubicBezTo>
                  <a:cubicBezTo>
                    <a:pt x="38824" y="173393"/>
                    <a:pt x="0" y="134582"/>
                    <a:pt x="0" y="86703"/>
                  </a:cubicBezTo>
                  <a:cubicBezTo>
                    <a:pt x="0" y="38811"/>
                    <a:pt x="38824" y="0"/>
                    <a:pt x="86703" y="0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Shape 1760"/>
            <p:cNvSpPr/>
            <p:nvPr/>
          </p:nvSpPr>
          <p:spPr>
            <a:xfrm>
              <a:off x="691000" y="414758"/>
              <a:ext cx="173380" cy="173393"/>
            </a:xfrm>
            <a:custGeom>
              <a:avLst/>
              <a:gdLst/>
              <a:ahLst/>
              <a:cxnLst/>
              <a:rect l="0" t="0" r="0" b="0"/>
              <a:pathLst>
                <a:path w="173380" h="173393">
                  <a:moveTo>
                    <a:pt x="86690" y="0"/>
                  </a:moveTo>
                  <a:cubicBezTo>
                    <a:pt x="134569" y="0"/>
                    <a:pt x="173380" y="38811"/>
                    <a:pt x="173380" y="86690"/>
                  </a:cubicBezTo>
                  <a:cubicBezTo>
                    <a:pt x="173380" y="134582"/>
                    <a:pt x="134569" y="173393"/>
                    <a:pt x="86690" y="173393"/>
                  </a:cubicBezTo>
                  <a:cubicBezTo>
                    <a:pt x="38811" y="173393"/>
                    <a:pt x="0" y="134582"/>
                    <a:pt x="0" y="86690"/>
                  </a:cubicBezTo>
                  <a:cubicBezTo>
                    <a:pt x="0" y="38811"/>
                    <a:pt x="38811" y="0"/>
                    <a:pt x="86690" y="0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Shape 1761"/>
            <p:cNvSpPr/>
            <p:nvPr/>
          </p:nvSpPr>
          <p:spPr>
            <a:xfrm>
              <a:off x="880418" y="202560"/>
              <a:ext cx="173393" cy="173393"/>
            </a:xfrm>
            <a:custGeom>
              <a:avLst/>
              <a:gdLst/>
              <a:ahLst/>
              <a:cxnLst/>
              <a:rect l="0" t="0" r="0" b="0"/>
              <a:pathLst>
                <a:path w="173393" h="173393">
                  <a:moveTo>
                    <a:pt x="86690" y="0"/>
                  </a:moveTo>
                  <a:cubicBezTo>
                    <a:pt x="134582" y="0"/>
                    <a:pt x="173393" y="38811"/>
                    <a:pt x="173393" y="86690"/>
                  </a:cubicBezTo>
                  <a:cubicBezTo>
                    <a:pt x="173393" y="134582"/>
                    <a:pt x="134582" y="173393"/>
                    <a:pt x="86690" y="173393"/>
                  </a:cubicBezTo>
                  <a:cubicBezTo>
                    <a:pt x="38824" y="173393"/>
                    <a:pt x="0" y="134582"/>
                    <a:pt x="0" y="86690"/>
                  </a:cubicBezTo>
                  <a:cubicBezTo>
                    <a:pt x="0" y="38811"/>
                    <a:pt x="38824" y="0"/>
                    <a:pt x="86690" y="0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Shape 1762"/>
            <p:cNvSpPr/>
            <p:nvPr/>
          </p:nvSpPr>
          <p:spPr>
            <a:xfrm>
              <a:off x="513891" y="202560"/>
              <a:ext cx="173393" cy="173393"/>
            </a:xfrm>
            <a:custGeom>
              <a:avLst/>
              <a:gdLst/>
              <a:ahLst/>
              <a:cxnLst/>
              <a:rect l="0" t="0" r="0" b="0"/>
              <a:pathLst>
                <a:path w="173393" h="173393">
                  <a:moveTo>
                    <a:pt x="86690" y="0"/>
                  </a:moveTo>
                  <a:cubicBezTo>
                    <a:pt x="134582" y="0"/>
                    <a:pt x="173393" y="38811"/>
                    <a:pt x="173393" y="86690"/>
                  </a:cubicBezTo>
                  <a:cubicBezTo>
                    <a:pt x="173393" y="134582"/>
                    <a:pt x="134582" y="173393"/>
                    <a:pt x="86690" y="173393"/>
                  </a:cubicBezTo>
                  <a:cubicBezTo>
                    <a:pt x="38824" y="173393"/>
                    <a:pt x="0" y="134582"/>
                    <a:pt x="0" y="86690"/>
                  </a:cubicBezTo>
                  <a:cubicBezTo>
                    <a:pt x="0" y="38811"/>
                    <a:pt x="38824" y="0"/>
                    <a:pt x="86690" y="0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Shape 1763"/>
            <p:cNvSpPr/>
            <p:nvPr/>
          </p:nvSpPr>
          <p:spPr>
            <a:xfrm>
              <a:off x="343753" y="0"/>
              <a:ext cx="173393" cy="173393"/>
            </a:xfrm>
            <a:custGeom>
              <a:avLst/>
              <a:gdLst/>
              <a:ahLst/>
              <a:cxnLst/>
              <a:rect l="0" t="0" r="0" b="0"/>
              <a:pathLst>
                <a:path w="173393" h="173393">
                  <a:moveTo>
                    <a:pt x="86690" y="0"/>
                  </a:moveTo>
                  <a:cubicBezTo>
                    <a:pt x="134582" y="0"/>
                    <a:pt x="173393" y="38811"/>
                    <a:pt x="173393" y="86703"/>
                  </a:cubicBezTo>
                  <a:cubicBezTo>
                    <a:pt x="173393" y="134582"/>
                    <a:pt x="134582" y="173393"/>
                    <a:pt x="86690" y="173393"/>
                  </a:cubicBezTo>
                  <a:cubicBezTo>
                    <a:pt x="38824" y="173393"/>
                    <a:pt x="0" y="134582"/>
                    <a:pt x="0" y="86703"/>
                  </a:cubicBezTo>
                  <a:cubicBezTo>
                    <a:pt x="0" y="38811"/>
                    <a:pt x="38824" y="0"/>
                    <a:pt x="86690" y="0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Shape 1764"/>
            <p:cNvSpPr/>
            <p:nvPr/>
          </p:nvSpPr>
          <p:spPr>
            <a:xfrm>
              <a:off x="0" y="414758"/>
              <a:ext cx="173393" cy="173393"/>
            </a:xfrm>
            <a:custGeom>
              <a:avLst/>
              <a:gdLst/>
              <a:ahLst/>
              <a:cxnLst/>
              <a:rect l="0" t="0" r="0" b="0"/>
              <a:pathLst>
                <a:path w="173393" h="173393">
                  <a:moveTo>
                    <a:pt x="86690" y="0"/>
                  </a:moveTo>
                  <a:cubicBezTo>
                    <a:pt x="134582" y="0"/>
                    <a:pt x="173393" y="38811"/>
                    <a:pt x="173393" y="86690"/>
                  </a:cubicBezTo>
                  <a:cubicBezTo>
                    <a:pt x="173393" y="134582"/>
                    <a:pt x="134582" y="173393"/>
                    <a:pt x="86690" y="173393"/>
                  </a:cubicBezTo>
                  <a:cubicBezTo>
                    <a:pt x="38824" y="173393"/>
                    <a:pt x="0" y="134582"/>
                    <a:pt x="0" y="86690"/>
                  </a:cubicBezTo>
                  <a:cubicBezTo>
                    <a:pt x="0" y="38811"/>
                    <a:pt x="38824" y="0"/>
                    <a:pt x="86690" y="0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Shape 1765"/>
            <p:cNvSpPr/>
            <p:nvPr/>
          </p:nvSpPr>
          <p:spPr>
            <a:xfrm>
              <a:off x="170138" y="202560"/>
              <a:ext cx="173393" cy="173393"/>
            </a:xfrm>
            <a:custGeom>
              <a:avLst/>
              <a:gdLst/>
              <a:ahLst/>
              <a:cxnLst/>
              <a:rect l="0" t="0" r="0" b="0"/>
              <a:pathLst>
                <a:path w="173393" h="173393">
                  <a:moveTo>
                    <a:pt x="86690" y="0"/>
                  </a:moveTo>
                  <a:cubicBezTo>
                    <a:pt x="134582" y="0"/>
                    <a:pt x="173393" y="38811"/>
                    <a:pt x="173393" y="86690"/>
                  </a:cubicBezTo>
                  <a:cubicBezTo>
                    <a:pt x="173393" y="134582"/>
                    <a:pt x="134582" y="173393"/>
                    <a:pt x="86690" y="173393"/>
                  </a:cubicBezTo>
                  <a:cubicBezTo>
                    <a:pt x="38824" y="173393"/>
                    <a:pt x="0" y="134582"/>
                    <a:pt x="0" y="86690"/>
                  </a:cubicBezTo>
                  <a:cubicBezTo>
                    <a:pt x="0" y="38811"/>
                    <a:pt x="38824" y="0"/>
                    <a:pt x="86690" y="0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74" name="Picture 7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62744" y="1908267"/>
            <a:ext cx="1461331" cy="1398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032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1473" y="435836"/>
            <a:ext cx="11120927" cy="658025"/>
          </a:xfrm>
        </p:spPr>
        <p:txBody>
          <a:bodyPr/>
          <a:lstStyle/>
          <a:p>
            <a:pPr algn="l"/>
            <a:r>
              <a:rPr lang="en-IN" sz="3200" b="1" dirty="0"/>
              <a:t>7 DATA RELATIONSHIPS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1473" y="1350237"/>
            <a:ext cx="5534515" cy="393105"/>
          </a:xfrm>
        </p:spPr>
        <p:txBody>
          <a:bodyPr/>
          <a:lstStyle/>
          <a:p>
            <a:r>
              <a:rPr lang="en-IN" sz="1800" dirty="0"/>
              <a:t>1. Nominal comparison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1473" y="1905712"/>
            <a:ext cx="5534515" cy="422045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nominal comparison is a simple comparison of the      quantitative values of subcategories.</a:t>
            </a:r>
          </a:p>
          <a:p>
            <a:pPr marL="0" indent="0">
              <a:buNone/>
            </a:pPr>
            <a:r>
              <a:rPr lang="en-US" sz="1800" dirty="0"/>
              <a:t>Example: number of visitors to various websites.</a:t>
            </a:r>
            <a:endParaRPr lang="en-IN" sz="1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67916" y="1350237"/>
            <a:ext cx="5514484" cy="393105"/>
          </a:xfrm>
        </p:spPr>
        <p:txBody>
          <a:bodyPr/>
          <a:lstStyle/>
          <a:p>
            <a:r>
              <a:rPr lang="en-IN" sz="1800" dirty="0"/>
              <a:t>2. Time-series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67916" y="1905712"/>
            <a:ext cx="5514484" cy="4220451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 time-series shows the changes in values of the same metric over time.</a:t>
            </a:r>
          </a:p>
          <a:p>
            <a:pPr marL="0" indent="0">
              <a:buNone/>
            </a:pPr>
            <a:r>
              <a:rPr lang="en-US" sz="1800" dirty="0"/>
              <a:t>Example: increase in U.S. population b/w 1920 and 2010.</a:t>
            </a:r>
            <a:endParaRPr lang="en-IN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CA5D-BDAD-49B9-8A8D-F58C7A209169}" type="slidenum">
              <a:rPr lang="en-IN" smtClean="0"/>
              <a:t>5</a:t>
            </a:fld>
            <a:endParaRPr lang="en-IN"/>
          </a:p>
        </p:txBody>
      </p:sp>
      <p:pic>
        <p:nvPicPr>
          <p:cNvPr id="8" name="Content Placeholder 4"/>
          <p:cNvPicPr>
            <a:picLocks/>
          </p:cNvPicPr>
          <p:nvPr/>
        </p:nvPicPr>
        <p:blipFill rotWithShape="1">
          <a:blip r:embed="rId3"/>
          <a:srcRect t="21506" r="50547" b="31028"/>
          <a:stretch/>
        </p:blipFill>
        <p:spPr>
          <a:xfrm>
            <a:off x="681528" y="3107808"/>
            <a:ext cx="4454494" cy="2925523"/>
          </a:xfrm>
          <a:prstGeom prst="rect">
            <a:avLst/>
          </a:prstGeom>
        </p:spPr>
      </p:pic>
      <p:pic>
        <p:nvPicPr>
          <p:cNvPr id="9" name="Content Placeholder 9"/>
          <p:cNvPicPr>
            <a:picLocks/>
          </p:cNvPicPr>
          <p:nvPr/>
        </p:nvPicPr>
        <p:blipFill rotWithShape="1">
          <a:blip r:embed="rId3"/>
          <a:srcRect l="49822" t="15752" b="12508"/>
          <a:stretch/>
        </p:blipFill>
        <p:spPr>
          <a:xfrm>
            <a:off x="6067916" y="3107808"/>
            <a:ext cx="5409086" cy="3082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3978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36" y="435836"/>
            <a:ext cx="11146564" cy="981801"/>
          </a:xfrm>
        </p:spPr>
        <p:txBody>
          <a:bodyPr/>
          <a:lstStyle/>
          <a:p>
            <a:pPr algn="l"/>
            <a:r>
              <a:rPr lang="en-US" sz="3200" b="1" dirty="0">
                <a:latin typeface="Corbel" panose="020B0503020204020204" pitchFamily="34" charset="0"/>
              </a:rPr>
              <a:t>CONTINUE…</a:t>
            </a:r>
            <a:endParaRPr lang="en-IN" sz="3200" b="1" dirty="0">
              <a:latin typeface="Corbel" panose="020B0503020204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36" y="1170322"/>
            <a:ext cx="5560152" cy="515153"/>
          </a:xfrm>
        </p:spPr>
        <p:txBody>
          <a:bodyPr/>
          <a:lstStyle/>
          <a:p>
            <a:r>
              <a:rPr lang="en-IN" sz="1800" dirty="0"/>
              <a:t>3. Correlation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36" y="1763659"/>
            <a:ext cx="5161659" cy="4362504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/>
              <a:t>This data has two or more variables that may demonstrate a positive or negative correlation with each other.</a:t>
            </a:r>
          </a:p>
          <a:p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5988" y="1264778"/>
            <a:ext cx="5586412" cy="420697"/>
          </a:xfrm>
        </p:spPr>
        <p:txBody>
          <a:bodyPr/>
          <a:lstStyle/>
          <a:p>
            <a:r>
              <a:rPr lang="en-IN" sz="1800" dirty="0"/>
              <a:t>4. Ranking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29265" y="1763659"/>
            <a:ext cx="5653135" cy="4098756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/>
              <a:t>This shows how two or more values relate to each other in relative magnitude.</a:t>
            </a:r>
          </a:p>
          <a:p>
            <a:pPr marL="0" indent="0" algn="just">
              <a:buNone/>
            </a:pPr>
            <a:r>
              <a:rPr lang="en-US" sz="1800" dirty="0"/>
              <a:t>Example: the Heat map below shows the average population density in Europe.</a:t>
            </a:r>
            <a:endParaRPr lang="en-IN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CA5D-BDAD-49B9-8A8D-F58C7A209169}" type="slidenum">
              <a:rPr lang="en-IN" smtClean="0"/>
              <a:t>6</a:t>
            </a:fld>
            <a:endParaRPr lang="en-IN"/>
          </a:p>
        </p:txBody>
      </p:sp>
      <p:grpSp>
        <p:nvGrpSpPr>
          <p:cNvPr id="8" name="Group 7"/>
          <p:cNvGrpSpPr/>
          <p:nvPr/>
        </p:nvGrpSpPr>
        <p:grpSpPr>
          <a:xfrm>
            <a:off x="743484" y="3281585"/>
            <a:ext cx="4221623" cy="2674834"/>
            <a:chOff x="0" y="0"/>
            <a:chExt cx="2488121" cy="1233255"/>
          </a:xfrm>
        </p:grpSpPr>
        <p:sp>
          <p:nvSpPr>
            <p:cNvPr id="9" name="Shape 28727"/>
            <p:cNvSpPr/>
            <p:nvPr/>
          </p:nvSpPr>
          <p:spPr>
            <a:xfrm>
              <a:off x="6960" y="96288"/>
              <a:ext cx="2481161" cy="9144"/>
            </a:xfrm>
            <a:custGeom>
              <a:avLst/>
              <a:gdLst/>
              <a:ahLst/>
              <a:cxnLst/>
              <a:rect l="0" t="0" r="0" b="0"/>
              <a:pathLst>
                <a:path w="2481161" h="9144">
                  <a:moveTo>
                    <a:pt x="0" y="0"/>
                  </a:moveTo>
                  <a:lnTo>
                    <a:pt x="2481161" y="0"/>
                  </a:lnTo>
                  <a:lnTo>
                    <a:pt x="2481161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solidFill>
              <a:srgbClr val="D1D6D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Shape 28728"/>
            <p:cNvSpPr/>
            <p:nvPr/>
          </p:nvSpPr>
          <p:spPr>
            <a:xfrm>
              <a:off x="6960" y="472855"/>
              <a:ext cx="2481161" cy="9144"/>
            </a:xfrm>
            <a:custGeom>
              <a:avLst/>
              <a:gdLst/>
              <a:ahLst/>
              <a:cxnLst/>
              <a:rect l="0" t="0" r="0" b="0"/>
              <a:pathLst>
                <a:path w="2481161" h="9144">
                  <a:moveTo>
                    <a:pt x="0" y="0"/>
                  </a:moveTo>
                  <a:lnTo>
                    <a:pt x="2481161" y="0"/>
                  </a:lnTo>
                  <a:lnTo>
                    <a:pt x="2481161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solidFill>
              <a:srgbClr val="D1D6D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Shape 28729"/>
            <p:cNvSpPr/>
            <p:nvPr/>
          </p:nvSpPr>
          <p:spPr>
            <a:xfrm>
              <a:off x="6960" y="844698"/>
              <a:ext cx="2481161" cy="9144"/>
            </a:xfrm>
            <a:custGeom>
              <a:avLst/>
              <a:gdLst/>
              <a:ahLst/>
              <a:cxnLst/>
              <a:rect l="0" t="0" r="0" b="0"/>
              <a:pathLst>
                <a:path w="2481161" h="9144">
                  <a:moveTo>
                    <a:pt x="0" y="0"/>
                  </a:moveTo>
                  <a:lnTo>
                    <a:pt x="2481161" y="0"/>
                  </a:lnTo>
                  <a:lnTo>
                    <a:pt x="2481161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solidFill>
              <a:srgbClr val="D1D6D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Shape 2156"/>
            <p:cNvSpPr/>
            <p:nvPr/>
          </p:nvSpPr>
          <p:spPr>
            <a:xfrm>
              <a:off x="33266" y="0"/>
              <a:ext cx="17120" cy="51588"/>
            </a:xfrm>
            <a:custGeom>
              <a:avLst/>
              <a:gdLst/>
              <a:ahLst/>
              <a:cxnLst/>
              <a:rect l="0" t="0" r="0" b="0"/>
              <a:pathLst>
                <a:path w="17120" h="51588">
                  <a:moveTo>
                    <a:pt x="11913" y="0"/>
                  </a:moveTo>
                  <a:lnTo>
                    <a:pt x="17120" y="0"/>
                  </a:lnTo>
                  <a:lnTo>
                    <a:pt x="17120" y="51588"/>
                  </a:lnTo>
                  <a:lnTo>
                    <a:pt x="11913" y="51588"/>
                  </a:lnTo>
                  <a:lnTo>
                    <a:pt x="11913" y="5449"/>
                  </a:lnTo>
                  <a:lnTo>
                    <a:pt x="2566" y="10973"/>
                  </a:lnTo>
                  <a:lnTo>
                    <a:pt x="0" y="7023"/>
                  </a:lnTo>
                  <a:lnTo>
                    <a:pt x="11913" y="0"/>
                  </a:ln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Shape 2157"/>
            <p:cNvSpPr/>
            <p:nvPr/>
          </p:nvSpPr>
          <p:spPr>
            <a:xfrm>
              <a:off x="63955" y="639"/>
              <a:ext cx="35751" cy="51664"/>
            </a:xfrm>
            <a:custGeom>
              <a:avLst/>
              <a:gdLst/>
              <a:ahLst/>
              <a:cxnLst/>
              <a:rect l="0" t="0" r="0" b="0"/>
              <a:pathLst>
                <a:path w="35751" h="51664">
                  <a:moveTo>
                    <a:pt x="7163" y="0"/>
                  </a:moveTo>
                  <a:lnTo>
                    <a:pt x="33033" y="0"/>
                  </a:lnTo>
                  <a:lnTo>
                    <a:pt x="33033" y="4521"/>
                  </a:lnTo>
                  <a:lnTo>
                    <a:pt x="11024" y="4521"/>
                  </a:lnTo>
                  <a:lnTo>
                    <a:pt x="7239" y="22822"/>
                  </a:lnTo>
                  <a:cubicBezTo>
                    <a:pt x="9881" y="20104"/>
                    <a:pt x="13805" y="18593"/>
                    <a:pt x="18326" y="18593"/>
                  </a:cubicBezTo>
                  <a:cubicBezTo>
                    <a:pt x="28054" y="18593"/>
                    <a:pt x="35751" y="25260"/>
                    <a:pt x="35751" y="34798"/>
                  </a:cubicBezTo>
                  <a:cubicBezTo>
                    <a:pt x="35751" y="44844"/>
                    <a:pt x="27457" y="51664"/>
                    <a:pt x="17196" y="51664"/>
                  </a:cubicBezTo>
                  <a:cubicBezTo>
                    <a:pt x="9576" y="51664"/>
                    <a:pt x="3099" y="47790"/>
                    <a:pt x="0" y="41834"/>
                  </a:cubicBezTo>
                  <a:lnTo>
                    <a:pt x="3480" y="39395"/>
                  </a:lnTo>
                  <a:cubicBezTo>
                    <a:pt x="6185" y="44132"/>
                    <a:pt x="11468" y="47218"/>
                    <a:pt x="17272" y="47218"/>
                  </a:cubicBezTo>
                  <a:cubicBezTo>
                    <a:pt x="24740" y="47218"/>
                    <a:pt x="30543" y="42202"/>
                    <a:pt x="30543" y="34861"/>
                  </a:cubicBezTo>
                  <a:cubicBezTo>
                    <a:pt x="30543" y="27851"/>
                    <a:pt x="24892" y="22885"/>
                    <a:pt x="17729" y="22885"/>
                  </a:cubicBezTo>
                  <a:cubicBezTo>
                    <a:pt x="13056" y="22885"/>
                    <a:pt x="8611" y="24968"/>
                    <a:pt x="5969" y="28626"/>
                  </a:cubicBezTo>
                  <a:lnTo>
                    <a:pt x="1143" y="28626"/>
                  </a:lnTo>
                  <a:cubicBezTo>
                    <a:pt x="1740" y="26188"/>
                    <a:pt x="7163" y="0"/>
                    <a:pt x="7163" y="0"/>
                  </a:cubicBez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 2158"/>
            <p:cNvSpPr/>
            <p:nvPr/>
          </p:nvSpPr>
          <p:spPr>
            <a:xfrm>
              <a:off x="105957" y="630"/>
              <a:ext cx="22174" cy="51664"/>
            </a:xfrm>
            <a:custGeom>
              <a:avLst/>
              <a:gdLst/>
              <a:ahLst/>
              <a:cxnLst/>
              <a:rect l="0" t="0" r="0" b="0"/>
              <a:pathLst>
                <a:path w="22174" h="51664">
                  <a:moveTo>
                    <a:pt x="22174" y="0"/>
                  </a:moveTo>
                  <a:lnTo>
                    <a:pt x="22174" y="4534"/>
                  </a:lnTo>
                  <a:cubicBezTo>
                    <a:pt x="10782" y="4534"/>
                    <a:pt x="5359" y="16866"/>
                    <a:pt x="5359" y="25845"/>
                  </a:cubicBezTo>
                  <a:cubicBezTo>
                    <a:pt x="5652" y="35814"/>
                    <a:pt x="11239" y="47155"/>
                    <a:pt x="22174" y="47155"/>
                  </a:cubicBezTo>
                  <a:lnTo>
                    <a:pt x="22174" y="51664"/>
                  </a:lnTo>
                  <a:cubicBezTo>
                    <a:pt x="7620" y="51321"/>
                    <a:pt x="0" y="37325"/>
                    <a:pt x="0" y="25845"/>
                  </a:cubicBezTo>
                  <a:cubicBezTo>
                    <a:pt x="0" y="13576"/>
                    <a:pt x="8522" y="0"/>
                    <a:pt x="22174" y="0"/>
                  </a:cubicBez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Shape 2159"/>
            <p:cNvSpPr/>
            <p:nvPr/>
          </p:nvSpPr>
          <p:spPr>
            <a:xfrm>
              <a:off x="128132" y="630"/>
              <a:ext cx="22098" cy="51664"/>
            </a:xfrm>
            <a:custGeom>
              <a:avLst/>
              <a:gdLst/>
              <a:ahLst/>
              <a:cxnLst/>
              <a:rect l="0" t="0" r="0" b="0"/>
              <a:pathLst>
                <a:path w="22098" h="51664">
                  <a:moveTo>
                    <a:pt x="0" y="0"/>
                  </a:moveTo>
                  <a:cubicBezTo>
                    <a:pt x="14630" y="0"/>
                    <a:pt x="22098" y="14719"/>
                    <a:pt x="22098" y="25845"/>
                  </a:cubicBezTo>
                  <a:cubicBezTo>
                    <a:pt x="22098" y="38252"/>
                    <a:pt x="13652" y="51524"/>
                    <a:pt x="0" y="51664"/>
                  </a:cubicBezTo>
                  <a:lnTo>
                    <a:pt x="0" y="47155"/>
                  </a:lnTo>
                  <a:cubicBezTo>
                    <a:pt x="11316" y="47155"/>
                    <a:pt x="16815" y="34874"/>
                    <a:pt x="16815" y="25845"/>
                  </a:cubicBezTo>
                  <a:cubicBezTo>
                    <a:pt x="16815" y="15862"/>
                    <a:pt x="10630" y="4534"/>
                    <a:pt x="0" y="45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Shape 2160"/>
            <p:cNvSpPr/>
            <p:nvPr/>
          </p:nvSpPr>
          <p:spPr>
            <a:xfrm>
              <a:off x="33266" y="382924"/>
              <a:ext cx="17120" cy="51588"/>
            </a:xfrm>
            <a:custGeom>
              <a:avLst/>
              <a:gdLst/>
              <a:ahLst/>
              <a:cxnLst/>
              <a:rect l="0" t="0" r="0" b="0"/>
              <a:pathLst>
                <a:path w="17120" h="51588">
                  <a:moveTo>
                    <a:pt x="11913" y="0"/>
                  </a:moveTo>
                  <a:lnTo>
                    <a:pt x="17120" y="0"/>
                  </a:lnTo>
                  <a:lnTo>
                    <a:pt x="17120" y="51588"/>
                  </a:lnTo>
                  <a:lnTo>
                    <a:pt x="11913" y="51588"/>
                  </a:lnTo>
                  <a:lnTo>
                    <a:pt x="11913" y="5449"/>
                  </a:lnTo>
                  <a:lnTo>
                    <a:pt x="2566" y="10973"/>
                  </a:lnTo>
                  <a:lnTo>
                    <a:pt x="0" y="7023"/>
                  </a:lnTo>
                  <a:lnTo>
                    <a:pt x="11913" y="0"/>
                  </a:ln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Shape 2161"/>
            <p:cNvSpPr/>
            <p:nvPr/>
          </p:nvSpPr>
          <p:spPr>
            <a:xfrm>
              <a:off x="63656" y="383554"/>
              <a:ext cx="22174" cy="51664"/>
            </a:xfrm>
            <a:custGeom>
              <a:avLst/>
              <a:gdLst/>
              <a:ahLst/>
              <a:cxnLst/>
              <a:rect l="0" t="0" r="0" b="0"/>
              <a:pathLst>
                <a:path w="22174" h="51664">
                  <a:moveTo>
                    <a:pt x="22174" y="0"/>
                  </a:moveTo>
                  <a:lnTo>
                    <a:pt x="22174" y="4534"/>
                  </a:lnTo>
                  <a:cubicBezTo>
                    <a:pt x="10782" y="4534"/>
                    <a:pt x="5359" y="16866"/>
                    <a:pt x="5359" y="25845"/>
                  </a:cubicBezTo>
                  <a:cubicBezTo>
                    <a:pt x="5652" y="35814"/>
                    <a:pt x="11239" y="47155"/>
                    <a:pt x="22174" y="47155"/>
                  </a:cubicBezTo>
                  <a:lnTo>
                    <a:pt x="22174" y="51664"/>
                  </a:lnTo>
                  <a:cubicBezTo>
                    <a:pt x="7620" y="51321"/>
                    <a:pt x="0" y="37325"/>
                    <a:pt x="0" y="25845"/>
                  </a:cubicBezTo>
                  <a:cubicBezTo>
                    <a:pt x="0" y="13576"/>
                    <a:pt x="8522" y="0"/>
                    <a:pt x="22174" y="0"/>
                  </a:cubicBez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Shape 2162"/>
            <p:cNvSpPr/>
            <p:nvPr/>
          </p:nvSpPr>
          <p:spPr>
            <a:xfrm>
              <a:off x="85831" y="383554"/>
              <a:ext cx="22085" cy="51664"/>
            </a:xfrm>
            <a:custGeom>
              <a:avLst/>
              <a:gdLst/>
              <a:ahLst/>
              <a:cxnLst/>
              <a:rect l="0" t="0" r="0" b="0"/>
              <a:pathLst>
                <a:path w="22085" h="51664">
                  <a:moveTo>
                    <a:pt x="0" y="0"/>
                  </a:moveTo>
                  <a:cubicBezTo>
                    <a:pt x="14630" y="0"/>
                    <a:pt x="22085" y="14719"/>
                    <a:pt x="22085" y="25845"/>
                  </a:cubicBezTo>
                  <a:cubicBezTo>
                    <a:pt x="22085" y="38252"/>
                    <a:pt x="13652" y="51524"/>
                    <a:pt x="0" y="51664"/>
                  </a:cubicBezTo>
                  <a:lnTo>
                    <a:pt x="0" y="47155"/>
                  </a:lnTo>
                  <a:cubicBezTo>
                    <a:pt x="11316" y="47155"/>
                    <a:pt x="16815" y="34874"/>
                    <a:pt x="16815" y="25845"/>
                  </a:cubicBezTo>
                  <a:cubicBezTo>
                    <a:pt x="16815" y="15862"/>
                    <a:pt x="10630" y="4534"/>
                    <a:pt x="0" y="453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 2163"/>
            <p:cNvSpPr/>
            <p:nvPr/>
          </p:nvSpPr>
          <p:spPr>
            <a:xfrm>
              <a:off x="114712" y="383554"/>
              <a:ext cx="22168" cy="51664"/>
            </a:xfrm>
            <a:custGeom>
              <a:avLst/>
              <a:gdLst/>
              <a:ahLst/>
              <a:cxnLst/>
              <a:rect l="0" t="0" r="0" b="0"/>
              <a:pathLst>
                <a:path w="22168" h="51664">
                  <a:moveTo>
                    <a:pt x="22161" y="0"/>
                  </a:moveTo>
                  <a:lnTo>
                    <a:pt x="22168" y="2"/>
                  </a:lnTo>
                  <a:lnTo>
                    <a:pt x="22168" y="4538"/>
                  </a:lnTo>
                  <a:lnTo>
                    <a:pt x="22161" y="4534"/>
                  </a:lnTo>
                  <a:cubicBezTo>
                    <a:pt x="10782" y="4534"/>
                    <a:pt x="5347" y="16866"/>
                    <a:pt x="5347" y="25845"/>
                  </a:cubicBezTo>
                  <a:cubicBezTo>
                    <a:pt x="5652" y="35814"/>
                    <a:pt x="11239" y="47155"/>
                    <a:pt x="22161" y="47155"/>
                  </a:cubicBezTo>
                  <a:lnTo>
                    <a:pt x="22168" y="47151"/>
                  </a:lnTo>
                  <a:lnTo>
                    <a:pt x="22168" y="51662"/>
                  </a:lnTo>
                  <a:lnTo>
                    <a:pt x="22161" y="51664"/>
                  </a:lnTo>
                  <a:cubicBezTo>
                    <a:pt x="7607" y="51321"/>
                    <a:pt x="0" y="37325"/>
                    <a:pt x="0" y="25845"/>
                  </a:cubicBezTo>
                  <a:cubicBezTo>
                    <a:pt x="0" y="13576"/>
                    <a:pt x="8522" y="0"/>
                    <a:pt x="22161" y="0"/>
                  </a:cubicBez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Shape 2164"/>
            <p:cNvSpPr/>
            <p:nvPr/>
          </p:nvSpPr>
          <p:spPr>
            <a:xfrm>
              <a:off x="136879" y="383556"/>
              <a:ext cx="22092" cy="51661"/>
            </a:xfrm>
            <a:custGeom>
              <a:avLst/>
              <a:gdLst/>
              <a:ahLst/>
              <a:cxnLst/>
              <a:rect l="0" t="0" r="0" b="0"/>
              <a:pathLst>
                <a:path w="22092" h="51661">
                  <a:moveTo>
                    <a:pt x="0" y="0"/>
                  </a:moveTo>
                  <a:lnTo>
                    <a:pt x="9624" y="2472"/>
                  </a:lnTo>
                  <a:cubicBezTo>
                    <a:pt x="17898" y="7133"/>
                    <a:pt x="22092" y="17499"/>
                    <a:pt x="22092" y="25843"/>
                  </a:cubicBezTo>
                  <a:cubicBezTo>
                    <a:pt x="22092" y="35149"/>
                    <a:pt x="17341" y="44941"/>
                    <a:pt x="9206" y="49314"/>
                  </a:cubicBezTo>
                  <a:lnTo>
                    <a:pt x="0" y="51661"/>
                  </a:lnTo>
                  <a:lnTo>
                    <a:pt x="0" y="47150"/>
                  </a:lnTo>
                  <a:lnTo>
                    <a:pt x="12651" y="39884"/>
                  </a:lnTo>
                  <a:cubicBezTo>
                    <a:pt x="15443" y="35685"/>
                    <a:pt x="16821" y="30358"/>
                    <a:pt x="16821" y="25843"/>
                  </a:cubicBezTo>
                  <a:cubicBezTo>
                    <a:pt x="16821" y="20852"/>
                    <a:pt x="15275" y="15524"/>
                    <a:pt x="12398" y="11445"/>
                  </a:cubicBezTo>
                  <a:lnTo>
                    <a:pt x="0" y="4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Shape 2165"/>
            <p:cNvSpPr/>
            <p:nvPr/>
          </p:nvSpPr>
          <p:spPr>
            <a:xfrm>
              <a:off x="33110" y="766487"/>
              <a:ext cx="35751" cy="51664"/>
            </a:xfrm>
            <a:custGeom>
              <a:avLst/>
              <a:gdLst/>
              <a:ahLst/>
              <a:cxnLst/>
              <a:rect l="0" t="0" r="0" b="0"/>
              <a:pathLst>
                <a:path w="35751" h="51664">
                  <a:moveTo>
                    <a:pt x="7163" y="0"/>
                  </a:moveTo>
                  <a:lnTo>
                    <a:pt x="33033" y="0"/>
                  </a:lnTo>
                  <a:lnTo>
                    <a:pt x="33033" y="4521"/>
                  </a:lnTo>
                  <a:lnTo>
                    <a:pt x="11011" y="4521"/>
                  </a:lnTo>
                  <a:lnTo>
                    <a:pt x="7239" y="22822"/>
                  </a:lnTo>
                  <a:cubicBezTo>
                    <a:pt x="9881" y="20104"/>
                    <a:pt x="13805" y="18593"/>
                    <a:pt x="18326" y="18593"/>
                  </a:cubicBezTo>
                  <a:cubicBezTo>
                    <a:pt x="28054" y="18593"/>
                    <a:pt x="35751" y="25260"/>
                    <a:pt x="35751" y="34798"/>
                  </a:cubicBezTo>
                  <a:cubicBezTo>
                    <a:pt x="35751" y="44844"/>
                    <a:pt x="27457" y="51664"/>
                    <a:pt x="17196" y="51664"/>
                  </a:cubicBezTo>
                  <a:cubicBezTo>
                    <a:pt x="9576" y="51664"/>
                    <a:pt x="3099" y="47790"/>
                    <a:pt x="0" y="41834"/>
                  </a:cubicBezTo>
                  <a:lnTo>
                    <a:pt x="3467" y="39395"/>
                  </a:lnTo>
                  <a:cubicBezTo>
                    <a:pt x="6185" y="44132"/>
                    <a:pt x="11468" y="47218"/>
                    <a:pt x="17272" y="47218"/>
                  </a:cubicBezTo>
                  <a:cubicBezTo>
                    <a:pt x="24740" y="47218"/>
                    <a:pt x="30543" y="42202"/>
                    <a:pt x="30543" y="34874"/>
                  </a:cubicBezTo>
                  <a:cubicBezTo>
                    <a:pt x="30543" y="27851"/>
                    <a:pt x="24892" y="22885"/>
                    <a:pt x="17729" y="22885"/>
                  </a:cubicBezTo>
                  <a:cubicBezTo>
                    <a:pt x="13056" y="22885"/>
                    <a:pt x="8611" y="24968"/>
                    <a:pt x="5969" y="28626"/>
                  </a:cubicBezTo>
                  <a:lnTo>
                    <a:pt x="1130" y="28626"/>
                  </a:lnTo>
                  <a:cubicBezTo>
                    <a:pt x="1740" y="26188"/>
                    <a:pt x="7163" y="0"/>
                    <a:pt x="7163" y="0"/>
                  </a:cubicBez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Shape 2166"/>
            <p:cNvSpPr/>
            <p:nvPr/>
          </p:nvSpPr>
          <p:spPr>
            <a:xfrm>
              <a:off x="75119" y="766491"/>
              <a:ext cx="22174" cy="51664"/>
            </a:xfrm>
            <a:custGeom>
              <a:avLst/>
              <a:gdLst/>
              <a:ahLst/>
              <a:cxnLst/>
              <a:rect l="0" t="0" r="0" b="0"/>
              <a:pathLst>
                <a:path w="22174" h="51664">
                  <a:moveTo>
                    <a:pt x="22174" y="0"/>
                  </a:moveTo>
                  <a:lnTo>
                    <a:pt x="22174" y="4521"/>
                  </a:lnTo>
                  <a:cubicBezTo>
                    <a:pt x="10782" y="4521"/>
                    <a:pt x="5359" y="16853"/>
                    <a:pt x="5359" y="25832"/>
                  </a:cubicBezTo>
                  <a:cubicBezTo>
                    <a:pt x="5652" y="35801"/>
                    <a:pt x="11239" y="47142"/>
                    <a:pt x="22174" y="47142"/>
                  </a:cubicBezTo>
                  <a:lnTo>
                    <a:pt x="22174" y="51664"/>
                  </a:lnTo>
                  <a:cubicBezTo>
                    <a:pt x="7620" y="51308"/>
                    <a:pt x="0" y="37312"/>
                    <a:pt x="0" y="25832"/>
                  </a:cubicBezTo>
                  <a:cubicBezTo>
                    <a:pt x="0" y="13564"/>
                    <a:pt x="8522" y="0"/>
                    <a:pt x="22174" y="0"/>
                  </a:cubicBez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Shape 2167"/>
            <p:cNvSpPr/>
            <p:nvPr/>
          </p:nvSpPr>
          <p:spPr>
            <a:xfrm>
              <a:off x="97293" y="766491"/>
              <a:ext cx="22085" cy="51664"/>
            </a:xfrm>
            <a:custGeom>
              <a:avLst/>
              <a:gdLst/>
              <a:ahLst/>
              <a:cxnLst/>
              <a:rect l="0" t="0" r="0" b="0"/>
              <a:pathLst>
                <a:path w="22085" h="51664">
                  <a:moveTo>
                    <a:pt x="0" y="0"/>
                  </a:moveTo>
                  <a:cubicBezTo>
                    <a:pt x="14630" y="0"/>
                    <a:pt x="22085" y="14706"/>
                    <a:pt x="22085" y="25832"/>
                  </a:cubicBezTo>
                  <a:cubicBezTo>
                    <a:pt x="22085" y="38240"/>
                    <a:pt x="13652" y="51511"/>
                    <a:pt x="0" y="51664"/>
                  </a:cubicBezTo>
                  <a:lnTo>
                    <a:pt x="0" y="47142"/>
                  </a:lnTo>
                  <a:cubicBezTo>
                    <a:pt x="11316" y="47142"/>
                    <a:pt x="16815" y="34861"/>
                    <a:pt x="16815" y="25832"/>
                  </a:cubicBezTo>
                  <a:cubicBezTo>
                    <a:pt x="16815" y="15849"/>
                    <a:pt x="10630" y="4521"/>
                    <a:pt x="0" y="45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Shape 2168"/>
            <p:cNvSpPr/>
            <p:nvPr/>
          </p:nvSpPr>
          <p:spPr>
            <a:xfrm>
              <a:off x="33716" y="1149415"/>
              <a:ext cx="22174" cy="51664"/>
            </a:xfrm>
            <a:custGeom>
              <a:avLst/>
              <a:gdLst/>
              <a:ahLst/>
              <a:cxnLst/>
              <a:rect l="0" t="0" r="0" b="0"/>
              <a:pathLst>
                <a:path w="22174" h="51664">
                  <a:moveTo>
                    <a:pt x="22174" y="0"/>
                  </a:moveTo>
                  <a:lnTo>
                    <a:pt x="22174" y="4521"/>
                  </a:lnTo>
                  <a:cubicBezTo>
                    <a:pt x="10782" y="4521"/>
                    <a:pt x="5359" y="16853"/>
                    <a:pt x="5359" y="25832"/>
                  </a:cubicBezTo>
                  <a:cubicBezTo>
                    <a:pt x="5652" y="35801"/>
                    <a:pt x="11239" y="47142"/>
                    <a:pt x="22174" y="47142"/>
                  </a:cubicBezTo>
                  <a:lnTo>
                    <a:pt x="22174" y="51664"/>
                  </a:lnTo>
                  <a:cubicBezTo>
                    <a:pt x="7620" y="51308"/>
                    <a:pt x="0" y="37312"/>
                    <a:pt x="0" y="25832"/>
                  </a:cubicBezTo>
                  <a:cubicBezTo>
                    <a:pt x="0" y="13564"/>
                    <a:pt x="8522" y="0"/>
                    <a:pt x="22174" y="0"/>
                  </a:cubicBez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Shape 2169"/>
            <p:cNvSpPr/>
            <p:nvPr/>
          </p:nvSpPr>
          <p:spPr>
            <a:xfrm>
              <a:off x="55890" y="1149415"/>
              <a:ext cx="22098" cy="51664"/>
            </a:xfrm>
            <a:custGeom>
              <a:avLst/>
              <a:gdLst/>
              <a:ahLst/>
              <a:cxnLst/>
              <a:rect l="0" t="0" r="0" b="0"/>
              <a:pathLst>
                <a:path w="22098" h="51664">
                  <a:moveTo>
                    <a:pt x="0" y="0"/>
                  </a:moveTo>
                  <a:cubicBezTo>
                    <a:pt x="14630" y="0"/>
                    <a:pt x="22098" y="14706"/>
                    <a:pt x="22098" y="25832"/>
                  </a:cubicBezTo>
                  <a:cubicBezTo>
                    <a:pt x="22098" y="38240"/>
                    <a:pt x="13652" y="51511"/>
                    <a:pt x="0" y="51664"/>
                  </a:cubicBezTo>
                  <a:lnTo>
                    <a:pt x="0" y="47142"/>
                  </a:lnTo>
                  <a:cubicBezTo>
                    <a:pt x="11316" y="47142"/>
                    <a:pt x="16815" y="34861"/>
                    <a:pt x="16815" y="25832"/>
                  </a:cubicBezTo>
                  <a:cubicBezTo>
                    <a:pt x="16815" y="15849"/>
                    <a:pt x="10630" y="4521"/>
                    <a:pt x="0" y="452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0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Shape 2170"/>
            <p:cNvSpPr/>
            <p:nvPr/>
          </p:nvSpPr>
          <p:spPr>
            <a:xfrm>
              <a:off x="1278654" y="474850"/>
              <a:ext cx="148946" cy="177940"/>
            </a:xfrm>
            <a:custGeom>
              <a:avLst/>
              <a:gdLst/>
              <a:ahLst/>
              <a:cxnLst/>
              <a:rect l="0" t="0" r="0" b="0"/>
              <a:pathLst>
                <a:path w="148946" h="177940">
                  <a:moveTo>
                    <a:pt x="67640" y="0"/>
                  </a:moveTo>
                  <a:lnTo>
                    <a:pt x="148946" y="0"/>
                  </a:lnTo>
                  <a:cubicBezTo>
                    <a:pt x="107556" y="56134"/>
                    <a:pt x="72923" y="116954"/>
                    <a:pt x="38633" y="177940"/>
                  </a:cubicBezTo>
                  <a:cubicBezTo>
                    <a:pt x="26149" y="155905"/>
                    <a:pt x="13792" y="133795"/>
                    <a:pt x="1282" y="111849"/>
                  </a:cubicBezTo>
                  <a:cubicBezTo>
                    <a:pt x="851" y="111099"/>
                    <a:pt x="432" y="110363"/>
                    <a:pt x="0" y="109613"/>
                  </a:cubicBezTo>
                  <a:cubicBezTo>
                    <a:pt x="21349" y="72237"/>
                    <a:pt x="43624" y="35433"/>
                    <a:pt x="6764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Shape 2171"/>
            <p:cNvSpPr/>
            <p:nvPr/>
          </p:nvSpPr>
          <p:spPr>
            <a:xfrm>
              <a:off x="1347666" y="126667"/>
              <a:ext cx="613537" cy="346177"/>
            </a:xfrm>
            <a:custGeom>
              <a:avLst/>
              <a:gdLst/>
              <a:ahLst/>
              <a:cxnLst/>
              <a:rect l="0" t="0" r="0" b="0"/>
              <a:pathLst>
                <a:path w="613537" h="346177">
                  <a:moveTo>
                    <a:pt x="575640" y="0"/>
                  </a:moveTo>
                  <a:cubicBezTo>
                    <a:pt x="613537" y="0"/>
                    <a:pt x="611467" y="62243"/>
                    <a:pt x="570852" y="67399"/>
                  </a:cubicBezTo>
                  <a:cubicBezTo>
                    <a:pt x="405016" y="88481"/>
                    <a:pt x="248729" y="159131"/>
                    <a:pt x="134074" y="282486"/>
                  </a:cubicBezTo>
                  <a:cubicBezTo>
                    <a:pt x="115202" y="302794"/>
                    <a:pt x="97777" y="324117"/>
                    <a:pt x="81420" y="346177"/>
                  </a:cubicBezTo>
                  <a:lnTo>
                    <a:pt x="0" y="346177"/>
                  </a:lnTo>
                  <a:cubicBezTo>
                    <a:pt x="47600" y="276263"/>
                    <a:pt x="102083" y="211748"/>
                    <a:pt x="169799" y="158877"/>
                  </a:cubicBezTo>
                  <a:cubicBezTo>
                    <a:pt x="286525" y="67704"/>
                    <a:pt x="425044" y="18847"/>
                    <a:pt x="570852" y="305"/>
                  </a:cubicBezTo>
                  <a:cubicBezTo>
                    <a:pt x="572516" y="102"/>
                    <a:pt x="574116" y="0"/>
                    <a:pt x="575640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Shape 2172"/>
            <p:cNvSpPr/>
            <p:nvPr/>
          </p:nvSpPr>
          <p:spPr>
            <a:xfrm>
              <a:off x="1346296" y="472841"/>
              <a:ext cx="82791" cy="2007"/>
            </a:xfrm>
            <a:custGeom>
              <a:avLst/>
              <a:gdLst/>
              <a:ahLst/>
              <a:cxnLst/>
              <a:rect l="0" t="0" r="0" b="0"/>
              <a:pathLst>
                <a:path w="82791" h="2007">
                  <a:moveTo>
                    <a:pt x="1372" y="0"/>
                  </a:moveTo>
                  <a:lnTo>
                    <a:pt x="82791" y="0"/>
                  </a:lnTo>
                  <a:cubicBezTo>
                    <a:pt x="82296" y="673"/>
                    <a:pt x="81801" y="1333"/>
                    <a:pt x="81306" y="2007"/>
                  </a:cubicBezTo>
                  <a:lnTo>
                    <a:pt x="0" y="2007"/>
                  </a:lnTo>
                  <a:cubicBezTo>
                    <a:pt x="457" y="1333"/>
                    <a:pt x="915" y="673"/>
                    <a:pt x="1372" y="0"/>
                  </a:cubicBezTo>
                  <a:close/>
                </a:path>
              </a:pathLst>
            </a:custGeom>
            <a:solidFill>
              <a:srgbClr val="D9CCB5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Shape 2173"/>
            <p:cNvSpPr/>
            <p:nvPr/>
          </p:nvSpPr>
          <p:spPr>
            <a:xfrm>
              <a:off x="595638" y="846708"/>
              <a:ext cx="601802" cy="291579"/>
            </a:xfrm>
            <a:custGeom>
              <a:avLst/>
              <a:gdLst/>
              <a:ahLst/>
              <a:cxnLst/>
              <a:rect l="0" t="0" r="0" b="0"/>
              <a:pathLst>
                <a:path w="601802" h="291579">
                  <a:moveTo>
                    <a:pt x="517423" y="0"/>
                  </a:moveTo>
                  <a:lnTo>
                    <a:pt x="601802" y="0"/>
                  </a:lnTo>
                  <a:cubicBezTo>
                    <a:pt x="550977" y="68555"/>
                    <a:pt x="491731" y="129794"/>
                    <a:pt x="418808" y="177470"/>
                  </a:cubicBezTo>
                  <a:cubicBezTo>
                    <a:pt x="306489" y="250901"/>
                    <a:pt x="175870" y="283185"/>
                    <a:pt x="43167" y="291490"/>
                  </a:cubicBezTo>
                  <a:cubicBezTo>
                    <a:pt x="42304" y="291554"/>
                    <a:pt x="41478" y="291579"/>
                    <a:pt x="40666" y="291579"/>
                  </a:cubicBezTo>
                  <a:cubicBezTo>
                    <a:pt x="0" y="291579"/>
                    <a:pt x="1118" y="227025"/>
                    <a:pt x="43167" y="224396"/>
                  </a:cubicBezTo>
                  <a:cubicBezTo>
                    <a:pt x="196609" y="214782"/>
                    <a:pt x="344995" y="167043"/>
                    <a:pt x="459562" y="61290"/>
                  </a:cubicBezTo>
                  <a:cubicBezTo>
                    <a:pt x="480416" y="42050"/>
                    <a:pt x="499567" y="21501"/>
                    <a:pt x="517423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Shape 2174"/>
            <p:cNvSpPr/>
            <p:nvPr/>
          </p:nvSpPr>
          <p:spPr>
            <a:xfrm>
              <a:off x="1114712" y="652893"/>
              <a:ext cx="163932" cy="191808"/>
            </a:xfrm>
            <a:custGeom>
              <a:avLst/>
              <a:gdLst/>
              <a:ahLst/>
              <a:cxnLst/>
              <a:rect l="0" t="0" r="0" b="0"/>
              <a:pathLst>
                <a:path w="163932" h="191808">
                  <a:moveTo>
                    <a:pt x="125298" y="0"/>
                  </a:moveTo>
                  <a:cubicBezTo>
                    <a:pt x="138113" y="22746"/>
                    <a:pt x="150876" y="45517"/>
                    <a:pt x="163932" y="68072"/>
                  </a:cubicBezTo>
                  <a:cubicBezTo>
                    <a:pt x="160033" y="74828"/>
                    <a:pt x="156108" y="81559"/>
                    <a:pt x="152146" y="88278"/>
                  </a:cubicBezTo>
                  <a:cubicBezTo>
                    <a:pt x="131039" y="124003"/>
                    <a:pt x="108598" y="158737"/>
                    <a:pt x="84214" y="191808"/>
                  </a:cubicBezTo>
                  <a:lnTo>
                    <a:pt x="0" y="191808"/>
                  </a:lnTo>
                  <a:cubicBezTo>
                    <a:pt x="48565" y="132867"/>
                    <a:pt x="87541" y="66751"/>
                    <a:pt x="125298" y="0"/>
                  </a:cubicBezTo>
                  <a:close/>
                </a:path>
              </a:pathLst>
            </a:custGeom>
            <a:solidFill>
              <a:srgbClr val="FFEDD1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Shape 2175"/>
            <p:cNvSpPr/>
            <p:nvPr/>
          </p:nvSpPr>
          <p:spPr>
            <a:xfrm>
              <a:off x="1113061" y="844698"/>
              <a:ext cx="85865" cy="2007"/>
            </a:xfrm>
            <a:custGeom>
              <a:avLst/>
              <a:gdLst/>
              <a:ahLst/>
              <a:cxnLst/>
              <a:rect l="0" t="0" r="0" b="0"/>
              <a:pathLst>
                <a:path w="85865" h="2007">
                  <a:moveTo>
                    <a:pt x="1651" y="0"/>
                  </a:moveTo>
                  <a:lnTo>
                    <a:pt x="85865" y="0"/>
                  </a:lnTo>
                  <a:cubicBezTo>
                    <a:pt x="85369" y="673"/>
                    <a:pt x="84874" y="1346"/>
                    <a:pt x="84379" y="2007"/>
                  </a:cubicBezTo>
                  <a:lnTo>
                    <a:pt x="0" y="2007"/>
                  </a:lnTo>
                  <a:cubicBezTo>
                    <a:pt x="559" y="1333"/>
                    <a:pt x="1105" y="673"/>
                    <a:pt x="1651" y="0"/>
                  </a:cubicBezTo>
                  <a:close/>
                </a:path>
              </a:pathLst>
            </a:custGeom>
            <a:solidFill>
              <a:srgbClr val="D9CCB5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Shape 2176"/>
            <p:cNvSpPr/>
            <p:nvPr/>
          </p:nvSpPr>
          <p:spPr>
            <a:xfrm>
              <a:off x="1129608" y="474850"/>
              <a:ext cx="149047" cy="178041"/>
            </a:xfrm>
            <a:custGeom>
              <a:avLst/>
              <a:gdLst/>
              <a:ahLst/>
              <a:cxnLst/>
              <a:rect l="0" t="0" r="0" b="0"/>
              <a:pathLst>
                <a:path w="149047" h="178041">
                  <a:moveTo>
                    <a:pt x="0" y="0"/>
                  </a:moveTo>
                  <a:lnTo>
                    <a:pt x="81407" y="0"/>
                  </a:lnTo>
                  <a:cubicBezTo>
                    <a:pt x="105423" y="35446"/>
                    <a:pt x="127698" y="72250"/>
                    <a:pt x="149047" y="109613"/>
                  </a:cubicBezTo>
                  <a:cubicBezTo>
                    <a:pt x="148628" y="110350"/>
                    <a:pt x="148196" y="111099"/>
                    <a:pt x="147777" y="111849"/>
                  </a:cubicBezTo>
                  <a:cubicBezTo>
                    <a:pt x="135255" y="133820"/>
                    <a:pt x="122898" y="155969"/>
                    <a:pt x="110414" y="178041"/>
                  </a:cubicBezTo>
                  <a:cubicBezTo>
                    <a:pt x="76048" y="117043"/>
                    <a:pt x="41364" y="56197"/>
                    <a:pt x="0" y="0"/>
                  </a:cubicBezTo>
                  <a:close/>
                </a:path>
              </a:pathLst>
            </a:custGeom>
            <a:solidFill>
              <a:srgbClr val="FFF5C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Shape 2177"/>
            <p:cNvSpPr/>
            <p:nvPr/>
          </p:nvSpPr>
          <p:spPr>
            <a:xfrm>
              <a:off x="596170" y="126667"/>
              <a:ext cx="613473" cy="346177"/>
            </a:xfrm>
            <a:custGeom>
              <a:avLst/>
              <a:gdLst/>
              <a:ahLst/>
              <a:cxnLst/>
              <a:rect l="0" t="0" r="0" b="0"/>
              <a:pathLst>
                <a:path w="613473" h="346177">
                  <a:moveTo>
                    <a:pt x="37859" y="0"/>
                  </a:moveTo>
                  <a:cubicBezTo>
                    <a:pt x="39383" y="0"/>
                    <a:pt x="40970" y="102"/>
                    <a:pt x="42634" y="305"/>
                  </a:cubicBezTo>
                  <a:cubicBezTo>
                    <a:pt x="189814" y="19012"/>
                    <a:pt x="329819" y="68669"/>
                    <a:pt x="447078" y="161506"/>
                  </a:cubicBezTo>
                  <a:cubicBezTo>
                    <a:pt x="513270" y="213894"/>
                    <a:pt x="566699" y="277444"/>
                    <a:pt x="613473" y="346177"/>
                  </a:cubicBezTo>
                  <a:lnTo>
                    <a:pt x="531952" y="346177"/>
                  </a:lnTo>
                  <a:cubicBezTo>
                    <a:pt x="513817" y="321678"/>
                    <a:pt x="494386" y="298069"/>
                    <a:pt x="473126" y="275730"/>
                  </a:cubicBezTo>
                  <a:cubicBezTo>
                    <a:pt x="359397" y="156210"/>
                    <a:pt x="205003" y="88049"/>
                    <a:pt x="42634" y="67399"/>
                  </a:cubicBezTo>
                  <a:cubicBezTo>
                    <a:pt x="1943" y="62243"/>
                    <a:pt x="0" y="0"/>
                    <a:pt x="37859" y="0"/>
                  </a:cubicBezTo>
                  <a:close/>
                </a:path>
              </a:pathLst>
            </a:custGeom>
            <a:solidFill>
              <a:srgbClr val="FFF5C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Shape 2178"/>
            <p:cNvSpPr/>
            <p:nvPr/>
          </p:nvSpPr>
          <p:spPr>
            <a:xfrm>
              <a:off x="1128127" y="472841"/>
              <a:ext cx="82893" cy="2007"/>
            </a:xfrm>
            <a:custGeom>
              <a:avLst/>
              <a:gdLst/>
              <a:ahLst/>
              <a:cxnLst/>
              <a:rect l="0" t="0" r="0" b="0"/>
              <a:pathLst>
                <a:path w="82893" h="2007">
                  <a:moveTo>
                    <a:pt x="0" y="0"/>
                  </a:moveTo>
                  <a:lnTo>
                    <a:pt x="81521" y="0"/>
                  </a:lnTo>
                  <a:cubicBezTo>
                    <a:pt x="81979" y="673"/>
                    <a:pt x="82436" y="1333"/>
                    <a:pt x="82893" y="2007"/>
                  </a:cubicBezTo>
                  <a:lnTo>
                    <a:pt x="1486" y="2007"/>
                  </a:lnTo>
                  <a:cubicBezTo>
                    <a:pt x="991" y="1333"/>
                    <a:pt x="495" y="660"/>
                    <a:pt x="0" y="0"/>
                  </a:cubicBezTo>
                  <a:close/>
                </a:path>
              </a:pathLst>
            </a:custGeom>
            <a:solidFill>
              <a:srgbClr val="DBD4B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Shape 2179"/>
            <p:cNvSpPr/>
            <p:nvPr/>
          </p:nvSpPr>
          <p:spPr>
            <a:xfrm>
              <a:off x="1359856" y="846708"/>
              <a:ext cx="601764" cy="291579"/>
            </a:xfrm>
            <a:custGeom>
              <a:avLst/>
              <a:gdLst/>
              <a:ahLst/>
              <a:cxnLst/>
              <a:rect l="0" t="0" r="0" b="0"/>
              <a:pathLst>
                <a:path w="601764" h="291579">
                  <a:moveTo>
                    <a:pt x="0" y="0"/>
                  </a:moveTo>
                  <a:lnTo>
                    <a:pt x="84481" y="0"/>
                  </a:lnTo>
                  <a:cubicBezTo>
                    <a:pt x="104216" y="23813"/>
                    <a:pt x="125514" y="46431"/>
                    <a:pt x="148933" y="67450"/>
                  </a:cubicBezTo>
                  <a:cubicBezTo>
                    <a:pt x="262420" y="169291"/>
                    <a:pt x="408635" y="214999"/>
                    <a:pt x="558661" y="224396"/>
                  </a:cubicBezTo>
                  <a:cubicBezTo>
                    <a:pt x="600774" y="227025"/>
                    <a:pt x="601764" y="291579"/>
                    <a:pt x="561162" y="291579"/>
                  </a:cubicBezTo>
                  <a:cubicBezTo>
                    <a:pt x="560350" y="291579"/>
                    <a:pt x="559511" y="291554"/>
                    <a:pt x="558661" y="291490"/>
                  </a:cubicBezTo>
                  <a:cubicBezTo>
                    <a:pt x="422516" y="282969"/>
                    <a:pt x="289090" y="249022"/>
                    <a:pt x="174968" y="172047"/>
                  </a:cubicBezTo>
                  <a:cubicBezTo>
                    <a:pt x="105525" y="125209"/>
                    <a:pt x="48857" y="65977"/>
                    <a:pt x="0" y="0"/>
                  </a:cubicBezTo>
                  <a:close/>
                </a:path>
              </a:pathLst>
            </a:custGeom>
            <a:solidFill>
              <a:srgbClr val="FFF5C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Shape 2180"/>
            <p:cNvSpPr/>
            <p:nvPr/>
          </p:nvSpPr>
          <p:spPr>
            <a:xfrm>
              <a:off x="1278653" y="652792"/>
              <a:ext cx="164020" cy="191909"/>
            </a:xfrm>
            <a:custGeom>
              <a:avLst/>
              <a:gdLst/>
              <a:ahLst/>
              <a:cxnLst/>
              <a:rect l="0" t="0" r="0" b="0"/>
              <a:pathLst>
                <a:path w="164020" h="191909">
                  <a:moveTo>
                    <a:pt x="38633" y="0"/>
                  </a:moveTo>
                  <a:cubicBezTo>
                    <a:pt x="76467" y="66802"/>
                    <a:pt x="115494" y="132918"/>
                    <a:pt x="164020" y="191909"/>
                  </a:cubicBezTo>
                  <a:lnTo>
                    <a:pt x="79718" y="191909"/>
                  </a:lnTo>
                  <a:cubicBezTo>
                    <a:pt x="55347" y="158826"/>
                    <a:pt x="32931" y="124092"/>
                    <a:pt x="11811" y="88379"/>
                  </a:cubicBezTo>
                  <a:cubicBezTo>
                    <a:pt x="7836" y="81661"/>
                    <a:pt x="3911" y="74930"/>
                    <a:pt x="0" y="68173"/>
                  </a:cubicBezTo>
                  <a:cubicBezTo>
                    <a:pt x="13055" y="45593"/>
                    <a:pt x="25819" y="22783"/>
                    <a:pt x="38633" y="0"/>
                  </a:cubicBezTo>
                  <a:close/>
                </a:path>
              </a:pathLst>
            </a:custGeom>
            <a:solidFill>
              <a:srgbClr val="FFF5C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Shape 2181"/>
            <p:cNvSpPr/>
            <p:nvPr/>
          </p:nvSpPr>
          <p:spPr>
            <a:xfrm>
              <a:off x="1358374" y="844698"/>
              <a:ext cx="85966" cy="2007"/>
            </a:xfrm>
            <a:custGeom>
              <a:avLst/>
              <a:gdLst/>
              <a:ahLst/>
              <a:cxnLst/>
              <a:rect l="0" t="0" r="0" b="0"/>
              <a:pathLst>
                <a:path w="85966" h="2007">
                  <a:moveTo>
                    <a:pt x="0" y="0"/>
                  </a:moveTo>
                  <a:lnTo>
                    <a:pt x="84303" y="0"/>
                  </a:lnTo>
                  <a:cubicBezTo>
                    <a:pt x="84849" y="660"/>
                    <a:pt x="85408" y="1346"/>
                    <a:pt x="85966" y="2007"/>
                  </a:cubicBezTo>
                  <a:lnTo>
                    <a:pt x="1486" y="2007"/>
                  </a:lnTo>
                  <a:cubicBezTo>
                    <a:pt x="991" y="1346"/>
                    <a:pt x="495" y="673"/>
                    <a:pt x="0" y="0"/>
                  </a:cubicBezTo>
                  <a:close/>
                </a:path>
              </a:pathLst>
            </a:custGeom>
            <a:solidFill>
              <a:srgbClr val="DBD4B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Shape 2182"/>
            <p:cNvSpPr/>
            <p:nvPr/>
          </p:nvSpPr>
          <p:spPr>
            <a:xfrm>
              <a:off x="1240013" y="584460"/>
              <a:ext cx="77267" cy="136512"/>
            </a:xfrm>
            <a:custGeom>
              <a:avLst/>
              <a:gdLst/>
              <a:ahLst/>
              <a:cxnLst/>
              <a:rect l="0" t="0" r="0" b="0"/>
              <a:pathLst>
                <a:path w="77267" h="136512">
                  <a:moveTo>
                    <a:pt x="38646" y="0"/>
                  </a:moveTo>
                  <a:cubicBezTo>
                    <a:pt x="39078" y="749"/>
                    <a:pt x="39497" y="1486"/>
                    <a:pt x="39916" y="2235"/>
                  </a:cubicBezTo>
                  <a:cubicBezTo>
                    <a:pt x="52438" y="24181"/>
                    <a:pt x="64795" y="46291"/>
                    <a:pt x="77267" y="68326"/>
                  </a:cubicBezTo>
                  <a:cubicBezTo>
                    <a:pt x="64453" y="91110"/>
                    <a:pt x="51689" y="113919"/>
                    <a:pt x="38633" y="136512"/>
                  </a:cubicBezTo>
                  <a:cubicBezTo>
                    <a:pt x="25578" y="113945"/>
                    <a:pt x="12814" y="91186"/>
                    <a:pt x="0" y="68440"/>
                  </a:cubicBezTo>
                  <a:cubicBezTo>
                    <a:pt x="12484" y="46355"/>
                    <a:pt x="24841" y="24219"/>
                    <a:pt x="37376" y="2235"/>
                  </a:cubicBezTo>
                  <a:cubicBezTo>
                    <a:pt x="37795" y="1486"/>
                    <a:pt x="38227" y="737"/>
                    <a:pt x="38646" y="0"/>
                  </a:cubicBezTo>
                  <a:close/>
                </a:path>
              </a:pathLst>
            </a:custGeom>
            <a:solidFill>
              <a:srgbClr val="FFE5A8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Shape 2183"/>
            <p:cNvSpPr/>
            <p:nvPr/>
          </p:nvSpPr>
          <p:spPr>
            <a:xfrm>
              <a:off x="582171" y="81256"/>
              <a:ext cx="1365720" cy="1019366"/>
            </a:xfrm>
            <a:custGeom>
              <a:avLst/>
              <a:gdLst/>
              <a:ahLst/>
              <a:cxnLst/>
              <a:rect l="0" t="0" r="0" b="0"/>
              <a:pathLst>
                <a:path w="1365720" h="1019366">
                  <a:moveTo>
                    <a:pt x="1322921" y="5436"/>
                  </a:moveTo>
                  <a:cubicBezTo>
                    <a:pt x="1365720" y="0"/>
                    <a:pt x="1365174" y="67158"/>
                    <a:pt x="1322921" y="72542"/>
                  </a:cubicBezTo>
                  <a:cubicBezTo>
                    <a:pt x="1157084" y="93612"/>
                    <a:pt x="1000798" y="164249"/>
                    <a:pt x="886142" y="287617"/>
                  </a:cubicBezTo>
                  <a:cubicBezTo>
                    <a:pt x="795490" y="385153"/>
                    <a:pt x="738353" y="506044"/>
                    <a:pt x="671258" y="619633"/>
                  </a:cubicBezTo>
                  <a:cubicBezTo>
                    <a:pt x="605892" y="730301"/>
                    <a:pt x="527596" y="831558"/>
                    <a:pt x="418846" y="902640"/>
                  </a:cubicBezTo>
                  <a:cubicBezTo>
                    <a:pt x="306527" y="976071"/>
                    <a:pt x="175920" y="1008355"/>
                    <a:pt x="43205" y="1016660"/>
                  </a:cubicBezTo>
                  <a:cubicBezTo>
                    <a:pt x="0" y="1019366"/>
                    <a:pt x="305" y="952246"/>
                    <a:pt x="43205" y="949566"/>
                  </a:cubicBezTo>
                  <a:cubicBezTo>
                    <a:pt x="196647" y="939953"/>
                    <a:pt x="345034" y="892226"/>
                    <a:pt x="459613" y="786461"/>
                  </a:cubicBezTo>
                  <a:cubicBezTo>
                    <a:pt x="556933" y="696633"/>
                    <a:pt x="617093" y="578688"/>
                    <a:pt x="681787" y="465163"/>
                  </a:cubicBezTo>
                  <a:cubicBezTo>
                    <a:pt x="746023" y="352451"/>
                    <a:pt x="818553" y="244678"/>
                    <a:pt x="921867" y="164008"/>
                  </a:cubicBezTo>
                  <a:cubicBezTo>
                    <a:pt x="1038593" y="72835"/>
                    <a:pt x="1177112" y="23965"/>
                    <a:pt x="1322921" y="5436"/>
                  </a:cubicBezTo>
                  <a:close/>
                </a:path>
              </a:pathLst>
            </a:custGeom>
            <a:solidFill>
              <a:srgbClr val="FA9E1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Shape 2184"/>
            <p:cNvSpPr/>
            <p:nvPr/>
          </p:nvSpPr>
          <p:spPr>
            <a:xfrm>
              <a:off x="582652" y="81262"/>
              <a:ext cx="1365568" cy="1019353"/>
            </a:xfrm>
            <a:custGeom>
              <a:avLst/>
              <a:gdLst/>
              <a:ahLst/>
              <a:cxnLst/>
              <a:rect l="0" t="0" r="0" b="0"/>
              <a:pathLst>
                <a:path w="1365568" h="1019353">
                  <a:moveTo>
                    <a:pt x="42723" y="5423"/>
                  </a:moveTo>
                  <a:cubicBezTo>
                    <a:pt x="189903" y="24143"/>
                    <a:pt x="329908" y="73787"/>
                    <a:pt x="447167" y="166612"/>
                  </a:cubicBezTo>
                  <a:cubicBezTo>
                    <a:pt x="548767" y="247040"/>
                    <a:pt x="620306" y="353720"/>
                    <a:pt x="683857" y="465150"/>
                  </a:cubicBezTo>
                  <a:cubicBezTo>
                    <a:pt x="750100" y="581317"/>
                    <a:pt x="811695" y="701980"/>
                    <a:pt x="912698" y="792620"/>
                  </a:cubicBezTo>
                  <a:cubicBezTo>
                    <a:pt x="1026186" y="894461"/>
                    <a:pt x="1172413" y="940168"/>
                    <a:pt x="1322438" y="949554"/>
                  </a:cubicBezTo>
                  <a:cubicBezTo>
                    <a:pt x="1365403" y="952246"/>
                    <a:pt x="1365568" y="1019353"/>
                    <a:pt x="1322438" y="1016660"/>
                  </a:cubicBezTo>
                  <a:cubicBezTo>
                    <a:pt x="1186295" y="1008126"/>
                    <a:pt x="1052868" y="974166"/>
                    <a:pt x="938746" y="897217"/>
                  </a:cubicBezTo>
                  <a:cubicBezTo>
                    <a:pt x="833844" y="826465"/>
                    <a:pt x="758139" y="727431"/>
                    <a:pt x="694385" y="619633"/>
                  </a:cubicBezTo>
                  <a:cubicBezTo>
                    <a:pt x="625640" y="503377"/>
                    <a:pt x="567296" y="379717"/>
                    <a:pt x="473215" y="280848"/>
                  </a:cubicBezTo>
                  <a:cubicBezTo>
                    <a:pt x="359486" y="161328"/>
                    <a:pt x="205092" y="93167"/>
                    <a:pt x="42723" y="72530"/>
                  </a:cubicBezTo>
                  <a:cubicBezTo>
                    <a:pt x="394" y="67145"/>
                    <a:pt x="0" y="0"/>
                    <a:pt x="42723" y="5423"/>
                  </a:cubicBezTo>
                  <a:close/>
                </a:path>
              </a:pathLst>
            </a:custGeom>
            <a:solidFill>
              <a:srgbClr val="FFC908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Shape 28730"/>
            <p:cNvSpPr/>
            <p:nvPr/>
          </p:nvSpPr>
          <p:spPr>
            <a:xfrm>
              <a:off x="0" y="1224111"/>
              <a:ext cx="2481161" cy="9144"/>
            </a:xfrm>
            <a:custGeom>
              <a:avLst/>
              <a:gdLst/>
              <a:ahLst/>
              <a:cxnLst/>
              <a:rect l="0" t="0" r="0" b="0"/>
              <a:pathLst>
                <a:path w="2481161" h="9144">
                  <a:moveTo>
                    <a:pt x="0" y="0"/>
                  </a:moveTo>
                  <a:lnTo>
                    <a:pt x="2481161" y="0"/>
                  </a:lnTo>
                  <a:lnTo>
                    <a:pt x="2481161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solidFill>
              <a:srgbClr val="D1D6D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pic>
        <p:nvPicPr>
          <p:cNvPr id="42" name="Content Placeholder 4"/>
          <p:cNvPicPr>
            <a:picLocks/>
          </p:cNvPicPr>
          <p:nvPr/>
        </p:nvPicPr>
        <p:blipFill rotWithShape="1">
          <a:blip r:embed="rId3"/>
          <a:srcRect l="56155" t="-532" r="-1406" b="532"/>
          <a:stretch/>
        </p:blipFill>
        <p:spPr>
          <a:xfrm>
            <a:off x="5941074" y="3028242"/>
            <a:ext cx="5416287" cy="320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91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744" y="427290"/>
            <a:ext cx="11163656" cy="692209"/>
          </a:xfrm>
        </p:spPr>
        <p:txBody>
          <a:bodyPr/>
          <a:lstStyle/>
          <a:p>
            <a:pPr algn="l"/>
            <a:r>
              <a:rPr lang="en-US" sz="3200" b="1" dirty="0">
                <a:latin typeface="Corbel" panose="020B0503020204020204" pitchFamily="34" charset="0"/>
              </a:rPr>
              <a:t>CONTINUE…</a:t>
            </a:r>
            <a:endParaRPr lang="en-IN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744" y="1119499"/>
            <a:ext cx="5577244" cy="519178"/>
          </a:xfrm>
        </p:spPr>
        <p:txBody>
          <a:bodyPr/>
          <a:lstStyle/>
          <a:p>
            <a:r>
              <a:rPr lang="en-IN" sz="1800" dirty="0"/>
              <a:t>5. Deviation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744" y="1811708"/>
            <a:ext cx="5577244" cy="4314455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/>
              <a:t>Deviation explores how data points relate to each other, and more specifically how far a given data point differs from the mean.</a:t>
            </a:r>
          </a:p>
          <a:p>
            <a:pPr marL="0" indent="0" algn="just">
              <a:buNone/>
            </a:pPr>
            <a:r>
              <a:rPr lang="en-US" sz="1800" dirty="0"/>
              <a:t>Example: tickets sold on rainy days versus regular days, or average spending over the holidays versus non-holidays.</a:t>
            </a:r>
            <a:endParaRPr lang="en-IN" sz="18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2838" y="1222218"/>
            <a:ext cx="5389562" cy="398005"/>
          </a:xfrm>
        </p:spPr>
        <p:txBody>
          <a:bodyPr/>
          <a:lstStyle/>
          <a:p>
            <a:r>
              <a:rPr lang="en-US" sz="1800" dirty="0"/>
              <a:t>    6. Distribution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83708" y="1811708"/>
            <a:ext cx="5198692" cy="4314455"/>
          </a:xfrm>
        </p:spPr>
        <p:txBody>
          <a:bodyPr/>
          <a:lstStyle/>
          <a:p>
            <a:pPr marL="0" indent="0" algn="just">
              <a:buNone/>
            </a:pPr>
            <a:r>
              <a:rPr lang="en-US" sz="1800" dirty="0"/>
              <a:t>This type of visualization shows data distribution often surrounding a central value. </a:t>
            </a:r>
            <a:endParaRPr lang="en-IN" sz="18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5CCA5D-BDAD-49B9-8A8D-F58C7A209169}" type="slidenum">
              <a:rPr lang="en-IN" smtClean="0"/>
              <a:t>7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92" y="3743058"/>
            <a:ext cx="4999289" cy="3114942"/>
          </a:xfrm>
          <a:prstGeom prst="rect">
            <a:avLst/>
          </a:prstGeom>
        </p:spPr>
      </p:pic>
      <p:sp>
        <p:nvSpPr>
          <p:cNvPr id="9" name="Shape 3626"/>
          <p:cNvSpPr/>
          <p:nvPr/>
        </p:nvSpPr>
        <p:spPr>
          <a:xfrm>
            <a:off x="9049844" y="3401531"/>
            <a:ext cx="880216" cy="797703"/>
          </a:xfrm>
          <a:custGeom>
            <a:avLst/>
            <a:gdLst/>
            <a:ahLst/>
            <a:cxnLst/>
            <a:rect l="0" t="0" r="0" b="0"/>
            <a:pathLst>
              <a:path w="719887" h="719887">
                <a:moveTo>
                  <a:pt x="359943" y="0"/>
                </a:moveTo>
                <a:cubicBezTo>
                  <a:pt x="558736" y="0"/>
                  <a:pt x="719887" y="161163"/>
                  <a:pt x="719887" y="359944"/>
                </a:cubicBezTo>
                <a:cubicBezTo>
                  <a:pt x="719887" y="558724"/>
                  <a:pt x="558736" y="719887"/>
                  <a:pt x="359943" y="719887"/>
                </a:cubicBezTo>
                <a:cubicBezTo>
                  <a:pt x="161150" y="719887"/>
                  <a:pt x="0" y="558724"/>
                  <a:pt x="0" y="359944"/>
                </a:cubicBezTo>
                <a:cubicBezTo>
                  <a:pt x="0" y="161163"/>
                  <a:pt x="161150" y="0"/>
                  <a:pt x="359943" y="0"/>
                </a:cubicBezTo>
                <a:close/>
              </a:path>
            </a:pathLst>
          </a:custGeom>
          <a:solidFill>
            <a:srgbClr val="FFC705"/>
          </a:solidFill>
          <a:ln w="0" cap="flat">
            <a:noFill/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0" name="Shape 3625"/>
          <p:cNvSpPr/>
          <p:nvPr/>
        </p:nvSpPr>
        <p:spPr>
          <a:xfrm>
            <a:off x="7686930" y="4026619"/>
            <a:ext cx="318262" cy="318236"/>
          </a:xfrm>
          <a:custGeom>
            <a:avLst/>
            <a:gdLst/>
            <a:ahLst/>
            <a:cxnLst/>
            <a:rect l="0" t="0" r="0" b="0"/>
            <a:pathLst>
              <a:path w="497370" h="497383">
                <a:moveTo>
                  <a:pt x="248691" y="0"/>
                </a:moveTo>
                <a:cubicBezTo>
                  <a:pt x="386029" y="0"/>
                  <a:pt x="497370" y="111354"/>
                  <a:pt x="497370" y="248691"/>
                </a:cubicBezTo>
                <a:cubicBezTo>
                  <a:pt x="497370" y="386029"/>
                  <a:pt x="386029" y="497383"/>
                  <a:pt x="248691" y="497383"/>
                </a:cubicBezTo>
                <a:cubicBezTo>
                  <a:pt x="111341" y="497383"/>
                  <a:pt x="0" y="386029"/>
                  <a:pt x="0" y="248691"/>
                </a:cubicBezTo>
                <a:cubicBezTo>
                  <a:pt x="0" y="111354"/>
                  <a:pt x="111341" y="0"/>
                  <a:pt x="248691" y="0"/>
                </a:cubicBezTo>
                <a:close/>
              </a:path>
            </a:pathLst>
          </a:custGeom>
          <a:solidFill>
            <a:srgbClr val="FFC705"/>
          </a:solidFill>
          <a:ln w="0" cap="flat">
            <a:noFill/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1" name="Shape 3625"/>
          <p:cNvSpPr/>
          <p:nvPr/>
        </p:nvSpPr>
        <p:spPr>
          <a:xfrm>
            <a:off x="8149995" y="3743058"/>
            <a:ext cx="646322" cy="567122"/>
          </a:xfrm>
          <a:custGeom>
            <a:avLst/>
            <a:gdLst/>
            <a:ahLst/>
            <a:cxnLst/>
            <a:rect l="0" t="0" r="0" b="0"/>
            <a:pathLst>
              <a:path w="497370" h="497383">
                <a:moveTo>
                  <a:pt x="248691" y="0"/>
                </a:moveTo>
                <a:cubicBezTo>
                  <a:pt x="386029" y="0"/>
                  <a:pt x="497370" y="111354"/>
                  <a:pt x="497370" y="248691"/>
                </a:cubicBezTo>
                <a:cubicBezTo>
                  <a:pt x="497370" y="386029"/>
                  <a:pt x="386029" y="497383"/>
                  <a:pt x="248691" y="497383"/>
                </a:cubicBezTo>
                <a:cubicBezTo>
                  <a:pt x="111341" y="497383"/>
                  <a:pt x="0" y="386029"/>
                  <a:pt x="0" y="248691"/>
                </a:cubicBezTo>
                <a:cubicBezTo>
                  <a:pt x="0" y="111354"/>
                  <a:pt x="111341" y="0"/>
                  <a:pt x="248691" y="0"/>
                </a:cubicBezTo>
                <a:close/>
              </a:path>
            </a:pathLst>
          </a:custGeom>
          <a:solidFill>
            <a:srgbClr val="FFC705"/>
          </a:solidFill>
          <a:ln w="0" cap="flat">
            <a:noFill/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2" name="Shape 3624"/>
          <p:cNvSpPr/>
          <p:nvPr/>
        </p:nvSpPr>
        <p:spPr>
          <a:xfrm>
            <a:off x="11415405" y="4199234"/>
            <a:ext cx="192356" cy="192336"/>
          </a:xfrm>
          <a:custGeom>
            <a:avLst/>
            <a:gdLst/>
            <a:ahLst/>
            <a:cxnLst/>
            <a:rect l="0" t="0" r="0" b="0"/>
            <a:pathLst>
              <a:path w="300609" h="300609">
                <a:moveTo>
                  <a:pt x="150304" y="0"/>
                </a:moveTo>
                <a:cubicBezTo>
                  <a:pt x="233312" y="0"/>
                  <a:pt x="300609" y="67297"/>
                  <a:pt x="300609" y="150317"/>
                </a:cubicBezTo>
                <a:cubicBezTo>
                  <a:pt x="300609" y="233312"/>
                  <a:pt x="233312" y="300609"/>
                  <a:pt x="150304" y="300609"/>
                </a:cubicBezTo>
                <a:cubicBezTo>
                  <a:pt x="67297" y="300609"/>
                  <a:pt x="0" y="233312"/>
                  <a:pt x="0" y="150317"/>
                </a:cubicBezTo>
                <a:cubicBezTo>
                  <a:pt x="0" y="67297"/>
                  <a:pt x="67297" y="0"/>
                  <a:pt x="150304" y="0"/>
                </a:cubicBezTo>
                <a:close/>
              </a:path>
            </a:pathLst>
          </a:custGeom>
          <a:solidFill>
            <a:srgbClr val="FFC705"/>
          </a:solidFill>
          <a:ln w="0" cap="flat">
            <a:noFill/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3" name="Shape 3624"/>
          <p:cNvSpPr/>
          <p:nvPr/>
        </p:nvSpPr>
        <p:spPr>
          <a:xfrm>
            <a:off x="7372144" y="4183379"/>
            <a:ext cx="192356" cy="192336"/>
          </a:xfrm>
          <a:custGeom>
            <a:avLst/>
            <a:gdLst/>
            <a:ahLst/>
            <a:cxnLst/>
            <a:rect l="0" t="0" r="0" b="0"/>
            <a:pathLst>
              <a:path w="300609" h="300609">
                <a:moveTo>
                  <a:pt x="150304" y="0"/>
                </a:moveTo>
                <a:cubicBezTo>
                  <a:pt x="233312" y="0"/>
                  <a:pt x="300609" y="67297"/>
                  <a:pt x="300609" y="150317"/>
                </a:cubicBezTo>
                <a:cubicBezTo>
                  <a:pt x="300609" y="233312"/>
                  <a:pt x="233312" y="300609"/>
                  <a:pt x="150304" y="300609"/>
                </a:cubicBezTo>
                <a:cubicBezTo>
                  <a:pt x="67297" y="300609"/>
                  <a:pt x="0" y="233312"/>
                  <a:pt x="0" y="150317"/>
                </a:cubicBezTo>
                <a:cubicBezTo>
                  <a:pt x="0" y="67297"/>
                  <a:pt x="67297" y="0"/>
                  <a:pt x="150304" y="0"/>
                </a:cubicBezTo>
                <a:close/>
              </a:path>
            </a:pathLst>
          </a:custGeom>
          <a:solidFill>
            <a:srgbClr val="FFC705"/>
          </a:solidFill>
          <a:ln w="0" cap="flat">
            <a:noFill/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4" name="Shape 3625"/>
          <p:cNvSpPr/>
          <p:nvPr/>
        </p:nvSpPr>
        <p:spPr>
          <a:xfrm>
            <a:off x="10160000" y="3743058"/>
            <a:ext cx="646322" cy="567122"/>
          </a:xfrm>
          <a:custGeom>
            <a:avLst/>
            <a:gdLst/>
            <a:ahLst/>
            <a:cxnLst/>
            <a:rect l="0" t="0" r="0" b="0"/>
            <a:pathLst>
              <a:path w="497370" h="497383">
                <a:moveTo>
                  <a:pt x="248691" y="0"/>
                </a:moveTo>
                <a:cubicBezTo>
                  <a:pt x="386029" y="0"/>
                  <a:pt x="497370" y="111354"/>
                  <a:pt x="497370" y="248691"/>
                </a:cubicBezTo>
                <a:cubicBezTo>
                  <a:pt x="497370" y="386029"/>
                  <a:pt x="386029" y="497383"/>
                  <a:pt x="248691" y="497383"/>
                </a:cubicBezTo>
                <a:cubicBezTo>
                  <a:pt x="111341" y="497383"/>
                  <a:pt x="0" y="386029"/>
                  <a:pt x="0" y="248691"/>
                </a:cubicBezTo>
                <a:cubicBezTo>
                  <a:pt x="0" y="111354"/>
                  <a:pt x="111341" y="0"/>
                  <a:pt x="248691" y="0"/>
                </a:cubicBezTo>
                <a:close/>
              </a:path>
            </a:pathLst>
          </a:custGeom>
          <a:solidFill>
            <a:srgbClr val="FFC705"/>
          </a:solidFill>
          <a:ln w="0" cap="flat">
            <a:noFill/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15" name="Shape 3625"/>
          <p:cNvSpPr/>
          <p:nvPr/>
        </p:nvSpPr>
        <p:spPr>
          <a:xfrm>
            <a:off x="10936798" y="4026619"/>
            <a:ext cx="318262" cy="318236"/>
          </a:xfrm>
          <a:custGeom>
            <a:avLst/>
            <a:gdLst/>
            <a:ahLst/>
            <a:cxnLst/>
            <a:rect l="0" t="0" r="0" b="0"/>
            <a:pathLst>
              <a:path w="497370" h="497383">
                <a:moveTo>
                  <a:pt x="248691" y="0"/>
                </a:moveTo>
                <a:cubicBezTo>
                  <a:pt x="386029" y="0"/>
                  <a:pt x="497370" y="111354"/>
                  <a:pt x="497370" y="248691"/>
                </a:cubicBezTo>
                <a:cubicBezTo>
                  <a:pt x="497370" y="386029"/>
                  <a:pt x="386029" y="497383"/>
                  <a:pt x="248691" y="497383"/>
                </a:cubicBezTo>
                <a:cubicBezTo>
                  <a:pt x="111341" y="497383"/>
                  <a:pt x="0" y="386029"/>
                  <a:pt x="0" y="248691"/>
                </a:cubicBezTo>
                <a:cubicBezTo>
                  <a:pt x="0" y="111354"/>
                  <a:pt x="111341" y="0"/>
                  <a:pt x="248691" y="0"/>
                </a:cubicBezTo>
                <a:close/>
              </a:path>
            </a:pathLst>
          </a:custGeom>
          <a:solidFill>
            <a:srgbClr val="FFC705"/>
          </a:solidFill>
          <a:ln w="0" cap="flat">
            <a:noFill/>
            <a:miter lim="127000"/>
          </a:ln>
          <a:effectLst/>
        </p:spPr>
        <p:txBody>
          <a:bodyPr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3723833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48" y="246621"/>
            <a:ext cx="11298252" cy="705874"/>
          </a:xfrm>
        </p:spPr>
        <p:txBody>
          <a:bodyPr/>
          <a:lstStyle/>
          <a:p>
            <a:r>
              <a:rPr lang="en-US" dirty="0">
                <a:latin typeface="Corbel" panose="020B0503020204020204" pitchFamily="34" charset="0"/>
              </a:rPr>
              <a:t>CONTINUE…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8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2748" y="1295401"/>
            <a:ext cx="11298252" cy="48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b="1" dirty="0"/>
              <a:t>7. Part-to-whole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/>
              <a:t>This shows a subset of data as compare to the larger whole. </a:t>
            </a:r>
          </a:p>
          <a:p>
            <a:pPr marL="0" indent="0" algn="just">
              <a:lnSpc>
                <a:spcPct val="100000"/>
              </a:lnSpc>
              <a:buNone/>
            </a:pPr>
            <a:r>
              <a:rPr lang="en-US" sz="1800" dirty="0"/>
              <a:t>Part-to-whole comparisons like the one below show the makeup of a group. To show this, you can use a tree map (as in the visualization below), a pie chart, a donut chart, or anything that shows the breakdown of a singular whole. It can be a good way of visualizing distribution of ages in a group, sources of revenue, or parts of a balanced diet.</a:t>
            </a:r>
            <a:endParaRPr lang="en-IN" sz="1800" dirty="0"/>
          </a:p>
          <a:p>
            <a:endParaRPr lang="en-IN" sz="1800" dirty="0"/>
          </a:p>
        </p:txBody>
      </p:sp>
      <p:grpSp>
        <p:nvGrpSpPr>
          <p:cNvPr id="5" name="Group 4"/>
          <p:cNvGrpSpPr/>
          <p:nvPr/>
        </p:nvGrpSpPr>
        <p:grpSpPr>
          <a:xfrm>
            <a:off x="2247544" y="3181181"/>
            <a:ext cx="6742632" cy="2931652"/>
            <a:chOff x="0" y="0"/>
            <a:chExt cx="2929471" cy="2544490"/>
          </a:xfrm>
        </p:grpSpPr>
        <p:sp>
          <p:nvSpPr>
            <p:cNvPr id="6" name="Rectangle 5"/>
            <p:cNvSpPr/>
            <p:nvPr/>
          </p:nvSpPr>
          <p:spPr>
            <a:xfrm>
              <a:off x="0" y="0"/>
              <a:ext cx="2891186" cy="187743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lvl="0" indent="-127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50" b="1" i="0" u="none" strike="noStrike" kern="0" cap="none" spc="0" normalizeH="0" baseline="0" noProof="0">
                  <a:ln>
                    <a:noFill/>
                  </a:ln>
                  <a:solidFill>
                    <a:srgbClr val="475262"/>
                  </a:solidFill>
                  <a:effectLst/>
                  <a:uLnTx/>
                  <a:uFillTx/>
                  <a:ea typeface="Calibri" panose="020F0502020204030204" pitchFamily="34" charset="0"/>
                </a:rPr>
                <a:t>Company breakdown (by department) </a:t>
              </a:r>
              <a:endParaRPr kumimoji="0" lang="en-IN" sz="950" b="0" i="0" u="none" strike="noStrike" kern="0" cap="none" spc="0" normalizeH="0" baseline="0" noProof="0">
                <a:ln>
                  <a:noFill/>
                </a:ln>
                <a:solidFill>
                  <a:srgbClr val="475262"/>
                </a:solidFill>
                <a:effectLst/>
                <a:uLnTx/>
                <a:uFillTx/>
                <a:ea typeface="Calibri" panose="020F0502020204030204" pitchFamily="34" charset="0"/>
              </a:endParaRPr>
            </a:p>
          </p:txBody>
        </p:sp>
        <p:sp>
          <p:nvSpPr>
            <p:cNvPr id="7" name="Shape 28735"/>
            <p:cNvSpPr/>
            <p:nvPr/>
          </p:nvSpPr>
          <p:spPr>
            <a:xfrm>
              <a:off x="1474102" y="2162994"/>
              <a:ext cx="1455369" cy="381495"/>
            </a:xfrm>
            <a:custGeom>
              <a:avLst/>
              <a:gdLst/>
              <a:ahLst/>
              <a:cxnLst/>
              <a:rect l="0" t="0" r="0" b="0"/>
              <a:pathLst>
                <a:path w="1455369" h="381495">
                  <a:moveTo>
                    <a:pt x="0" y="0"/>
                  </a:moveTo>
                  <a:lnTo>
                    <a:pt x="1455369" y="0"/>
                  </a:lnTo>
                  <a:lnTo>
                    <a:pt x="1455369" y="381495"/>
                  </a:lnTo>
                  <a:lnTo>
                    <a:pt x="0" y="381495"/>
                  </a:lnTo>
                  <a:lnTo>
                    <a:pt x="0" y="0"/>
                  </a:lnTo>
                </a:path>
              </a:pathLst>
            </a:custGeom>
            <a:solidFill>
              <a:srgbClr val="D1D6D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" name="Shape 28736"/>
            <p:cNvSpPr/>
            <p:nvPr/>
          </p:nvSpPr>
          <p:spPr>
            <a:xfrm>
              <a:off x="1474102" y="1717008"/>
              <a:ext cx="1455369" cy="446125"/>
            </a:xfrm>
            <a:custGeom>
              <a:avLst/>
              <a:gdLst/>
              <a:ahLst/>
              <a:cxnLst/>
              <a:rect l="0" t="0" r="0" b="0"/>
              <a:pathLst>
                <a:path w="1455369" h="446125">
                  <a:moveTo>
                    <a:pt x="0" y="0"/>
                  </a:moveTo>
                  <a:lnTo>
                    <a:pt x="1455369" y="0"/>
                  </a:lnTo>
                  <a:lnTo>
                    <a:pt x="1455369" y="446125"/>
                  </a:lnTo>
                  <a:lnTo>
                    <a:pt x="0" y="446125"/>
                  </a:lnTo>
                  <a:lnTo>
                    <a:pt x="0" y="0"/>
                  </a:lnTo>
                </a:path>
              </a:pathLst>
            </a:custGeom>
            <a:solidFill>
              <a:srgbClr val="B2B8B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" name="Shape 28737"/>
            <p:cNvSpPr/>
            <p:nvPr/>
          </p:nvSpPr>
          <p:spPr>
            <a:xfrm>
              <a:off x="12700" y="237852"/>
              <a:ext cx="1610360" cy="2306638"/>
            </a:xfrm>
            <a:custGeom>
              <a:avLst/>
              <a:gdLst/>
              <a:ahLst/>
              <a:cxnLst/>
              <a:rect l="0" t="0" r="0" b="0"/>
              <a:pathLst>
                <a:path w="1610360" h="2306638">
                  <a:moveTo>
                    <a:pt x="0" y="0"/>
                  </a:moveTo>
                  <a:lnTo>
                    <a:pt x="1610360" y="0"/>
                  </a:lnTo>
                  <a:lnTo>
                    <a:pt x="1610360" y="2306638"/>
                  </a:lnTo>
                  <a:lnTo>
                    <a:pt x="0" y="2306638"/>
                  </a:lnTo>
                  <a:lnTo>
                    <a:pt x="0" y="0"/>
                  </a:lnTo>
                </a:path>
              </a:pathLst>
            </a:custGeom>
            <a:solidFill>
              <a:srgbClr val="FFC705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Shape 28738"/>
            <p:cNvSpPr/>
            <p:nvPr/>
          </p:nvSpPr>
          <p:spPr>
            <a:xfrm>
              <a:off x="2341931" y="237852"/>
              <a:ext cx="587540" cy="1479893"/>
            </a:xfrm>
            <a:custGeom>
              <a:avLst/>
              <a:gdLst/>
              <a:ahLst/>
              <a:cxnLst/>
              <a:rect l="0" t="0" r="0" b="0"/>
              <a:pathLst>
                <a:path w="587540" h="1479893">
                  <a:moveTo>
                    <a:pt x="0" y="0"/>
                  </a:moveTo>
                  <a:lnTo>
                    <a:pt x="587540" y="0"/>
                  </a:lnTo>
                  <a:lnTo>
                    <a:pt x="587540" y="1479893"/>
                  </a:lnTo>
                  <a:lnTo>
                    <a:pt x="0" y="1479893"/>
                  </a:lnTo>
                  <a:lnTo>
                    <a:pt x="0" y="0"/>
                  </a:lnTo>
                </a:path>
              </a:pathLst>
            </a:custGeom>
            <a:solidFill>
              <a:srgbClr val="F0590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Shape 28739"/>
            <p:cNvSpPr/>
            <p:nvPr/>
          </p:nvSpPr>
          <p:spPr>
            <a:xfrm>
              <a:off x="1623060" y="237852"/>
              <a:ext cx="718871" cy="1479893"/>
            </a:xfrm>
            <a:custGeom>
              <a:avLst/>
              <a:gdLst/>
              <a:ahLst/>
              <a:cxnLst/>
              <a:rect l="0" t="0" r="0" b="0"/>
              <a:pathLst>
                <a:path w="718871" h="1479893">
                  <a:moveTo>
                    <a:pt x="0" y="0"/>
                  </a:moveTo>
                  <a:lnTo>
                    <a:pt x="718871" y="0"/>
                  </a:lnTo>
                  <a:lnTo>
                    <a:pt x="718871" y="1479893"/>
                  </a:lnTo>
                  <a:lnTo>
                    <a:pt x="0" y="1479893"/>
                  </a:lnTo>
                  <a:lnTo>
                    <a:pt x="0" y="0"/>
                  </a:lnTo>
                </a:path>
              </a:pathLst>
            </a:custGeom>
            <a:solidFill>
              <a:srgbClr val="FFA11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Shape 28740"/>
            <p:cNvSpPr/>
            <p:nvPr/>
          </p:nvSpPr>
          <p:spPr>
            <a:xfrm>
              <a:off x="12700" y="237852"/>
              <a:ext cx="1610360" cy="1209535"/>
            </a:xfrm>
            <a:custGeom>
              <a:avLst/>
              <a:gdLst/>
              <a:ahLst/>
              <a:cxnLst/>
              <a:rect l="0" t="0" r="0" b="0"/>
              <a:pathLst>
                <a:path w="1610360" h="1209535">
                  <a:moveTo>
                    <a:pt x="0" y="0"/>
                  </a:moveTo>
                  <a:lnTo>
                    <a:pt x="1610360" y="0"/>
                  </a:lnTo>
                  <a:lnTo>
                    <a:pt x="1610360" y="1209535"/>
                  </a:lnTo>
                  <a:lnTo>
                    <a:pt x="0" y="1209535"/>
                  </a:lnTo>
                  <a:lnTo>
                    <a:pt x="0" y="0"/>
                  </a:lnTo>
                </a:path>
              </a:pathLst>
            </a:custGeom>
            <a:solidFill>
              <a:srgbClr val="FFDE14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Shape 3480"/>
            <p:cNvSpPr/>
            <p:nvPr/>
          </p:nvSpPr>
          <p:spPr>
            <a:xfrm>
              <a:off x="130139" y="350458"/>
              <a:ext cx="61303" cy="85039"/>
            </a:xfrm>
            <a:custGeom>
              <a:avLst/>
              <a:gdLst/>
              <a:ahLst/>
              <a:cxnLst/>
              <a:rect l="0" t="0" r="0" b="0"/>
              <a:pathLst>
                <a:path w="61303" h="85039">
                  <a:moveTo>
                    <a:pt x="0" y="0"/>
                  </a:moveTo>
                  <a:lnTo>
                    <a:pt x="60160" y="0"/>
                  </a:lnTo>
                  <a:lnTo>
                    <a:pt x="60160" y="9588"/>
                  </a:lnTo>
                  <a:lnTo>
                    <a:pt x="11443" y="9588"/>
                  </a:lnTo>
                  <a:lnTo>
                    <a:pt x="11443" y="37135"/>
                  </a:lnTo>
                  <a:lnTo>
                    <a:pt x="53797" y="37135"/>
                  </a:lnTo>
                  <a:lnTo>
                    <a:pt x="53797" y="46113"/>
                  </a:lnTo>
                  <a:lnTo>
                    <a:pt x="11443" y="46113"/>
                  </a:lnTo>
                  <a:lnTo>
                    <a:pt x="11443" y="75463"/>
                  </a:lnTo>
                  <a:lnTo>
                    <a:pt x="61303" y="75463"/>
                  </a:lnTo>
                  <a:lnTo>
                    <a:pt x="61303" y="85039"/>
                  </a:lnTo>
                  <a:lnTo>
                    <a:pt x="0" y="85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 3481"/>
            <p:cNvSpPr/>
            <p:nvPr/>
          </p:nvSpPr>
          <p:spPr>
            <a:xfrm>
              <a:off x="204665" y="371901"/>
              <a:ext cx="57620" cy="63602"/>
            </a:xfrm>
            <a:custGeom>
              <a:avLst/>
              <a:gdLst/>
              <a:ahLst/>
              <a:cxnLst/>
              <a:rect l="0" t="0" r="0" b="0"/>
              <a:pathLst>
                <a:path w="57620" h="63602">
                  <a:moveTo>
                    <a:pt x="37782" y="0"/>
                  </a:moveTo>
                  <a:cubicBezTo>
                    <a:pt x="53162" y="0"/>
                    <a:pt x="57620" y="11138"/>
                    <a:pt x="57620" y="26238"/>
                  </a:cubicBezTo>
                  <a:lnTo>
                    <a:pt x="57620" y="63602"/>
                  </a:lnTo>
                  <a:lnTo>
                    <a:pt x="46431" y="63602"/>
                  </a:lnTo>
                  <a:lnTo>
                    <a:pt x="46431" y="28626"/>
                  </a:lnTo>
                  <a:cubicBezTo>
                    <a:pt x="46431" y="15329"/>
                    <a:pt x="42101" y="9461"/>
                    <a:pt x="33325" y="9461"/>
                  </a:cubicBezTo>
                  <a:cubicBezTo>
                    <a:pt x="24168" y="9461"/>
                    <a:pt x="14249" y="16408"/>
                    <a:pt x="11188" y="25870"/>
                  </a:cubicBezTo>
                  <a:lnTo>
                    <a:pt x="11188" y="63602"/>
                  </a:lnTo>
                  <a:lnTo>
                    <a:pt x="0" y="63602"/>
                  </a:lnTo>
                  <a:lnTo>
                    <a:pt x="0" y="1079"/>
                  </a:lnTo>
                  <a:lnTo>
                    <a:pt x="10185" y="1079"/>
                  </a:lnTo>
                  <a:lnTo>
                    <a:pt x="10185" y="14491"/>
                  </a:lnTo>
                  <a:cubicBezTo>
                    <a:pt x="15392" y="5753"/>
                    <a:pt x="26073" y="0"/>
                    <a:pt x="377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Shape 3482"/>
            <p:cNvSpPr/>
            <p:nvPr/>
          </p:nvSpPr>
          <p:spPr>
            <a:xfrm>
              <a:off x="277035" y="443051"/>
              <a:ext cx="31286" cy="19164"/>
            </a:xfrm>
            <a:custGeom>
              <a:avLst/>
              <a:gdLst/>
              <a:ahLst/>
              <a:cxnLst/>
              <a:rect l="0" t="0" r="0" b="0"/>
              <a:pathLst>
                <a:path w="31286" h="19164">
                  <a:moveTo>
                    <a:pt x="6490" y="0"/>
                  </a:moveTo>
                  <a:cubicBezTo>
                    <a:pt x="11709" y="7303"/>
                    <a:pt x="20612" y="11024"/>
                    <a:pt x="30150" y="11024"/>
                  </a:cubicBezTo>
                  <a:lnTo>
                    <a:pt x="31286" y="10684"/>
                  </a:lnTo>
                  <a:lnTo>
                    <a:pt x="31286" y="18829"/>
                  </a:lnTo>
                  <a:lnTo>
                    <a:pt x="30150" y="19164"/>
                  </a:lnTo>
                  <a:cubicBezTo>
                    <a:pt x="15139" y="19164"/>
                    <a:pt x="6236" y="13894"/>
                    <a:pt x="0" y="5385"/>
                  </a:cubicBezTo>
                  <a:lnTo>
                    <a:pt x="649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Shape 3483"/>
            <p:cNvSpPr/>
            <p:nvPr/>
          </p:nvSpPr>
          <p:spPr>
            <a:xfrm>
              <a:off x="275511" y="371906"/>
              <a:ext cx="32810" cy="64313"/>
            </a:xfrm>
            <a:custGeom>
              <a:avLst/>
              <a:gdLst/>
              <a:ahLst/>
              <a:cxnLst/>
              <a:rect l="0" t="0" r="0" b="0"/>
              <a:pathLst>
                <a:path w="32810" h="64313">
                  <a:moveTo>
                    <a:pt x="30785" y="0"/>
                  </a:moveTo>
                  <a:lnTo>
                    <a:pt x="32810" y="539"/>
                  </a:lnTo>
                  <a:lnTo>
                    <a:pt x="32810" y="9215"/>
                  </a:lnTo>
                  <a:lnTo>
                    <a:pt x="17135" y="16534"/>
                  </a:lnTo>
                  <a:cubicBezTo>
                    <a:pt x="13383" y="20981"/>
                    <a:pt x="11316" y="26879"/>
                    <a:pt x="11316" y="32690"/>
                  </a:cubicBezTo>
                  <a:cubicBezTo>
                    <a:pt x="11316" y="38919"/>
                    <a:pt x="13830" y="44669"/>
                    <a:pt x="17934" y="48861"/>
                  </a:cubicBezTo>
                  <a:lnTo>
                    <a:pt x="32810" y="55150"/>
                  </a:lnTo>
                  <a:lnTo>
                    <a:pt x="32810" y="63778"/>
                  </a:lnTo>
                  <a:lnTo>
                    <a:pt x="30658" y="64313"/>
                  </a:lnTo>
                  <a:cubicBezTo>
                    <a:pt x="12586" y="64313"/>
                    <a:pt x="0" y="49111"/>
                    <a:pt x="0" y="32448"/>
                  </a:cubicBezTo>
                  <a:cubicBezTo>
                    <a:pt x="0" y="14846"/>
                    <a:pt x="12586" y="0"/>
                    <a:pt x="30785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Shape 3484"/>
            <p:cNvSpPr/>
            <p:nvPr/>
          </p:nvSpPr>
          <p:spPr>
            <a:xfrm>
              <a:off x="308322" y="372444"/>
              <a:ext cx="32684" cy="89436"/>
            </a:xfrm>
            <a:custGeom>
              <a:avLst/>
              <a:gdLst/>
              <a:ahLst/>
              <a:cxnLst/>
              <a:rect l="0" t="0" r="0" b="0"/>
              <a:pathLst>
                <a:path w="32684" h="89436">
                  <a:moveTo>
                    <a:pt x="0" y="0"/>
                  </a:moveTo>
                  <a:lnTo>
                    <a:pt x="12422" y="3304"/>
                  </a:lnTo>
                  <a:cubicBezTo>
                    <a:pt x="16539" y="5713"/>
                    <a:pt x="19971" y="9094"/>
                    <a:pt x="22765" y="12987"/>
                  </a:cubicBezTo>
                  <a:lnTo>
                    <a:pt x="22765" y="541"/>
                  </a:lnTo>
                  <a:lnTo>
                    <a:pt x="32684" y="541"/>
                  </a:lnTo>
                  <a:lnTo>
                    <a:pt x="32684" y="62339"/>
                  </a:lnTo>
                  <a:cubicBezTo>
                    <a:pt x="32684" y="71203"/>
                    <a:pt x="28934" y="78062"/>
                    <a:pt x="22832" y="82703"/>
                  </a:cubicBezTo>
                  <a:lnTo>
                    <a:pt x="0" y="89436"/>
                  </a:lnTo>
                  <a:lnTo>
                    <a:pt x="0" y="81290"/>
                  </a:lnTo>
                  <a:lnTo>
                    <a:pt x="14756" y="76881"/>
                  </a:lnTo>
                  <a:cubicBezTo>
                    <a:pt x="18888" y="73690"/>
                    <a:pt x="21495" y="68867"/>
                    <a:pt x="21495" y="62339"/>
                  </a:cubicBezTo>
                  <a:lnTo>
                    <a:pt x="21495" y="51315"/>
                  </a:lnTo>
                  <a:cubicBezTo>
                    <a:pt x="19018" y="55151"/>
                    <a:pt x="15459" y="58265"/>
                    <a:pt x="11343" y="60421"/>
                  </a:cubicBezTo>
                  <a:lnTo>
                    <a:pt x="0" y="63239"/>
                  </a:lnTo>
                  <a:lnTo>
                    <a:pt x="0" y="54611"/>
                  </a:lnTo>
                  <a:lnTo>
                    <a:pt x="1276" y="55151"/>
                  </a:lnTo>
                  <a:cubicBezTo>
                    <a:pt x="10687" y="55151"/>
                    <a:pt x="19717" y="48204"/>
                    <a:pt x="21495" y="41142"/>
                  </a:cubicBezTo>
                  <a:lnTo>
                    <a:pt x="21495" y="23172"/>
                  </a:lnTo>
                  <a:cubicBezTo>
                    <a:pt x="17939" y="14663"/>
                    <a:pt x="9036" y="8555"/>
                    <a:pt x="260" y="8555"/>
                  </a:cubicBezTo>
                  <a:lnTo>
                    <a:pt x="0" y="86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Shape 28741"/>
            <p:cNvSpPr/>
            <p:nvPr/>
          </p:nvSpPr>
          <p:spPr>
            <a:xfrm>
              <a:off x="359071" y="372981"/>
              <a:ext cx="11188" cy="62522"/>
            </a:xfrm>
            <a:custGeom>
              <a:avLst/>
              <a:gdLst/>
              <a:ahLst/>
              <a:cxnLst/>
              <a:rect l="0" t="0" r="0" b="0"/>
              <a:pathLst>
                <a:path w="11188" h="62522">
                  <a:moveTo>
                    <a:pt x="0" y="0"/>
                  </a:moveTo>
                  <a:lnTo>
                    <a:pt x="11188" y="0"/>
                  </a:lnTo>
                  <a:lnTo>
                    <a:pt x="11188" y="62522"/>
                  </a:lnTo>
                  <a:lnTo>
                    <a:pt x="0" y="62522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 3486"/>
            <p:cNvSpPr/>
            <p:nvPr/>
          </p:nvSpPr>
          <p:spPr>
            <a:xfrm>
              <a:off x="357420" y="347823"/>
              <a:ext cx="14503" cy="13894"/>
            </a:xfrm>
            <a:custGeom>
              <a:avLst/>
              <a:gdLst/>
              <a:ahLst/>
              <a:cxnLst/>
              <a:rect l="0" t="0" r="0" b="0"/>
              <a:pathLst>
                <a:path w="14503" h="13894">
                  <a:moveTo>
                    <a:pt x="7252" y="0"/>
                  </a:moveTo>
                  <a:cubicBezTo>
                    <a:pt x="11189" y="0"/>
                    <a:pt x="14503" y="3239"/>
                    <a:pt x="14503" y="6947"/>
                  </a:cubicBezTo>
                  <a:cubicBezTo>
                    <a:pt x="14503" y="10655"/>
                    <a:pt x="11189" y="13894"/>
                    <a:pt x="7252" y="13894"/>
                  </a:cubicBezTo>
                  <a:cubicBezTo>
                    <a:pt x="3302" y="13894"/>
                    <a:pt x="0" y="10655"/>
                    <a:pt x="0" y="6947"/>
                  </a:cubicBezTo>
                  <a:cubicBezTo>
                    <a:pt x="0" y="3239"/>
                    <a:pt x="3302" y="0"/>
                    <a:pt x="725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Shape 3487"/>
            <p:cNvSpPr/>
            <p:nvPr/>
          </p:nvSpPr>
          <p:spPr>
            <a:xfrm>
              <a:off x="388322" y="371901"/>
              <a:ext cx="57620" cy="63602"/>
            </a:xfrm>
            <a:custGeom>
              <a:avLst/>
              <a:gdLst/>
              <a:ahLst/>
              <a:cxnLst/>
              <a:rect l="0" t="0" r="0" b="0"/>
              <a:pathLst>
                <a:path w="57620" h="63602">
                  <a:moveTo>
                    <a:pt x="37782" y="0"/>
                  </a:moveTo>
                  <a:cubicBezTo>
                    <a:pt x="53162" y="0"/>
                    <a:pt x="57620" y="11138"/>
                    <a:pt x="57620" y="26238"/>
                  </a:cubicBezTo>
                  <a:lnTo>
                    <a:pt x="57620" y="63602"/>
                  </a:lnTo>
                  <a:lnTo>
                    <a:pt x="46418" y="63602"/>
                  </a:lnTo>
                  <a:lnTo>
                    <a:pt x="46418" y="28626"/>
                  </a:lnTo>
                  <a:cubicBezTo>
                    <a:pt x="46418" y="15329"/>
                    <a:pt x="42101" y="9461"/>
                    <a:pt x="33325" y="9461"/>
                  </a:cubicBezTo>
                  <a:cubicBezTo>
                    <a:pt x="24168" y="9461"/>
                    <a:pt x="14249" y="16408"/>
                    <a:pt x="11188" y="25870"/>
                  </a:cubicBezTo>
                  <a:lnTo>
                    <a:pt x="11188" y="63602"/>
                  </a:lnTo>
                  <a:lnTo>
                    <a:pt x="0" y="63602"/>
                  </a:lnTo>
                  <a:lnTo>
                    <a:pt x="0" y="1079"/>
                  </a:lnTo>
                  <a:lnTo>
                    <a:pt x="10185" y="1079"/>
                  </a:lnTo>
                  <a:lnTo>
                    <a:pt x="10185" y="14491"/>
                  </a:lnTo>
                  <a:cubicBezTo>
                    <a:pt x="15392" y="5753"/>
                    <a:pt x="26073" y="0"/>
                    <a:pt x="377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Shape 3488"/>
            <p:cNvSpPr/>
            <p:nvPr/>
          </p:nvSpPr>
          <p:spPr>
            <a:xfrm>
              <a:off x="458912" y="371908"/>
              <a:ext cx="34087" cy="64795"/>
            </a:xfrm>
            <a:custGeom>
              <a:avLst/>
              <a:gdLst/>
              <a:ahLst/>
              <a:cxnLst/>
              <a:rect l="0" t="0" r="0" b="0"/>
              <a:pathLst>
                <a:path w="34087" h="64795">
                  <a:moveTo>
                    <a:pt x="33960" y="0"/>
                  </a:moveTo>
                  <a:lnTo>
                    <a:pt x="34087" y="24"/>
                  </a:lnTo>
                  <a:lnTo>
                    <a:pt x="34087" y="7946"/>
                  </a:lnTo>
                  <a:lnTo>
                    <a:pt x="33960" y="7899"/>
                  </a:lnTo>
                  <a:cubicBezTo>
                    <a:pt x="22136" y="7899"/>
                    <a:pt x="12459" y="16281"/>
                    <a:pt x="11570" y="28130"/>
                  </a:cubicBezTo>
                  <a:lnTo>
                    <a:pt x="34087" y="28130"/>
                  </a:lnTo>
                  <a:lnTo>
                    <a:pt x="34087" y="35928"/>
                  </a:lnTo>
                  <a:lnTo>
                    <a:pt x="11824" y="35928"/>
                  </a:lnTo>
                  <a:cubicBezTo>
                    <a:pt x="12331" y="42094"/>
                    <a:pt x="15037" y="47336"/>
                    <a:pt x="19061" y="51036"/>
                  </a:cubicBezTo>
                  <a:lnTo>
                    <a:pt x="34087" y="56847"/>
                  </a:lnTo>
                  <a:lnTo>
                    <a:pt x="34087" y="64732"/>
                  </a:lnTo>
                  <a:lnTo>
                    <a:pt x="33833" y="64795"/>
                  </a:lnTo>
                  <a:cubicBezTo>
                    <a:pt x="13869" y="64795"/>
                    <a:pt x="0" y="49936"/>
                    <a:pt x="0" y="32334"/>
                  </a:cubicBezTo>
                  <a:cubicBezTo>
                    <a:pt x="0" y="14732"/>
                    <a:pt x="13995" y="0"/>
                    <a:pt x="3396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Shape 3489"/>
            <p:cNvSpPr/>
            <p:nvPr/>
          </p:nvSpPr>
          <p:spPr>
            <a:xfrm>
              <a:off x="492999" y="418365"/>
              <a:ext cx="28740" cy="18276"/>
            </a:xfrm>
            <a:custGeom>
              <a:avLst/>
              <a:gdLst/>
              <a:ahLst/>
              <a:cxnLst/>
              <a:rect l="0" t="0" r="0" b="0"/>
              <a:pathLst>
                <a:path w="28740" h="18276">
                  <a:moveTo>
                    <a:pt x="19076" y="0"/>
                  </a:moveTo>
                  <a:lnTo>
                    <a:pt x="28740" y="2527"/>
                  </a:lnTo>
                  <a:cubicBezTo>
                    <a:pt x="26581" y="7137"/>
                    <a:pt x="22673" y="11090"/>
                    <a:pt x="17634" y="13891"/>
                  </a:cubicBezTo>
                  <a:lnTo>
                    <a:pt x="0" y="18276"/>
                  </a:lnTo>
                  <a:lnTo>
                    <a:pt x="0" y="10390"/>
                  </a:lnTo>
                  <a:lnTo>
                    <a:pt x="127" y="10439"/>
                  </a:lnTo>
                  <a:cubicBezTo>
                    <a:pt x="8268" y="10439"/>
                    <a:pt x="16282" y="6236"/>
                    <a:pt x="19076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Shape 3490"/>
            <p:cNvSpPr/>
            <p:nvPr/>
          </p:nvSpPr>
          <p:spPr>
            <a:xfrm>
              <a:off x="492999" y="371933"/>
              <a:ext cx="33071" cy="35904"/>
            </a:xfrm>
            <a:custGeom>
              <a:avLst/>
              <a:gdLst/>
              <a:ahLst/>
              <a:cxnLst/>
              <a:rect l="0" t="0" r="0" b="0"/>
              <a:pathLst>
                <a:path w="33071" h="35904">
                  <a:moveTo>
                    <a:pt x="0" y="0"/>
                  </a:moveTo>
                  <a:lnTo>
                    <a:pt x="13536" y="2595"/>
                  </a:lnTo>
                  <a:cubicBezTo>
                    <a:pt x="25698" y="7624"/>
                    <a:pt x="33071" y="19254"/>
                    <a:pt x="33071" y="31827"/>
                  </a:cubicBezTo>
                  <a:cubicBezTo>
                    <a:pt x="33071" y="33503"/>
                    <a:pt x="32944" y="35180"/>
                    <a:pt x="32817" y="35904"/>
                  </a:cubicBezTo>
                  <a:lnTo>
                    <a:pt x="0" y="35904"/>
                  </a:lnTo>
                  <a:lnTo>
                    <a:pt x="0" y="28106"/>
                  </a:lnTo>
                  <a:lnTo>
                    <a:pt x="22517" y="28106"/>
                  </a:lnTo>
                  <a:cubicBezTo>
                    <a:pt x="21939" y="22124"/>
                    <a:pt x="19234" y="17066"/>
                    <a:pt x="15196" y="13504"/>
                  </a:cubicBezTo>
                  <a:lnTo>
                    <a:pt x="0" y="79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Shape 3491"/>
            <p:cNvSpPr/>
            <p:nvPr/>
          </p:nvSpPr>
          <p:spPr>
            <a:xfrm>
              <a:off x="534079" y="371908"/>
              <a:ext cx="34080" cy="64795"/>
            </a:xfrm>
            <a:custGeom>
              <a:avLst/>
              <a:gdLst/>
              <a:ahLst/>
              <a:cxnLst/>
              <a:rect l="0" t="0" r="0" b="0"/>
              <a:pathLst>
                <a:path w="34080" h="64795">
                  <a:moveTo>
                    <a:pt x="33960" y="0"/>
                  </a:moveTo>
                  <a:lnTo>
                    <a:pt x="34080" y="23"/>
                  </a:lnTo>
                  <a:lnTo>
                    <a:pt x="34080" y="7943"/>
                  </a:lnTo>
                  <a:lnTo>
                    <a:pt x="33960" y="7899"/>
                  </a:lnTo>
                  <a:cubicBezTo>
                    <a:pt x="22123" y="7899"/>
                    <a:pt x="12459" y="16281"/>
                    <a:pt x="11570" y="28130"/>
                  </a:cubicBezTo>
                  <a:lnTo>
                    <a:pt x="34080" y="28130"/>
                  </a:lnTo>
                  <a:lnTo>
                    <a:pt x="34080" y="35928"/>
                  </a:lnTo>
                  <a:lnTo>
                    <a:pt x="11824" y="35928"/>
                  </a:lnTo>
                  <a:cubicBezTo>
                    <a:pt x="12331" y="42094"/>
                    <a:pt x="15034" y="47336"/>
                    <a:pt x="19056" y="51036"/>
                  </a:cubicBezTo>
                  <a:lnTo>
                    <a:pt x="34080" y="56844"/>
                  </a:lnTo>
                  <a:lnTo>
                    <a:pt x="34080" y="64734"/>
                  </a:lnTo>
                  <a:lnTo>
                    <a:pt x="33833" y="64795"/>
                  </a:lnTo>
                  <a:cubicBezTo>
                    <a:pt x="13856" y="64795"/>
                    <a:pt x="0" y="49936"/>
                    <a:pt x="0" y="32334"/>
                  </a:cubicBezTo>
                  <a:cubicBezTo>
                    <a:pt x="0" y="14732"/>
                    <a:pt x="13995" y="0"/>
                    <a:pt x="3396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Shape 3492"/>
            <p:cNvSpPr/>
            <p:nvPr/>
          </p:nvSpPr>
          <p:spPr>
            <a:xfrm>
              <a:off x="568160" y="418365"/>
              <a:ext cx="28746" cy="18277"/>
            </a:xfrm>
            <a:custGeom>
              <a:avLst/>
              <a:gdLst/>
              <a:ahLst/>
              <a:cxnLst/>
              <a:rect l="0" t="0" r="0" b="0"/>
              <a:pathLst>
                <a:path w="28746" h="18277">
                  <a:moveTo>
                    <a:pt x="19082" y="0"/>
                  </a:moveTo>
                  <a:lnTo>
                    <a:pt x="28746" y="2527"/>
                  </a:lnTo>
                  <a:cubicBezTo>
                    <a:pt x="26581" y="7137"/>
                    <a:pt x="22669" y="11090"/>
                    <a:pt x="17631" y="13891"/>
                  </a:cubicBezTo>
                  <a:lnTo>
                    <a:pt x="0" y="18277"/>
                  </a:lnTo>
                  <a:lnTo>
                    <a:pt x="0" y="10388"/>
                  </a:lnTo>
                  <a:lnTo>
                    <a:pt x="133" y="10439"/>
                  </a:lnTo>
                  <a:cubicBezTo>
                    <a:pt x="8274" y="10439"/>
                    <a:pt x="16288" y="6236"/>
                    <a:pt x="190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Shape 3493"/>
            <p:cNvSpPr/>
            <p:nvPr/>
          </p:nvSpPr>
          <p:spPr>
            <a:xfrm>
              <a:off x="568160" y="371932"/>
              <a:ext cx="33064" cy="35905"/>
            </a:xfrm>
            <a:custGeom>
              <a:avLst/>
              <a:gdLst/>
              <a:ahLst/>
              <a:cxnLst/>
              <a:rect l="0" t="0" r="0" b="0"/>
              <a:pathLst>
                <a:path w="33064" h="35905">
                  <a:moveTo>
                    <a:pt x="0" y="0"/>
                  </a:moveTo>
                  <a:lnTo>
                    <a:pt x="13541" y="2596"/>
                  </a:lnTo>
                  <a:cubicBezTo>
                    <a:pt x="25699" y="7625"/>
                    <a:pt x="33064" y="19255"/>
                    <a:pt x="33064" y="31828"/>
                  </a:cubicBezTo>
                  <a:cubicBezTo>
                    <a:pt x="33064" y="33505"/>
                    <a:pt x="32950" y="35181"/>
                    <a:pt x="32823" y="35905"/>
                  </a:cubicBezTo>
                  <a:lnTo>
                    <a:pt x="0" y="35905"/>
                  </a:lnTo>
                  <a:lnTo>
                    <a:pt x="0" y="28107"/>
                  </a:lnTo>
                  <a:lnTo>
                    <a:pt x="22511" y="28107"/>
                  </a:lnTo>
                  <a:cubicBezTo>
                    <a:pt x="21939" y="22125"/>
                    <a:pt x="19237" y="17068"/>
                    <a:pt x="15200" y="13505"/>
                  </a:cubicBezTo>
                  <a:lnTo>
                    <a:pt x="0" y="79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Shape 3494"/>
            <p:cNvSpPr/>
            <p:nvPr/>
          </p:nvSpPr>
          <p:spPr>
            <a:xfrm>
              <a:off x="613694" y="372494"/>
              <a:ext cx="35103" cy="63005"/>
            </a:xfrm>
            <a:custGeom>
              <a:avLst/>
              <a:gdLst/>
              <a:ahLst/>
              <a:cxnLst/>
              <a:rect l="0" t="0" r="0" b="0"/>
              <a:pathLst>
                <a:path w="35103" h="63005">
                  <a:moveTo>
                    <a:pt x="31420" y="0"/>
                  </a:moveTo>
                  <a:cubicBezTo>
                    <a:pt x="33071" y="0"/>
                    <a:pt x="34214" y="0"/>
                    <a:pt x="35103" y="127"/>
                  </a:cubicBezTo>
                  <a:lnTo>
                    <a:pt x="35103" y="9703"/>
                  </a:lnTo>
                  <a:cubicBezTo>
                    <a:pt x="23914" y="9944"/>
                    <a:pt x="14758" y="15329"/>
                    <a:pt x="11189" y="24435"/>
                  </a:cubicBezTo>
                  <a:lnTo>
                    <a:pt x="11189" y="63005"/>
                  </a:lnTo>
                  <a:lnTo>
                    <a:pt x="0" y="63005"/>
                  </a:lnTo>
                  <a:lnTo>
                    <a:pt x="0" y="483"/>
                  </a:lnTo>
                  <a:lnTo>
                    <a:pt x="10427" y="483"/>
                  </a:lnTo>
                  <a:lnTo>
                    <a:pt x="10427" y="14986"/>
                  </a:lnTo>
                  <a:cubicBezTo>
                    <a:pt x="15011" y="6350"/>
                    <a:pt x="23025" y="597"/>
                    <a:pt x="3142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Shape 28742"/>
            <p:cNvSpPr/>
            <p:nvPr/>
          </p:nvSpPr>
          <p:spPr>
            <a:xfrm>
              <a:off x="659862" y="372981"/>
              <a:ext cx="11188" cy="62522"/>
            </a:xfrm>
            <a:custGeom>
              <a:avLst/>
              <a:gdLst/>
              <a:ahLst/>
              <a:cxnLst/>
              <a:rect l="0" t="0" r="0" b="0"/>
              <a:pathLst>
                <a:path w="11188" h="62522">
                  <a:moveTo>
                    <a:pt x="0" y="0"/>
                  </a:moveTo>
                  <a:lnTo>
                    <a:pt x="11188" y="0"/>
                  </a:lnTo>
                  <a:lnTo>
                    <a:pt x="11188" y="62522"/>
                  </a:lnTo>
                  <a:lnTo>
                    <a:pt x="0" y="62522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Shape 3496"/>
            <p:cNvSpPr/>
            <p:nvPr/>
          </p:nvSpPr>
          <p:spPr>
            <a:xfrm>
              <a:off x="658211" y="347823"/>
              <a:ext cx="14503" cy="13894"/>
            </a:xfrm>
            <a:custGeom>
              <a:avLst/>
              <a:gdLst/>
              <a:ahLst/>
              <a:cxnLst/>
              <a:rect l="0" t="0" r="0" b="0"/>
              <a:pathLst>
                <a:path w="14503" h="13894">
                  <a:moveTo>
                    <a:pt x="7252" y="0"/>
                  </a:moveTo>
                  <a:cubicBezTo>
                    <a:pt x="11189" y="0"/>
                    <a:pt x="14503" y="3239"/>
                    <a:pt x="14503" y="6947"/>
                  </a:cubicBezTo>
                  <a:cubicBezTo>
                    <a:pt x="14503" y="10655"/>
                    <a:pt x="11189" y="13894"/>
                    <a:pt x="7252" y="13894"/>
                  </a:cubicBezTo>
                  <a:cubicBezTo>
                    <a:pt x="3302" y="13894"/>
                    <a:pt x="0" y="10655"/>
                    <a:pt x="0" y="6947"/>
                  </a:cubicBezTo>
                  <a:cubicBezTo>
                    <a:pt x="0" y="3239"/>
                    <a:pt x="3302" y="0"/>
                    <a:pt x="725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Shape 3497"/>
            <p:cNvSpPr/>
            <p:nvPr/>
          </p:nvSpPr>
          <p:spPr>
            <a:xfrm>
              <a:off x="689110" y="371901"/>
              <a:ext cx="57620" cy="63602"/>
            </a:xfrm>
            <a:custGeom>
              <a:avLst/>
              <a:gdLst/>
              <a:ahLst/>
              <a:cxnLst/>
              <a:rect l="0" t="0" r="0" b="0"/>
              <a:pathLst>
                <a:path w="57620" h="63602">
                  <a:moveTo>
                    <a:pt x="37782" y="0"/>
                  </a:moveTo>
                  <a:cubicBezTo>
                    <a:pt x="53162" y="0"/>
                    <a:pt x="57620" y="11138"/>
                    <a:pt x="57620" y="26238"/>
                  </a:cubicBezTo>
                  <a:lnTo>
                    <a:pt x="57620" y="63602"/>
                  </a:lnTo>
                  <a:lnTo>
                    <a:pt x="46418" y="63602"/>
                  </a:lnTo>
                  <a:lnTo>
                    <a:pt x="46418" y="28626"/>
                  </a:lnTo>
                  <a:cubicBezTo>
                    <a:pt x="46418" y="15329"/>
                    <a:pt x="42101" y="9461"/>
                    <a:pt x="33325" y="9461"/>
                  </a:cubicBezTo>
                  <a:cubicBezTo>
                    <a:pt x="24168" y="9461"/>
                    <a:pt x="14249" y="16408"/>
                    <a:pt x="11188" y="25870"/>
                  </a:cubicBezTo>
                  <a:lnTo>
                    <a:pt x="11188" y="63602"/>
                  </a:lnTo>
                  <a:lnTo>
                    <a:pt x="0" y="63602"/>
                  </a:lnTo>
                  <a:lnTo>
                    <a:pt x="0" y="1079"/>
                  </a:lnTo>
                  <a:lnTo>
                    <a:pt x="10185" y="1079"/>
                  </a:lnTo>
                  <a:lnTo>
                    <a:pt x="10185" y="14491"/>
                  </a:lnTo>
                  <a:cubicBezTo>
                    <a:pt x="15392" y="5753"/>
                    <a:pt x="26073" y="0"/>
                    <a:pt x="377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Shape 3498"/>
            <p:cNvSpPr/>
            <p:nvPr/>
          </p:nvSpPr>
          <p:spPr>
            <a:xfrm>
              <a:off x="761481" y="443051"/>
              <a:ext cx="31286" cy="19164"/>
            </a:xfrm>
            <a:custGeom>
              <a:avLst/>
              <a:gdLst/>
              <a:ahLst/>
              <a:cxnLst/>
              <a:rect l="0" t="0" r="0" b="0"/>
              <a:pathLst>
                <a:path w="31286" h="19164">
                  <a:moveTo>
                    <a:pt x="6490" y="0"/>
                  </a:moveTo>
                  <a:cubicBezTo>
                    <a:pt x="11709" y="7303"/>
                    <a:pt x="20600" y="11024"/>
                    <a:pt x="30150" y="11024"/>
                  </a:cubicBezTo>
                  <a:lnTo>
                    <a:pt x="31286" y="10684"/>
                  </a:lnTo>
                  <a:lnTo>
                    <a:pt x="31286" y="18829"/>
                  </a:lnTo>
                  <a:lnTo>
                    <a:pt x="30150" y="19164"/>
                  </a:lnTo>
                  <a:cubicBezTo>
                    <a:pt x="15139" y="19164"/>
                    <a:pt x="6236" y="13894"/>
                    <a:pt x="0" y="5385"/>
                  </a:cubicBezTo>
                  <a:lnTo>
                    <a:pt x="649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Shape 3499"/>
            <p:cNvSpPr/>
            <p:nvPr/>
          </p:nvSpPr>
          <p:spPr>
            <a:xfrm>
              <a:off x="759957" y="371906"/>
              <a:ext cx="32810" cy="64313"/>
            </a:xfrm>
            <a:custGeom>
              <a:avLst/>
              <a:gdLst/>
              <a:ahLst/>
              <a:cxnLst/>
              <a:rect l="0" t="0" r="0" b="0"/>
              <a:pathLst>
                <a:path w="32810" h="64313">
                  <a:moveTo>
                    <a:pt x="30785" y="0"/>
                  </a:moveTo>
                  <a:lnTo>
                    <a:pt x="32810" y="539"/>
                  </a:lnTo>
                  <a:lnTo>
                    <a:pt x="32810" y="9215"/>
                  </a:lnTo>
                  <a:lnTo>
                    <a:pt x="17135" y="16534"/>
                  </a:lnTo>
                  <a:cubicBezTo>
                    <a:pt x="13383" y="20981"/>
                    <a:pt x="11316" y="26879"/>
                    <a:pt x="11316" y="32690"/>
                  </a:cubicBezTo>
                  <a:cubicBezTo>
                    <a:pt x="11316" y="38919"/>
                    <a:pt x="13827" y="44669"/>
                    <a:pt x="17929" y="48861"/>
                  </a:cubicBezTo>
                  <a:lnTo>
                    <a:pt x="32810" y="55150"/>
                  </a:lnTo>
                  <a:lnTo>
                    <a:pt x="32810" y="63778"/>
                  </a:lnTo>
                  <a:lnTo>
                    <a:pt x="30658" y="64313"/>
                  </a:lnTo>
                  <a:cubicBezTo>
                    <a:pt x="12586" y="64313"/>
                    <a:pt x="0" y="49111"/>
                    <a:pt x="0" y="32448"/>
                  </a:cubicBezTo>
                  <a:cubicBezTo>
                    <a:pt x="0" y="14846"/>
                    <a:pt x="12586" y="0"/>
                    <a:pt x="30785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Shape 3500"/>
            <p:cNvSpPr/>
            <p:nvPr/>
          </p:nvSpPr>
          <p:spPr>
            <a:xfrm>
              <a:off x="792767" y="372444"/>
              <a:ext cx="32684" cy="89436"/>
            </a:xfrm>
            <a:custGeom>
              <a:avLst/>
              <a:gdLst/>
              <a:ahLst/>
              <a:cxnLst/>
              <a:rect l="0" t="0" r="0" b="0"/>
              <a:pathLst>
                <a:path w="32684" h="89436">
                  <a:moveTo>
                    <a:pt x="0" y="0"/>
                  </a:moveTo>
                  <a:lnTo>
                    <a:pt x="12422" y="3304"/>
                  </a:lnTo>
                  <a:cubicBezTo>
                    <a:pt x="16539" y="5713"/>
                    <a:pt x="19971" y="9094"/>
                    <a:pt x="22765" y="12987"/>
                  </a:cubicBezTo>
                  <a:lnTo>
                    <a:pt x="22765" y="541"/>
                  </a:lnTo>
                  <a:lnTo>
                    <a:pt x="32684" y="541"/>
                  </a:lnTo>
                  <a:lnTo>
                    <a:pt x="32684" y="62339"/>
                  </a:lnTo>
                  <a:cubicBezTo>
                    <a:pt x="32684" y="71203"/>
                    <a:pt x="28934" y="78062"/>
                    <a:pt x="22832" y="82703"/>
                  </a:cubicBezTo>
                  <a:lnTo>
                    <a:pt x="0" y="89436"/>
                  </a:lnTo>
                  <a:lnTo>
                    <a:pt x="0" y="81290"/>
                  </a:lnTo>
                  <a:lnTo>
                    <a:pt x="14756" y="76881"/>
                  </a:lnTo>
                  <a:cubicBezTo>
                    <a:pt x="18888" y="73690"/>
                    <a:pt x="21495" y="68867"/>
                    <a:pt x="21495" y="62339"/>
                  </a:cubicBezTo>
                  <a:lnTo>
                    <a:pt x="21495" y="51315"/>
                  </a:lnTo>
                  <a:cubicBezTo>
                    <a:pt x="19018" y="55151"/>
                    <a:pt x="15459" y="58265"/>
                    <a:pt x="11343" y="60421"/>
                  </a:cubicBezTo>
                  <a:lnTo>
                    <a:pt x="0" y="63239"/>
                  </a:lnTo>
                  <a:lnTo>
                    <a:pt x="0" y="54611"/>
                  </a:lnTo>
                  <a:lnTo>
                    <a:pt x="1276" y="55151"/>
                  </a:lnTo>
                  <a:cubicBezTo>
                    <a:pt x="10687" y="55151"/>
                    <a:pt x="19717" y="48204"/>
                    <a:pt x="21495" y="41142"/>
                  </a:cubicBezTo>
                  <a:lnTo>
                    <a:pt x="21495" y="23172"/>
                  </a:lnTo>
                  <a:cubicBezTo>
                    <a:pt x="17939" y="14663"/>
                    <a:pt x="9036" y="8555"/>
                    <a:pt x="260" y="8555"/>
                  </a:cubicBezTo>
                  <a:lnTo>
                    <a:pt x="0" y="86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Shape 3501"/>
            <p:cNvSpPr/>
            <p:nvPr/>
          </p:nvSpPr>
          <p:spPr>
            <a:xfrm>
              <a:off x="125176" y="493071"/>
              <a:ext cx="62319" cy="86119"/>
            </a:xfrm>
            <a:custGeom>
              <a:avLst/>
              <a:gdLst/>
              <a:ahLst/>
              <a:cxnLst/>
              <a:rect l="0" t="0" r="0" b="0"/>
              <a:pathLst>
                <a:path w="62319" h="86119">
                  <a:moveTo>
                    <a:pt x="33452" y="0"/>
                  </a:moveTo>
                  <a:cubicBezTo>
                    <a:pt x="52400" y="0"/>
                    <a:pt x="62192" y="11252"/>
                    <a:pt x="62192" y="24790"/>
                  </a:cubicBezTo>
                  <a:cubicBezTo>
                    <a:pt x="62192" y="40602"/>
                    <a:pt x="48971" y="46711"/>
                    <a:pt x="36500" y="52222"/>
                  </a:cubicBezTo>
                  <a:cubicBezTo>
                    <a:pt x="19202" y="59893"/>
                    <a:pt x="14250" y="65634"/>
                    <a:pt x="14250" y="76543"/>
                  </a:cubicBezTo>
                  <a:lnTo>
                    <a:pt x="62319" y="76543"/>
                  </a:lnTo>
                  <a:lnTo>
                    <a:pt x="62319" y="86119"/>
                  </a:lnTo>
                  <a:lnTo>
                    <a:pt x="0" y="86119"/>
                  </a:lnTo>
                  <a:cubicBezTo>
                    <a:pt x="0" y="63843"/>
                    <a:pt x="8268" y="54369"/>
                    <a:pt x="24168" y="46952"/>
                  </a:cubicBezTo>
                  <a:cubicBezTo>
                    <a:pt x="35484" y="41682"/>
                    <a:pt x="49733" y="38329"/>
                    <a:pt x="49733" y="25032"/>
                  </a:cubicBezTo>
                  <a:cubicBezTo>
                    <a:pt x="49733" y="16650"/>
                    <a:pt x="44133" y="9817"/>
                    <a:pt x="32309" y="9817"/>
                  </a:cubicBezTo>
                  <a:cubicBezTo>
                    <a:pt x="20345" y="9817"/>
                    <a:pt x="11963" y="16650"/>
                    <a:pt x="7887" y="21311"/>
                  </a:cubicBezTo>
                  <a:lnTo>
                    <a:pt x="635" y="14491"/>
                  </a:lnTo>
                  <a:cubicBezTo>
                    <a:pt x="3429" y="11252"/>
                    <a:pt x="14503" y="0"/>
                    <a:pt x="3345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Shape 3502"/>
            <p:cNvSpPr/>
            <p:nvPr/>
          </p:nvSpPr>
          <p:spPr>
            <a:xfrm>
              <a:off x="200344" y="494140"/>
              <a:ext cx="37897" cy="86246"/>
            </a:xfrm>
            <a:custGeom>
              <a:avLst/>
              <a:gdLst/>
              <a:ahLst/>
              <a:cxnLst/>
              <a:rect l="0" t="0" r="0" b="0"/>
              <a:pathLst>
                <a:path w="37897" h="86246">
                  <a:moveTo>
                    <a:pt x="37897" y="0"/>
                  </a:moveTo>
                  <a:lnTo>
                    <a:pt x="37897" y="9715"/>
                  </a:lnTo>
                  <a:cubicBezTo>
                    <a:pt x="19964" y="9715"/>
                    <a:pt x="11570" y="29108"/>
                    <a:pt x="11570" y="43129"/>
                  </a:cubicBezTo>
                  <a:cubicBezTo>
                    <a:pt x="12078" y="58700"/>
                    <a:pt x="20600" y="76543"/>
                    <a:pt x="37897" y="76543"/>
                  </a:cubicBezTo>
                  <a:lnTo>
                    <a:pt x="37897" y="86246"/>
                  </a:lnTo>
                  <a:cubicBezTo>
                    <a:pt x="12967" y="85763"/>
                    <a:pt x="0" y="62293"/>
                    <a:pt x="0" y="43129"/>
                  </a:cubicBezTo>
                  <a:cubicBezTo>
                    <a:pt x="0" y="22644"/>
                    <a:pt x="14503" y="0"/>
                    <a:pt x="37897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Shape 3503"/>
            <p:cNvSpPr/>
            <p:nvPr/>
          </p:nvSpPr>
          <p:spPr>
            <a:xfrm>
              <a:off x="238241" y="494140"/>
              <a:ext cx="37909" cy="86246"/>
            </a:xfrm>
            <a:custGeom>
              <a:avLst/>
              <a:gdLst/>
              <a:ahLst/>
              <a:cxnLst/>
              <a:rect l="0" t="0" r="0" b="0"/>
              <a:pathLst>
                <a:path w="37909" h="86246">
                  <a:moveTo>
                    <a:pt x="0" y="0"/>
                  </a:moveTo>
                  <a:cubicBezTo>
                    <a:pt x="25057" y="0"/>
                    <a:pt x="37909" y="24562"/>
                    <a:pt x="37909" y="43129"/>
                  </a:cubicBezTo>
                  <a:cubicBezTo>
                    <a:pt x="37909" y="63855"/>
                    <a:pt x="23406" y="86004"/>
                    <a:pt x="0" y="86246"/>
                  </a:cubicBezTo>
                  <a:lnTo>
                    <a:pt x="0" y="76543"/>
                  </a:lnTo>
                  <a:cubicBezTo>
                    <a:pt x="17932" y="76543"/>
                    <a:pt x="26327" y="57252"/>
                    <a:pt x="26327" y="43129"/>
                  </a:cubicBezTo>
                  <a:cubicBezTo>
                    <a:pt x="26327" y="27546"/>
                    <a:pt x="16789" y="9715"/>
                    <a:pt x="0" y="97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Shape 3504"/>
            <p:cNvSpPr/>
            <p:nvPr/>
          </p:nvSpPr>
          <p:spPr>
            <a:xfrm>
              <a:off x="1694051" y="350444"/>
              <a:ext cx="89535" cy="85052"/>
            </a:xfrm>
            <a:custGeom>
              <a:avLst/>
              <a:gdLst/>
              <a:ahLst/>
              <a:cxnLst/>
              <a:rect l="0" t="0" r="0" b="0"/>
              <a:pathLst>
                <a:path w="89535" h="85052">
                  <a:moveTo>
                    <a:pt x="0" y="0"/>
                  </a:moveTo>
                  <a:lnTo>
                    <a:pt x="12078" y="0"/>
                  </a:lnTo>
                  <a:lnTo>
                    <a:pt x="44767" y="55219"/>
                  </a:lnTo>
                  <a:lnTo>
                    <a:pt x="77584" y="0"/>
                  </a:lnTo>
                  <a:lnTo>
                    <a:pt x="89535" y="0"/>
                  </a:lnTo>
                  <a:lnTo>
                    <a:pt x="89535" y="85052"/>
                  </a:lnTo>
                  <a:lnTo>
                    <a:pt x="78092" y="85052"/>
                  </a:lnTo>
                  <a:lnTo>
                    <a:pt x="78092" y="19291"/>
                  </a:lnTo>
                  <a:lnTo>
                    <a:pt x="48082" y="69710"/>
                  </a:lnTo>
                  <a:lnTo>
                    <a:pt x="41592" y="69710"/>
                  </a:lnTo>
                  <a:lnTo>
                    <a:pt x="11443" y="19291"/>
                  </a:lnTo>
                  <a:lnTo>
                    <a:pt x="11443" y="85052"/>
                  </a:lnTo>
                  <a:lnTo>
                    <a:pt x="0" y="85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Shape 3505"/>
            <p:cNvSpPr/>
            <p:nvPr/>
          </p:nvSpPr>
          <p:spPr>
            <a:xfrm>
              <a:off x="1797590" y="397891"/>
              <a:ext cx="28613" cy="38798"/>
            </a:xfrm>
            <a:custGeom>
              <a:avLst/>
              <a:gdLst/>
              <a:ahLst/>
              <a:cxnLst/>
              <a:rect l="0" t="0" r="0" b="0"/>
              <a:pathLst>
                <a:path w="28613" h="38798">
                  <a:moveTo>
                    <a:pt x="27978" y="0"/>
                  </a:moveTo>
                  <a:lnTo>
                    <a:pt x="28613" y="106"/>
                  </a:lnTo>
                  <a:lnTo>
                    <a:pt x="28613" y="6573"/>
                  </a:lnTo>
                  <a:lnTo>
                    <a:pt x="16817" y="9161"/>
                  </a:lnTo>
                  <a:cubicBezTo>
                    <a:pt x="13192" y="11106"/>
                    <a:pt x="10681" y="14129"/>
                    <a:pt x="10681" y="18440"/>
                  </a:cubicBezTo>
                  <a:cubicBezTo>
                    <a:pt x="10681" y="25870"/>
                    <a:pt x="17425" y="30899"/>
                    <a:pt x="25171" y="30899"/>
                  </a:cubicBezTo>
                  <a:lnTo>
                    <a:pt x="28613" y="30294"/>
                  </a:lnTo>
                  <a:lnTo>
                    <a:pt x="28613" y="37605"/>
                  </a:lnTo>
                  <a:lnTo>
                    <a:pt x="22251" y="38798"/>
                  </a:lnTo>
                  <a:cubicBezTo>
                    <a:pt x="9665" y="38798"/>
                    <a:pt x="0" y="30290"/>
                    <a:pt x="0" y="19279"/>
                  </a:cubicBezTo>
                  <a:cubicBezTo>
                    <a:pt x="0" y="6109"/>
                    <a:pt x="14237" y="0"/>
                    <a:pt x="27978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Shape 3506"/>
            <p:cNvSpPr/>
            <p:nvPr/>
          </p:nvSpPr>
          <p:spPr>
            <a:xfrm>
              <a:off x="1801781" y="372127"/>
              <a:ext cx="24422" cy="14727"/>
            </a:xfrm>
            <a:custGeom>
              <a:avLst/>
              <a:gdLst/>
              <a:ahLst/>
              <a:cxnLst/>
              <a:rect l="0" t="0" r="0" b="0"/>
              <a:pathLst>
                <a:path w="24422" h="14727">
                  <a:moveTo>
                    <a:pt x="24422" y="0"/>
                  </a:moveTo>
                  <a:lnTo>
                    <a:pt x="24422" y="7569"/>
                  </a:lnTo>
                  <a:lnTo>
                    <a:pt x="3683" y="14727"/>
                  </a:lnTo>
                  <a:lnTo>
                    <a:pt x="0" y="7907"/>
                  </a:lnTo>
                  <a:cubicBezTo>
                    <a:pt x="3816" y="5513"/>
                    <a:pt x="7887" y="3478"/>
                    <a:pt x="12195" y="2042"/>
                  </a:cubicBezTo>
                  <a:lnTo>
                    <a:pt x="2442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Shape 3507"/>
            <p:cNvSpPr/>
            <p:nvPr/>
          </p:nvSpPr>
          <p:spPr>
            <a:xfrm>
              <a:off x="1826203" y="371894"/>
              <a:ext cx="29121" cy="63602"/>
            </a:xfrm>
            <a:custGeom>
              <a:avLst/>
              <a:gdLst/>
              <a:ahLst/>
              <a:cxnLst/>
              <a:rect l="0" t="0" r="0" b="0"/>
              <a:pathLst>
                <a:path w="29121" h="63602">
                  <a:moveTo>
                    <a:pt x="1398" y="0"/>
                  </a:moveTo>
                  <a:cubicBezTo>
                    <a:pt x="19330" y="0"/>
                    <a:pt x="29121" y="10058"/>
                    <a:pt x="29121" y="25159"/>
                  </a:cubicBezTo>
                  <a:lnTo>
                    <a:pt x="29121" y="63602"/>
                  </a:lnTo>
                  <a:lnTo>
                    <a:pt x="18314" y="63602"/>
                  </a:lnTo>
                  <a:lnTo>
                    <a:pt x="18314" y="54127"/>
                  </a:lnTo>
                  <a:cubicBezTo>
                    <a:pt x="15449" y="57785"/>
                    <a:pt x="11697" y="60452"/>
                    <a:pt x="7452" y="62204"/>
                  </a:cubicBezTo>
                  <a:lnTo>
                    <a:pt x="0" y="63602"/>
                  </a:lnTo>
                  <a:lnTo>
                    <a:pt x="0" y="56291"/>
                  </a:lnTo>
                  <a:lnTo>
                    <a:pt x="7134" y="55037"/>
                  </a:lnTo>
                  <a:cubicBezTo>
                    <a:pt x="10523" y="53778"/>
                    <a:pt x="13545" y="51860"/>
                    <a:pt x="15520" y="49225"/>
                  </a:cubicBezTo>
                  <a:cubicBezTo>
                    <a:pt x="17044" y="47676"/>
                    <a:pt x="17932" y="46000"/>
                    <a:pt x="17932" y="44552"/>
                  </a:cubicBezTo>
                  <a:lnTo>
                    <a:pt x="17932" y="35331"/>
                  </a:lnTo>
                  <a:cubicBezTo>
                    <a:pt x="12459" y="33300"/>
                    <a:pt x="6490" y="32347"/>
                    <a:pt x="1016" y="32347"/>
                  </a:cubicBezTo>
                  <a:lnTo>
                    <a:pt x="0" y="32570"/>
                  </a:lnTo>
                  <a:lnTo>
                    <a:pt x="0" y="26103"/>
                  </a:lnTo>
                  <a:lnTo>
                    <a:pt x="17932" y="29108"/>
                  </a:lnTo>
                  <a:lnTo>
                    <a:pt x="17932" y="24079"/>
                  </a:lnTo>
                  <a:cubicBezTo>
                    <a:pt x="17932" y="14122"/>
                    <a:pt x="11443" y="7671"/>
                    <a:pt x="381" y="7671"/>
                  </a:cubicBezTo>
                  <a:lnTo>
                    <a:pt x="0" y="7803"/>
                  </a:lnTo>
                  <a:lnTo>
                    <a:pt x="0" y="233"/>
                  </a:lnTo>
                  <a:lnTo>
                    <a:pt x="1398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Shape 3508"/>
            <p:cNvSpPr/>
            <p:nvPr/>
          </p:nvSpPr>
          <p:spPr>
            <a:xfrm>
              <a:off x="1872623" y="372489"/>
              <a:ext cx="35103" cy="63005"/>
            </a:xfrm>
            <a:custGeom>
              <a:avLst/>
              <a:gdLst/>
              <a:ahLst/>
              <a:cxnLst/>
              <a:rect l="0" t="0" r="0" b="0"/>
              <a:pathLst>
                <a:path w="35103" h="63005">
                  <a:moveTo>
                    <a:pt x="31420" y="0"/>
                  </a:moveTo>
                  <a:cubicBezTo>
                    <a:pt x="33071" y="0"/>
                    <a:pt x="34213" y="0"/>
                    <a:pt x="35103" y="127"/>
                  </a:cubicBezTo>
                  <a:lnTo>
                    <a:pt x="35103" y="9703"/>
                  </a:lnTo>
                  <a:cubicBezTo>
                    <a:pt x="23914" y="9944"/>
                    <a:pt x="14757" y="15329"/>
                    <a:pt x="11188" y="24435"/>
                  </a:cubicBezTo>
                  <a:lnTo>
                    <a:pt x="11188" y="63005"/>
                  </a:lnTo>
                  <a:lnTo>
                    <a:pt x="0" y="63005"/>
                  </a:lnTo>
                  <a:lnTo>
                    <a:pt x="0" y="483"/>
                  </a:lnTo>
                  <a:lnTo>
                    <a:pt x="10426" y="483"/>
                  </a:lnTo>
                  <a:lnTo>
                    <a:pt x="10426" y="14986"/>
                  </a:lnTo>
                  <a:cubicBezTo>
                    <a:pt x="15011" y="6350"/>
                    <a:pt x="23025" y="597"/>
                    <a:pt x="3142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Shape 3509"/>
            <p:cNvSpPr/>
            <p:nvPr/>
          </p:nvSpPr>
          <p:spPr>
            <a:xfrm>
              <a:off x="1918792" y="348056"/>
              <a:ext cx="58877" cy="87440"/>
            </a:xfrm>
            <a:custGeom>
              <a:avLst/>
              <a:gdLst/>
              <a:ahLst/>
              <a:cxnLst/>
              <a:rect l="0" t="0" r="0" b="0"/>
              <a:pathLst>
                <a:path w="58877" h="87440">
                  <a:moveTo>
                    <a:pt x="0" y="0"/>
                  </a:moveTo>
                  <a:lnTo>
                    <a:pt x="11188" y="0"/>
                  </a:lnTo>
                  <a:lnTo>
                    <a:pt x="11188" y="57493"/>
                  </a:lnTo>
                  <a:lnTo>
                    <a:pt x="45276" y="25032"/>
                  </a:lnTo>
                  <a:lnTo>
                    <a:pt x="57607" y="25032"/>
                  </a:lnTo>
                  <a:lnTo>
                    <a:pt x="31153" y="50914"/>
                  </a:lnTo>
                  <a:lnTo>
                    <a:pt x="58877" y="87440"/>
                  </a:lnTo>
                  <a:lnTo>
                    <a:pt x="46799" y="87440"/>
                  </a:lnTo>
                  <a:lnTo>
                    <a:pt x="23902" y="56896"/>
                  </a:lnTo>
                  <a:lnTo>
                    <a:pt x="11188" y="68148"/>
                  </a:lnTo>
                  <a:lnTo>
                    <a:pt x="11188" y="87440"/>
                  </a:lnTo>
                  <a:lnTo>
                    <a:pt x="0" y="874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Shape 3510"/>
            <p:cNvSpPr/>
            <p:nvPr/>
          </p:nvSpPr>
          <p:spPr>
            <a:xfrm>
              <a:off x="1979458" y="371902"/>
              <a:ext cx="34086" cy="64782"/>
            </a:xfrm>
            <a:custGeom>
              <a:avLst/>
              <a:gdLst/>
              <a:ahLst/>
              <a:cxnLst/>
              <a:rect l="0" t="0" r="0" b="0"/>
              <a:pathLst>
                <a:path w="34086" h="64782">
                  <a:moveTo>
                    <a:pt x="33960" y="0"/>
                  </a:moveTo>
                  <a:lnTo>
                    <a:pt x="34086" y="24"/>
                  </a:lnTo>
                  <a:lnTo>
                    <a:pt x="34086" y="7946"/>
                  </a:lnTo>
                  <a:lnTo>
                    <a:pt x="33960" y="7899"/>
                  </a:lnTo>
                  <a:cubicBezTo>
                    <a:pt x="22123" y="7899"/>
                    <a:pt x="12459" y="16281"/>
                    <a:pt x="11570" y="28130"/>
                  </a:cubicBezTo>
                  <a:lnTo>
                    <a:pt x="34086" y="28130"/>
                  </a:lnTo>
                  <a:lnTo>
                    <a:pt x="34086" y="35928"/>
                  </a:lnTo>
                  <a:lnTo>
                    <a:pt x="11824" y="35928"/>
                  </a:lnTo>
                  <a:cubicBezTo>
                    <a:pt x="12332" y="42094"/>
                    <a:pt x="15037" y="47336"/>
                    <a:pt x="19061" y="51036"/>
                  </a:cubicBezTo>
                  <a:lnTo>
                    <a:pt x="34086" y="56847"/>
                  </a:lnTo>
                  <a:lnTo>
                    <a:pt x="34086" y="64720"/>
                  </a:lnTo>
                  <a:lnTo>
                    <a:pt x="33833" y="64782"/>
                  </a:lnTo>
                  <a:cubicBezTo>
                    <a:pt x="13868" y="64782"/>
                    <a:pt x="0" y="49936"/>
                    <a:pt x="0" y="32334"/>
                  </a:cubicBezTo>
                  <a:cubicBezTo>
                    <a:pt x="0" y="14732"/>
                    <a:pt x="13995" y="0"/>
                    <a:pt x="3396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Shape 3511"/>
            <p:cNvSpPr/>
            <p:nvPr/>
          </p:nvSpPr>
          <p:spPr>
            <a:xfrm>
              <a:off x="2013544" y="418358"/>
              <a:ext cx="28741" cy="18263"/>
            </a:xfrm>
            <a:custGeom>
              <a:avLst/>
              <a:gdLst/>
              <a:ahLst/>
              <a:cxnLst/>
              <a:rect l="0" t="0" r="0" b="0"/>
              <a:pathLst>
                <a:path w="28741" h="18263">
                  <a:moveTo>
                    <a:pt x="19076" y="0"/>
                  </a:moveTo>
                  <a:lnTo>
                    <a:pt x="28741" y="2527"/>
                  </a:lnTo>
                  <a:cubicBezTo>
                    <a:pt x="26575" y="7138"/>
                    <a:pt x="22667" y="11087"/>
                    <a:pt x="17630" y="13884"/>
                  </a:cubicBezTo>
                  <a:lnTo>
                    <a:pt x="0" y="18263"/>
                  </a:lnTo>
                  <a:lnTo>
                    <a:pt x="0" y="10390"/>
                  </a:lnTo>
                  <a:lnTo>
                    <a:pt x="127" y="10439"/>
                  </a:lnTo>
                  <a:cubicBezTo>
                    <a:pt x="8268" y="10439"/>
                    <a:pt x="16282" y="6236"/>
                    <a:pt x="19076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Shape 3512"/>
            <p:cNvSpPr/>
            <p:nvPr/>
          </p:nvSpPr>
          <p:spPr>
            <a:xfrm>
              <a:off x="2013544" y="371926"/>
              <a:ext cx="33072" cy="35904"/>
            </a:xfrm>
            <a:custGeom>
              <a:avLst/>
              <a:gdLst/>
              <a:ahLst/>
              <a:cxnLst/>
              <a:rect l="0" t="0" r="0" b="0"/>
              <a:pathLst>
                <a:path w="33072" h="35904">
                  <a:moveTo>
                    <a:pt x="0" y="0"/>
                  </a:moveTo>
                  <a:lnTo>
                    <a:pt x="13536" y="2595"/>
                  </a:lnTo>
                  <a:cubicBezTo>
                    <a:pt x="25699" y="7624"/>
                    <a:pt x="33072" y="19254"/>
                    <a:pt x="33072" y="31828"/>
                  </a:cubicBezTo>
                  <a:cubicBezTo>
                    <a:pt x="33072" y="33504"/>
                    <a:pt x="32945" y="35180"/>
                    <a:pt x="32817" y="35904"/>
                  </a:cubicBezTo>
                  <a:lnTo>
                    <a:pt x="0" y="35904"/>
                  </a:lnTo>
                  <a:lnTo>
                    <a:pt x="0" y="28106"/>
                  </a:lnTo>
                  <a:lnTo>
                    <a:pt x="22517" y="28106"/>
                  </a:lnTo>
                  <a:cubicBezTo>
                    <a:pt x="21940" y="22125"/>
                    <a:pt x="19234" y="17067"/>
                    <a:pt x="15196" y="13504"/>
                  </a:cubicBezTo>
                  <a:lnTo>
                    <a:pt x="0" y="79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Shape 3513"/>
            <p:cNvSpPr/>
            <p:nvPr/>
          </p:nvSpPr>
          <p:spPr>
            <a:xfrm>
              <a:off x="2052582" y="352132"/>
              <a:ext cx="40195" cy="84201"/>
            </a:xfrm>
            <a:custGeom>
              <a:avLst/>
              <a:gdLst/>
              <a:ahLst/>
              <a:cxnLst/>
              <a:rect l="0" t="0" r="0" b="0"/>
              <a:pathLst>
                <a:path w="40195" h="84201">
                  <a:moveTo>
                    <a:pt x="9030" y="0"/>
                  </a:moveTo>
                  <a:lnTo>
                    <a:pt x="20218" y="0"/>
                  </a:lnTo>
                  <a:lnTo>
                    <a:pt x="20218" y="20841"/>
                  </a:lnTo>
                  <a:lnTo>
                    <a:pt x="35103" y="20841"/>
                  </a:lnTo>
                  <a:lnTo>
                    <a:pt x="35103" y="29108"/>
                  </a:lnTo>
                  <a:lnTo>
                    <a:pt x="20218" y="29108"/>
                  </a:lnTo>
                  <a:lnTo>
                    <a:pt x="20218" y="67907"/>
                  </a:lnTo>
                  <a:cubicBezTo>
                    <a:pt x="20485" y="72466"/>
                    <a:pt x="23787" y="74498"/>
                    <a:pt x="27736" y="74498"/>
                  </a:cubicBezTo>
                  <a:cubicBezTo>
                    <a:pt x="32182" y="74498"/>
                    <a:pt x="36246" y="72580"/>
                    <a:pt x="37528" y="71856"/>
                  </a:cubicBezTo>
                  <a:lnTo>
                    <a:pt x="40195" y="80251"/>
                  </a:lnTo>
                  <a:cubicBezTo>
                    <a:pt x="37402" y="81445"/>
                    <a:pt x="31166" y="84201"/>
                    <a:pt x="24041" y="84201"/>
                  </a:cubicBezTo>
                  <a:cubicBezTo>
                    <a:pt x="15900" y="84201"/>
                    <a:pt x="9030" y="80124"/>
                    <a:pt x="9030" y="71145"/>
                  </a:cubicBezTo>
                  <a:lnTo>
                    <a:pt x="9030" y="29108"/>
                  </a:lnTo>
                  <a:lnTo>
                    <a:pt x="0" y="29108"/>
                  </a:lnTo>
                  <a:lnTo>
                    <a:pt x="0" y="20841"/>
                  </a:lnTo>
                  <a:lnTo>
                    <a:pt x="9030" y="20841"/>
                  </a:lnTo>
                  <a:lnTo>
                    <a:pt x="903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Shape 28743"/>
            <p:cNvSpPr/>
            <p:nvPr/>
          </p:nvSpPr>
          <p:spPr>
            <a:xfrm>
              <a:off x="2103204" y="372975"/>
              <a:ext cx="11188" cy="62522"/>
            </a:xfrm>
            <a:custGeom>
              <a:avLst/>
              <a:gdLst/>
              <a:ahLst/>
              <a:cxnLst/>
              <a:rect l="0" t="0" r="0" b="0"/>
              <a:pathLst>
                <a:path w="11188" h="62522">
                  <a:moveTo>
                    <a:pt x="0" y="0"/>
                  </a:moveTo>
                  <a:lnTo>
                    <a:pt x="11188" y="0"/>
                  </a:lnTo>
                  <a:lnTo>
                    <a:pt x="11188" y="62522"/>
                  </a:lnTo>
                  <a:lnTo>
                    <a:pt x="0" y="62522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Shape 3515"/>
            <p:cNvSpPr/>
            <p:nvPr/>
          </p:nvSpPr>
          <p:spPr>
            <a:xfrm>
              <a:off x="2101553" y="347816"/>
              <a:ext cx="14504" cy="13894"/>
            </a:xfrm>
            <a:custGeom>
              <a:avLst/>
              <a:gdLst/>
              <a:ahLst/>
              <a:cxnLst/>
              <a:rect l="0" t="0" r="0" b="0"/>
              <a:pathLst>
                <a:path w="14504" h="13894">
                  <a:moveTo>
                    <a:pt x="7251" y="0"/>
                  </a:moveTo>
                  <a:cubicBezTo>
                    <a:pt x="11188" y="0"/>
                    <a:pt x="14504" y="3239"/>
                    <a:pt x="14504" y="6947"/>
                  </a:cubicBezTo>
                  <a:cubicBezTo>
                    <a:pt x="14504" y="10655"/>
                    <a:pt x="11188" y="13894"/>
                    <a:pt x="7251" y="13894"/>
                  </a:cubicBezTo>
                  <a:cubicBezTo>
                    <a:pt x="3302" y="13894"/>
                    <a:pt x="0" y="10655"/>
                    <a:pt x="0" y="6947"/>
                  </a:cubicBezTo>
                  <a:cubicBezTo>
                    <a:pt x="0" y="3239"/>
                    <a:pt x="3302" y="0"/>
                    <a:pt x="7251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Shape 3516"/>
            <p:cNvSpPr/>
            <p:nvPr/>
          </p:nvSpPr>
          <p:spPr>
            <a:xfrm>
              <a:off x="2132454" y="371894"/>
              <a:ext cx="57620" cy="63602"/>
            </a:xfrm>
            <a:custGeom>
              <a:avLst/>
              <a:gdLst/>
              <a:ahLst/>
              <a:cxnLst/>
              <a:rect l="0" t="0" r="0" b="0"/>
              <a:pathLst>
                <a:path w="57620" h="63602">
                  <a:moveTo>
                    <a:pt x="37782" y="0"/>
                  </a:moveTo>
                  <a:cubicBezTo>
                    <a:pt x="53162" y="0"/>
                    <a:pt x="57620" y="11138"/>
                    <a:pt x="57620" y="26238"/>
                  </a:cubicBezTo>
                  <a:lnTo>
                    <a:pt x="57620" y="63602"/>
                  </a:lnTo>
                  <a:lnTo>
                    <a:pt x="46431" y="63602"/>
                  </a:lnTo>
                  <a:lnTo>
                    <a:pt x="46431" y="28626"/>
                  </a:lnTo>
                  <a:cubicBezTo>
                    <a:pt x="46431" y="15329"/>
                    <a:pt x="42101" y="9461"/>
                    <a:pt x="33324" y="9461"/>
                  </a:cubicBezTo>
                  <a:cubicBezTo>
                    <a:pt x="24168" y="9461"/>
                    <a:pt x="14250" y="16408"/>
                    <a:pt x="11201" y="25870"/>
                  </a:cubicBezTo>
                  <a:lnTo>
                    <a:pt x="11201" y="63602"/>
                  </a:lnTo>
                  <a:lnTo>
                    <a:pt x="0" y="63602"/>
                  </a:lnTo>
                  <a:lnTo>
                    <a:pt x="0" y="1079"/>
                  </a:lnTo>
                  <a:lnTo>
                    <a:pt x="10185" y="1079"/>
                  </a:lnTo>
                  <a:lnTo>
                    <a:pt x="10185" y="14491"/>
                  </a:lnTo>
                  <a:cubicBezTo>
                    <a:pt x="15392" y="5753"/>
                    <a:pt x="26073" y="0"/>
                    <a:pt x="377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Shape 3517"/>
            <p:cNvSpPr/>
            <p:nvPr/>
          </p:nvSpPr>
          <p:spPr>
            <a:xfrm>
              <a:off x="2204825" y="443045"/>
              <a:ext cx="31286" cy="19164"/>
            </a:xfrm>
            <a:custGeom>
              <a:avLst/>
              <a:gdLst/>
              <a:ahLst/>
              <a:cxnLst/>
              <a:rect l="0" t="0" r="0" b="0"/>
              <a:pathLst>
                <a:path w="31286" h="19164">
                  <a:moveTo>
                    <a:pt x="6490" y="0"/>
                  </a:moveTo>
                  <a:cubicBezTo>
                    <a:pt x="11709" y="7303"/>
                    <a:pt x="20600" y="11024"/>
                    <a:pt x="30137" y="11024"/>
                  </a:cubicBezTo>
                  <a:lnTo>
                    <a:pt x="31286" y="10680"/>
                  </a:lnTo>
                  <a:lnTo>
                    <a:pt x="31286" y="18826"/>
                  </a:lnTo>
                  <a:lnTo>
                    <a:pt x="30137" y="19164"/>
                  </a:lnTo>
                  <a:cubicBezTo>
                    <a:pt x="15139" y="19164"/>
                    <a:pt x="6236" y="13894"/>
                    <a:pt x="0" y="5385"/>
                  </a:cubicBezTo>
                  <a:lnTo>
                    <a:pt x="649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Shape 3518"/>
            <p:cNvSpPr/>
            <p:nvPr/>
          </p:nvSpPr>
          <p:spPr>
            <a:xfrm>
              <a:off x="2203301" y="371899"/>
              <a:ext cx="32810" cy="64313"/>
            </a:xfrm>
            <a:custGeom>
              <a:avLst/>
              <a:gdLst/>
              <a:ahLst/>
              <a:cxnLst/>
              <a:rect l="0" t="0" r="0" b="0"/>
              <a:pathLst>
                <a:path w="32810" h="64313">
                  <a:moveTo>
                    <a:pt x="30772" y="0"/>
                  </a:moveTo>
                  <a:lnTo>
                    <a:pt x="32810" y="542"/>
                  </a:lnTo>
                  <a:lnTo>
                    <a:pt x="32810" y="9215"/>
                  </a:lnTo>
                  <a:lnTo>
                    <a:pt x="17135" y="16534"/>
                  </a:lnTo>
                  <a:cubicBezTo>
                    <a:pt x="13382" y="20981"/>
                    <a:pt x="11316" y="26879"/>
                    <a:pt x="11316" y="32690"/>
                  </a:cubicBezTo>
                  <a:cubicBezTo>
                    <a:pt x="11316" y="38919"/>
                    <a:pt x="13827" y="44669"/>
                    <a:pt x="17929" y="48861"/>
                  </a:cubicBezTo>
                  <a:lnTo>
                    <a:pt x="32810" y="55150"/>
                  </a:lnTo>
                  <a:lnTo>
                    <a:pt x="32810" y="63778"/>
                  </a:lnTo>
                  <a:lnTo>
                    <a:pt x="30658" y="64313"/>
                  </a:lnTo>
                  <a:cubicBezTo>
                    <a:pt x="12586" y="64313"/>
                    <a:pt x="0" y="49098"/>
                    <a:pt x="0" y="32448"/>
                  </a:cubicBezTo>
                  <a:cubicBezTo>
                    <a:pt x="0" y="14846"/>
                    <a:pt x="12586" y="0"/>
                    <a:pt x="3077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Shape 3519"/>
            <p:cNvSpPr/>
            <p:nvPr/>
          </p:nvSpPr>
          <p:spPr>
            <a:xfrm>
              <a:off x="2236112" y="372441"/>
              <a:ext cx="32683" cy="89429"/>
            </a:xfrm>
            <a:custGeom>
              <a:avLst/>
              <a:gdLst/>
              <a:ahLst/>
              <a:cxnLst/>
              <a:rect l="0" t="0" r="0" b="0"/>
              <a:pathLst>
                <a:path w="32683" h="89429">
                  <a:moveTo>
                    <a:pt x="0" y="0"/>
                  </a:moveTo>
                  <a:lnTo>
                    <a:pt x="12420" y="3301"/>
                  </a:lnTo>
                  <a:cubicBezTo>
                    <a:pt x="16539" y="5710"/>
                    <a:pt x="19971" y="9091"/>
                    <a:pt x="22765" y="12984"/>
                  </a:cubicBezTo>
                  <a:lnTo>
                    <a:pt x="22765" y="525"/>
                  </a:lnTo>
                  <a:lnTo>
                    <a:pt x="32683" y="525"/>
                  </a:lnTo>
                  <a:lnTo>
                    <a:pt x="32683" y="62336"/>
                  </a:lnTo>
                  <a:cubicBezTo>
                    <a:pt x="32683" y="71200"/>
                    <a:pt x="28934" y="78058"/>
                    <a:pt x="22830" y="82700"/>
                  </a:cubicBezTo>
                  <a:lnTo>
                    <a:pt x="0" y="89429"/>
                  </a:lnTo>
                  <a:lnTo>
                    <a:pt x="0" y="81284"/>
                  </a:lnTo>
                  <a:lnTo>
                    <a:pt x="14754" y="76877"/>
                  </a:lnTo>
                  <a:cubicBezTo>
                    <a:pt x="18888" y="73687"/>
                    <a:pt x="21495" y="68864"/>
                    <a:pt x="21495" y="62336"/>
                  </a:cubicBezTo>
                  <a:lnTo>
                    <a:pt x="21495" y="51312"/>
                  </a:lnTo>
                  <a:cubicBezTo>
                    <a:pt x="19012" y="55147"/>
                    <a:pt x="15453" y="58262"/>
                    <a:pt x="11338" y="60418"/>
                  </a:cubicBezTo>
                  <a:lnTo>
                    <a:pt x="0" y="63236"/>
                  </a:lnTo>
                  <a:lnTo>
                    <a:pt x="0" y="54608"/>
                  </a:lnTo>
                  <a:lnTo>
                    <a:pt x="1277" y="55147"/>
                  </a:lnTo>
                  <a:cubicBezTo>
                    <a:pt x="10687" y="55147"/>
                    <a:pt x="19717" y="48201"/>
                    <a:pt x="21495" y="41139"/>
                  </a:cubicBezTo>
                  <a:lnTo>
                    <a:pt x="21495" y="23169"/>
                  </a:lnTo>
                  <a:cubicBezTo>
                    <a:pt x="17938" y="14660"/>
                    <a:pt x="9036" y="8551"/>
                    <a:pt x="260" y="8551"/>
                  </a:cubicBezTo>
                  <a:lnTo>
                    <a:pt x="0" y="86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Shape 3520"/>
            <p:cNvSpPr/>
            <p:nvPr/>
          </p:nvSpPr>
          <p:spPr>
            <a:xfrm>
              <a:off x="1685525" y="493192"/>
              <a:ext cx="34849" cy="85992"/>
            </a:xfrm>
            <a:custGeom>
              <a:avLst/>
              <a:gdLst/>
              <a:ahLst/>
              <a:cxnLst/>
              <a:rect l="0" t="0" r="0" b="0"/>
              <a:pathLst>
                <a:path w="34849" h="85992">
                  <a:moveTo>
                    <a:pt x="23406" y="0"/>
                  </a:moveTo>
                  <a:lnTo>
                    <a:pt x="34849" y="0"/>
                  </a:lnTo>
                  <a:lnTo>
                    <a:pt x="34849" y="85992"/>
                  </a:lnTo>
                  <a:lnTo>
                    <a:pt x="23406" y="85992"/>
                  </a:lnTo>
                  <a:lnTo>
                    <a:pt x="23406" y="11125"/>
                  </a:lnTo>
                  <a:lnTo>
                    <a:pt x="5601" y="22022"/>
                  </a:lnTo>
                  <a:lnTo>
                    <a:pt x="0" y="14250"/>
                  </a:lnTo>
                  <a:lnTo>
                    <a:pt x="23406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Shape 3521"/>
            <p:cNvSpPr/>
            <p:nvPr/>
          </p:nvSpPr>
          <p:spPr>
            <a:xfrm>
              <a:off x="1745307" y="494134"/>
              <a:ext cx="37897" cy="86246"/>
            </a:xfrm>
            <a:custGeom>
              <a:avLst/>
              <a:gdLst/>
              <a:ahLst/>
              <a:cxnLst/>
              <a:rect l="0" t="0" r="0" b="0"/>
              <a:pathLst>
                <a:path w="37897" h="86246">
                  <a:moveTo>
                    <a:pt x="37897" y="0"/>
                  </a:moveTo>
                  <a:lnTo>
                    <a:pt x="37897" y="9715"/>
                  </a:lnTo>
                  <a:cubicBezTo>
                    <a:pt x="19965" y="9715"/>
                    <a:pt x="11570" y="29108"/>
                    <a:pt x="11570" y="43129"/>
                  </a:cubicBezTo>
                  <a:cubicBezTo>
                    <a:pt x="12078" y="58700"/>
                    <a:pt x="20600" y="76543"/>
                    <a:pt x="37897" y="76543"/>
                  </a:cubicBezTo>
                  <a:lnTo>
                    <a:pt x="37897" y="86246"/>
                  </a:lnTo>
                  <a:cubicBezTo>
                    <a:pt x="12967" y="85763"/>
                    <a:pt x="0" y="62293"/>
                    <a:pt x="0" y="43129"/>
                  </a:cubicBezTo>
                  <a:cubicBezTo>
                    <a:pt x="0" y="22644"/>
                    <a:pt x="14504" y="0"/>
                    <a:pt x="37897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Shape 3522"/>
            <p:cNvSpPr/>
            <p:nvPr/>
          </p:nvSpPr>
          <p:spPr>
            <a:xfrm>
              <a:off x="1783204" y="494134"/>
              <a:ext cx="37909" cy="86246"/>
            </a:xfrm>
            <a:custGeom>
              <a:avLst/>
              <a:gdLst/>
              <a:ahLst/>
              <a:cxnLst/>
              <a:rect l="0" t="0" r="0" b="0"/>
              <a:pathLst>
                <a:path w="37909" h="86246">
                  <a:moveTo>
                    <a:pt x="0" y="0"/>
                  </a:moveTo>
                  <a:cubicBezTo>
                    <a:pt x="25057" y="0"/>
                    <a:pt x="37909" y="24562"/>
                    <a:pt x="37909" y="43129"/>
                  </a:cubicBezTo>
                  <a:cubicBezTo>
                    <a:pt x="37909" y="63843"/>
                    <a:pt x="23406" y="86004"/>
                    <a:pt x="0" y="86246"/>
                  </a:cubicBezTo>
                  <a:lnTo>
                    <a:pt x="0" y="76543"/>
                  </a:lnTo>
                  <a:cubicBezTo>
                    <a:pt x="17932" y="76543"/>
                    <a:pt x="26327" y="57252"/>
                    <a:pt x="26327" y="43129"/>
                  </a:cubicBezTo>
                  <a:cubicBezTo>
                    <a:pt x="26327" y="27546"/>
                    <a:pt x="16790" y="9715"/>
                    <a:pt x="0" y="971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Shape 3523"/>
            <p:cNvSpPr/>
            <p:nvPr/>
          </p:nvSpPr>
          <p:spPr>
            <a:xfrm>
              <a:off x="2448596" y="349853"/>
              <a:ext cx="69571" cy="86487"/>
            </a:xfrm>
            <a:custGeom>
              <a:avLst/>
              <a:gdLst/>
              <a:ahLst/>
              <a:cxnLst/>
              <a:rect l="0" t="0" r="0" b="0"/>
              <a:pathLst>
                <a:path w="69571" h="86487">
                  <a:moveTo>
                    <a:pt x="35864" y="0"/>
                  </a:moveTo>
                  <a:cubicBezTo>
                    <a:pt x="47955" y="0"/>
                    <a:pt x="57874" y="3835"/>
                    <a:pt x="65507" y="9716"/>
                  </a:cubicBezTo>
                  <a:lnTo>
                    <a:pt x="60160" y="18453"/>
                  </a:lnTo>
                  <a:cubicBezTo>
                    <a:pt x="55956" y="14021"/>
                    <a:pt x="46419" y="9589"/>
                    <a:pt x="35611" y="9589"/>
                  </a:cubicBezTo>
                  <a:cubicBezTo>
                    <a:pt x="21628" y="9589"/>
                    <a:pt x="15266" y="14859"/>
                    <a:pt x="15266" y="23482"/>
                  </a:cubicBezTo>
                  <a:cubicBezTo>
                    <a:pt x="15266" y="32588"/>
                    <a:pt x="22771" y="34976"/>
                    <a:pt x="39053" y="38456"/>
                  </a:cubicBezTo>
                  <a:cubicBezTo>
                    <a:pt x="57874" y="42405"/>
                    <a:pt x="69571" y="47435"/>
                    <a:pt x="69571" y="62764"/>
                  </a:cubicBezTo>
                  <a:cubicBezTo>
                    <a:pt x="69571" y="79172"/>
                    <a:pt x="55334" y="86487"/>
                    <a:pt x="36754" y="86487"/>
                  </a:cubicBezTo>
                  <a:cubicBezTo>
                    <a:pt x="22898" y="86487"/>
                    <a:pt x="10173" y="82296"/>
                    <a:pt x="0" y="74511"/>
                  </a:cubicBezTo>
                  <a:lnTo>
                    <a:pt x="5473" y="65405"/>
                  </a:lnTo>
                  <a:cubicBezTo>
                    <a:pt x="10947" y="70803"/>
                    <a:pt x="23279" y="76784"/>
                    <a:pt x="37008" y="76784"/>
                  </a:cubicBezTo>
                  <a:cubicBezTo>
                    <a:pt x="49861" y="76784"/>
                    <a:pt x="57366" y="72352"/>
                    <a:pt x="57366" y="63843"/>
                  </a:cubicBezTo>
                  <a:cubicBezTo>
                    <a:pt x="57366" y="54267"/>
                    <a:pt x="48082" y="51397"/>
                    <a:pt x="31293" y="47561"/>
                  </a:cubicBezTo>
                  <a:cubicBezTo>
                    <a:pt x="12979" y="43371"/>
                    <a:pt x="3429" y="38697"/>
                    <a:pt x="3429" y="25159"/>
                  </a:cubicBezTo>
                  <a:cubicBezTo>
                    <a:pt x="3429" y="8877"/>
                    <a:pt x="17170" y="0"/>
                    <a:pt x="35864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Shape 3524"/>
            <p:cNvSpPr/>
            <p:nvPr/>
          </p:nvSpPr>
          <p:spPr>
            <a:xfrm>
              <a:off x="2526185" y="397897"/>
              <a:ext cx="28613" cy="38798"/>
            </a:xfrm>
            <a:custGeom>
              <a:avLst/>
              <a:gdLst/>
              <a:ahLst/>
              <a:cxnLst/>
              <a:rect l="0" t="0" r="0" b="0"/>
              <a:pathLst>
                <a:path w="28613" h="38798">
                  <a:moveTo>
                    <a:pt x="27978" y="0"/>
                  </a:moveTo>
                  <a:lnTo>
                    <a:pt x="28613" y="106"/>
                  </a:lnTo>
                  <a:lnTo>
                    <a:pt x="28613" y="6573"/>
                  </a:lnTo>
                  <a:lnTo>
                    <a:pt x="16817" y="9161"/>
                  </a:lnTo>
                  <a:cubicBezTo>
                    <a:pt x="13192" y="11106"/>
                    <a:pt x="10681" y="14129"/>
                    <a:pt x="10681" y="18440"/>
                  </a:cubicBezTo>
                  <a:cubicBezTo>
                    <a:pt x="10681" y="25870"/>
                    <a:pt x="17425" y="30899"/>
                    <a:pt x="25185" y="30899"/>
                  </a:cubicBezTo>
                  <a:lnTo>
                    <a:pt x="28613" y="30295"/>
                  </a:lnTo>
                  <a:lnTo>
                    <a:pt x="28613" y="37605"/>
                  </a:lnTo>
                  <a:lnTo>
                    <a:pt x="22251" y="38798"/>
                  </a:lnTo>
                  <a:cubicBezTo>
                    <a:pt x="9665" y="38798"/>
                    <a:pt x="0" y="30290"/>
                    <a:pt x="0" y="19279"/>
                  </a:cubicBezTo>
                  <a:cubicBezTo>
                    <a:pt x="0" y="6109"/>
                    <a:pt x="14237" y="0"/>
                    <a:pt x="27978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Shape 3525"/>
            <p:cNvSpPr/>
            <p:nvPr/>
          </p:nvSpPr>
          <p:spPr>
            <a:xfrm>
              <a:off x="2530376" y="372134"/>
              <a:ext cx="24422" cy="14727"/>
            </a:xfrm>
            <a:custGeom>
              <a:avLst/>
              <a:gdLst/>
              <a:ahLst/>
              <a:cxnLst/>
              <a:rect l="0" t="0" r="0" b="0"/>
              <a:pathLst>
                <a:path w="24422" h="14727">
                  <a:moveTo>
                    <a:pt x="24422" y="0"/>
                  </a:moveTo>
                  <a:lnTo>
                    <a:pt x="24422" y="7569"/>
                  </a:lnTo>
                  <a:lnTo>
                    <a:pt x="3696" y="14727"/>
                  </a:lnTo>
                  <a:lnTo>
                    <a:pt x="0" y="7907"/>
                  </a:lnTo>
                  <a:cubicBezTo>
                    <a:pt x="3817" y="5514"/>
                    <a:pt x="7886" y="3478"/>
                    <a:pt x="12195" y="2042"/>
                  </a:cubicBezTo>
                  <a:lnTo>
                    <a:pt x="24422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Shape 3526"/>
            <p:cNvSpPr/>
            <p:nvPr/>
          </p:nvSpPr>
          <p:spPr>
            <a:xfrm>
              <a:off x="2554798" y="371901"/>
              <a:ext cx="29121" cy="63602"/>
            </a:xfrm>
            <a:custGeom>
              <a:avLst/>
              <a:gdLst/>
              <a:ahLst/>
              <a:cxnLst/>
              <a:rect l="0" t="0" r="0" b="0"/>
              <a:pathLst>
                <a:path w="29121" h="63602">
                  <a:moveTo>
                    <a:pt x="1398" y="0"/>
                  </a:moveTo>
                  <a:cubicBezTo>
                    <a:pt x="19330" y="0"/>
                    <a:pt x="29121" y="10058"/>
                    <a:pt x="29121" y="25159"/>
                  </a:cubicBezTo>
                  <a:lnTo>
                    <a:pt x="29121" y="63602"/>
                  </a:lnTo>
                  <a:lnTo>
                    <a:pt x="18314" y="63602"/>
                  </a:lnTo>
                  <a:lnTo>
                    <a:pt x="18314" y="54127"/>
                  </a:lnTo>
                  <a:cubicBezTo>
                    <a:pt x="15450" y="57785"/>
                    <a:pt x="11697" y="60452"/>
                    <a:pt x="7452" y="62204"/>
                  </a:cubicBezTo>
                  <a:lnTo>
                    <a:pt x="0" y="63602"/>
                  </a:lnTo>
                  <a:lnTo>
                    <a:pt x="0" y="56292"/>
                  </a:lnTo>
                  <a:lnTo>
                    <a:pt x="7136" y="55037"/>
                  </a:lnTo>
                  <a:cubicBezTo>
                    <a:pt x="10522" y="53778"/>
                    <a:pt x="13545" y="51860"/>
                    <a:pt x="15520" y="49225"/>
                  </a:cubicBezTo>
                  <a:cubicBezTo>
                    <a:pt x="17044" y="47676"/>
                    <a:pt x="17932" y="46000"/>
                    <a:pt x="17932" y="44552"/>
                  </a:cubicBezTo>
                  <a:lnTo>
                    <a:pt x="17932" y="35331"/>
                  </a:lnTo>
                  <a:cubicBezTo>
                    <a:pt x="12459" y="33300"/>
                    <a:pt x="6490" y="32347"/>
                    <a:pt x="1016" y="32347"/>
                  </a:cubicBezTo>
                  <a:lnTo>
                    <a:pt x="0" y="32570"/>
                  </a:lnTo>
                  <a:lnTo>
                    <a:pt x="0" y="26103"/>
                  </a:lnTo>
                  <a:lnTo>
                    <a:pt x="17932" y="29108"/>
                  </a:lnTo>
                  <a:lnTo>
                    <a:pt x="17932" y="24079"/>
                  </a:lnTo>
                  <a:cubicBezTo>
                    <a:pt x="17932" y="14122"/>
                    <a:pt x="11443" y="7671"/>
                    <a:pt x="381" y="7671"/>
                  </a:cubicBezTo>
                  <a:lnTo>
                    <a:pt x="0" y="7803"/>
                  </a:lnTo>
                  <a:lnTo>
                    <a:pt x="0" y="233"/>
                  </a:lnTo>
                  <a:lnTo>
                    <a:pt x="1398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Shape 28744"/>
            <p:cNvSpPr/>
            <p:nvPr/>
          </p:nvSpPr>
          <p:spPr>
            <a:xfrm>
              <a:off x="2601861" y="348062"/>
              <a:ext cx="11188" cy="87440"/>
            </a:xfrm>
            <a:custGeom>
              <a:avLst/>
              <a:gdLst/>
              <a:ahLst/>
              <a:cxnLst/>
              <a:rect l="0" t="0" r="0" b="0"/>
              <a:pathLst>
                <a:path w="11188" h="87440">
                  <a:moveTo>
                    <a:pt x="0" y="0"/>
                  </a:moveTo>
                  <a:lnTo>
                    <a:pt x="11188" y="0"/>
                  </a:lnTo>
                  <a:lnTo>
                    <a:pt x="11188" y="87440"/>
                  </a:lnTo>
                  <a:lnTo>
                    <a:pt x="0" y="87440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Shape 3528"/>
            <p:cNvSpPr/>
            <p:nvPr/>
          </p:nvSpPr>
          <p:spPr>
            <a:xfrm>
              <a:off x="2627291" y="371908"/>
              <a:ext cx="34086" cy="64795"/>
            </a:xfrm>
            <a:custGeom>
              <a:avLst/>
              <a:gdLst/>
              <a:ahLst/>
              <a:cxnLst/>
              <a:rect l="0" t="0" r="0" b="0"/>
              <a:pathLst>
                <a:path w="34086" h="64795">
                  <a:moveTo>
                    <a:pt x="33960" y="0"/>
                  </a:moveTo>
                  <a:lnTo>
                    <a:pt x="34086" y="24"/>
                  </a:lnTo>
                  <a:lnTo>
                    <a:pt x="34086" y="7946"/>
                  </a:lnTo>
                  <a:lnTo>
                    <a:pt x="33960" y="7899"/>
                  </a:lnTo>
                  <a:cubicBezTo>
                    <a:pt x="22123" y="7899"/>
                    <a:pt x="12459" y="16281"/>
                    <a:pt x="11570" y="28130"/>
                  </a:cubicBezTo>
                  <a:lnTo>
                    <a:pt x="34086" y="28130"/>
                  </a:lnTo>
                  <a:lnTo>
                    <a:pt x="34086" y="35928"/>
                  </a:lnTo>
                  <a:lnTo>
                    <a:pt x="11824" y="35928"/>
                  </a:lnTo>
                  <a:cubicBezTo>
                    <a:pt x="12332" y="42094"/>
                    <a:pt x="15033" y="47336"/>
                    <a:pt x="19056" y="51036"/>
                  </a:cubicBezTo>
                  <a:lnTo>
                    <a:pt x="34086" y="56847"/>
                  </a:lnTo>
                  <a:lnTo>
                    <a:pt x="34086" y="64732"/>
                  </a:lnTo>
                  <a:lnTo>
                    <a:pt x="33833" y="64795"/>
                  </a:lnTo>
                  <a:cubicBezTo>
                    <a:pt x="13868" y="64795"/>
                    <a:pt x="0" y="49936"/>
                    <a:pt x="0" y="32334"/>
                  </a:cubicBezTo>
                  <a:cubicBezTo>
                    <a:pt x="0" y="14732"/>
                    <a:pt x="13995" y="0"/>
                    <a:pt x="3396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Shape 3529"/>
            <p:cNvSpPr/>
            <p:nvPr/>
          </p:nvSpPr>
          <p:spPr>
            <a:xfrm>
              <a:off x="2661377" y="418365"/>
              <a:ext cx="28741" cy="18276"/>
            </a:xfrm>
            <a:custGeom>
              <a:avLst/>
              <a:gdLst/>
              <a:ahLst/>
              <a:cxnLst/>
              <a:rect l="0" t="0" r="0" b="0"/>
              <a:pathLst>
                <a:path w="28741" h="18276">
                  <a:moveTo>
                    <a:pt x="19076" y="0"/>
                  </a:moveTo>
                  <a:lnTo>
                    <a:pt x="28741" y="2527"/>
                  </a:lnTo>
                  <a:cubicBezTo>
                    <a:pt x="26581" y="7137"/>
                    <a:pt x="22670" y="11090"/>
                    <a:pt x="17630" y="13891"/>
                  </a:cubicBezTo>
                  <a:lnTo>
                    <a:pt x="0" y="18276"/>
                  </a:lnTo>
                  <a:lnTo>
                    <a:pt x="0" y="10390"/>
                  </a:lnTo>
                  <a:lnTo>
                    <a:pt x="127" y="10439"/>
                  </a:lnTo>
                  <a:cubicBezTo>
                    <a:pt x="8268" y="10439"/>
                    <a:pt x="16282" y="6236"/>
                    <a:pt x="19076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Shape 3530"/>
            <p:cNvSpPr/>
            <p:nvPr/>
          </p:nvSpPr>
          <p:spPr>
            <a:xfrm>
              <a:off x="2661377" y="371933"/>
              <a:ext cx="33058" cy="35904"/>
            </a:xfrm>
            <a:custGeom>
              <a:avLst/>
              <a:gdLst/>
              <a:ahLst/>
              <a:cxnLst/>
              <a:rect l="0" t="0" r="0" b="0"/>
              <a:pathLst>
                <a:path w="33058" h="35904">
                  <a:moveTo>
                    <a:pt x="0" y="0"/>
                  </a:moveTo>
                  <a:lnTo>
                    <a:pt x="13535" y="2595"/>
                  </a:lnTo>
                  <a:cubicBezTo>
                    <a:pt x="25693" y="7624"/>
                    <a:pt x="33058" y="19254"/>
                    <a:pt x="33058" y="31827"/>
                  </a:cubicBezTo>
                  <a:cubicBezTo>
                    <a:pt x="33058" y="33503"/>
                    <a:pt x="32945" y="35180"/>
                    <a:pt x="32817" y="35904"/>
                  </a:cubicBezTo>
                  <a:lnTo>
                    <a:pt x="0" y="35904"/>
                  </a:lnTo>
                  <a:lnTo>
                    <a:pt x="0" y="28106"/>
                  </a:lnTo>
                  <a:lnTo>
                    <a:pt x="22517" y="28106"/>
                  </a:lnTo>
                  <a:cubicBezTo>
                    <a:pt x="21940" y="22124"/>
                    <a:pt x="19234" y="17066"/>
                    <a:pt x="15196" y="13504"/>
                  </a:cubicBezTo>
                  <a:lnTo>
                    <a:pt x="0" y="79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Shape 3531"/>
            <p:cNvSpPr/>
            <p:nvPr/>
          </p:nvSpPr>
          <p:spPr>
            <a:xfrm>
              <a:off x="2701056" y="371905"/>
              <a:ext cx="55449" cy="64796"/>
            </a:xfrm>
            <a:custGeom>
              <a:avLst/>
              <a:gdLst/>
              <a:ahLst/>
              <a:cxnLst/>
              <a:rect l="0" t="0" r="0" b="0"/>
              <a:pathLst>
                <a:path w="55449" h="64796">
                  <a:moveTo>
                    <a:pt x="28613" y="0"/>
                  </a:moveTo>
                  <a:cubicBezTo>
                    <a:pt x="38532" y="0"/>
                    <a:pt x="47561" y="3340"/>
                    <a:pt x="53543" y="8255"/>
                  </a:cubicBezTo>
                  <a:lnTo>
                    <a:pt x="48463" y="14605"/>
                  </a:lnTo>
                  <a:cubicBezTo>
                    <a:pt x="42863" y="9932"/>
                    <a:pt x="35611" y="7658"/>
                    <a:pt x="28359" y="7658"/>
                  </a:cubicBezTo>
                  <a:cubicBezTo>
                    <a:pt x="20218" y="7658"/>
                    <a:pt x="13741" y="10770"/>
                    <a:pt x="13741" y="17958"/>
                  </a:cubicBezTo>
                  <a:cubicBezTo>
                    <a:pt x="13741" y="23825"/>
                    <a:pt x="18059" y="25146"/>
                    <a:pt x="29375" y="27775"/>
                  </a:cubicBezTo>
                  <a:cubicBezTo>
                    <a:pt x="47054" y="31738"/>
                    <a:pt x="55449" y="35090"/>
                    <a:pt x="55449" y="45746"/>
                  </a:cubicBezTo>
                  <a:cubicBezTo>
                    <a:pt x="55449" y="57366"/>
                    <a:pt x="45148" y="64796"/>
                    <a:pt x="29121" y="64796"/>
                  </a:cubicBezTo>
                  <a:cubicBezTo>
                    <a:pt x="18567" y="64796"/>
                    <a:pt x="7379" y="61557"/>
                    <a:pt x="0" y="55690"/>
                  </a:cubicBezTo>
                  <a:lnTo>
                    <a:pt x="4838" y="48616"/>
                  </a:lnTo>
                  <a:cubicBezTo>
                    <a:pt x="12586" y="54128"/>
                    <a:pt x="20345" y="57010"/>
                    <a:pt x="28867" y="57010"/>
                  </a:cubicBezTo>
                  <a:cubicBezTo>
                    <a:pt x="38405" y="57010"/>
                    <a:pt x="44641" y="53175"/>
                    <a:pt x="44641" y="46698"/>
                  </a:cubicBezTo>
                  <a:cubicBezTo>
                    <a:pt x="44641" y="40475"/>
                    <a:pt x="38659" y="38684"/>
                    <a:pt x="25946" y="35801"/>
                  </a:cubicBezTo>
                  <a:cubicBezTo>
                    <a:pt x="9919" y="32093"/>
                    <a:pt x="3175" y="29223"/>
                    <a:pt x="3175" y="19406"/>
                  </a:cubicBezTo>
                  <a:cubicBezTo>
                    <a:pt x="3175" y="6820"/>
                    <a:pt x="14504" y="0"/>
                    <a:pt x="28613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Shape 3532"/>
            <p:cNvSpPr/>
            <p:nvPr/>
          </p:nvSpPr>
          <p:spPr>
            <a:xfrm>
              <a:off x="2454451" y="558835"/>
              <a:ext cx="28365" cy="21552"/>
            </a:xfrm>
            <a:custGeom>
              <a:avLst/>
              <a:gdLst/>
              <a:ahLst/>
              <a:cxnLst/>
              <a:rect l="0" t="0" r="0" b="0"/>
              <a:pathLst>
                <a:path w="28365" h="21552">
                  <a:moveTo>
                    <a:pt x="6870" y="0"/>
                  </a:moveTo>
                  <a:cubicBezTo>
                    <a:pt x="10554" y="7417"/>
                    <a:pt x="18440" y="12205"/>
                    <a:pt x="27343" y="12205"/>
                  </a:cubicBezTo>
                  <a:lnTo>
                    <a:pt x="28365" y="11674"/>
                  </a:lnTo>
                  <a:lnTo>
                    <a:pt x="28365" y="21292"/>
                  </a:lnTo>
                  <a:lnTo>
                    <a:pt x="27215" y="21552"/>
                  </a:lnTo>
                  <a:cubicBezTo>
                    <a:pt x="15519" y="21552"/>
                    <a:pt x="5473" y="15926"/>
                    <a:pt x="0" y="6338"/>
                  </a:cubicBezTo>
                  <a:lnTo>
                    <a:pt x="687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Shape 3533"/>
            <p:cNvSpPr/>
            <p:nvPr/>
          </p:nvSpPr>
          <p:spPr>
            <a:xfrm>
              <a:off x="2450513" y="493545"/>
              <a:ext cx="32303" cy="57976"/>
            </a:xfrm>
            <a:custGeom>
              <a:avLst/>
              <a:gdLst/>
              <a:ahLst/>
              <a:cxnLst/>
              <a:rect l="0" t="0" r="0" b="0"/>
              <a:pathLst>
                <a:path w="32303" h="57976">
                  <a:moveTo>
                    <a:pt x="32296" y="0"/>
                  </a:moveTo>
                  <a:lnTo>
                    <a:pt x="32303" y="1"/>
                  </a:lnTo>
                  <a:lnTo>
                    <a:pt x="32303" y="9045"/>
                  </a:lnTo>
                  <a:lnTo>
                    <a:pt x="32169" y="8992"/>
                  </a:lnTo>
                  <a:cubicBezTo>
                    <a:pt x="20472" y="8992"/>
                    <a:pt x="10808" y="18212"/>
                    <a:pt x="10808" y="29223"/>
                  </a:cubicBezTo>
                  <a:cubicBezTo>
                    <a:pt x="10808" y="40246"/>
                    <a:pt x="20600" y="49352"/>
                    <a:pt x="32296" y="49352"/>
                  </a:cubicBezTo>
                  <a:lnTo>
                    <a:pt x="32303" y="49350"/>
                  </a:lnTo>
                  <a:lnTo>
                    <a:pt x="32303" y="57674"/>
                  </a:lnTo>
                  <a:lnTo>
                    <a:pt x="31153" y="57976"/>
                  </a:lnTo>
                  <a:cubicBezTo>
                    <a:pt x="13729" y="57976"/>
                    <a:pt x="0" y="45276"/>
                    <a:pt x="0" y="29350"/>
                  </a:cubicBezTo>
                  <a:cubicBezTo>
                    <a:pt x="0" y="12941"/>
                    <a:pt x="14110" y="0"/>
                    <a:pt x="32296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Shape 3534"/>
            <p:cNvSpPr/>
            <p:nvPr/>
          </p:nvSpPr>
          <p:spPr>
            <a:xfrm>
              <a:off x="2482816" y="493546"/>
              <a:ext cx="32683" cy="86581"/>
            </a:xfrm>
            <a:custGeom>
              <a:avLst/>
              <a:gdLst/>
              <a:ahLst/>
              <a:cxnLst/>
              <a:rect l="0" t="0" r="0" b="0"/>
              <a:pathLst>
                <a:path w="32683" h="86581">
                  <a:moveTo>
                    <a:pt x="0" y="0"/>
                  </a:moveTo>
                  <a:lnTo>
                    <a:pt x="13309" y="2490"/>
                  </a:lnTo>
                  <a:cubicBezTo>
                    <a:pt x="25240" y="7402"/>
                    <a:pt x="32683" y="19373"/>
                    <a:pt x="32683" y="36537"/>
                  </a:cubicBezTo>
                  <a:cubicBezTo>
                    <a:pt x="32683" y="61692"/>
                    <a:pt x="25097" y="77411"/>
                    <a:pt x="12720" y="83698"/>
                  </a:cubicBezTo>
                  <a:lnTo>
                    <a:pt x="0" y="86581"/>
                  </a:lnTo>
                  <a:lnTo>
                    <a:pt x="0" y="76964"/>
                  </a:lnTo>
                  <a:lnTo>
                    <a:pt x="15701" y="68814"/>
                  </a:lnTo>
                  <a:cubicBezTo>
                    <a:pt x="19739" y="63156"/>
                    <a:pt x="22060" y="54863"/>
                    <a:pt x="22117" y="44322"/>
                  </a:cubicBezTo>
                  <a:cubicBezTo>
                    <a:pt x="20276" y="48456"/>
                    <a:pt x="17098" y="51869"/>
                    <a:pt x="13060" y="54249"/>
                  </a:cubicBezTo>
                  <a:lnTo>
                    <a:pt x="0" y="57673"/>
                  </a:lnTo>
                  <a:lnTo>
                    <a:pt x="0" y="49349"/>
                  </a:lnTo>
                  <a:lnTo>
                    <a:pt x="15131" y="43436"/>
                  </a:lnTo>
                  <a:cubicBezTo>
                    <a:pt x="19044" y="39798"/>
                    <a:pt x="21495" y="34797"/>
                    <a:pt x="21495" y="29349"/>
                  </a:cubicBezTo>
                  <a:cubicBezTo>
                    <a:pt x="21495" y="23837"/>
                    <a:pt x="19012" y="18747"/>
                    <a:pt x="15067" y="15036"/>
                  </a:cubicBezTo>
                  <a:lnTo>
                    <a:pt x="0" y="90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Shape 3535"/>
            <p:cNvSpPr/>
            <p:nvPr/>
          </p:nvSpPr>
          <p:spPr>
            <a:xfrm>
              <a:off x="1720466" y="2248517"/>
              <a:ext cx="72631" cy="85052"/>
            </a:xfrm>
            <a:custGeom>
              <a:avLst/>
              <a:gdLst/>
              <a:ahLst/>
              <a:cxnLst/>
              <a:rect l="0" t="0" r="0" b="0"/>
              <a:pathLst>
                <a:path w="72631" h="85052">
                  <a:moveTo>
                    <a:pt x="0" y="0"/>
                  </a:moveTo>
                  <a:lnTo>
                    <a:pt x="11455" y="0"/>
                  </a:lnTo>
                  <a:lnTo>
                    <a:pt x="11455" y="36779"/>
                  </a:lnTo>
                  <a:lnTo>
                    <a:pt x="61189" y="36779"/>
                  </a:lnTo>
                  <a:lnTo>
                    <a:pt x="61189" y="0"/>
                  </a:lnTo>
                  <a:lnTo>
                    <a:pt x="72631" y="0"/>
                  </a:lnTo>
                  <a:lnTo>
                    <a:pt x="72631" y="85052"/>
                  </a:lnTo>
                  <a:lnTo>
                    <a:pt x="61189" y="85052"/>
                  </a:lnTo>
                  <a:lnTo>
                    <a:pt x="61189" y="46355"/>
                  </a:lnTo>
                  <a:lnTo>
                    <a:pt x="11455" y="46355"/>
                  </a:lnTo>
                  <a:lnTo>
                    <a:pt x="11455" y="85052"/>
                  </a:lnTo>
                  <a:lnTo>
                    <a:pt x="0" y="85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Shape 3536"/>
            <p:cNvSpPr/>
            <p:nvPr/>
          </p:nvSpPr>
          <p:spPr>
            <a:xfrm>
              <a:off x="1814717" y="2248511"/>
              <a:ext cx="32938" cy="85052"/>
            </a:xfrm>
            <a:custGeom>
              <a:avLst/>
              <a:gdLst/>
              <a:ahLst/>
              <a:cxnLst/>
              <a:rect l="0" t="0" r="0" b="0"/>
              <a:pathLst>
                <a:path w="32938" h="85052">
                  <a:moveTo>
                    <a:pt x="0" y="0"/>
                  </a:moveTo>
                  <a:lnTo>
                    <a:pt x="32938" y="0"/>
                  </a:lnTo>
                  <a:lnTo>
                    <a:pt x="32938" y="9589"/>
                  </a:lnTo>
                  <a:lnTo>
                    <a:pt x="11443" y="9589"/>
                  </a:lnTo>
                  <a:lnTo>
                    <a:pt x="11443" y="44920"/>
                  </a:lnTo>
                  <a:lnTo>
                    <a:pt x="32938" y="44920"/>
                  </a:lnTo>
                  <a:lnTo>
                    <a:pt x="32938" y="54508"/>
                  </a:lnTo>
                  <a:lnTo>
                    <a:pt x="11443" y="54508"/>
                  </a:lnTo>
                  <a:lnTo>
                    <a:pt x="11443" y="85052"/>
                  </a:lnTo>
                  <a:lnTo>
                    <a:pt x="0" y="85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Shape 3537"/>
            <p:cNvSpPr/>
            <p:nvPr/>
          </p:nvSpPr>
          <p:spPr>
            <a:xfrm>
              <a:off x="1847655" y="2248511"/>
              <a:ext cx="35998" cy="85052"/>
            </a:xfrm>
            <a:custGeom>
              <a:avLst/>
              <a:gdLst/>
              <a:ahLst/>
              <a:cxnLst/>
              <a:rect l="0" t="0" r="0" b="0"/>
              <a:pathLst>
                <a:path w="35998" h="85052">
                  <a:moveTo>
                    <a:pt x="0" y="0"/>
                  </a:moveTo>
                  <a:lnTo>
                    <a:pt x="5721" y="0"/>
                  </a:lnTo>
                  <a:cubicBezTo>
                    <a:pt x="21622" y="0"/>
                    <a:pt x="33065" y="13779"/>
                    <a:pt x="33065" y="27203"/>
                  </a:cubicBezTo>
                  <a:cubicBezTo>
                    <a:pt x="33065" y="39052"/>
                    <a:pt x="25571" y="49720"/>
                    <a:pt x="14116" y="52476"/>
                  </a:cubicBezTo>
                  <a:lnTo>
                    <a:pt x="35998" y="85052"/>
                  </a:lnTo>
                  <a:lnTo>
                    <a:pt x="23019" y="85052"/>
                  </a:lnTo>
                  <a:lnTo>
                    <a:pt x="2419" y="54508"/>
                  </a:lnTo>
                  <a:lnTo>
                    <a:pt x="0" y="54508"/>
                  </a:lnTo>
                  <a:lnTo>
                    <a:pt x="0" y="44920"/>
                  </a:lnTo>
                  <a:lnTo>
                    <a:pt x="5848" y="44920"/>
                  </a:lnTo>
                  <a:cubicBezTo>
                    <a:pt x="15259" y="44920"/>
                    <a:pt x="21495" y="36538"/>
                    <a:pt x="21495" y="27203"/>
                  </a:cubicBezTo>
                  <a:cubicBezTo>
                    <a:pt x="21495" y="17615"/>
                    <a:pt x="13862" y="9589"/>
                    <a:pt x="5087" y="9589"/>
                  </a:cubicBezTo>
                  <a:lnTo>
                    <a:pt x="0" y="9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Shape 3538"/>
            <p:cNvSpPr/>
            <p:nvPr/>
          </p:nvSpPr>
          <p:spPr>
            <a:xfrm>
              <a:off x="1714492" y="2392204"/>
              <a:ext cx="61049" cy="86246"/>
            </a:xfrm>
            <a:custGeom>
              <a:avLst/>
              <a:gdLst/>
              <a:ahLst/>
              <a:cxnLst/>
              <a:rect l="0" t="0" r="0" b="0"/>
              <a:pathLst>
                <a:path w="61049" h="86246">
                  <a:moveTo>
                    <a:pt x="12218" y="0"/>
                  </a:moveTo>
                  <a:lnTo>
                    <a:pt x="56083" y="0"/>
                  </a:lnTo>
                  <a:lnTo>
                    <a:pt x="56083" y="9703"/>
                  </a:lnTo>
                  <a:lnTo>
                    <a:pt x="20472" y="9703"/>
                  </a:lnTo>
                  <a:lnTo>
                    <a:pt x="15011" y="36779"/>
                  </a:lnTo>
                  <a:cubicBezTo>
                    <a:pt x="18694" y="32944"/>
                    <a:pt x="24549" y="30785"/>
                    <a:pt x="31547" y="30785"/>
                  </a:cubicBezTo>
                  <a:cubicBezTo>
                    <a:pt x="48209" y="30785"/>
                    <a:pt x="61049" y="41923"/>
                    <a:pt x="61049" y="57861"/>
                  </a:cubicBezTo>
                  <a:cubicBezTo>
                    <a:pt x="61049" y="74740"/>
                    <a:pt x="47054" y="86246"/>
                    <a:pt x="29134" y="86246"/>
                  </a:cubicBezTo>
                  <a:cubicBezTo>
                    <a:pt x="16281" y="86246"/>
                    <a:pt x="5347" y="80023"/>
                    <a:pt x="0" y="70307"/>
                  </a:cubicBezTo>
                  <a:lnTo>
                    <a:pt x="6998" y="64567"/>
                  </a:lnTo>
                  <a:cubicBezTo>
                    <a:pt x="11709" y="71996"/>
                    <a:pt x="20092" y="76784"/>
                    <a:pt x="29261" y="76784"/>
                  </a:cubicBezTo>
                  <a:cubicBezTo>
                    <a:pt x="40831" y="76784"/>
                    <a:pt x="49606" y="69113"/>
                    <a:pt x="49606" y="58103"/>
                  </a:cubicBezTo>
                  <a:cubicBezTo>
                    <a:pt x="49606" y="47434"/>
                    <a:pt x="41084" y="39891"/>
                    <a:pt x="30150" y="39891"/>
                  </a:cubicBezTo>
                  <a:cubicBezTo>
                    <a:pt x="23025" y="39891"/>
                    <a:pt x="16155" y="43129"/>
                    <a:pt x="12218" y="48641"/>
                  </a:cubicBezTo>
                  <a:lnTo>
                    <a:pt x="2045" y="48641"/>
                  </a:lnTo>
                  <a:cubicBezTo>
                    <a:pt x="2807" y="45161"/>
                    <a:pt x="12218" y="0"/>
                    <a:pt x="12218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Shape 3539"/>
            <p:cNvSpPr/>
            <p:nvPr/>
          </p:nvSpPr>
          <p:spPr>
            <a:xfrm>
              <a:off x="1720472" y="1842466"/>
              <a:ext cx="32429" cy="85052"/>
            </a:xfrm>
            <a:custGeom>
              <a:avLst/>
              <a:gdLst/>
              <a:ahLst/>
              <a:cxnLst/>
              <a:rect l="0" t="0" r="0" b="0"/>
              <a:pathLst>
                <a:path w="32429" h="85052">
                  <a:moveTo>
                    <a:pt x="0" y="0"/>
                  </a:moveTo>
                  <a:lnTo>
                    <a:pt x="32429" y="0"/>
                  </a:lnTo>
                  <a:lnTo>
                    <a:pt x="32429" y="9589"/>
                  </a:lnTo>
                  <a:lnTo>
                    <a:pt x="11443" y="9589"/>
                  </a:lnTo>
                  <a:lnTo>
                    <a:pt x="11443" y="44920"/>
                  </a:lnTo>
                  <a:lnTo>
                    <a:pt x="32429" y="44920"/>
                  </a:lnTo>
                  <a:lnTo>
                    <a:pt x="32429" y="54508"/>
                  </a:lnTo>
                  <a:lnTo>
                    <a:pt x="11443" y="54508"/>
                  </a:lnTo>
                  <a:lnTo>
                    <a:pt x="11443" y="85052"/>
                  </a:lnTo>
                  <a:lnTo>
                    <a:pt x="0" y="85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Shape 3540"/>
            <p:cNvSpPr/>
            <p:nvPr/>
          </p:nvSpPr>
          <p:spPr>
            <a:xfrm>
              <a:off x="1752901" y="1842466"/>
              <a:ext cx="32557" cy="54508"/>
            </a:xfrm>
            <a:custGeom>
              <a:avLst/>
              <a:gdLst/>
              <a:ahLst/>
              <a:cxnLst/>
              <a:rect l="0" t="0" r="0" b="0"/>
              <a:pathLst>
                <a:path w="32557" h="54508">
                  <a:moveTo>
                    <a:pt x="0" y="0"/>
                  </a:moveTo>
                  <a:lnTo>
                    <a:pt x="5214" y="0"/>
                  </a:lnTo>
                  <a:cubicBezTo>
                    <a:pt x="21114" y="0"/>
                    <a:pt x="32557" y="13779"/>
                    <a:pt x="32557" y="27203"/>
                  </a:cubicBezTo>
                  <a:cubicBezTo>
                    <a:pt x="32557" y="41211"/>
                    <a:pt x="21876" y="54508"/>
                    <a:pt x="5976" y="54508"/>
                  </a:cubicBezTo>
                  <a:lnTo>
                    <a:pt x="0" y="54508"/>
                  </a:lnTo>
                  <a:lnTo>
                    <a:pt x="0" y="44920"/>
                  </a:lnTo>
                  <a:lnTo>
                    <a:pt x="5341" y="44920"/>
                  </a:lnTo>
                  <a:cubicBezTo>
                    <a:pt x="14752" y="44920"/>
                    <a:pt x="20987" y="36893"/>
                    <a:pt x="20987" y="27203"/>
                  </a:cubicBezTo>
                  <a:cubicBezTo>
                    <a:pt x="20987" y="17145"/>
                    <a:pt x="13354" y="9589"/>
                    <a:pt x="4579" y="9589"/>
                  </a:cubicBezTo>
                  <a:lnTo>
                    <a:pt x="0" y="9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Shape 3541"/>
            <p:cNvSpPr/>
            <p:nvPr/>
          </p:nvSpPr>
          <p:spPr>
            <a:xfrm>
              <a:off x="1799707" y="1842466"/>
              <a:ext cx="32938" cy="85052"/>
            </a:xfrm>
            <a:custGeom>
              <a:avLst/>
              <a:gdLst/>
              <a:ahLst/>
              <a:cxnLst/>
              <a:rect l="0" t="0" r="0" b="0"/>
              <a:pathLst>
                <a:path w="32938" h="85052">
                  <a:moveTo>
                    <a:pt x="0" y="0"/>
                  </a:moveTo>
                  <a:lnTo>
                    <a:pt x="32938" y="0"/>
                  </a:lnTo>
                  <a:lnTo>
                    <a:pt x="32938" y="9589"/>
                  </a:lnTo>
                  <a:lnTo>
                    <a:pt x="11443" y="9589"/>
                  </a:lnTo>
                  <a:lnTo>
                    <a:pt x="11443" y="44920"/>
                  </a:lnTo>
                  <a:lnTo>
                    <a:pt x="32938" y="44920"/>
                  </a:lnTo>
                  <a:lnTo>
                    <a:pt x="32938" y="54508"/>
                  </a:lnTo>
                  <a:lnTo>
                    <a:pt x="11443" y="54508"/>
                  </a:lnTo>
                  <a:lnTo>
                    <a:pt x="11443" y="85052"/>
                  </a:lnTo>
                  <a:lnTo>
                    <a:pt x="0" y="8505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Shape 3542"/>
            <p:cNvSpPr/>
            <p:nvPr/>
          </p:nvSpPr>
          <p:spPr>
            <a:xfrm>
              <a:off x="1832645" y="1842466"/>
              <a:ext cx="35998" cy="85052"/>
            </a:xfrm>
            <a:custGeom>
              <a:avLst/>
              <a:gdLst/>
              <a:ahLst/>
              <a:cxnLst/>
              <a:rect l="0" t="0" r="0" b="0"/>
              <a:pathLst>
                <a:path w="35998" h="85052">
                  <a:moveTo>
                    <a:pt x="0" y="0"/>
                  </a:moveTo>
                  <a:lnTo>
                    <a:pt x="5721" y="0"/>
                  </a:lnTo>
                  <a:cubicBezTo>
                    <a:pt x="21622" y="0"/>
                    <a:pt x="33077" y="13779"/>
                    <a:pt x="33077" y="27203"/>
                  </a:cubicBezTo>
                  <a:cubicBezTo>
                    <a:pt x="33077" y="39052"/>
                    <a:pt x="25571" y="49720"/>
                    <a:pt x="14116" y="52476"/>
                  </a:cubicBezTo>
                  <a:lnTo>
                    <a:pt x="35998" y="85052"/>
                  </a:lnTo>
                  <a:lnTo>
                    <a:pt x="23019" y="85052"/>
                  </a:lnTo>
                  <a:lnTo>
                    <a:pt x="2419" y="54508"/>
                  </a:lnTo>
                  <a:lnTo>
                    <a:pt x="0" y="54508"/>
                  </a:lnTo>
                  <a:lnTo>
                    <a:pt x="0" y="44920"/>
                  </a:lnTo>
                  <a:lnTo>
                    <a:pt x="5848" y="44920"/>
                  </a:lnTo>
                  <a:cubicBezTo>
                    <a:pt x="15272" y="44920"/>
                    <a:pt x="21495" y="36538"/>
                    <a:pt x="21495" y="27203"/>
                  </a:cubicBezTo>
                  <a:cubicBezTo>
                    <a:pt x="21495" y="17615"/>
                    <a:pt x="13874" y="9589"/>
                    <a:pt x="5087" y="9589"/>
                  </a:cubicBezTo>
                  <a:lnTo>
                    <a:pt x="0" y="95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6" name="Shape 3543"/>
            <p:cNvSpPr/>
            <p:nvPr/>
          </p:nvSpPr>
          <p:spPr>
            <a:xfrm>
              <a:off x="1716157" y="1985786"/>
              <a:ext cx="32810" cy="86615"/>
            </a:xfrm>
            <a:custGeom>
              <a:avLst/>
              <a:gdLst/>
              <a:ahLst/>
              <a:cxnLst/>
              <a:rect l="0" t="0" r="0" b="0"/>
              <a:pathLst>
                <a:path w="32810" h="86615">
                  <a:moveTo>
                    <a:pt x="32810" y="0"/>
                  </a:moveTo>
                  <a:lnTo>
                    <a:pt x="32810" y="9469"/>
                  </a:lnTo>
                  <a:lnTo>
                    <a:pt x="17023" y="17748"/>
                  </a:lnTo>
                  <a:cubicBezTo>
                    <a:pt x="13002" y="23436"/>
                    <a:pt x="10681" y="31758"/>
                    <a:pt x="10554" y="42292"/>
                  </a:cubicBezTo>
                  <a:cubicBezTo>
                    <a:pt x="12395" y="38165"/>
                    <a:pt x="15573" y="34755"/>
                    <a:pt x="19610" y="32377"/>
                  </a:cubicBezTo>
                  <a:lnTo>
                    <a:pt x="32810" y="28917"/>
                  </a:lnTo>
                  <a:lnTo>
                    <a:pt x="32810" y="37151"/>
                  </a:lnTo>
                  <a:lnTo>
                    <a:pt x="32804" y="37149"/>
                  </a:lnTo>
                  <a:cubicBezTo>
                    <a:pt x="20980" y="37149"/>
                    <a:pt x="11316" y="46255"/>
                    <a:pt x="11316" y="57265"/>
                  </a:cubicBezTo>
                  <a:cubicBezTo>
                    <a:pt x="11316" y="68289"/>
                    <a:pt x="21107" y="77509"/>
                    <a:pt x="32804" y="77509"/>
                  </a:cubicBezTo>
                  <a:lnTo>
                    <a:pt x="32810" y="77507"/>
                  </a:lnTo>
                  <a:lnTo>
                    <a:pt x="32810" y="86591"/>
                  </a:lnTo>
                  <a:lnTo>
                    <a:pt x="32677" y="86615"/>
                  </a:lnTo>
                  <a:cubicBezTo>
                    <a:pt x="13221" y="86615"/>
                    <a:pt x="0" y="72848"/>
                    <a:pt x="0" y="49963"/>
                  </a:cubicBezTo>
                  <a:cubicBezTo>
                    <a:pt x="0" y="24807"/>
                    <a:pt x="7579" y="9153"/>
                    <a:pt x="19952" y="2898"/>
                  </a:cubicBezTo>
                  <a:lnTo>
                    <a:pt x="3281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7" name="Shape 3544"/>
            <p:cNvSpPr/>
            <p:nvPr/>
          </p:nvSpPr>
          <p:spPr>
            <a:xfrm>
              <a:off x="1748967" y="2014439"/>
              <a:ext cx="32176" cy="57939"/>
            </a:xfrm>
            <a:custGeom>
              <a:avLst/>
              <a:gdLst/>
              <a:ahLst/>
              <a:cxnLst/>
              <a:rect l="0" t="0" r="0" b="0"/>
              <a:pathLst>
                <a:path w="32176" h="57939">
                  <a:moveTo>
                    <a:pt x="1010" y="0"/>
                  </a:moveTo>
                  <a:cubicBezTo>
                    <a:pt x="18434" y="0"/>
                    <a:pt x="32176" y="12573"/>
                    <a:pt x="32176" y="28613"/>
                  </a:cubicBezTo>
                  <a:cubicBezTo>
                    <a:pt x="32176" y="40834"/>
                    <a:pt x="24232" y="51233"/>
                    <a:pt x="12588" y="55668"/>
                  </a:cubicBezTo>
                  <a:lnTo>
                    <a:pt x="0" y="57939"/>
                  </a:lnTo>
                  <a:lnTo>
                    <a:pt x="0" y="48854"/>
                  </a:lnTo>
                  <a:lnTo>
                    <a:pt x="15131" y="42916"/>
                  </a:lnTo>
                  <a:cubicBezTo>
                    <a:pt x="19044" y="39249"/>
                    <a:pt x="21495" y="34188"/>
                    <a:pt x="21495" y="28613"/>
                  </a:cubicBezTo>
                  <a:cubicBezTo>
                    <a:pt x="21495" y="23108"/>
                    <a:pt x="19044" y="18078"/>
                    <a:pt x="15131" y="14425"/>
                  </a:cubicBezTo>
                  <a:lnTo>
                    <a:pt x="0" y="8499"/>
                  </a:lnTo>
                  <a:lnTo>
                    <a:pt x="0" y="265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8" name="Shape 3545"/>
            <p:cNvSpPr/>
            <p:nvPr/>
          </p:nvSpPr>
          <p:spPr>
            <a:xfrm>
              <a:off x="1748967" y="1985559"/>
              <a:ext cx="28225" cy="21451"/>
            </a:xfrm>
            <a:custGeom>
              <a:avLst/>
              <a:gdLst/>
              <a:ahLst/>
              <a:cxnLst/>
              <a:rect l="0" t="0" r="0" b="0"/>
              <a:pathLst>
                <a:path w="28225" h="21451">
                  <a:moveTo>
                    <a:pt x="1010" y="0"/>
                  </a:moveTo>
                  <a:cubicBezTo>
                    <a:pt x="12706" y="0"/>
                    <a:pt x="22765" y="5639"/>
                    <a:pt x="28225" y="15101"/>
                  </a:cubicBezTo>
                  <a:lnTo>
                    <a:pt x="21368" y="21451"/>
                  </a:lnTo>
                  <a:cubicBezTo>
                    <a:pt x="17672" y="14021"/>
                    <a:pt x="9785" y="9233"/>
                    <a:pt x="883" y="9233"/>
                  </a:cubicBezTo>
                  <a:lnTo>
                    <a:pt x="0" y="9696"/>
                  </a:lnTo>
                  <a:lnTo>
                    <a:pt x="0" y="228"/>
                  </a:lnTo>
                  <a:lnTo>
                    <a:pt x="101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9" name="Shape 3546"/>
            <p:cNvSpPr/>
            <p:nvPr/>
          </p:nvSpPr>
          <p:spPr>
            <a:xfrm>
              <a:off x="130138" y="1577851"/>
              <a:ext cx="37389" cy="85039"/>
            </a:xfrm>
            <a:custGeom>
              <a:avLst/>
              <a:gdLst/>
              <a:ahLst/>
              <a:cxnLst/>
              <a:rect l="0" t="0" r="0" b="0"/>
              <a:pathLst>
                <a:path w="37389" h="85039">
                  <a:moveTo>
                    <a:pt x="0" y="0"/>
                  </a:moveTo>
                  <a:lnTo>
                    <a:pt x="31293" y="0"/>
                  </a:lnTo>
                  <a:lnTo>
                    <a:pt x="37389" y="1064"/>
                  </a:lnTo>
                  <a:lnTo>
                    <a:pt x="37389" y="10663"/>
                  </a:lnTo>
                  <a:lnTo>
                    <a:pt x="31293" y="9576"/>
                  </a:lnTo>
                  <a:lnTo>
                    <a:pt x="11443" y="9576"/>
                  </a:lnTo>
                  <a:lnTo>
                    <a:pt x="11443" y="75464"/>
                  </a:lnTo>
                  <a:lnTo>
                    <a:pt x="31293" y="75464"/>
                  </a:lnTo>
                  <a:lnTo>
                    <a:pt x="37389" y="74351"/>
                  </a:lnTo>
                  <a:lnTo>
                    <a:pt x="37389" y="84011"/>
                  </a:lnTo>
                  <a:lnTo>
                    <a:pt x="31293" y="85039"/>
                  </a:lnTo>
                  <a:lnTo>
                    <a:pt x="0" y="8503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0" name="Shape 3547"/>
            <p:cNvSpPr/>
            <p:nvPr/>
          </p:nvSpPr>
          <p:spPr>
            <a:xfrm>
              <a:off x="167527" y="1578915"/>
              <a:ext cx="37516" cy="82947"/>
            </a:xfrm>
            <a:custGeom>
              <a:avLst/>
              <a:gdLst/>
              <a:ahLst/>
              <a:cxnLst/>
              <a:rect l="0" t="0" r="0" b="0"/>
              <a:pathLst>
                <a:path w="37516" h="82947">
                  <a:moveTo>
                    <a:pt x="0" y="0"/>
                  </a:moveTo>
                  <a:lnTo>
                    <a:pt x="12950" y="2260"/>
                  </a:lnTo>
                  <a:cubicBezTo>
                    <a:pt x="29294" y="8682"/>
                    <a:pt x="37516" y="23727"/>
                    <a:pt x="37516" y="41329"/>
                  </a:cubicBezTo>
                  <a:cubicBezTo>
                    <a:pt x="37516" y="60646"/>
                    <a:pt x="27936" y="74976"/>
                    <a:pt x="11932" y="80934"/>
                  </a:cubicBezTo>
                  <a:lnTo>
                    <a:pt x="0" y="82947"/>
                  </a:lnTo>
                  <a:lnTo>
                    <a:pt x="0" y="73287"/>
                  </a:lnTo>
                  <a:lnTo>
                    <a:pt x="7708" y="71879"/>
                  </a:lnTo>
                  <a:cubicBezTo>
                    <a:pt x="19652" y="66989"/>
                    <a:pt x="25946" y="55445"/>
                    <a:pt x="25946" y="41329"/>
                  </a:cubicBezTo>
                  <a:cubicBezTo>
                    <a:pt x="25946" y="26956"/>
                    <a:pt x="19438" y="15683"/>
                    <a:pt x="7547" y="10945"/>
                  </a:cubicBezTo>
                  <a:lnTo>
                    <a:pt x="0" y="95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1" name="Shape 3548"/>
            <p:cNvSpPr/>
            <p:nvPr/>
          </p:nvSpPr>
          <p:spPr>
            <a:xfrm>
              <a:off x="214970" y="1599297"/>
              <a:ext cx="34087" cy="64795"/>
            </a:xfrm>
            <a:custGeom>
              <a:avLst/>
              <a:gdLst/>
              <a:ahLst/>
              <a:cxnLst/>
              <a:rect l="0" t="0" r="0" b="0"/>
              <a:pathLst>
                <a:path w="34087" h="64795">
                  <a:moveTo>
                    <a:pt x="33960" y="0"/>
                  </a:moveTo>
                  <a:lnTo>
                    <a:pt x="34087" y="24"/>
                  </a:lnTo>
                  <a:lnTo>
                    <a:pt x="34087" y="7958"/>
                  </a:lnTo>
                  <a:lnTo>
                    <a:pt x="33960" y="7912"/>
                  </a:lnTo>
                  <a:cubicBezTo>
                    <a:pt x="22136" y="7912"/>
                    <a:pt x="12459" y="16294"/>
                    <a:pt x="11570" y="28130"/>
                  </a:cubicBezTo>
                  <a:lnTo>
                    <a:pt x="34087" y="28130"/>
                  </a:lnTo>
                  <a:lnTo>
                    <a:pt x="34087" y="35928"/>
                  </a:lnTo>
                  <a:lnTo>
                    <a:pt x="11824" y="35928"/>
                  </a:lnTo>
                  <a:cubicBezTo>
                    <a:pt x="12331" y="42094"/>
                    <a:pt x="15037" y="47336"/>
                    <a:pt x="19061" y="51036"/>
                  </a:cubicBezTo>
                  <a:lnTo>
                    <a:pt x="34087" y="56847"/>
                  </a:lnTo>
                  <a:lnTo>
                    <a:pt x="34087" y="64732"/>
                  </a:lnTo>
                  <a:lnTo>
                    <a:pt x="33833" y="64795"/>
                  </a:lnTo>
                  <a:cubicBezTo>
                    <a:pt x="13869" y="64795"/>
                    <a:pt x="0" y="49936"/>
                    <a:pt x="0" y="32334"/>
                  </a:cubicBezTo>
                  <a:cubicBezTo>
                    <a:pt x="0" y="14732"/>
                    <a:pt x="13995" y="0"/>
                    <a:pt x="3396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2" name="Shape 3549"/>
            <p:cNvSpPr/>
            <p:nvPr/>
          </p:nvSpPr>
          <p:spPr>
            <a:xfrm>
              <a:off x="249057" y="1645767"/>
              <a:ext cx="28740" cy="18263"/>
            </a:xfrm>
            <a:custGeom>
              <a:avLst/>
              <a:gdLst/>
              <a:ahLst/>
              <a:cxnLst/>
              <a:rect l="0" t="0" r="0" b="0"/>
              <a:pathLst>
                <a:path w="28740" h="18263">
                  <a:moveTo>
                    <a:pt x="19076" y="0"/>
                  </a:moveTo>
                  <a:lnTo>
                    <a:pt x="28740" y="2527"/>
                  </a:lnTo>
                  <a:cubicBezTo>
                    <a:pt x="26581" y="7131"/>
                    <a:pt x="22673" y="11081"/>
                    <a:pt x="17634" y="13879"/>
                  </a:cubicBezTo>
                  <a:lnTo>
                    <a:pt x="0" y="18263"/>
                  </a:lnTo>
                  <a:lnTo>
                    <a:pt x="0" y="10377"/>
                  </a:lnTo>
                  <a:lnTo>
                    <a:pt x="127" y="10426"/>
                  </a:lnTo>
                  <a:cubicBezTo>
                    <a:pt x="8268" y="10426"/>
                    <a:pt x="16282" y="6223"/>
                    <a:pt x="19076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3" name="Shape 3550"/>
            <p:cNvSpPr/>
            <p:nvPr/>
          </p:nvSpPr>
          <p:spPr>
            <a:xfrm>
              <a:off x="249057" y="1599322"/>
              <a:ext cx="33071" cy="35904"/>
            </a:xfrm>
            <a:custGeom>
              <a:avLst/>
              <a:gdLst/>
              <a:ahLst/>
              <a:cxnLst/>
              <a:rect l="0" t="0" r="0" b="0"/>
              <a:pathLst>
                <a:path w="33071" h="35904">
                  <a:moveTo>
                    <a:pt x="0" y="0"/>
                  </a:moveTo>
                  <a:lnTo>
                    <a:pt x="13536" y="2595"/>
                  </a:lnTo>
                  <a:cubicBezTo>
                    <a:pt x="25698" y="7624"/>
                    <a:pt x="33071" y="19254"/>
                    <a:pt x="33071" y="31827"/>
                  </a:cubicBezTo>
                  <a:cubicBezTo>
                    <a:pt x="33071" y="33503"/>
                    <a:pt x="32944" y="35180"/>
                    <a:pt x="32817" y="35904"/>
                  </a:cubicBezTo>
                  <a:lnTo>
                    <a:pt x="0" y="35904"/>
                  </a:lnTo>
                  <a:lnTo>
                    <a:pt x="0" y="28106"/>
                  </a:lnTo>
                  <a:lnTo>
                    <a:pt x="22517" y="28106"/>
                  </a:lnTo>
                  <a:cubicBezTo>
                    <a:pt x="21939" y="22124"/>
                    <a:pt x="19234" y="17070"/>
                    <a:pt x="15196" y="13510"/>
                  </a:cubicBezTo>
                  <a:lnTo>
                    <a:pt x="0" y="79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4" name="Shape 3551"/>
            <p:cNvSpPr/>
            <p:nvPr/>
          </p:nvSpPr>
          <p:spPr>
            <a:xfrm>
              <a:off x="285812" y="1600369"/>
              <a:ext cx="64351" cy="62522"/>
            </a:xfrm>
            <a:custGeom>
              <a:avLst/>
              <a:gdLst/>
              <a:ahLst/>
              <a:cxnLst/>
              <a:rect l="0" t="0" r="0" b="0"/>
              <a:pathLst>
                <a:path w="64351" h="62522">
                  <a:moveTo>
                    <a:pt x="0" y="0"/>
                  </a:moveTo>
                  <a:lnTo>
                    <a:pt x="11569" y="0"/>
                  </a:lnTo>
                  <a:lnTo>
                    <a:pt x="32563" y="53302"/>
                  </a:lnTo>
                  <a:lnTo>
                    <a:pt x="53670" y="0"/>
                  </a:lnTo>
                  <a:lnTo>
                    <a:pt x="64351" y="0"/>
                  </a:lnTo>
                  <a:lnTo>
                    <a:pt x="38151" y="62522"/>
                  </a:lnTo>
                  <a:lnTo>
                    <a:pt x="26200" y="625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5" name="Shape 3552"/>
            <p:cNvSpPr/>
            <p:nvPr/>
          </p:nvSpPr>
          <p:spPr>
            <a:xfrm>
              <a:off x="354493" y="1599297"/>
              <a:ext cx="34080" cy="64795"/>
            </a:xfrm>
            <a:custGeom>
              <a:avLst/>
              <a:gdLst/>
              <a:ahLst/>
              <a:cxnLst/>
              <a:rect l="0" t="0" r="0" b="0"/>
              <a:pathLst>
                <a:path w="34080" h="64795">
                  <a:moveTo>
                    <a:pt x="33960" y="0"/>
                  </a:moveTo>
                  <a:lnTo>
                    <a:pt x="34080" y="23"/>
                  </a:lnTo>
                  <a:lnTo>
                    <a:pt x="34080" y="7956"/>
                  </a:lnTo>
                  <a:lnTo>
                    <a:pt x="33960" y="7912"/>
                  </a:lnTo>
                  <a:cubicBezTo>
                    <a:pt x="22123" y="7912"/>
                    <a:pt x="12459" y="16294"/>
                    <a:pt x="11570" y="28130"/>
                  </a:cubicBezTo>
                  <a:lnTo>
                    <a:pt x="34080" y="28130"/>
                  </a:lnTo>
                  <a:lnTo>
                    <a:pt x="34080" y="35928"/>
                  </a:lnTo>
                  <a:lnTo>
                    <a:pt x="11824" y="35928"/>
                  </a:lnTo>
                  <a:cubicBezTo>
                    <a:pt x="12331" y="42094"/>
                    <a:pt x="15034" y="47336"/>
                    <a:pt x="19056" y="51036"/>
                  </a:cubicBezTo>
                  <a:lnTo>
                    <a:pt x="34080" y="56844"/>
                  </a:lnTo>
                  <a:lnTo>
                    <a:pt x="34080" y="64734"/>
                  </a:lnTo>
                  <a:lnTo>
                    <a:pt x="33833" y="64795"/>
                  </a:lnTo>
                  <a:cubicBezTo>
                    <a:pt x="13856" y="64795"/>
                    <a:pt x="0" y="49936"/>
                    <a:pt x="0" y="32334"/>
                  </a:cubicBezTo>
                  <a:cubicBezTo>
                    <a:pt x="0" y="14732"/>
                    <a:pt x="13995" y="0"/>
                    <a:pt x="3396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6" name="Shape 3553"/>
            <p:cNvSpPr/>
            <p:nvPr/>
          </p:nvSpPr>
          <p:spPr>
            <a:xfrm>
              <a:off x="388573" y="1645767"/>
              <a:ext cx="28746" cy="18264"/>
            </a:xfrm>
            <a:custGeom>
              <a:avLst/>
              <a:gdLst/>
              <a:ahLst/>
              <a:cxnLst/>
              <a:rect l="0" t="0" r="0" b="0"/>
              <a:pathLst>
                <a:path w="28746" h="18264">
                  <a:moveTo>
                    <a:pt x="19082" y="0"/>
                  </a:moveTo>
                  <a:lnTo>
                    <a:pt x="28746" y="2527"/>
                  </a:lnTo>
                  <a:cubicBezTo>
                    <a:pt x="26581" y="7131"/>
                    <a:pt x="22669" y="11081"/>
                    <a:pt x="17631" y="13879"/>
                  </a:cubicBezTo>
                  <a:lnTo>
                    <a:pt x="0" y="18264"/>
                  </a:lnTo>
                  <a:lnTo>
                    <a:pt x="0" y="10375"/>
                  </a:lnTo>
                  <a:lnTo>
                    <a:pt x="133" y="10426"/>
                  </a:lnTo>
                  <a:cubicBezTo>
                    <a:pt x="8274" y="10426"/>
                    <a:pt x="16288" y="6223"/>
                    <a:pt x="190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7" name="Shape 3554"/>
            <p:cNvSpPr/>
            <p:nvPr/>
          </p:nvSpPr>
          <p:spPr>
            <a:xfrm>
              <a:off x="388573" y="1599321"/>
              <a:ext cx="33064" cy="35905"/>
            </a:xfrm>
            <a:custGeom>
              <a:avLst/>
              <a:gdLst/>
              <a:ahLst/>
              <a:cxnLst/>
              <a:rect l="0" t="0" r="0" b="0"/>
              <a:pathLst>
                <a:path w="33064" h="35905">
                  <a:moveTo>
                    <a:pt x="0" y="0"/>
                  </a:moveTo>
                  <a:lnTo>
                    <a:pt x="13541" y="2596"/>
                  </a:lnTo>
                  <a:cubicBezTo>
                    <a:pt x="25699" y="7625"/>
                    <a:pt x="33064" y="19255"/>
                    <a:pt x="33064" y="31828"/>
                  </a:cubicBezTo>
                  <a:cubicBezTo>
                    <a:pt x="33064" y="33505"/>
                    <a:pt x="32950" y="35181"/>
                    <a:pt x="32823" y="35905"/>
                  </a:cubicBezTo>
                  <a:lnTo>
                    <a:pt x="0" y="35905"/>
                  </a:lnTo>
                  <a:lnTo>
                    <a:pt x="0" y="28107"/>
                  </a:lnTo>
                  <a:lnTo>
                    <a:pt x="22511" y="28107"/>
                  </a:lnTo>
                  <a:cubicBezTo>
                    <a:pt x="21939" y="22125"/>
                    <a:pt x="19237" y="17071"/>
                    <a:pt x="15200" y="13512"/>
                  </a:cubicBezTo>
                  <a:lnTo>
                    <a:pt x="0" y="7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8" name="Shape 28745"/>
            <p:cNvSpPr/>
            <p:nvPr/>
          </p:nvSpPr>
          <p:spPr>
            <a:xfrm>
              <a:off x="434746" y="1575467"/>
              <a:ext cx="11189" cy="87427"/>
            </a:xfrm>
            <a:custGeom>
              <a:avLst/>
              <a:gdLst/>
              <a:ahLst/>
              <a:cxnLst/>
              <a:rect l="0" t="0" r="0" b="0"/>
              <a:pathLst>
                <a:path w="11189" h="87427">
                  <a:moveTo>
                    <a:pt x="0" y="0"/>
                  </a:moveTo>
                  <a:lnTo>
                    <a:pt x="11189" y="0"/>
                  </a:lnTo>
                  <a:lnTo>
                    <a:pt x="11189" y="87427"/>
                  </a:lnTo>
                  <a:lnTo>
                    <a:pt x="0" y="87427"/>
                  </a:ln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89" name="Shape 3556"/>
            <p:cNvSpPr/>
            <p:nvPr/>
          </p:nvSpPr>
          <p:spPr>
            <a:xfrm>
              <a:off x="460183" y="1599287"/>
              <a:ext cx="33509" cy="64795"/>
            </a:xfrm>
            <a:custGeom>
              <a:avLst/>
              <a:gdLst/>
              <a:ahLst/>
              <a:cxnLst/>
              <a:rect l="0" t="0" r="0" b="0"/>
              <a:pathLst>
                <a:path w="33509" h="64795">
                  <a:moveTo>
                    <a:pt x="33452" y="0"/>
                  </a:moveTo>
                  <a:lnTo>
                    <a:pt x="33509" y="11"/>
                  </a:lnTo>
                  <a:lnTo>
                    <a:pt x="33509" y="9131"/>
                  </a:lnTo>
                  <a:lnTo>
                    <a:pt x="33452" y="9106"/>
                  </a:lnTo>
                  <a:cubicBezTo>
                    <a:pt x="21374" y="9106"/>
                    <a:pt x="11443" y="19533"/>
                    <a:pt x="11443" y="32588"/>
                  </a:cubicBezTo>
                  <a:cubicBezTo>
                    <a:pt x="11443" y="45631"/>
                    <a:pt x="21234" y="55702"/>
                    <a:pt x="33452" y="55702"/>
                  </a:cubicBezTo>
                  <a:lnTo>
                    <a:pt x="33509" y="55677"/>
                  </a:lnTo>
                  <a:lnTo>
                    <a:pt x="33509" y="64784"/>
                  </a:lnTo>
                  <a:lnTo>
                    <a:pt x="33452" y="64795"/>
                  </a:lnTo>
                  <a:cubicBezTo>
                    <a:pt x="13488" y="64795"/>
                    <a:pt x="0" y="49835"/>
                    <a:pt x="0" y="32461"/>
                  </a:cubicBezTo>
                  <a:cubicBezTo>
                    <a:pt x="0" y="14973"/>
                    <a:pt x="13741" y="0"/>
                    <a:pt x="3345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0" name="Shape 3557"/>
            <p:cNvSpPr/>
            <p:nvPr/>
          </p:nvSpPr>
          <p:spPr>
            <a:xfrm>
              <a:off x="493692" y="1599298"/>
              <a:ext cx="33521" cy="64774"/>
            </a:xfrm>
            <a:custGeom>
              <a:avLst/>
              <a:gdLst/>
              <a:ahLst/>
              <a:cxnLst/>
              <a:rect l="0" t="0" r="0" b="0"/>
              <a:pathLst>
                <a:path w="33521" h="64774">
                  <a:moveTo>
                    <a:pt x="0" y="0"/>
                  </a:moveTo>
                  <a:lnTo>
                    <a:pt x="13558" y="2602"/>
                  </a:lnTo>
                  <a:cubicBezTo>
                    <a:pt x="25792" y="7633"/>
                    <a:pt x="33521" y="19334"/>
                    <a:pt x="33521" y="32450"/>
                  </a:cubicBezTo>
                  <a:cubicBezTo>
                    <a:pt x="33521" y="45481"/>
                    <a:pt x="25863" y="57153"/>
                    <a:pt x="13612" y="62175"/>
                  </a:cubicBezTo>
                  <a:lnTo>
                    <a:pt x="0" y="64774"/>
                  </a:lnTo>
                  <a:lnTo>
                    <a:pt x="0" y="55666"/>
                  </a:lnTo>
                  <a:lnTo>
                    <a:pt x="15581" y="48909"/>
                  </a:lnTo>
                  <a:cubicBezTo>
                    <a:pt x="19586" y="44703"/>
                    <a:pt x="22066" y="38864"/>
                    <a:pt x="22066" y="32336"/>
                  </a:cubicBezTo>
                  <a:cubicBezTo>
                    <a:pt x="22066" y="25872"/>
                    <a:pt x="19586" y="20062"/>
                    <a:pt x="15581" y="15867"/>
                  </a:cubicBezTo>
                  <a:lnTo>
                    <a:pt x="0" y="91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1" name="Shape 3558"/>
            <p:cNvSpPr/>
            <p:nvPr/>
          </p:nvSpPr>
          <p:spPr>
            <a:xfrm>
              <a:off x="540821" y="1599662"/>
              <a:ext cx="32620" cy="88743"/>
            </a:xfrm>
            <a:custGeom>
              <a:avLst/>
              <a:gdLst/>
              <a:ahLst/>
              <a:cxnLst/>
              <a:rect l="0" t="0" r="0" b="0"/>
              <a:pathLst>
                <a:path w="32620" h="88743">
                  <a:moveTo>
                    <a:pt x="32620" y="0"/>
                  </a:moveTo>
                  <a:lnTo>
                    <a:pt x="32620" y="9299"/>
                  </a:lnTo>
                  <a:lnTo>
                    <a:pt x="31293" y="8733"/>
                  </a:lnTo>
                  <a:cubicBezTo>
                    <a:pt x="23279" y="8733"/>
                    <a:pt x="12840" y="15070"/>
                    <a:pt x="11189" y="22741"/>
                  </a:cubicBezTo>
                  <a:lnTo>
                    <a:pt x="11189" y="40598"/>
                  </a:lnTo>
                  <a:cubicBezTo>
                    <a:pt x="14884" y="48852"/>
                    <a:pt x="23279" y="55330"/>
                    <a:pt x="32309" y="55330"/>
                  </a:cubicBezTo>
                  <a:lnTo>
                    <a:pt x="32620" y="55187"/>
                  </a:lnTo>
                  <a:lnTo>
                    <a:pt x="32620" y="63597"/>
                  </a:lnTo>
                  <a:lnTo>
                    <a:pt x="21225" y="60580"/>
                  </a:lnTo>
                  <a:cubicBezTo>
                    <a:pt x="17075" y="58171"/>
                    <a:pt x="13672" y="54790"/>
                    <a:pt x="11189" y="50897"/>
                  </a:cubicBezTo>
                  <a:lnTo>
                    <a:pt x="11189" y="88743"/>
                  </a:lnTo>
                  <a:lnTo>
                    <a:pt x="0" y="88743"/>
                  </a:lnTo>
                  <a:lnTo>
                    <a:pt x="0" y="707"/>
                  </a:lnTo>
                  <a:lnTo>
                    <a:pt x="9919" y="707"/>
                  </a:lnTo>
                  <a:lnTo>
                    <a:pt x="9919" y="12441"/>
                  </a:lnTo>
                  <a:cubicBezTo>
                    <a:pt x="12529" y="8606"/>
                    <a:pt x="16056" y="5403"/>
                    <a:pt x="20188" y="3158"/>
                  </a:cubicBezTo>
                  <a:lnTo>
                    <a:pt x="3262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2" name="Shape 3559"/>
            <p:cNvSpPr/>
            <p:nvPr/>
          </p:nvSpPr>
          <p:spPr>
            <a:xfrm>
              <a:off x="573441" y="1599290"/>
              <a:ext cx="32874" cy="64795"/>
            </a:xfrm>
            <a:custGeom>
              <a:avLst/>
              <a:gdLst/>
              <a:ahLst/>
              <a:cxnLst/>
              <a:rect l="0" t="0" r="0" b="0"/>
              <a:pathLst>
                <a:path w="32874" h="64795">
                  <a:moveTo>
                    <a:pt x="1467" y="0"/>
                  </a:moveTo>
                  <a:cubicBezTo>
                    <a:pt x="19653" y="0"/>
                    <a:pt x="32874" y="15329"/>
                    <a:pt x="32874" y="32347"/>
                  </a:cubicBezTo>
                  <a:cubicBezTo>
                    <a:pt x="32874" y="50190"/>
                    <a:pt x="20669" y="64795"/>
                    <a:pt x="3118" y="64795"/>
                  </a:cubicBezTo>
                  <a:lnTo>
                    <a:pt x="0" y="63970"/>
                  </a:lnTo>
                  <a:lnTo>
                    <a:pt x="0" y="55559"/>
                  </a:lnTo>
                  <a:lnTo>
                    <a:pt x="15470" y="48473"/>
                  </a:lnTo>
                  <a:cubicBezTo>
                    <a:pt x="19269" y="44116"/>
                    <a:pt x="21431" y="38278"/>
                    <a:pt x="21431" y="32347"/>
                  </a:cubicBezTo>
                  <a:cubicBezTo>
                    <a:pt x="21431" y="26054"/>
                    <a:pt x="18952" y="20244"/>
                    <a:pt x="14867" y="16007"/>
                  </a:cubicBezTo>
                  <a:lnTo>
                    <a:pt x="0" y="9671"/>
                  </a:lnTo>
                  <a:lnTo>
                    <a:pt x="0" y="372"/>
                  </a:lnTo>
                  <a:lnTo>
                    <a:pt x="1467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3" name="Shape 3560"/>
            <p:cNvSpPr/>
            <p:nvPr/>
          </p:nvSpPr>
          <p:spPr>
            <a:xfrm>
              <a:off x="620059" y="1599289"/>
              <a:ext cx="100089" cy="63602"/>
            </a:xfrm>
            <a:custGeom>
              <a:avLst/>
              <a:gdLst/>
              <a:ahLst/>
              <a:cxnLst/>
              <a:rect l="0" t="0" r="0" b="0"/>
              <a:pathLst>
                <a:path w="100089" h="63602">
                  <a:moveTo>
                    <a:pt x="35357" y="0"/>
                  </a:moveTo>
                  <a:cubicBezTo>
                    <a:pt x="46418" y="0"/>
                    <a:pt x="53149" y="6350"/>
                    <a:pt x="54686" y="15215"/>
                  </a:cubicBezTo>
                  <a:cubicBezTo>
                    <a:pt x="60528" y="5271"/>
                    <a:pt x="69177" y="0"/>
                    <a:pt x="79997" y="0"/>
                  </a:cubicBezTo>
                  <a:cubicBezTo>
                    <a:pt x="95250" y="0"/>
                    <a:pt x="100089" y="11265"/>
                    <a:pt x="100089" y="26238"/>
                  </a:cubicBezTo>
                  <a:lnTo>
                    <a:pt x="100089" y="63602"/>
                  </a:lnTo>
                  <a:lnTo>
                    <a:pt x="88900" y="63602"/>
                  </a:lnTo>
                  <a:lnTo>
                    <a:pt x="88900" y="28626"/>
                  </a:lnTo>
                  <a:cubicBezTo>
                    <a:pt x="88900" y="15583"/>
                    <a:pt x="84315" y="9461"/>
                    <a:pt x="75540" y="9461"/>
                  </a:cubicBezTo>
                  <a:cubicBezTo>
                    <a:pt x="66510" y="9461"/>
                    <a:pt x="58623" y="16294"/>
                    <a:pt x="55575" y="25997"/>
                  </a:cubicBezTo>
                  <a:lnTo>
                    <a:pt x="55575" y="63602"/>
                  </a:lnTo>
                  <a:lnTo>
                    <a:pt x="44387" y="63602"/>
                  </a:lnTo>
                  <a:lnTo>
                    <a:pt x="44387" y="28626"/>
                  </a:lnTo>
                  <a:cubicBezTo>
                    <a:pt x="44387" y="15329"/>
                    <a:pt x="39929" y="9461"/>
                    <a:pt x="31153" y="9461"/>
                  </a:cubicBezTo>
                  <a:cubicBezTo>
                    <a:pt x="22251" y="9461"/>
                    <a:pt x="14237" y="16053"/>
                    <a:pt x="11189" y="25870"/>
                  </a:cubicBezTo>
                  <a:lnTo>
                    <a:pt x="11189" y="63602"/>
                  </a:lnTo>
                  <a:lnTo>
                    <a:pt x="0" y="63602"/>
                  </a:lnTo>
                  <a:lnTo>
                    <a:pt x="0" y="1079"/>
                  </a:lnTo>
                  <a:lnTo>
                    <a:pt x="10173" y="1079"/>
                  </a:lnTo>
                  <a:lnTo>
                    <a:pt x="10173" y="14503"/>
                  </a:lnTo>
                  <a:cubicBezTo>
                    <a:pt x="15507" y="5271"/>
                    <a:pt x="24549" y="0"/>
                    <a:pt x="35357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4" name="Shape 3561"/>
            <p:cNvSpPr/>
            <p:nvPr/>
          </p:nvSpPr>
          <p:spPr>
            <a:xfrm>
              <a:off x="733124" y="1599297"/>
              <a:ext cx="34080" cy="64795"/>
            </a:xfrm>
            <a:custGeom>
              <a:avLst/>
              <a:gdLst/>
              <a:ahLst/>
              <a:cxnLst/>
              <a:rect l="0" t="0" r="0" b="0"/>
              <a:pathLst>
                <a:path w="34080" h="64795">
                  <a:moveTo>
                    <a:pt x="33960" y="0"/>
                  </a:moveTo>
                  <a:lnTo>
                    <a:pt x="34080" y="23"/>
                  </a:lnTo>
                  <a:lnTo>
                    <a:pt x="34080" y="7956"/>
                  </a:lnTo>
                  <a:lnTo>
                    <a:pt x="33960" y="7912"/>
                  </a:lnTo>
                  <a:cubicBezTo>
                    <a:pt x="22123" y="7912"/>
                    <a:pt x="12459" y="16294"/>
                    <a:pt x="11570" y="28130"/>
                  </a:cubicBezTo>
                  <a:lnTo>
                    <a:pt x="34080" y="28130"/>
                  </a:lnTo>
                  <a:lnTo>
                    <a:pt x="34080" y="35928"/>
                  </a:lnTo>
                  <a:lnTo>
                    <a:pt x="11824" y="35928"/>
                  </a:lnTo>
                  <a:cubicBezTo>
                    <a:pt x="12331" y="42094"/>
                    <a:pt x="15034" y="47336"/>
                    <a:pt x="19056" y="51036"/>
                  </a:cubicBezTo>
                  <a:lnTo>
                    <a:pt x="34080" y="56844"/>
                  </a:lnTo>
                  <a:lnTo>
                    <a:pt x="34080" y="64734"/>
                  </a:lnTo>
                  <a:lnTo>
                    <a:pt x="33833" y="64795"/>
                  </a:lnTo>
                  <a:cubicBezTo>
                    <a:pt x="13856" y="64795"/>
                    <a:pt x="0" y="49936"/>
                    <a:pt x="0" y="32334"/>
                  </a:cubicBezTo>
                  <a:cubicBezTo>
                    <a:pt x="0" y="14732"/>
                    <a:pt x="13995" y="0"/>
                    <a:pt x="33960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5" name="Shape 3562"/>
            <p:cNvSpPr/>
            <p:nvPr/>
          </p:nvSpPr>
          <p:spPr>
            <a:xfrm>
              <a:off x="767204" y="1645767"/>
              <a:ext cx="28746" cy="18264"/>
            </a:xfrm>
            <a:custGeom>
              <a:avLst/>
              <a:gdLst/>
              <a:ahLst/>
              <a:cxnLst/>
              <a:rect l="0" t="0" r="0" b="0"/>
              <a:pathLst>
                <a:path w="28746" h="18264">
                  <a:moveTo>
                    <a:pt x="19082" y="0"/>
                  </a:moveTo>
                  <a:lnTo>
                    <a:pt x="28746" y="2527"/>
                  </a:lnTo>
                  <a:cubicBezTo>
                    <a:pt x="26581" y="7131"/>
                    <a:pt x="22669" y="11081"/>
                    <a:pt x="17631" y="13879"/>
                  </a:cubicBezTo>
                  <a:lnTo>
                    <a:pt x="0" y="18264"/>
                  </a:lnTo>
                  <a:lnTo>
                    <a:pt x="0" y="10375"/>
                  </a:lnTo>
                  <a:lnTo>
                    <a:pt x="133" y="10426"/>
                  </a:lnTo>
                  <a:cubicBezTo>
                    <a:pt x="8274" y="10426"/>
                    <a:pt x="16288" y="6223"/>
                    <a:pt x="190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6" name="Shape 3563"/>
            <p:cNvSpPr/>
            <p:nvPr/>
          </p:nvSpPr>
          <p:spPr>
            <a:xfrm>
              <a:off x="767204" y="1599321"/>
              <a:ext cx="33064" cy="35905"/>
            </a:xfrm>
            <a:custGeom>
              <a:avLst/>
              <a:gdLst/>
              <a:ahLst/>
              <a:cxnLst/>
              <a:rect l="0" t="0" r="0" b="0"/>
              <a:pathLst>
                <a:path w="33064" h="35905">
                  <a:moveTo>
                    <a:pt x="0" y="0"/>
                  </a:moveTo>
                  <a:lnTo>
                    <a:pt x="13541" y="2596"/>
                  </a:lnTo>
                  <a:cubicBezTo>
                    <a:pt x="25699" y="7625"/>
                    <a:pt x="33064" y="19255"/>
                    <a:pt x="33064" y="31828"/>
                  </a:cubicBezTo>
                  <a:cubicBezTo>
                    <a:pt x="33064" y="33505"/>
                    <a:pt x="32950" y="35181"/>
                    <a:pt x="32823" y="35905"/>
                  </a:cubicBezTo>
                  <a:lnTo>
                    <a:pt x="0" y="35905"/>
                  </a:lnTo>
                  <a:lnTo>
                    <a:pt x="0" y="28107"/>
                  </a:lnTo>
                  <a:lnTo>
                    <a:pt x="22511" y="28107"/>
                  </a:lnTo>
                  <a:cubicBezTo>
                    <a:pt x="21939" y="22125"/>
                    <a:pt x="19237" y="17071"/>
                    <a:pt x="15200" y="13512"/>
                  </a:cubicBezTo>
                  <a:lnTo>
                    <a:pt x="0" y="7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7" name="Shape 3564"/>
            <p:cNvSpPr/>
            <p:nvPr/>
          </p:nvSpPr>
          <p:spPr>
            <a:xfrm>
              <a:off x="812733" y="1599289"/>
              <a:ext cx="57620" cy="63602"/>
            </a:xfrm>
            <a:custGeom>
              <a:avLst/>
              <a:gdLst/>
              <a:ahLst/>
              <a:cxnLst/>
              <a:rect l="0" t="0" r="0" b="0"/>
              <a:pathLst>
                <a:path w="57620" h="63602">
                  <a:moveTo>
                    <a:pt x="37782" y="0"/>
                  </a:moveTo>
                  <a:cubicBezTo>
                    <a:pt x="53162" y="0"/>
                    <a:pt x="57620" y="11138"/>
                    <a:pt x="57620" y="26238"/>
                  </a:cubicBezTo>
                  <a:lnTo>
                    <a:pt x="57620" y="63602"/>
                  </a:lnTo>
                  <a:lnTo>
                    <a:pt x="46418" y="63602"/>
                  </a:lnTo>
                  <a:lnTo>
                    <a:pt x="46418" y="28626"/>
                  </a:lnTo>
                  <a:cubicBezTo>
                    <a:pt x="46418" y="15329"/>
                    <a:pt x="42101" y="9461"/>
                    <a:pt x="33325" y="9461"/>
                  </a:cubicBezTo>
                  <a:cubicBezTo>
                    <a:pt x="24168" y="9461"/>
                    <a:pt x="14249" y="16408"/>
                    <a:pt x="11188" y="25870"/>
                  </a:cubicBezTo>
                  <a:lnTo>
                    <a:pt x="11188" y="63602"/>
                  </a:lnTo>
                  <a:lnTo>
                    <a:pt x="0" y="63602"/>
                  </a:lnTo>
                  <a:lnTo>
                    <a:pt x="0" y="1079"/>
                  </a:lnTo>
                  <a:lnTo>
                    <a:pt x="10185" y="1079"/>
                  </a:lnTo>
                  <a:lnTo>
                    <a:pt x="10185" y="14503"/>
                  </a:lnTo>
                  <a:cubicBezTo>
                    <a:pt x="15392" y="5753"/>
                    <a:pt x="26073" y="0"/>
                    <a:pt x="3778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8" name="Shape 3565"/>
            <p:cNvSpPr/>
            <p:nvPr/>
          </p:nvSpPr>
          <p:spPr>
            <a:xfrm>
              <a:off x="881299" y="1579523"/>
              <a:ext cx="40183" cy="84214"/>
            </a:xfrm>
            <a:custGeom>
              <a:avLst/>
              <a:gdLst/>
              <a:ahLst/>
              <a:cxnLst/>
              <a:rect l="0" t="0" r="0" b="0"/>
              <a:pathLst>
                <a:path w="40183" h="84214">
                  <a:moveTo>
                    <a:pt x="9030" y="0"/>
                  </a:moveTo>
                  <a:lnTo>
                    <a:pt x="20219" y="0"/>
                  </a:lnTo>
                  <a:lnTo>
                    <a:pt x="20219" y="20853"/>
                  </a:lnTo>
                  <a:lnTo>
                    <a:pt x="35090" y="20853"/>
                  </a:lnTo>
                  <a:lnTo>
                    <a:pt x="35090" y="29108"/>
                  </a:lnTo>
                  <a:lnTo>
                    <a:pt x="20219" y="29108"/>
                  </a:lnTo>
                  <a:lnTo>
                    <a:pt x="20219" y="67920"/>
                  </a:lnTo>
                  <a:cubicBezTo>
                    <a:pt x="20472" y="72466"/>
                    <a:pt x="23775" y="74511"/>
                    <a:pt x="27724" y="74511"/>
                  </a:cubicBezTo>
                  <a:cubicBezTo>
                    <a:pt x="32169" y="74511"/>
                    <a:pt x="36246" y="72593"/>
                    <a:pt x="37516" y="71869"/>
                  </a:cubicBezTo>
                  <a:lnTo>
                    <a:pt x="40183" y="80264"/>
                  </a:lnTo>
                  <a:cubicBezTo>
                    <a:pt x="37389" y="81458"/>
                    <a:pt x="31153" y="84214"/>
                    <a:pt x="24028" y="84214"/>
                  </a:cubicBezTo>
                  <a:cubicBezTo>
                    <a:pt x="15888" y="84214"/>
                    <a:pt x="9030" y="80137"/>
                    <a:pt x="9030" y="71158"/>
                  </a:cubicBezTo>
                  <a:lnTo>
                    <a:pt x="9030" y="29108"/>
                  </a:lnTo>
                  <a:lnTo>
                    <a:pt x="0" y="29108"/>
                  </a:lnTo>
                  <a:lnTo>
                    <a:pt x="0" y="20853"/>
                  </a:lnTo>
                  <a:lnTo>
                    <a:pt x="9030" y="20853"/>
                  </a:lnTo>
                  <a:lnTo>
                    <a:pt x="903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99" name="Shape 3566"/>
            <p:cNvSpPr/>
            <p:nvPr/>
          </p:nvSpPr>
          <p:spPr>
            <a:xfrm>
              <a:off x="121612" y="1720586"/>
              <a:ext cx="34849" cy="85992"/>
            </a:xfrm>
            <a:custGeom>
              <a:avLst/>
              <a:gdLst/>
              <a:ahLst/>
              <a:cxnLst/>
              <a:rect l="0" t="0" r="0" b="0"/>
              <a:pathLst>
                <a:path w="34849" h="85992">
                  <a:moveTo>
                    <a:pt x="23406" y="0"/>
                  </a:moveTo>
                  <a:lnTo>
                    <a:pt x="34849" y="0"/>
                  </a:lnTo>
                  <a:lnTo>
                    <a:pt x="34849" y="85992"/>
                  </a:lnTo>
                  <a:lnTo>
                    <a:pt x="23406" y="85992"/>
                  </a:lnTo>
                  <a:lnTo>
                    <a:pt x="23406" y="11138"/>
                  </a:lnTo>
                  <a:lnTo>
                    <a:pt x="5600" y="22034"/>
                  </a:lnTo>
                  <a:lnTo>
                    <a:pt x="0" y="14250"/>
                  </a:lnTo>
                  <a:lnTo>
                    <a:pt x="23406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0" name="Shape 3567"/>
            <p:cNvSpPr/>
            <p:nvPr/>
          </p:nvSpPr>
          <p:spPr>
            <a:xfrm>
              <a:off x="181653" y="1721547"/>
              <a:ext cx="31858" cy="85992"/>
            </a:xfrm>
            <a:custGeom>
              <a:avLst/>
              <a:gdLst/>
              <a:ahLst/>
              <a:cxnLst/>
              <a:rect l="0" t="0" r="0" b="0"/>
              <a:pathLst>
                <a:path w="31858" h="85992">
                  <a:moveTo>
                    <a:pt x="31788" y="0"/>
                  </a:moveTo>
                  <a:lnTo>
                    <a:pt x="31858" y="20"/>
                  </a:lnTo>
                  <a:lnTo>
                    <a:pt x="31858" y="9504"/>
                  </a:lnTo>
                  <a:lnTo>
                    <a:pt x="31661" y="9449"/>
                  </a:lnTo>
                  <a:cubicBezTo>
                    <a:pt x="22632" y="9449"/>
                    <a:pt x="14364" y="14478"/>
                    <a:pt x="14364" y="22631"/>
                  </a:cubicBezTo>
                  <a:cubicBezTo>
                    <a:pt x="14364" y="31140"/>
                    <a:pt x="23775" y="35801"/>
                    <a:pt x="31788" y="35801"/>
                  </a:cubicBezTo>
                  <a:lnTo>
                    <a:pt x="31858" y="35781"/>
                  </a:lnTo>
                  <a:lnTo>
                    <a:pt x="31858" y="44002"/>
                  </a:lnTo>
                  <a:lnTo>
                    <a:pt x="31661" y="43942"/>
                  </a:lnTo>
                  <a:cubicBezTo>
                    <a:pt x="21489" y="43942"/>
                    <a:pt x="11443" y="50419"/>
                    <a:pt x="11443" y="60363"/>
                  </a:cubicBezTo>
                  <a:cubicBezTo>
                    <a:pt x="11443" y="65392"/>
                    <a:pt x="14113" y="69434"/>
                    <a:pt x="18007" y="72218"/>
                  </a:cubicBezTo>
                  <a:lnTo>
                    <a:pt x="31858" y="76512"/>
                  </a:lnTo>
                  <a:lnTo>
                    <a:pt x="31858" y="85894"/>
                  </a:lnTo>
                  <a:lnTo>
                    <a:pt x="31534" y="85992"/>
                  </a:lnTo>
                  <a:cubicBezTo>
                    <a:pt x="13475" y="85992"/>
                    <a:pt x="0" y="74854"/>
                    <a:pt x="0" y="60477"/>
                  </a:cubicBezTo>
                  <a:cubicBezTo>
                    <a:pt x="0" y="49936"/>
                    <a:pt x="8776" y="42519"/>
                    <a:pt x="16916" y="39522"/>
                  </a:cubicBezTo>
                  <a:cubicBezTo>
                    <a:pt x="9411" y="36525"/>
                    <a:pt x="3048" y="30175"/>
                    <a:pt x="3048" y="22276"/>
                  </a:cubicBezTo>
                  <a:cubicBezTo>
                    <a:pt x="3048" y="7900"/>
                    <a:pt x="18314" y="0"/>
                    <a:pt x="31788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01" name="Shape 3568"/>
            <p:cNvSpPr/>
            <p:nvPr/>
          </p:nvSpPr>
          <p:spPr>
            <a:xfrm>
              <a:off x="213511" y="1721567"/>
              <a:ext cx="31731" cy="85873"/>
            </a:xfrm>
            <a:custGeom>
              <a:avLst/>
              <a:gdLst/>
              <a:ahLst/>
              <a:cxnLst/>
              <a:rect l="0" t="0" r="0" b="0"/>
              <a:pathLst>
                <a:path w="31731" h="85873">
                  <a:moveTo>
                    <a:pt x="0" y="0"/>
                  </a:moveTo>
                  <a:lnTo>
                    <a:pt x="19469" y="5663"/>
                  </a:lnTo>
                  <a:cubicBezTo>
                    <a:pt x="24985" y="9403"/>
                    <a:pt x="28797" y="14941"/>
                    <a:pt x="28797" y="22128"/>
                  </a:cubicBezTo>
                  <a:cubicBezTo>
                    <a:pt x="28797" y="30041"/>
                    <a:pt x="22308" y="36505"/>
                    <a:pt x="14688" y="39502"/>
                  </a:cubicBezTo>
                  <a:cubicBezTo>
                    <a:pt x="23845" y="42842"/>
                    <a:pt x="31731" y="50513"/>
                    <a:pt x="31731" y="60940"/>
                  </a:cubicBezTo>
                  <a:cubicBezTo>
                    <a:pt x="31731" y="68547"/>
                    <a:pt x="28042" y="74805"/>
                    <a:pt x="22190" y="79161"/>
                  </a:cubicBezTo>
                  <a:lnTo>
                    <a:pt x="0" y="85873"/>
                  </a:lnTo>
                  <a:lnTo>
                    <a:pt x="0" y="76492"/>
                  </a:lnTo>
                  <a:lnTo>
                    <a:pt x="57" y="76510"/>
                  </a:lnTo>
                  <a:cubicBezTo>
                    <a:pt x="10103" y="76510"/>
                    <a:pt x="20415" y="69931"/>
                    <a:pt x="20415" y="60216"/>
                  </a:cubicBezTo>
                  <a:cubicBezTo>
                    <a:pt x="20415" y="55066"/>
                    <a:pt x="17711" y="50993"/>
                    <a:pt x="13781" y="48206"/>
                  </a:cubicBezTo>
                  <a:lnTo>
                    <a:pt x="0" y="43982"/>
                  </a:lnTo>
                  <a:lnTo>
                    <a:pt x="0" y="35761"/>
                  </a:lnTo>
                  <a:lnTo>
                    <a:pt x="11648" y="32314"/>
                  </a:lnTo>
                  <a:cubicBezTo>
                    <a:pt x="15002" y="30041"/>
                    <a:pt x="17355" y="26688"/>
                    <a:pt x="17355" y="22370"/>
                  </a:cubicBezTo>
                  <a:cubicBezTo>
                    <a:pt x="17355" y="18357"/>
                    <a:pt x="15256" y="15121"/>
                    <a:pt x="12013" y="12889"/>
                  </a:cubicBezTo>
                  <a:lnTo>
                    <a:pt x="0" y="94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93953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9954" y="246621"/>
            <a:ext cx="11301046" cy="705874"/>
          </a:xfrm>
        </p:spPr>
        <p:txBody>
          <a:bodyPr/>
          <a:lstStyle/>
          <a:p>
            <a:r>
              <a:rPr lang="en-IN" dirty="0"/>
              <a:t>7 chart  types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9</a:t>
            </a:fld>
            <a:endParaRPr lang="en-IN"/>
          </a:p>
        </p:txBody>
      </p:sp>
      <p:sp>
        <p:nvSpPr>
          <p:cNvPr id="128" name="Content Placeholder 127"/>
          <p:cNvSpPr>
            <a:spLocks noGrp="1"/>
          </p:cNvSpPr>
          <p:nvPr>
            <p:ph idx="1"/>
          </p:nvPr>
        </p:nvSpPr>
        <p:spPr>
          <a:xfrm>
            <a:off x="509954" y="1295401"/>
            <a:ext cx="11301046" cy="4817432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IN" sz="1800" dirty="0"/>
              <a:t> Bar chart                                                                                                  2.    Area chart                       </a:t>
            </a:r>
          </a:p>
          <a:p>
            <a:pPr marL="0" indent="0">
              <a:buNone/>
            </a:pPr>
            <a:r>
              <a:rPr lang="en-IN" sz="1800" dirty="0"/>
              <a:t>                                                     </a:t>
            </a:r>
          </a:p>
          <a:p>
            <a:pPr marL="0" indent="0">
              <a:buNone/>
            </a:pPr>
            <a:r>
              <a:rPr lang="en-IN" sz="1800" dirty="0"/>
              <a:t>                                                                                </a:t>
            </a: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3.    Line chart                                                                                                  4.  Scatter plot                                                                                                                          </a:t>
            </a:r>
          </a:p>
        </p:txBody>
      </p:sp>
      <p:pic>
        <p:nvPicPr>
          <p:cNvPr id="129" name="Picture 1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386" y="1837420"/>
            <a:ext cx="3024240" cy="1663162"/>
          </a:xfrm>
          <a:prstGeom prst="rect">
            <a:avLst/>
          </a:prstGeom>
        </p:spPr>
      </p:pic>
      <p:pic>
        <p:nvPicPr>
          <p:cNvPr id="130" name="Picture 1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5386" y="4310726"/>
            <a:ext cx="5195842" cy="1928010"/>
          </a:xfrm>
          <a:prstGeom prst="rect">
            <a:avLst/>
          </a:prstGeom>
        </p:spPr>
      </p:pic>
      <p:pic>
        <p:nvPicPr>
          <p:cNvPr id="131" name="Picture 130"/>
          <p:cNvPicPr/>
          <p:nvPr/>
        </p:nvPicPr>
        <p:blipFill rotWithShape="1">
          <a:blip r:embed="rId5"/>
          <a:srcRect r="49517"/>
          <a:stretch/>
        </p:blipFill>
        <p:spPr>
          <a:xfrm>
            <a:off x="7174386" y="1774332"/>
            <a:ext cx="2384989" cy="1925924"/>
          </a:xfrm>
          <a:prstGeom prst="rect">
            <a:avLst/>
          </a:prstGeom>
        </p:spPr>
      </p:pic>
      <p:pic>
        <p:nvPicPr>
          <p:cNvPr id="132" name="Picture 131"/>
          <p:cNvPicPr/>
          <p:nvPr/>
        </p:nvPicPr>
        <p:blipFill rotWithShape="1">
          <a:blip r:embed="rId5"/>
          <a:srcRect l="50282"/>
          <a:stretch/>
        </p:blipFill>
        <p:spPr>
          <a:xfrm>
            <a:off x="7174386" y="4301395"/>
            <a:ext cx="2348876" cy="2137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309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02" y="246620"/>
            <a:ext cx="11306798" cy="736363"/>
          </a:xfrm>
        </p:spPr>
        <p:txBody>
          <a:bodyPr/>
          <a:lstStyle/>
          <a:p>
            <a:r>
              <a:rPr lang="en-IN" dirty="0"/>
              <a:t>Continue…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10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4202" y="1295401"/>
            <a:ext cx="11306798" cy="4817432"/>
          </a:xfrm>
        </p:spPr>
        <p:txBody>
          <a:bodyPr>
            <a:normAutofit/>
          </a:bodyPr>
          <a:lstStyle/>
          <a:p>
            <a:pPr marL="342900" indent="-342900">
              <a:buAutoNum type="arabicPeriod" startAt="5"/>
            </a:pPr>
            <a:r>
              <a:rPr lang="en-IN" sz="1800" dirty="0"/>
              <a:t>Bubble chart                                                                                                      6.    Heat map</a:t>
            </a:r>
          </a:p>
          <a:p>
            <a:pPr marL="342900" indent="-342900">
              <a:buAutoNum type="arabicPeriod" startAt="5"/>
            </a:pPr>
            <a:endParaRPr lang="en-IN" sz="1800" dirty="0"/>
          </a:p>
          <a:p>
            <a:pPr marL="342900" indent="-342900">
              <a:buAutoNum type="arabicPeriod" startAt="5"/>
            </a:pPr>
            <a:endParaRPr lang="en-IN" sz="1800" dirty="0"/>
          </a:p>
          <a:p>
            <a:pPr marL="342900" indent="-342900">
              <a:buAutoNum type="arabicPeriod" startAt="5"/>
            </a:pPr>
            <a:endParaRPr lang="en-IN" sz="1800" dirty="0"/>
          </a:p>
          <a:p>
            <a:pPr marL="342900" indent="-342900">
              <a:buAutoNum type="arabicPeriod" startAt="5"/>
            </a:pPr>
            <a:endParaRPr lang="en-IN" sz="1800" dirty="0"/>
          </a:p>
          <a:p>
            <a:pPr marL="342900" indent="-342900">
              <a:buAutoNum type="arabicPeriod" startAt="5"/>
            </a:pPr>
            <a:endParaRPr lang="en-IN" sz="1800" dirty="0"/>
          </a:p>
          <a:p>
            <a:pPr marL="342900" indent="-342900">
              <a:buAutoNum type="arabicPeriod" startAt="5"/>
            </a:pPr>
            <a:endParaRPr lang="en-IN" sz="1800" dirty="0"/>
          </a:p>
          <a:p>
            <a:pPr marL="0" indent="0">
              <a:buNone/>
            </a:pPr>
            <a:r>
              <a:rPr lang="en-IN" sz="1800" dirty="0"/>
              <a:t>                                                                                  7.    Pie chart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29" y="1753740"/>
            <a:ext cx="4682261" cy="204059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6464" y="1753740"/>
            <a:ext cx="3529890" cy="2040593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58026" y="3555051"/>
            <a:ext cx="6768269" cy="2401368"/>
            <a:chOff x="-1" y="0"/>
            <a:chExt cx="5690482" cy="2124133"/>
          </a:xfrm>
        </p:grpSpPr>
        <p:sp>
          <p:nvSpPr>
            <p:cNvPr id="8" name="Rectangle 7"/>
            <p:cNvSpPr/>
            <p:nvPr/>
          </p:nvSpPr>
          <p:spPr>
            <a:xfrm>
              <a:off x="1934518" y="0"/>
              <a:ext cx="39635" cy="187743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indent="-1270">
                <a:lnSpc>
                  <a:spcPct val="115000"/>
                </a:lnSpc>
                <a:spcAft>
                  <a:spcPts val="0"/>
                </a:spcAft>
              </a:pPr>
              <a:r>
                <a:rPr lang="en-IN" sz="950" b="1">
                  <a:solidFill>
                    <a:srgbClr val="47526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950">
                <a:solidFill>
                  <a:srgbClr val="47526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835947" y="355962"/>
              <a:ext cx="3854534" cy="186620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indent="-1270">
                <a:lnSpc>
                  <a:spcPct val="115000"/>
                </a:lnSpc>
                <a:spcAft>
                  <a:spcPts val="0"/>
                </a:spcAft>
              </a:pPr>
              <a:r>
                <a:rPr lang="en-IN" sz="950">
                  <a:solidFill>
                    <a:srgbClr val="47526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 </a:t>
              </a:r>
            </a:p>
          </p:txBody>
        </p:sp>
        <p:sp>
          <p:nvSpPr>
            <p:cNvPr id="10" name="Rectangle 9"/>
            <p:cNvSpPr/>
            <p:nvPr/>
          </p:nvSpPr>
          <p:spPr>
            <a:xfrm rot="-5399999">
              <a:off x="24207" y="485792"/>
              <a:ext cx="33604" cy="82019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indent="-1270">
                <a:lnSpc>
                  <a:spcPct val="115000"/>
                </a:lnSpc>
                <a:spcAft>
                  <a:spcPts val="0"/>
                </a:spcAft>
              </a:pPr>
              <a:r>
                <a:rPr lang="en-IN" sz="400">
                  <a:solidFill>
                    <a:srgbClr val="47526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J </a:t>
              </a:r>
              <a:endParaRPr lang="en-IN" sz="950">
                <a:solidFill>
                  <a:srgbClr val="47526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35520" y="1702877"/>
              <a:ext cx="41568" cy="82019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indent="-1270">
                <a:lnSpc>
                  <a:spcPct val="115000"/>
                </a:lnSpc>
                <a:spcAft>
                  <a:spcPts val="0"/>
                </a:spcAft>
              </a:pPr>
              <a:r>
                <a:rPr lang="en-IN" sz="950">
                  <a:solidFill>
                    <a:srgbClr val="47526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 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72356" y="1702877"/>
              <a:ext cx="17815" cy="82019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indent="-1270">
                <a:lnSpc>
                  <a:spcPct val="115000"/>
                </a:lnSpc>
                <a:spcAft>
                  <a:spcPts val="0"/>
                </a:spcAft>
              </a:pPr>
              <a:r>
                <a:rPr lang="en-IN" sz="400">
                  <a:solidFill>
                    <a:srgbClr val="475262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  <a:endParaRPr lang="en-IN" sz="950">
                <a:solidFill>
                  <a:srgbClr val="47526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3" name="Shape 3850"/>
            <p:cNvSpPr/>
            <p:nvPr/>
          </p:nvSpPr>
          <p:spPr>
            <a:xfrm>
              <a:off x="3555940" y="1134818"/>
              <a:ext cx="602907" cy="989315"/>
            </a:xfrm>
            <a:custGeom>
              <a:avLst/>
              <a:gdLst/>
              <a:ahLst/>
              <a:cxnLst/>
              <a:rect l="0" t="0" r="0" b="0"/>
              <a:pathLst>
                <a:path w="602907" h="989315">
                  <a:moveTo>
                    <a:pt x="144933" y="0"/>
                  </a:moveTo>
                  <a:lnTo>
                    <a:pt x="602907" y="388658"/>
                  </a:lnTo>
                  <a:lnTo>
                    <a:pt x="602907" y="989315"/>
                  </a:lnTo>
                  <a:lnTo>
                    <a:pt x="602875" y="989315"/>
                  </a:lnTo>
                  <a:lnTo>
                    <a:pt x="517802" y="983288"/>
                  </a:lnTo>
                  <a:cubicBezTo>
                    <a:pt x="489722" y="979268"/>
                    <a:pt x="461932" y="973239"/>
                    <a:pt x="434429" y="965200"/>
                  </a:cubicBezTo>
                  <a:cubicBezTo>
                    <a:pt x="379413" y="949122"/>
                    <a:pt x="327762" y="925665"/>
                    <a:pt x="279464" y="894791"/>
                  </a:cubicBezTo>
                  <a:cubicBezTo>
                    <a:pt x="231166" y="863930"/>
                    <a:pt x="188176" y="826922"/>
                    <a:pt x="150482" y="783755"/>
                  </a:cubicBezTo>
                  <a:cubicBezTo>
                    <a:pt x="112776" y="740588"/>
                    <a:pt x="81890" y="693001"/>
                    <a:pt x="57824" y="640981"/>
                  </a:cubicBezTo>
                  <a:cubicBezTo>
                    <a:pt x="33744" y="588975"/>
                    <a:pt x="17438" y="534632"/>
                    <a:pt x="8916" y="477951"/>
                  </a:cubicBezTo>
                  <a:cubicBezTo>
                    <a:pt x="407" y="421284"/>
                    <a:pt x="0" y="364553"/>
                    <a:pt x="7722" y="307759"/>
                  </a:cubicBezTo>
                  <a:cubicBezTo>
                    <a:pt x="15443" y="250965"/>
                    <a:pt x="30963" y="196405"/>
                    <a:pt x="54305" y="144056"/>
                  </a:cubicBezTo>
                  <a:cubicBezTo>
                    <a:pt x="77648" y="91719"/>
                    <a:pt x="107848" y="43688"/>
                    <a:pt x="144933" y="0"/>
                  </a:cubicBezTo>
                  <a:close/>
                </a:path>
              </a:pathLst>
            </a:custGeom>
            <a:solidFill>
              <a:srgbClr val="FFC805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Shape 3851"/>
            <p:cNvSpPr/>
            <p:nvPr/>
          </p:nvSpPr>
          <p:spPr>
            <a:xfrm>
              <a:off x="3555940" y="1134818"/>
              <a:ext cx="602907" cy="989315"/>
            </a:xfrm>
            <a:custGeom>
              <a:avLst/>
              <a:gdLst/>
              <a:ahLst/>
              <a:cxnLst/>
              <a:rect l="0" t="0" r="0" b="0"/>
              <a:pathLst>
                <a:path w="602907" h="989315">
                  <a:moveTo>
                    <a:pt x="602875" y="989315"/>
                  </a:moveTo>
                  <a:lnTo>
                    <a:pt x="517802" y="983288"/>
                  </a:lnTo>
                  <a:cubicBezTo>
                    <a:pt x="489722" y="979268"/>
                    <a:pt x="461932" y="973239"/>
                    <a:pt x="434429" y="965200"/>
                  </a:cubicBezTo>
                  <a:cubicBezTo>
                    <a:pt x="379413" y="949122"/>
                    <a:pt x="327762" y="925665"/>
                    <a:pt x="279464" y="894791"/>
                  </a:cubicBezTo>
                  <a:cubicBezTo>
                    <a:pt x="231166" y="863930"/>
                    <a:pt x="188176" y="826922"/>
                    <a:pt x="150482" y="783755"/>
                  </a:cubicBezTo>
                  <a:cubicBezTo>
                    <a:pt x="112776" y="740588"/>
                    <a:pt x="81890" y="693001"/>
                    <a:pt x="57824" y="640981"/>
                  </a:cubicBezTo>
                  <a:cubicBezTo>
                    <a:pt x="33744" y="588975"/>
                    <a:pt x="17438" y="534632"/>
                    <a:pt x="8916" y="477951"/>
                  </a:cubicBezTo>
                  <a:cubicBezTo>
                    <a:pt x="407" y="421284"/>
                    <a:pt x="0" y="364553"/>
                    <a:pt x="7722" y="307759"/>
                  </a:cubicBezTo>
                  <a:cubicBezTo>
                    <a:pt x="15443" y="250965"/>
                    <a:pt x="30963" y="196405"/>
                    <a:pt x="54305" y="144056"/>
                  </a:cubicBezTo>
                  <a:cubicBezTo>
                    <a:pt x="77648" y="91719"/>
                    <a:pt x="107848" y="43688"/>
                    <a:pt x="144933" y="0"/>
                  </a:cubicBezTo>
                  <a:lnTo>
                    <a:pt x="602907" y="388658"/>
                  </a:lnTo>
                  <a:lnTo>
                    <a:pt x="602907" y="989315"/>
                  </a:lnTo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Shape 3852"/>
            <p:cNvSpPr/>
            <p:nvPr/>
          </p:nvSpPr>
          <p:spPr>
            <a:xfrm>
              <a:off x="3700878" y="920969"/>
              <a:ext cx="932587" cy="602501"/>
            </a:xfrm>
            <a:custGeom>
              <a:avLst/>
              <a:gdLst/>
              <a:ahLst/>
              <a:cxnLst/>
              <a:rect l="0" t="0" r="0" b="0"/>
              <a:pathLst>
                <a:path w="932587" h="602501">
                  <a:moveTo>
                    <a:pt x="471183" y="1994"/>
                  </a:moveTo>
                  <a:cubicBezTo>
                    <a:pt x="561657" y="3975"/>
                    <a:pt x="647306" y="25324"/>
                    <a:pt x="728142" y="66027"/>
                  </a:cubicBezTo>
                  <a:cubicBezTo>
                    <a:pt x="808965" y="106743"/>
                    <a:pt x="877113" y="162840"/>
                    <a:pt x="932587" y="234353"/>
                  </a:cubicBezTo>
                  <a:lnTo>
                    <a:pt x="457974" y="602501"/>
                  </a:lnTo>
                  <a:lnTo>
                    <a:pt x="0" y="213843"/>
                  </a:lnTo>
                  <a:cubicBezTo>
                    <a:pt x="58560" y="144843"/>
                    <a:pt x="129108" y="91783"/>
                    <a:pt x="211645" y="54674"/>
                  </a:cubicBezTo>
                  <a:cubicBezTo>
                    <a:pt x="294195" y="17564"/>
                    <a:pt x="380695" y="0"/>
                    <a:pt x="471183" y="1994"/>
                  </a:cubicBezTo>
                  <a:close/>
                </a:path>
              </a:pathLst>
            </a:custGeom>
            <a:solidFill>
              <a:srgbClr val="FFA019"/>
            </a:solidFill>
            <a:ln w="0" cap="flat">
              <a:noFill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Shape 3853"/>
            <p:cNvSpPr/>
            <p:nvPr/>
          </p:nvSpPr>
          <p:spPr>
            <a:xfrm>
              <a:off x="3700878" y="920969"/>
              <a:ext cx="932587" cy="602501"/>
            </a:xfrm>
            <a:custGeom>
              <a:avLst/>
              <a:gdLst/>
              <a:ahLst/>
              <a:cxnLst/>
              <a:rect l="0" t="0" r="0" b="0"/>
              <a:pathLst>
                <a:path w="932587" h="602501">
                  <a:moveTo>
                    <a:pt x="0" y="213843"/>
                  </a:moveTo>
                  <a:cubicBezTo>
                    <a:pt x="58560" y="144843"/>
                    <a:pt x="129108" y="91783"/>
                    <a:pt x="211645" y="54674"/>
                  </a:cubicBezTo>
                  <a:cubicBezTo>
                    <a:pt x="294195" y="17564"/>
                    <a:pt x="380695" y="0"/>
                    <a:pt x="471183" y="1994"/>
                  </a:cubicBezTo>
                  <a:cubicBezTo>
                    <a:pt x="561657" y="3975"/>
                    <a:pt x="647306" y="25324"/>
                    <a:pt x="728142" y="66027"/>
                  </a:cubicBezTo>
                  <a:cubicBezTo>
                    <a:pt x="808965" y="106743"/>
                    <a:pt x="877113" y="162840"/>
                    <a:pt x="932587" y="234353"/>
                  </a:cubicBezTo>
                  <a:lnTo>
                    <a:pt x="457974" y="602501"/>
                  </a:lnTo>
                  <a:lnTo>
                    <a:pt x="0" y="213843"/>
                  </a:lnTo>
                  <a:close/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Shape 3854"/>
            <p:cNvSpPr/>
            <p:nvPr/>
          </p:nvSpPr>
          <p:spPr>
            <a:xfrm>
              <a:off x="4158851" y="1155324"/>
              <a:ext cx="601218" cy="715073"/>
            </a:xfrm>
            <a:custGeom>
              <a:avLst/>
              <a:gdLst/>
              <a:ahLst/>
              <a:cxnLst/>
              <a:rect l="0" t="0" r="0" b="0"/>
              <a:pathLst>
                <a:path w="601218" h="715073">
                  <a:moveTo>
                    <a:pt x="474611" y="0"/>
                  </a:moveTo>
                  <a:cubicBezTo>
                    <a:pt x="494220" y="25273"/>
                    <a:pt x="511695" y="51956"/>
                    <a:pt x="527037" y="80023"/>
                  </a:cubicBezTo>
                  <a:cubicBezTo>
                    <a:pt x="542379" y="108090"/>
                    <a:pt x="555409" y="137198"/>
                    <a:pt x="566102" y="167348"/>
                  </a:cubicBezTo>
                  <a:cubicBezTo>
                    <a:pt x="576796" y="197498"/>
                    <a:pt x="585026" y="228308"/>
                    <a:pt x="590804" y="259766"/>
                  </a:cubicBezTo>
                  <a:cubicBezTo>
                    <a:pt x="596570" y="291237"/>
                    <a:pt x="599808" y="322961"/>
                    <a:pt x="600507" y="354940"/>
                  </a:cubicBezTo>
                  <a:cubicBezTo>
                    <a:pt x="601218" y="386918"/>
                    <a:pt x="599376" y="418757"/>
                    <a:pt x="594995" y="450443"/>
                  </a:cubicBezTo>
                  <a:cubicBezTo>
                    <a:pt x="590613" y="482130"/>
                    <a:pt x="583743" y="513271"/>
                    <a:pt x="574383" y="543865"/>
                  </a:cubicBezTo>
                  <a:cubicBezTo>
                    <a:pt x="565023" y="574459"/>
                    <a:pt x="553300" y="604114"/>
                    <a:pt x="539204" y="632828"/>
                  </a:cubicBezTo>
                  <a:cubicBezTo>
                    <a:pt x="525107" y="661543"/>
                    <a:pt x="508812" y="688962"/>
                    <a:pt x="490334" y="715073"/>
                  </a:cubicBezTo>
                  <a:lnTo>
                    <a:pt x="0" y="368148"/>
                  </a:lnTo>
                  <a:lnTo>
                    <a:pt x="474611" y="0"/>
                  </a:lnTo>
                  <a:close/>
                </a:path>
              </a:pathLst>
            </a:custGeom>
            <a:solidFill>
              <a:srgbClr val="F05C22"/>
            </a:solidFill>
            <a:ln w="0" cap="flat">
              <a:noFill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Shape 3855"/>
            <p:cNvSpPr/>
            <p:nvPr/>
          </p:nvSpPr>
          <p:spPr>
            <a:xfrm>
              <a:off x="4158851" y="1155324"/>
              <a:ext cx="601218" cy="715073"/>
            </a:xfrm>
            <a:custGeom>
              <a:avLst/>
              <a:gdLst/>
              <a:ahLst/>
              <a:cxnLst/>
              <a:rect l="0" t="0" r="0" b="0"/>
              <a:pathLst>
                <a:path w="601218" h="715073">
                  <a:moveTo>
                    <a:pt x="474611" y="0"/>
                  </a:moveTo>
                  <a:cubicBezTo>
                    <a:pt x="494220" y="25273"/>
                    <a:pt x="511695" y="51956"/>
                    <a:pt x="527037" y="80023"/>
                  </a:cubicBezTo>
                  <a:cubicBezTo>
                    <a:pt x="542379" y="108090"/>
                    <a:pt x="555409" y="137198"/>
                    <a:pt x="566102" y="167348"/>
                  </a:cubicBezTo>
                  <a:cubicBezTo>
                    <a:pt x="576796" y="197498"/>
                    <a:pt x="585026" y="228308"/>
                    <a:pt x="590804" y="259766"/>
                  </a:cubicBezTo>
                  <a:cubicBezTo>
                    <a:pt x="596570" y="291237"/>
                    <a:pt x="599808" y="322961"/>
                    <a:pt x="600507" y="354940"/>
                  </a:cubicBezTo>
                  <a:cubicBezTo>
                    <a:pt x="601218" y="386918"/>
                    <a:pt x="599376" y="418757"/>
                    <a:pt x="594995" y="450443"/>
                  </a:cubicBezTo>
                  <a:cubicBezTo>
                    <a:pt x="590613" y="482130"/>
                    <a:pt x="583743" y="513271"/>
                    <a:pt x="574383" y="543865"/>
                  </a:cubicBezTo>
                  <a:cubicBezTo>
                    <a:pt x="565023" y="574459"/>
                    <a:pt x="553300" y="604114"/>
                    <a:pt x="539204" y="632828"/>
                  </a:cubicBezTo>
                  <a:cubicBezTo>
                    <a:pt x="525107" y="661543"/>
                    <a:pt x="508812" y="688962"/>
                    <a:pt x="490334" y="715073"/>
                  </a:cubicBezTo>
                  <a:lnTo>
                    <a:pt x="0" y="368148"/>
                  </a:lnTo>
                  <a:lnTo>
                    <a:pt x="474611" y="0"/>
                  </a:lnTo>
                  <a:close/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Shape 3856"/>
            <p:cNvSpPr/>
            <p:nvPr/>
          </p:nvSpPr>
          <p:spPr>
            <a:xfrm>
              <a:off x="4158845" y="1523473"/>
              <a:ext cx="490347" cy="557085"/>
            </a:xfrm>
            <a:custGeom>
              <a:avLst/>
              <a:gdLst/>
              <a:ahLst/>
              <a:cxnLst/>
              <a:rect l="0" t="0" r="0" b="0"/>
              <a:pathLst>
                <a:path w="490347" h="557085">
                  <a:moveTo>
                    <a:pt x="0" y="0"/>
                  </a:moveTo>
                  <a:lnTo>
                    <a:pt x="490347" y="346926"/>
                  </a:lnTo>
                  <a:cubicBezTo>
                    <a:pt x="422363" y="443014"/>
                    <a:pt x="333794" y="513067"/>
                    <a:pt x="224625" y="557085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BCC2CF"/>
            </a:solidFill>
            <a:ln w="0" cap="flat">
              <a:noFill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Shape 3857"/>
            <p:cNvSpPr/>
            <p:nvPr/>
          </p:nvSpPr>
          <p:spPr>
            <a:xfrm>
              <a:off x="4158845" y="1523473"/>
              <a:ext cx="490347" cy="557085"/>
            </a:xfrm>
            <a:custGeom>
              <a:avLst/>
              <a:gdLst/>
              <a:ahLst/>
              <a:cxnLst/>
              <a:rect l="0" t="0" r="0" b="0"/>
              <a:pathLst>
                <a:path w="490347" h="557085">
                  <a:moveTo>
                    <a:pt x="490347" y="346926"/>
                  </a:moveTo>
                  <a:cubicBezTo>
                    <a:pt x="422363" y="443014"/>
                    <a:pt x="333794" y="513067"/>
                    <a:pt x="224625" y="557085"/>
                  </a:cubicBezTo>
                  <a:lnTo>
                    <a:pt x="0" y="0"/>
                  </a:lnTo>
                  <a:lnTo>
                    <a:pt x="490347" y="346926"/>
                  </a:lnTo>
                  <a:close/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Shape 3858"/>
            <p:cNvSpPr/>
            <p:nvPr/>
          </p:nvSpPr>
          <p:spPr>
            <a:xfrm>
              <a:off x="4158844" y="1523468"/>
              <a:ext cx="224625" cy="600665"/>
            </a:xfrm>
            <a:custGeom>
              <a:avLst/>
              <a:gdLst/>
              <a:ahLst/>
              <a:cxnLst/>
              <a:rect l="0" t="0" r="0" b="0"/>
              <a:pathLst>
                <a:path w="224625" h="600665">
                  <a:moveTo>
                    <a:pt x="0" y="0"/>
                  </a:moveTo>
                  <a:lnTo>
                    <a:pt x="224625" y="557085"/>
                  </a:lnTo>
                  <a:cubicBezTo>
                    <a:pt x="170580" y="578879"/>
                    <a:pt x="114957" y="592500"/>
                    <a:pt x="57744" y="597948"/>
                  </a:cubicBezTo>
                  <a:lnTo>
                    <a:pt x="156" y="600665"/>
                  </a:lnTo>
                  <a:lnTo>
                    <a:pt x="0" y="60066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E939C"/>
            </a:solidFill>
            <a:ln w="0" cap="flat">
              <a:noFill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Shape 3859"/>
            <p:cNvSpPr/>
            <p:nvPr/>
          </p:nvSpPr>
          <p:spPr>
            <a:xfrm>
              <a:off x="4158844" y="1523468"/>
              <a:ext cx="224625" cy="600665"/>
            </a:xfrm>
            <a:custGeom>
              <a:avLst/>
              <a:gdLst/>
              <a:ahLst/>
              <a:cxnLst/>
              <a:rect l="0" t="0" r="0" b="0"/>
              <a:pathLst>
                <a:path w="224625" h="600665">
                  <a:moveTo>
                    <a:pt x="0" y="600665"/>
                  </a:moveTo>
                  <a:lnTo>
                    <a:pt x="0" y="0"/>
                  </a:lnTo>
                  <a:lnTo>
                    <a:pt x="224625" y="557085"/>
                  </a:lnTo>
                  <a:cubicBezTo>
                    <a:pt x="170580" y="578879"/>
                    <a:pt x="114957" y="592500"/>
                    <a:pt x="57744" y="597948"/>
                  </a:cubicBezTo>
                  <a:lnTo>
                    <a:pt x="156" y="600665"/>
                  </a:lnTo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Shape 3861"/>
            <p:cNvSpPr/>
            <p:nvPr/>
          </p:nvSpPr>
          <p:spPr>
            <a:xfrm>
              <a:off x="1841294" y="1134818"/>
              <a:ext cx="602907" cy="989315"/>
            </a:xfrm>
            <a:custGeom>
              <a:avLst/>
              <a:gdLst/>
              <a:ahLst/>
              <a:cxnLst/>
              <a:rect l="0" t="0" r="0" b="0"/>
              <a:pathLst>
                <a:path w="602907" h="989315">
                  <a:moveTo>
                    <a:pt x="602874" y="989315"/>
                  </a:moveTo>
                  <a:lnTo>
                    <a:pt x="517799" y="983288"/>
                  </a:lnTo>
                  <a:cubicBezTo>
                    <a:pt x="489718" y="979268"/>
                    <a:pt x="461925" y="973239"/>
                    <a:pt x="434416" y="965200"/>
                  </a:cubicBezTo>
                  <a:cubicBezTo>
                    <a:pt x="379413" y="949122"/>
                    <a:pt x="327761" y="925665"/>
                    <a:pt x="279464" y="894791"/>
                  </a:cubicBezTo>
                  <a:cubicBezTo>
                    <a:pt x="231165" y="863930"/>
                    <a:pt x="188176" y="826922"/>
                    <a:pt x="150482" y="783755"/>
                  </a:cubicBezTo>
                  <a:cubicBezTo>
                    <a:pt x="112776" y="740588"/>
                    <a:pt x="81890" y="693001"/>
                    <a:pt x="57810" y="640981"/>
                  </a:cubicBezTo>
                  <a:cubicBezTo>
                    <a:pt x="33744" y="588975"/>
                    <a:pt x="17437" y="534632"/>
                    <a:pt x="8915" y="477951"/>
                  </a:cubicBezTo>
                  <a:cubicBezTo>
                    <a:pt x="406" y="421284"/>
                    <a:pt x="0" y="364553"/>
                    <a:pt x="7722" y="307759"/>
                  </a:cubicBezTo>
                  <a:cubicBezTo>
                    <a:pt x="15443" y="250965"/>
                    <a:pt x="30962" y="196405"/>
                    <a:pt x="54305" y="144056"/>
                  </a:cubicBezTo>
                  <a:cubicBezTo>
                    <a:pt x="77648" y="91719"/>
                    <a:pt x="107848" y="43688"/>
                    <a:pt x="144932" y="0"/>
                  </a:cubicBezTo>
                  <a:lnTo>
                    <a:pt x="297599" y="129553"/>
                  </a:lnTo>
                  <a:cubicBezTo>
                    <a:pt x="272872" y="158686"/>
                    <a:pt x="252730" y="190690"/>
                    <a:pt x="237172" y="225590"/>
                  </a:cubicBezTo>
                  <a:cubicBezTo>
                    <a:pt x="221615" y="260490"/>
                    <a:pt x="211264" y="296863"/>
                    <a:pt x="206121" y="334721"/>
                  </a:cubicBezTo>
                  <a:cubicBezTo>
                    <a:pt x="200965" y="372580"/>
                    <a:pt x="201232" y="410413"/>
                    <a:pt x="206921" y="448196"/>
                  </a:cubicBezTo>
                  <a:cubicBezTo>
                    <a:pt x="212598" y="485978"/>
                    <a:pt x="223457" y="522198"/>
                    <a:pt x="239509" y="556870"/>
                  </a:cubicBezTo>
                  <a:cubicBezTo>
                    <a:pt x="255562" y="591553"/>
                    <a:pt x="276161" y="623278"/>
                    <a:pt x="301282" y="652056"/>
                  </a:cubicBezTo>
                  <a:cubicBezTo>
                    <a:pt x="326415" y="680834"/>
                    <a:pt x="355079" y="705510"/>
                    <a:pt x="387274" y="726084"/>
                  </a:cubicBezTo>
                  <a:cubicBezTo>
                    <a:pt x="419481" y="746658"/>
                    <a:pt x="453911" y="762305"/>
                    <a:pt x="490588" y="773023"/>
                  </a:cubicBezTo>
                  <a:cubicBezTo>
                    <a:pt x="527253" y="783742"/>
                    <a:pt x="564693" y="789101"/>
                    <a:pt x="602907" y="789101"/>
                  </a:cubicBezTo>
                  <a:lnTo>
                    <a:pt x="602907" y="989315"/>
                  </a:lnTo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Shape 3863"/>
            <p:cNvSpPr/>
            <p:nvPr/>
          </p:nvSpPr>
          <p:spPr>
            <a:xfrm>
              <a:off x="1986231" y="920969"/>
              <a:ext cx="932587" cy="357074"/>
            </a:xfrm>
            <a:custGeom>
              <a:avLst/>
              <a:gdLst/>
              <a:ahLst/>
              <a:cxnLst/>
              <a:rect l="0" t="0" r="0" b="0"/>
              <a:pathLst>
                <a:path w="932587" h="357074">
                  <a:moveTo>
                    <a:pt x="0" y="213843"/>
                  </a:moveTo>
                  <a:cubicBezTo>
                    <a:pt x="58560" y="144843"/>
                    <a:pt x="129108" y="91783"/>
                    <a:pt x="211646" y="54674"/>
                  </a:cubicBezTo>
                  <a:cubicBezTo>
                    <a:pt x="294196" y="17564"/>
                    <a:pt x="380695" y="0"/>
                    <a:pt x="471183" y="1994"/>
                  </a:cubicBezTo>
                  <a:cubicBezTo>
                    <a:pt x="561658" y="3975"/>
                    <a:pt x="647306" y="25324"/>
                    <a:pt x="728142" y="66027"/>
                  </a:cubicBezTo>
                  <a:cubicBezTo>
                    <a:pt x="808965" y="106743"/>
                    <a:pt x="877113" y="162840"/>
                    <a:pt x="932587" y="234353"/>
                  </a:cubicBezTo>
                  <a:lnTo>
                    <a:pt x="774383" y="357074"/>
                  </a:lnTo>
                  <a:cubicBezTo>
                    <a:pt x="737400" y="309397"/>
                    <a:pt x="691972" y="271996"/>
                    <a:pt x="638086" y="244856"/>
                  </a:cubicBezTo>
                  <a:cubicBezTo>
                    <a:pt x="584200" y="217716"/>
                    <a:pt x="527088" y="203492"/>
                    <a:pt x="466776" y="202159"/>
                  </a:cubicBezTo>
                  <a:cubicBezTo>
                    <a:pt x="406451" y="200838"/>
                    <a:pt x="348780" y="212547"/>
                    <a:pt x="293751" y="237287"/>
                  </a:cubicBezTo>
                  <a:cubicBezTo>
                    <a:pt x="238735" y="262027"/>
                    <a:pt x="191694" y="297396"/>
                    <a:pt x="152654" y="343395"/>
                  </a:cubicBezTo>
                  <a:lnTo>
                    <a:pt x="0" y="213843"/>
                  </a:lnTo>
                  <a:close/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Shape 3865"/>
            <p:cNvSpPr/>
            <p:nvPr/>
          </p:nvSpPr>
          <p:spPr>
            <a:xfrm>
              <a:off x="2760612" y="1155324"/>
              <a:ext cx="284810" cy="715073"/>
            </a:xfrm>
            <a:custGeom>
              <a:avLst/>
              <a:gdLst/>
              <a:ahLst/>
              <a:cxnLst/>
              <a:rect l="0" t="0" r="0" b="0"/>
              <a:pathLst>
                <a:path w="284810" h="715073">
                  <a:moveTo>
                    <a:pt x="158204" y="0"/>
                  </a:moveTo>
                  <a:cubicBezTo>
                    <a:pt x="177813" y="25273"/>
                    <a:pt x="195288" y="51956"/>
                    <a:pt x="210629" y="80023"/>
                  </a:cubicBezTo>
                  <a:cubicBezTo>
                    <a:pt x="225971" y="108090"/>
                    <a:pt x="239001" y="137198"/>
                    <a:pt x="249695" y="167348"/>
                  </a:cubicBezTo>
                  <a:cubicBezTo>
                    <a:pt x="260388" y="197498"/>
                    <a:pt x="268618" y="228308"/>
                    <a:pt x="274396" y="259766"/>
                  </a:cubicBezTo>
                  <a:cubicBezTo>
                    <a:pt x="280162" y="291237"/>
                    <a:pt x="283401" y="322961"/>
                    <a:pt x="284099" y="354940"/>
                  </a:cubicBezTo>
                  <a:cubicBezTo>
                    <a:pt x="284810" y="386918"/>
                    <a:pt x="282969" y="418757"/>
                    <a:pt x="278587" y="450443"/>
                  </a:cubicBezTo>
                  <a:cubicBezTo>
                    <a:pt x="274206" y="482130"/>
                    <a:pt x="267335" y="513271"/>
                    <a:pt x="257975" y="543865"/>
                  </a:cubicBezTo>
                  <a:cubicBezTo>
                    <a:pt x="248615" y="574459"/>
                    <a:pt x="236893" y="604114"/>
                    <a:pt x="222796" y="632828"/>
                  </a:cubicBezTo>
                  <a:cubicBezTo>
                    <a:pt x="208699" y="661543"/>
                    <a:pt x="192405" y="688962"/>
                    <a:pt x="173927" y="715073"/>
                  </a:cubicBezTo>
                  <a:lnTo>
                    <a:pt x="10478" y="599427"/>
                  </a:lnTo>
                  <a:cubicBezTo>
                    <a:pt x="35281" y="564388"/>
                    <a:pt x="53949" y="526339"/>
                    <a:pt x="66510" y="485292"/>
                  </a:cubicBezTo>
                  <a:cubicBezTo>
                    <a:pt x="79070" y="444246"/>
                    <a:pt x="84874" y="402260"/>
                    <a:pt x="83934" y="359347"/>
                  </a:cubicBezTo>
                  <a:cubicBezTo>
                    <a:pt x="82982" y="316433"/>
                    <a:pt x="75336" y="274739"/>
                    <a:pt x="60985" y="234277"/>
                  </a:cubicBezTo>
                  <a:cubicBezTo>
                    <a:pt x="46634" y="193827"/>
                    <a:pt x="26314" y="156642"/>
                    <a:pt x="0" y="122720"/>
                  </a:cubicBezTo>
                  <a:lnTo>
                    <a:pt x="158204" y="0"/>
                  </a:lnTo>
                  <a:close/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Shape 3867"/>
            <p:cNvSpPr/>
            <p:nvPr/>
          </p:nvSpPr>
          <p:spPr>
            <a:xfrm>
              <a:off x="2593955" y="1754753"/>
              <a:ext cx="340589" cy="325806"/>
            </a:xfrm>
            <a:custGeom>
              <a:avLst/>
              <a:gdLst/>
              <a:ahLst/>
              <a:cxnLst/>
              <a:rect l="0" t="0" r="0" b="0"/>
              <a:pathLst>
                <a:path w="340589" h="325806">
                  <a:moveTo>
                    <a:pt x="340589" y="115646"/>
                  </a:moveTo>
                  <a:cubicBezTo>
                    <a:pt x="272605" y="211734"/>
                    <a:pt x="184036" y="281787"/>
                    <a:pt x="74866" y="325806"/>
                  </a:cubicBezTo>
                  <a:lnTo>
                    <a:pt x="0" y="140106"/>
                  </a:lnTo>
                  <a:cubicBezTo>
                    <a:pt x="72771" y="110756"/>
                    <a:pt x="131813" y="64058"/>
                    <a:pt x="177140" y="0"/>
                  </a:cubicBezTo>
                  <a:lnTo>
                    <a:pt x="340589" y="115646"/>
                  </a:lnTo>
                  <a:close/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Shape 3869"/>
            <p:cNvSpPr/>
            <p:nvPr/>
          </p:nvSpPr>
          <p:spPr>
            <a:xfrm>
              <a:off x="2444198" y="1894854"/>
              <a:ext cx="224625" cy="229279"/>
            </a:xfrm>
            <a:custGeom>
              <a:avLst/>
              <a:gdLst/>
              <a:ahLst/>
              <a:cxnLst/>
              <a:rect l="0" t="0" r="0" b="0"/>
              <a:pathLst>
                <a:path w="224625" h="229279">
                  <a:moveTo>
                    <a:pt x="0" y="229279"/>
                  </a:moveTo>
                  <a:lnTo>
                    <a:pt x="0" y="29058"/>
                  </a:lnTo>
                  <a:cubicBezTo>
                    <a:pt x="51803" y="29058"/>
                    <a:pt x="101714" y="19380"/>
                    <a:pt x="149746" y="0"/>
                  </a:cubicBezTo>
                  <a:lnTo>
                    <a:pt x="224625" y="185700"/>
                  </a:lnTo>
                  <a:cubicBezTo>
                    <a:pt x="170580" y="207493"/>
                    <a:pt x="114957" y="221114"/>
                    <a:pt x="57743" y="226562"/>
                  </a:cubicBezTo>
                  <a:lnTo>
                    <a:pt x="156" y="229279"/>
                  </a:lnTo>
                </a:path>
              </a:pathLst>
            </a:custGeom>
            <a:noFill/>
            <a:ln w="3569" cap="flat" cmpd="sng" algn="ctr">
              <a:solidFill>
                <a:srgbClr val="FFFFFF"/>
              </a:solidFill>
              <a:prstDash val="solid"/>
              <a:round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588284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065" y="280804"/>
            <a:ext cx="11582400" cy="671691"/>
          </a:xfrm>
        </p:spPr>
        <p:txBody>
          <a:bodyPr/>
          <a:lstStyle/>
          <a:p>
            <a:r>
              <a:rPr lang="en-US" dirty="0"/>
              <a:t>What story does the data tell?</a:t>
            </a:r>
            <a:endParaRPr lang="en-IN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11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01652" y="1266610"/>
            <a:ext cx="11323890" cy="4939469"/>
          </a:xfrm>
        </p:spPr>
        <p:txBody>
          <a:bodyPr>
            <a:noAutofit/>
          </a:bodyPr>
          <a:lstStyle/>
          <a:p>
            <a:pPr algn="just"/>
            <a:r>
              <a:rPr lang="en-US" sz="1800" dirty="0"/>
              <a:t>For many people, the hardest part of visualizing data is looking at the raw numbers and figuring out how to use them to tell a story. </a:t>
            </a:r>
          </a:p>
          <a:p>
            <a:pPr algn="just"/>
            <a:r>
              <a:rPr lang="en-US" sz="1800" dirty="0"/>
              <a:t>What is it that your team, your readers, or your audience is most curious about?</a:t>
            </a:r>
          </a:p>
          <a:p>
            <a:pPr algn="just"/>
            <a:r>
              <a:rPr lang="en-US" sz="1800" dirty="0"/>
              <a:t>For example, let’s say your goal is to increase the number of subscribers to your business blog. Your primary metric, then, would be number of subscribers over time.</a:t>
            </a:r>
          </a:p>
          <a:p>
            <a:pPr algn="just"/>
            <a:r>
              <a:rPr lang="en-US" sz="1800" dirty="0"/>
              <a:t>Let’s say you measured blog email subscribers from 2011–2014. During that time, your team employed a number of different tactics to increase email subscribers from the blog – and in the end, this is how your raw subscriber numbers shook out year-over-year: </a:t>
            </a:r>
          </a:p>
          <a:p>
            <a:pPr marL="0" indent="0" algn="just">
              <a:buNone/>
            </a:pPr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algn="just"/>
            <a:endParaRPr lang="en-US" sz="1800" dirty="0"/>
          </a:p>
          <a:p>
            <a:pPr marL="0" indent="0" algn="just">
              <a:buNone/>
            </a:pPr>
            <a:endParaRPr lang="en-US" sz="1800" dirty="0"/>
          </a:p>
          <a:p>
            <a:pPr algn="just"/>
            <a:r>
              <a:rPr lang="en-US" sz="1800" dirty="0"/>
              <a:t>From this table, it’s obvious that the no. of email subscribers from the blog is increasing over time. That’s a great start to your story …</a:t>
            </a:r>
            <a:endParaRPr lang="en-IN" sz="18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9277" y="3582521"/>
            <a:ext cx="5426578" cy="191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006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202" y="246621"/>
            <a:ext cx="11306798" cy="705874"/>
          </a:xfrm>
        </p:spPr>
        <p:txBody>
          <a:bodyPr/>
          <a:lstStyle/>
          <a:p>
            <a:r>
              <a:rPr lang="en-IN" dirty="0"/>
              <a:t>Is it designed well ?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12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04202" y="1295401"/>
            <a:ext cx="11306798" cy="48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Tip 1: Label your charts and graphs correctly.                                       Tip 2: Call out or highlight important information. 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202" y="2170632"/>
            <a:ext cx="4203936" cy="303375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5718" y="1880075"/>
            <a:ext cx="4606184" cy="306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4147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2748" y="246621"/>
            <a:ext cx="11298252" cy="678877"/>
          </a:xfrm>
        </p:spPr>
        <p:txBody>
          <a:bodyPr/>
          <a:lstStyle/>
          <a:p>
            <a:r>
              <a:rPr lang="en-IN" dirty="0"/>
              <a:t>Continue…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13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12748" y="1295401"/>
            <a:ext cx="11298252" cy="4817432"/>
          </a:xfrm>
        </p:spPr>
        <p:txBody>
          <a:bodyPr/>
          <a:lstStyle/>
          <a:p>
            <a:pPr marL="0" indent="0">
              <a:buNone/>
            </a:pPr>
            <a:r>
              <a:rPr lang="en-US" sz="1800" b="1" dirty="0"/>
              <a:t>Tip 3: Use consistent and attractive color schemes.</a:t>
            </a:r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r>
              <a:rPr lang="en-IN" sz="1800" b="1" dirty="0"/>
              <a:t>Analogous:                                                                  Triadic:         </a:t>
            </a:r>
          </a:p>
          <a:p>
            <a:endParaRPr lang="en-IN" sz="1800" dirty="0"/>
          </a:p>
          <a:p>
            <a:r>
              <a:rPr lang="en-IN" sz="1800" b="1" dirty="0"/>
              <a:t>Monochromatic</a:t>
            </a:r>
            <a:r>
              <a:rPr lang="en-IN" sz="1800" dirty="0"/>
              <a:t>:                                                        </a:t>
            </a:r>
            <a:r>
              <a:rPr lang="en-IN" sz="1800" b="1" dirty="0"/>
              <a:t>Complementary:                                                     </a:t>
            </a:r>
          </a:p>
          <a:p>
            <a:endParaRPr lang="en-IN" sz="1800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US" sz="1800" b="1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57" y="1643993"/>
            <a:ext cx="6114818" cy="1848091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960557" y="3861987"/>
            <a:ext cx="3090149" cy="471805"/>
            <a:chOff x="0" y="0"/>
            <a:chExt cx="2929465" cy="471819"/>
          </a:xfrm>
        </p:grpSpPr>
        <p:sp>
          <p:nvSpPr>
            <p:cNvPr id="7" name="Shape 6290"/>
            <p:cNvSpPr/>
            <p:nvPr/>
          </p:nvSpPr>
          <p:spPr>
            <a:xfrm>
              <a:off x="31963" y="21312"/>
              <a:ext cx="450494" cy="450507"/>
            </a:xfrm>
            <a:custGeom>
              <a:avLst/>
              <a:gdLst/>
              <a:ahLst/>
              <a:cxnLst/>
              <a:rect l="0" t="0" r="0" b="0"/>
              <a:pathLst>
                <a:path w="450494" h="450507">
                  <a:moveTo>
                    <a:pt x="225247" y="0"/>
                  </a:moveTo>
                  <a:cubicBezTo>
                    <a:pt x="349656" y="0"/>
                    <a:pt x="450494" y="100850"/>
                    <a:pt x="450494" y="225260"/>
                  </a:cubicBezTo>
                  <a:cubicBezTo>
                    <a:pt x="450494" y="349656"/>
                    <a:pt x="349656" y="450507"/>
                    <a:pt x="225247" y="450507"/>
                  </a:cubicBezTo>
                  <a:cubicBezTo>
                    <a:pt x="100850" y="450507"/>
                    <a:pt x="0" y="349656"/>
                    <a:pt x="0" y="225260"/>
                  </a:cubicBezTo>
                  <a:cubicBezTo>
                    <a:pt x="0" y="100850"/>
                    <a:pt x="100850" y="0"/>
                    <a:pt x="22524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EDF2F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Shape 6291"/>
            <p:cNvSpPr/>
            <p:nvPr/>
          </p:nvSpPr>
          <p:spPr>
            <a:xfrm>
              <a:off x="1250004" y="21312"/>
              <a:ext cx="450495" cy="450507"/>
            </a:xfrm>
            <a:custGeom>
              <a:avLst/>
              <a:gdLst/>
              <a:ahLst/>
              <a:cxnLst/>
              <a:rect l="0" t="0" r="0" b="0"/>
              <a:pathLst>
                <a:path w="450495" h="450507">
                  <a:moveTo>
                    <a:pt x="225247" y="0"/>
                  </a:moveTo>
                  <a:cubicBezTo>
                    <a:pt x="349643" y="0"/>
                    <a:pt x="450495" y="100850"/>
                    <a:pt x="450495" y="225260"/>
                  </a:cubicBezTo>
                  <a:cubicBezTo>
                    <a:pt x="450495" y="349656"/>
                    <a:pt x="349643" y="450507"/>
                    <a:pt x="225247" y="450507"/>
                  </a:cubicBezTo>
                  <a:cubicBezTo>
                    <a:pt x="100850" y="450507"/>
                    <a:pt x="0" y="349656"/>
                    <a:pt x="0" y="225260"/>
                  </a:cubicBezTo>
                  <a:cubicBezTo>
                    <a:pt x="0" y="100850"/>
                    <a:pt x="100850" y="0"/>
                    <a:pt x="22524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EDF5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Shape 6292"/>
            <p:cNvSpPr/>
            <p:nvPr/>
          </p:nvSpPr>
          <p:spPr>
            <a:xfrm>
              <a:off x="646592" y="21312"/>
              <a:ext cx="450507" cy="450507"/>
            </a:xfrm>
            <a:custGeom>
              <a:avLst/>
              <a:gdLst/>
              <a:ahLst/>
              <a:cxnLst/>
              <a:rect l="0" t="0" r="0" b="0"/>
              <a:pathLst>
                <a:path w="450507" h="450507">
                  <a:moveTo>
                    <a:pt x="225247" y="0"/>
                  </a:moveTo>
                  <a:cubicBezTo>
                    <a:pt x="349644" y="0"/>
                    <a:pt x="450507" y="100850"/>
                    <a:pt x="450507" y="225260"/>
                  </a:cubicBezTo>
                  <a:cubicBezTo>
                    <a:pt x="450507" y="349656"/>
                    <a:pt x="349644" y="450507"/>
                    <a:pt x="225247" y="450507"/>
                  </a:cubicBezTo>
                  <a:cubicBezTo>
                    <a:pt x="100838" y="450507"/>
                    <a:pt x="0" y="349656"/>
                    <a:pt x="0" y="225260"/>
                  </a:cubicBezTo>
                  <a:cubicBezTo>
                    <a:pt x="0" y="100850"/>
                    <a:pt x="100838" y="0"/>
                    <a:pt x="22524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E3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Shape 6293"/>
            <p:cNvSpPr/>
            <p:nvPr/>
          </p:nvSpPr>
          <p:spPr>
            <a:xfrm>
              <a:off x="2478958" y="21312"/>
              <a:ext cx="450507" cy="450507"/>
            </a:xfrm>
            <a:custGeom>
              <a:avLst/>
              <a:gdLst/>
              <a:ahLst/>
              <a:cxnLst/>
              <a:rect l="0" t="0" r="0" b="0"/>
              <a:pathLst>
                <a:path w="450507" h="450507">
                  <a:moveTo>
                    <a:pt x="225247" y="0"/>
                  </a:moveTo>
                  <a:cubicBezTo>
                    <a:pt x="349657" y="0"/>
                    <a:pt x="450507" y="100850"/>
                    <a:pt x="450507" y="225260"/>
                  </a:cubicBezTo>
                  <a:cubicBezTo>
                    <a:pt x="450507" y="349656"/>
                    <a:pt x="349657" y="450507"/>
                    <a:pt x="225247" y="450507"/>
                  </a:cubicBezTo>
                  <a:cubicBezTo>
                    <a:pt x="100851" y="450507"/>
                    <a:pt x="0" y="349656"/>
                    <a:pt x="0" y="225260"/>
                  </a:cubicBezTo>
                  <a:cubicBezTo>
                    <a:pt x="0" y="100850"/>
                    <a:pt x="100851" y="0"/>
                    <a:pt x="22524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FFFCED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Shape 6294"/>
            <p:cNvSpPr/>
            <p:nvPr/>
          </p:nvSpPr>
          <p:spPr>
            <a:xfrm>
              <a:off x="2446995" y="0"/>
              <a:ext cx="450507" cy="450520"/>
            </a:xfrm>
            <a:custGeom>
              <a:avLst/>
              <a:gdLst/>
              <a:ahLst/>
              <a:cxnLst/>
              <a:rect l="0" t="0" r="0" b="0"/>
              <a:pathLst>
                <a:path w="450507" h="450520">
                  <a:moveTo>
                    <a:pt x="225260" y="0"/>
                  </a:moveTo>
                  <a:cubicBezTo>
                    <a:pt x="349657" y="0"/>
                    <a:pt x="450507" y="100850"/>
                    <a:pt x="450507" y="225260"/>
                  </a:cubicBezTo>
                  <a:cubicBezTo>
                    <a:pt x="450507" y="349669"/>
                    <a:pt x="349657" y="450520"/>
                    <a:pt x="225260" y="450520"/>
                  </a:cubicBezTo>
                  <a:cubicBezTo>
                    <a:pt x="100851" y="450520"/>
                    <a:pt x="0" y="349669"/>
                    <a:pt x="0" y="225260"/>
                  </a:cubicBezTo>
                  <a:cubicBezTo>
                    <a:pt x="0" y="100850"/>
                    <a:pt x="100851" y="0"/>
                    <a:pt x="22526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FAF2A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Shape 6295"/>
            <p:cNvSpPr/>
            <p:nvPr/>
          </p:nvSpPr>
          <p:spPr>
            <a:xfrm>
              <a:off x="1864627" y="21312"/>
              <a:ext cx="450507" cy="450507"/>
            </a:xfrm>
            <a:custGeom>
              <a:avLst/>
              <a:gdLst/>
              <a:ahLst/>
              <a:cxnLst/>
              <a:rect l="0" t="0" r="0" b="0"/>
              <a:pathLst>
                <a:path w="450507" h="450507">
                  <a:moveTo>
                    <a:pt x="225247" y="0"/>
                  </a:moveTo>
                  <a:cubicBezTo>
                    <a:pt x="349657" y="0"/>
                    <a:pt x="450507" y="100850"/>
                    <a:pt x="450507" y="225260"/>
                  </a:cubicBezTo>
                  <a:cubicBezTo>
                    <a:pt x="450507" y="349656"/>
                    <a:pt x="349657" y="450507"/>
                    <a:pt x="225247" y="450507"/>
                  </a:cubicBezTo>
                  <a:cubicBezTo>
                    <a:pt x="100851" y="450507"/>
                    <a:pt x="0" y="349656"/>
                    <a:pt x="0" y="225260"/>
                  </a:cubicBezTo>
                  <a:cubicBezTo>
                    <a:pt x="0" y="100850"/>
                    <a:pt x="100851" y="0"/>
                    <a:pt x="22524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E8F5E8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Shape 6296"/>
            <p:cNvSpPr/>
            <p:nvPr/>
          </p:nvSpPr>
          <p:spPr>
            <a:xfrm>
              <a:off x="0" y="0"/>
              <a:ext cx="450507" cy="450520"/>
            </a:xfrm>
            <a:custGeom>
              <a:avLst/>
              <a:gdLst/>
              <a:ahLst/>
              <a:cxnLst/>
              <a:rect l="0" t="0" r="0" b="0"/>
              <a:pathLst>
                <a:path w="450507" h="450520">
                  <a:moveTo>
                    <a:pt x="225260" y="0"/>
                  </a:moveTo>
                  <a:cubicBezTo>
                    <a:pt x="349656" y="0"/>
                    <a:pt x="450507" y="100850"/>
                    <a:pt x="450507" y="225260"/>
                  </a:cubicBezTo>
                  <a:cubicBezTo>
                    <a:pt x="450507" y="349669"/>
                    <a:pt x="349656" y="450520"/>
                    <a:pt x="225260" y="450520"/>
                  </a:cubicBezTo>
                  <a:cubicBezTo>
                    <a:pt x="100850" y="450520"/>
                    <a:pt x="0" y="349669"/>
                    <a:pt x="0" y="225260"/>
                  </a:cubicBezTo>
                  <a:cubicBezTo>
                    <a:pt x="0" y="100850"/>
                    <a:pt x="100850" y="0"/>
                    <a:pt x="22526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9EBDE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Shape 6297"/>
            <p:cNvSpPr/>
            <p:nvPr/>
          </p:nvSpPr>
          <p:spPr>
            <a:xfrm>
              <a:off x="1218034" y="0"/>
              <a:ext cx="450507" cy="450520"/>
            </a:xfrm>
            <a:custGeom>
              <a:avLst/>
              <a:gdLst/>
              <a:ahLst/>
              <a:cxnLst/>
              <a:rect l="0" t="0" r="0" b="0"/>
              <a:pathLst>
                <a:path w="450507" h="450520">
                  <a:moveTo>
                    <a:pt x="225260" y="0"/>
                  </a:moveTo>
                  <a:cubicBezTo>
                    <a:pt x="349657" y="0"/>
                    <a:pt x="450507" y="100850"/>
                    <a:pt x="450507" y="225260"/>
                  </a:cubicBezTo>
                  <a:cubicBezTo>
                    <a:pt x="450507" y="349669"/>
                    <a:pt x="349657" y="450520"/>
                    <a:pt x="225260" y="450520"/>
                  </a:cubicBezTo>
                  <a:cubicBezTo>
                    <a:pt x="100850" y="450520"/>
                    <a:pt x="0" y="349669"/>
                    <a:pt x="0" y="225260"/>
                  </a:cubicBezTo>
                  <a:cubicBezTo>
                    <a:pt x="0" y="100850"/>
                    <a:pt x="100850" y="0"/>
                    <a:pt x="22526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A6D17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Shape 6298"/>
            <p:cNvSpPr/>
            <p:nvPr/>
          </p:nvSpPr>
          <p:spPr>
            <a:xfrm>
              <a:off x="614629" y="0"/>
              <a:ext cx="450507" cy="450520"/>
            </a:xfrm>
            <a:custGeom>
              <a:avLst/>
              <a:gdLst/>
              <a:ahLst/>
              <a:cxnLst/>
              <a:rect l="0" t="0" r="0" b="0"/>
              <a:pathLst>
                <a:path w="450507" h="450520">
                  <a:moveTo>
                    <a:pt x="225247" y="0"/>
                  </a:moveTo>
                  <a:cubicBezTo>
                    <a:pt x="349656" y="0"/>
                    <a:pt x="450507" y="100850"/>
                    <a:pt x="450507" y="225260"/>
                  </a:cubicBezTo>
                  <a:cubicBezTo>
                    <a:pt x="450507" y="349669"/>
                    <a:pt x="349656" y="450520"/>
                    <a:pt x="225247" y="450520"/>
                  </a:cubicBezTo>
                  <a:cubicBezTo>
                    <a:pt x="100850" y="450520"/>
                    <a:pt x="0" y="349669"/>
                    <a:pt x="0" y="225260"/>
                  </a:cubicBezTo>
                  <a:cubicBezTo>
                    <a:pt x="0" y="100850"/>
                    <a:pt x="100850" y="0"/>
                    <a:pt x="22524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78CCC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Shape 6299"/>
            <p:cNvSpPr/>
            <p:nvPr/>
          </p:nvSpPr>
          <p:spPr>
            <a:xfrm>
              <a:off x="1832663" y="0"/>
              <a:ext cx="450507" cy="450520"/>
            </a:xfrm>
            <a:custGeom>
              <a:avLst/>
              <a:gdLst/>
              <a:ahLst/>
              <a:cxnLst/>
              <a:rect l="0" t="0" r="0" b="0"/>
              <a:pathLst>
                <a:path w="450507" h="450520">
                  <a:moveTo>
                    <a:pt x="225260" y="0"/>
                  </a:moveTo>
                  <a:cubicBezTo>
                    <a:pt x="349657" y="0"/>
                    <a:pt x="450507" y="100850"/>
                    <a:pt x="450507" y="225260"/>
                  </a:cubicBezTo>
                  <a:cubicBezTo>
                    <a:pt x="450507" y="349669"/>
                    <a:pt x="349657" y="450520"/>
                    <a:pt x="225260" y="450520"/>
                  </a:cubicBezTo>
                  <a:cubicBezTo>
                    <a:pt x="100851" y="450520"/>
                    <a:pt x="0" y="349669"/>
                    <a:pt x="0" y="225260"/>
                  </a:cubicBezTo>
                  <a:cubicBezTo>
                    <a:pt x="0" y="100850"/>
                    <a:pt x="100851" y="0"/>
                    <a:pt x="22526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94CC94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7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556" y="4619597"/>
            <a:ext cx="3158517" cy="135952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2037" y="3861987"/>
            <a:ext cx="2777384" cy="450507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89376" y="4791785"/>
            <a:ext cx="5794048" cy="1177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422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542" y="229859"/>
            <a:ext cx="11270458" cy="722636"/>
          </a:xfrm>
        </p:spPr>
        <p:txBody>
          <a:bodyPr/>
          <a:lstStyle/>
          <a:p>
            <a:r>
              <a:rPr lang="en-IN" dirty="0"/>
              <a:t>Continue…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14</a:t>
            </a:fld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40542" y="1295401"/>
            <a:ext cx="11270458" cy="48174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/>
              <a:t>Tip 4: Order your data sets logically.                                                                     Tip 5: Stay away from 3D charts.</a:t>
            </a:r>
          </a:p>
          <a:p>
            <a:pPr marL="0" indent="0">
              <a:buNone/>
            </a:pPr>
            <a:r>
              <a:rPr lang="en-US" sz="1800" b="1" dirty="0"/>
              <a:t> 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                                                               </a:t>
            </a:r>
            <a:r>
              <a:rPr lang="en-IN" sz="1800" b="1" dirty="0"/>
              <a:t>Tip 6: Choose appropriate data ranges. </a:t>
            </a:r>
            <a:endParaRPr lang="en-US" sz="1800" b="1" dirty="0"/>
          </a:p>
          <a:p>
            <a:pPr marL="0" indent="0">
              <a:buNone/>
            </a:pPr>
            <a:r>
              <a:rPr lang="en-US" sz="1800" b="1" dirty="0"/>
              <a:t>                                                                                  </a:t>
            </a:r>
            <a:r>
              <a:rPr lang="en-US" sz="1400" dirty="0"/>
              <a:t>76 - 77                           76 - 80</a:t>
            </a:r>
          </a:p>
          <a:p>
            <a:pPr marL="0" indent="0">
              <a:buNone/>
            </a:pPr>
            <a:r>
              <a:rPr lang="en-US" sz="1400" dirty="0"/>
              <a:t>                                                                                                            78 - 81                           81 - 85</a:t>
            </a:r>
          </a:p>
          <a:p>
            <a:pPr marL="0" indent="0">
              <a:buNone/>
            </a:pPr>
            <a:r>
              <a:rPr lang="en-US" sz="1400" dirty="0"/>
              <a:t>                                                                                                            82 - 90                           86 - 90 </a:t>
            </a:r>
          </a:p>
          <a:p>
            <a:pPr marL="0" indent="0">
              <a:buNone/>
            </a:pPr>
            <a:r>
              <a:rPr lang="en-US" sz="1400" dirty="0"/>
              <a:t>                                                                                                            90+                                91+</a:t>
            </a:r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US" sz="1800" b="1" dirty="0"/>
          </a:p>
          <a:p>
            <a:pPr marL="0" indent="0">
              <a:buNone/>
            </a:pPr>
            <a:endParaRPr lang="en-IN" sz="1800" b="1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885" y="1754431"/>
            <a:ext cx="5055279" cy="246917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6845180" y="2037610"/>
            <a:ext cx="4518516" cy="2107100"/>
            <a:chOff x="0" y="0"/>
            <a:chExt cx="3742335" cy="1946408"/>
          </a:xfrm>
        </p:grpSpPr>
        <p:sp>
          <p:nvSpPr>
            <p:cNvPr id="8" name="Rectangle 7"/>
            <p:cNvSpPr/>
            <p:nvPr/>
          </p:nvSpPr>
          <p:spPr>
            <a:xfrm>
              <a:off x="7450" y="0"/>
              <a:ext cx="375386" cy="157559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lvl="0" indent="-127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800" b="1" i="0" u="none" strike="noStrike" kern="0" cap="none" spc="0" normalizeH="0" baseline="0" noProof="0">
                  <a:ln>
                    <a:noFill/>
                  </a:ln>
                  <a:solidFill>
                    <a:srgbClr val="85E87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</a:rPr>
                <a:t>Angle </a:t>
              </a:r>
              <a:endParaRPr kumimoji="0" lang="en-IN" sz="950" b="0" i="0" u="none" strike="noStrike" kern="0" cap="none" spc="0" normalizeH="0" baseline="0" noProof="0">
                <a:ln>
                  <a:noFill/>
                </a:ln>
                <a:solidFill>
                  <a:srgbClr val="475262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10261" y="1759788"/>
              <a:ext cx="40918" cy="186620"/>
            </a:xfrm>
            <a:prstGeom prst="rect">
              <a:avLst/>
            </a:prstGeom>
            <a:ln>
              <a:noFill/>
            </a:ln>
          </p:spPr>
          <p:txBody>
            <a:bodyPr lIns="0" tIns="0" rIns="0" bIns="0" rtlCol="0">
              <a:noAutofit/>
            </a:bodyPr>
            <a:lstStyle/>
            <a:p>
              <a:pPr marL="5715" marR="7620" lvl="0" indent="-1270" defTabSz="914400" eaLnBrk="1" fontAlgn="auto" latinLnBrk="0" hangingPunct="1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950" b="0" i="0" u="none" strike="noStrike" kern="0" cap="none" spc="0" normalizeH="0" baseline="0" noProof="0">
                  <a:ln>
                    <a:noFill/>
                  </a:ln>
                  <a:solidFill>
                    <a:srgbClr val="475262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</a:rPr>
                <a:t> </a:t>
              </a:r>
            </a:p>
          </p:txBody>
        </p:sp>
        <p:sp>
          <p:nvSpPr>
            <p:cNvPr id="10" name="Shape 6758"/>
            <p:cNvSpPr/>
            <p:nvPr/>
          </p:nvSpPr>
          <p:spPr>
            <a:xfrm>
              <a:off x="2255231" y="232516"/>
              <a:ext cx="744360" cy="1069302"/>
            </a:xfrm>
            <a:custGeom>
              <a:avLst/>
              <a:gdLst/>
              <a:ahLst/>
              <a:cxnLst/>
              <a:rect l="0" t="0" r="0" b="0"/>
              <a:pathLst>
                <a:path w="744360" h="1069302">
                  <a:moveTo>
                    <a:pt x="744360" y="0"/>
                  </a:moveTo>
                  <a:lnTo>
                    <a:pt x="744360" y="712241"/>
                  </a:lnTo>
                  <a:lnTo>
                    <a:pt x="743293" y="714108"/>
                  </a:lnTo>
                  <a:lnTo>
                    <a:pt x="128067" y="1069302"/>
                  </a:lnTo>
                  <a:cubicBezTo>
                    <a:pt x="7696" y="855776"/>
                    <a:pt x="0" y="586016"/>
                    <a:pt x="131432" y="358368"/>
                  </a:cubicBezTo>
                  <a:cubicBezTo>
                    <a:pt x="262674" y="131051"/>
                    <a:pt x="499643" y="2883"/>
                    <a:pt x="744360" y="0"/>
                  </a:cubicBezTo>
                  <a:close/>
                </a:path>
              </a:pathLst>
            </a:custGeom>
            <a:solidFill>
              <a:srgbClr val="85E87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Shape 6759"/>
            <p:cNvSpPr/>
            <p:nvPr/>
          </p:nvSpPr>
          <p:spPr>
            <a:xfrm>
              <a:off x="2997975" y="232516"/>
              <a:ext cx="744360" cy="1069302"/>
            </a:xfrm>
            <a:custGeom>
              <a:avLst/>
              <a:gdLst/>
              <a:ahLst/>
              <a:cxnLst/>
              <a:rect l="0" t="0" r="0" b="0"/>
              <a:pathLst>
                <a:path w="744360" h="1069302">
                  <a:moveTo>
                    <a:pt x="0" y="0"/>
                  </a:moveTo>
                  <a:cubicBezTo>
                    <a:pt x="244717" y="2883"/>
                    <a:pt x="481686" y="131051"/>
                    <a:pt x="612928" y="358368"/>
                  </a:cubicBezTo>
                  <a:cubicBezTo>
                    <a:pt x="744360" y="586016"/>
                    <a:pt x="736664" y="855776"/>
                    <a:pt x="616293" y="1069302"/>
                  </a:cubicBezTo>
                  <a:lnTo>
                    <a:pt x="1067" y="714108"/>
                  </a:lnTo>
                  <a:lnTo>
                    <a:pt x="0" y="7122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CC6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Shape 6760"/>
            <p:cNvSpPr/>
            <p:nvPr/>
          </p:nvSpPr>
          <p:spPr>
            <a:xfrm>
              <a:off x="2380874" y="951925"/>
              <a:ext cx="1234186" cy="707758"/>
            </a:xfrm>
            <a:custGeom>
              <a:avLst/>
              <a:gdLst/>
              <a:ahLst/>
              <a:cxnLst/>
              <a:rect l="0" t="0" r="0" b="0"/>
              <a:pathLst>
                <a:path w="1234186" h="707758">
                  <a:moveTo>
                    <a:pt x="615226" y="0"/>
                  </a:moveTo>
                  <a:lnTo>
                    <a:pt x="617372" y="0"/>
                  </a:lnTo>
                  <a:lnTo>
                    <a:pt x="1234186" y="356133"/>
                  </a:lnTo>
                  <a:cubicBezTo>
                    <a:pt x="1109345" y="566623"/>
                    <a:pt x="879856" y="707758"/>
                    <a:pt x="617372" y="707758"/>
                  </a:cubicBezTo>
                  <a:cubicBezTo>
                    <a:pt x="354508" y="707758"/>
                    <a:pt x="124726" y="566204"/>
                    <a:pt x="0" y="355206"/>
                  </a:cubicBezTo>
                  <a:lnTo>
                    <a:pt x="615226" y="0"/>
                  </a:lnTo>
                  <a:close/>
                </a:path>
              </a:pathLst>
            </a:custGeom>
            <a:solidFill>
              <a:srgbClr val="BAFA8C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Shape 6761"/>
            <p:cNvSpPr/>
            <p:nvPr/>
          </p:nvSpPr>
          <p:spPr>
            <a:xfrm>
              <a:off x="3051605" y="443942"/>
              <a:ext cx="427886" cy="693502"/>
            </a:xfrm>
            <a:custGeom>
              <a:avLst/>
              <a:gdLst/>
              <a:ahLst/>
              <a:cxnLst/>
              <a:rect l="0" t="0" r="0" b="0"/>
              <a:pathLst>
                <a:path w="427886" h="693502">
                  <a:moveTo>
                    <a:pt x="9960" y="2"/>
                  </a:moveTo>
                  <a:cubicBezTo>
                    <a:pt x="14139" y="3"/>
                    <a:pt x="18307" y="2696"/>
                    <a:pt x="18288" y="8074"/>
                  </a:cubicBezTo>
                  <a:cubicBezTo>
                    <a:pt x="18072" y="70863"/>
                    <a:pt x="17856" y="133652"/>
                    <a:pt x="17628" y="196440"/>
                  </a:cubicBezTo>
                  <a:cubicBezTo>
                    <a:pt x="17361" y="273314"/>
                    <a:pt x="17094" y="350187"/>
                    <a:pt x="16828" y="427060"/>
                  </a:cubicBezTo>
                  <a:cubicBezTo>
                    <a:pt x="16814" y="430704"/>
                    <a:pt x="17358" y="435426"/>
                    <a:pt x="17621" y="440112"/>
                  </a:cubicBezTo>
                  <a:lnTo>
                    <a:pt x="16791" y="452191"/>
                  </a:lnTo>
                  <a:lnTo>
                    <a:pt x="24732" y="455750"/>
                  </a:lnTo>
                  <a:cubicBezTo>
                    <a:pt x="28463" y="458184"/>
                    <a:pt x="32124" y="460930"/>
                    <a:pt x="34023" y="461985"/>
                  </a:cubicBezTo>
                  <a:cubicBezTo>
                    <a:pt x="46050" y="468703"/>
                    <a:pt x="58089" y="475409"/>
                    <a:pt x="70117" y="482114"/>
                  </a:cubicBezTo>
                  <a:cubicBezTo>
                    <a:pt x="187020" y="547303"/>
                    <a:pt x="303923" y="612492"/>
                    <a:pt x="420827" y="677682"/>
                  </a:cubicBezTo>
                  <a:cubicBezTo>
                    <a:pt x="427886" y="681615"/>
                    <a:pt x="424899" y="690714"/>
                    <a:pt x="419000" y="692805"/>
                  </a:cubicBezTo>
                  <a:cubicBezTo>
                    <a:pt x="417033" y="693502"/>
                    <a:pt x="414744" y="693420"/>
                    <a:pt x="412394" y="692109"/>
                  </a:cubicBezTo>
                  <a:cubicBezTo>
                    <a:pt x="395211" y="682533"/>
                    <a:pt x="378041" y="672957"/>
                    <a:pt x="360870" y="663381"/>
                  </a:cubicBezTo>
                  <a:cubicBezTo>
                    <a:pt x="241973" y="597075"/>
                    <a:pt x="123063" y="530768"/>
                    <a:pt x="4152" y="464461"/>
                  </a:cubicBezTo>
                  <a:cubicBezTo>
                    <a:pt x="1600" y="463039"/>
                    <a:pt x="0" y="460143"/>
                    <a:pt x="12" y="457248"/>
                  </a:cubicBezTo>
                  <a:cubicBezTo>
                    <a:pt x="76" y="438236"/>
                    <a:pt x="140" y="419211"/>
                    <a:pt x="215" y="400186"/>
                  </a:cubicBezTo>
                  <a:cubicBezTo>
                    <a:pt x="673" y="269478"/>
                    <a:pt x="1130" y="138770"/>
                    <a:pt x="1574" y="8074"/>
                  </a:cubicBezTo>
                  <a:cubicBezTo>
                    <a:pt x="1594" y="2689"/>
                    <a:pt x="5782" y="0"/>
                    <a:pt x="9960" y="2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Shape 6762"/>
            <p:cNvSpPr/>
            <p:nvPr/>
          </p:nvSpPr>
          <p:spPr>
            <a:xfrm>
              <a:off x="3370829" y="982652"/>
              <a:ext cx="74434" cy="86004"/>
            </a:xfrm>
            <a:custGeom>
              <a:avLst/>
              <a:gdLst/>
              <a:ahLst/>
              <a:cxnLst/>
              <a:rect l="0" t="0" r="0" b="0"/>
              <a:pathLst>
                <a:path w="74434" h="86004">
                  <a:moveTo>
                    <a:pt x="6718" y="0"/>
                  </a:moveTo>
                  <a:cubicBezTo>
                    <a:pt x="13919" y="6820"/>
                    <a:pt x="20879" y="13411"/>
                    <a:pt x="28460" y="20612"/>
                  </a:cubicBezTo>
                  <a:lnTo>
                    <a:pt x="45085" y="29756"/>
                  </a:lnTo>
                  <a:cubicBezTo>
                    <a:pt x="54673" y="32182"/>
                    <a:pt x="64160" y="34595"/>
                    <a:pt x="74434" y="37198"/>
                  </a:cubicBezTo>
                  <a:cubicBezTo>
                    <a:pt x="72339" y="39751"/>
                    <a:pt x="70904" y="42240"/>
                    <a:pt x="68821" y="43878"/>
                  </a:cubicBezTo>
                  <a:cubicBezTo>
                    <a:pt x="60452" y="50457"/>
                    <a:pt x="52260" y="57340"/>
                    <a:pt x="43307" y="63030"/>
                  </a:cubicBezTo>
                  <a:cubicBezTo>
                    <a:pt x="30531" y="71132"/>
                    <a:pt x="17145" y="78295"/>
                    <a:pt x="3772" y="86004"/>
                  </a:cubicBezTo>
                  <a:cubicBezTo>
                    <a:pt x="3404" y="85052"/>
                    <a:pt x="3149" y="84671"/>
                    <a:pt x="3124" y="84290"/>
                  </a:cubicBezTo>
                  <a:cubicBezTo>
                    <a:pt x="1676" y="62344"/>
                    <a:pt x="0" y="40399"/>
                    <a:pt x="1994" y="18415"/>
                  </a:cubicBezTo>
                  <a:cubicBezTo>
                    <a:pt x="2439" y="13525"/>
                    <a:pt x="3759" y="8712"/>
                    <a:pt x="4813" y="3911"/>
                  </a:cubicBezTo>
                  <a:cubicBezTo>
                    <a:pt x="5093" y="2667"/>
                    <a:pt x="5931" y="1562"/>
                    <a:pt x="6718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Shape 6763"/>
            <p:cNvSpPr/>
            <p:nvPr/>
          </p:nvSpPr>
          <p:spPr>
            <a:xfrm>
              <a:off x="3066801" y="516918"/>
              <a:ext cx="77318" cy="77432"/>
            </a:xfrm>
            <a:custGeom>
              <a:avLst/>
              <a:gdLst/>
              <a:ahLst/>
              <a:cxnLst/>
              <a:rect l="0" t="0" r="0" b="0"/>
              <a:pathLst>
                <a:path w="77318" h="77432">
                  <a:moveTo>
                    <a:pt x="76264" y="0"/>
                  </a:moveTo>
                  <a:cubicBezTo>
                    <a:pt x="73749" y="10287"/>
                    <a:pt x="71412" y="19787"/>
                    <a:pt x="69062" y="29401"/>
                  </a:cubicBezTo>
                  <a:lnTo>
                    <a:pt x="69329" y="48374"/>
                  </a:lnTo>
                  <a:cubicBezTo>
                    <a:pt x="72124" y="58445"/>
                    <a:pt x="74676" y="67691"/>
                    <a:pt x="77318" y="77241"/>
                  </a:cubicBezTo>
                  <a:cubicBezTo>
                    <a:pt x="75578" y="77203"/>
                    <a:pt x="74193" y="77432"/>
                    <a:pt x="72974" y="77089"/>
                  </a:cubicBezTo>
                  <a:cubicBezTo>
                    <a:pt x="68237" y="75781"/>
                    <a:pt x="63373" y="74676"/>
                    <a:pt x="58851" y="72771"/>
                  </a:cubicBezTo>
                  <a:cubicBezTo>
                    <a:pt x="38506" y="64211"/>
                    <a:pt x="19901" y="52438"/>
                    <a:pt x="1219" y="40843"/>
                  </a:cubicBezTo>
                  <a:cubicBezTo>
                    <a:pt x="876" y="40640"/>
                    <a:pt x="673" y="40246"/>
                    <a:pt x="0" y="39472"/>
                  </a:cubicBezTo>
                  <a:cubicBezTo>
                    <a:pt x="13081" y="31280"/>
                    <a:pt x="25692" y="22822"/>
                    <a:pt x="38849" y="15354"/>
                  </a:cubicBezTo>
                  <a:cubicBezTo>
                    <a:pt x="48069" y="10122"/>
                    <a:pt x="58001" y="6121"/>
                    <a:pt x="67729" y="1816"/>
                  </a:cubicBezTo>
                  <a:cubicBezTo>
                    <a:pt x="70155" y="737"/>
                    <a:pt x="73025" y="648"/>
                    <a:pt x="76264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6" name="Shape 6764"/>
            <p:cNvSpPr/>
            <p:nvPr/>
          </p:nvSpPr>
          <p:spPr>
            <a:xfrm>
              <a:off x="3098222" y="542606"/>
              <a:ext cx="363741" cy="496740"/>
            </a:xfrm>
            <a:custGeom>
              <a:avLst/>
              <a:gdLst/>
              <a:ahLst/>
              <a:cxnLst/>
              <a:rect l="0" t="0" r="0" b="0"/>
              <a:pathLst>
                <a:path w="363741" h="496740">
                  <a:moveTo>
                    <a:pt x="10782" y="1765"/>
                  </a:moveTo>
                  <a:cubicBezTo>
                    <a:pt x="136690" y="0"/>
                    <a:pt x="258623" y="66675"/>
                    <a:pt x="315709" y="180810"/>
                  </a:cubicBezTo>
                  <a:cubicBezTo>
                    <a:pt x="363741" y="276797"/>
                    <a:pt x="357619" y="398399"/>
                    <a:pt x="304788" y="491642"/>
                  </a:cubicBezTo>
                  <a:cubicBezTo>
                    <a:pt x="303461" y="493986"/>
                    <a:pt x="301563" y="495216"/>
                    <a:pt x="299547" y="495597"/>
                  </a:cubicBezTo>
                  <a:cubicBezTo>
                    <a:pt x="293498" y="496740"/>
                    <a:pt x="286379" y="490239"/>
                    <a:pt x="290361" y="483210"/>
                  </a:cubicBezTo>
                  <a:cubicBezTo>
                    <a:pt x="340119" y="395377"/>
                    <a:pt x="346584" y="279730"/>
                    <a:pt x="301295" y="189243"/>
                  </a:cubicBezTo>
                  <a:cubicBezTo>
                    <a:pt x="246673" y="80125"/>
                    <a:pt x="131217" y="16790"/>
                    <a:pt x="10782" y="18479"/>
                  </a:cubicBezTo>
                  <a:cubicBezTo>
                    <a:pt x="0" y="18631"/>
                    <a:pt x="39" y="1918"/>
                    <a:pt x="10782" y="1765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7" name="Shape 6765"/>
            <p:cNvSpPr/>
            <p:nvPr/>
          </p:nvSpPr>
          <p:spPr>
            <a:xfrm>
              <a:off x="2579927" y="1013920"/>
              <a:ext cx="814261" cy="254038"/>
            </a:xfrm>
            <a:custGeom>
              <a:avLst/>
              <a:gdLst/>
              <a:ahLst/>
              <a:cxnLst/>
              <a:rect l="0" t="0" r="0" b="0"/>
              <a:pathLst>
                <a:path w="814261" h="254038">
                  <a:moveTo>
                    <a:pt x="414706" y="1549"/>
                  </a:moveTo>
                  <a:cubicBezTo>
                    <a:pt x="417284" y="76"/>
                    <a:pt x="420586" y="0"/>
                    <a:pt x="423152" y="1549"/>
                  </a:cubicBezTo>
                  <a:cubicBezTo>
                    <a:pt x="439420" y="11404"/>
                    <a:pt x="455689" y="21260"/>
                    <a:pt x="471957" y="31102"/>
                  </a:cubicBezTo>
                  <a:cubicBezTo>
                    <a:pt x="583756" y="98818"/>
                    <a:pt x="695566" y="166522"/>
                    <a:pt x="807365" y="234239"/>
                  </a:cubicBezTo>
                  <a:cubicBezTo>
                    <a:pt x="814261" y="238411"/>
                    <a:pt x="811256" y="247583"/>
                    <a:pt x="805432" y="249551"/>
                  </a:cubicBezTo>
                  <a:cubicBezTo>
                    <a:pt x="803491" y="250207"/>
                    <a:pt x="801237" y="250063"/>
                    <a:pt x="798932" y="248666"/>
                  </a:cubicBezTo>
                  <a:cubicBezTo>
                    <a:pt x="745224" y="216141"/>
                    <a:pt x="691503" y="183604"/>
                    <a:pt x="637794" y="151079"/>
                  </a:cubicBezTo>
                  <a:cubicBezTo>
                    <a:pt x="572047" y="111265"/>
                    <a:pt x="506285" y="71438"/>
                    <a:pt x="440551" y="31623"/>
                  </a:cubicBezTo>
                  <a:cubicBezTo>
                    <a:pt x="437452" y="29743"/>
                    <a:pt x="433105" y="27778"/>
                    <a:pt x="428934" y="25587"/>
                  </a:cubicBezTo>
                  <a:lnTo>
                    <a:pt x="418948" y="18599"/>
                  </a:lnTo>
                  <a:lnTo>
                    <a:pt x="411991" y="23449"/>
                  </a:lnTo>
                  <a:cubicBezTo>
                    <a:pt x="408004" y="25384"/>
                    <a:pt x="403784" y="27095"/>
                    <a:pt x="401866" y="28194"/>
                  </a:cubicBezTo>
                  <a:cubicBezTo>
                    <a:pt x="389916" y="35052"/>
                    <a:pt x="377965" y="41910"/>
                    <a:pt x="366014" y="48768"/>
                  </a:cubicBezTo>
                  <a:cubicBezTo>
                    <a:pt x="249936" y="115405"/>
                    <a:pt x="133845" y="182029"/>
                    <a:pt x="17755" y="248666"/>
                  </a:cubicBezTo>
                  <a:cubicBezTo>
                    <a:pt x="8407" y="254038"/>
                    <a:pt x="0" y="239585"/>
                    <a:pt x="9322" y="234239"/>
                  </a:cubicBezTo>
                  <a:lnTo>
                    <a:pt x="60478" y="204876"/>
                  </a:lnTo>
                  <a:cubicBezTo>
                    <a:pt x="178562" y="137096"/>
                    <a:pt x="296634" y="69316"/>
                    <a:pt x="414706" y="154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8" name="Shape 6766"/>
            <p:cNvSpPr/>
            <p:nvPr/>
          </p:nvSpPr>
          <p:spPr>
            <a:xfrm>
              <a:off x="2692226" y="1206115"/>
              <a:ext cx="73241" cy="85712"/>
            </a:xfrm>
            <a:custGeom>
              <a:avLst/>
              <a:gdLst/>
              <a:ahLst/>
              <a:cxnLst/>
              <a:rect l="0" t="0" r="0" b="0"/>
              <a:pathLst>
                <a:path w="73241" h="85712">
                  <a:moveTo>
                    <a:pt x="1042" y="0"/>
                  </a:moveTo>
                  <a:cubicBezTo>
                    <a:pt x="2045" y="178"/>
                    <a:pt x="2502" y="165"/>
                    <a:pt x="2845" y="343"/>
                  </a:cubicBezTo>
                  <a:cubicBezTo>
                    <a:pt x="22403" y="10389"/>
                    <a:pt x="42075" y="20269"/>
                    <a:pt x="59893" y="33300"/>
                  </a:cubicBezTo>
                  <a:cubicBezTo>
                    <a:pt x="63856" y="36195"/>
                    <a:pt x="67297" y="39789"/>
                    <a:pt x="70879" y="43180"/>
                  </a:cubicBezTo>
                  <a:cubicBezTo>
                    <a:pt x="71793" y="44056"/>
                    <a:pt x="72301" y="45352"/>
                    <a:pt x="73241" y="46838"/>
                  </a:cubicBezTo>
                  <a:cubicBezTo>
                    <a:pt x="63691" y="49492"/>
                    <a:pt x="54445" y="52057"/>
                    <a:pt x="44374" y="54851"/>
                  </a:cubicBezTo>
                  <a:lnTo>
                    <a:pt x="27978" y="64389"/>
                  </a:lnTo>
                  <a:cubicBezTo>
                    <a:pt x="20955" y="71362"/>
                    <a:pt x="14008" y="78245"/>
                    <a:pt x="6490" y="85712"/>
                  </a:cubicBezTo>
                  <a:cubicBezTo>
                    <a:pt x="5385" y="82601"/>
                    <a:pt x="3975" y="80099"/>
                    <a:pt x="3645" y="77457"/>
                  </a:cubicBezTo>
                  <a:cubicBezTo>
                    <a:pt x="2311" y="66904"/>
                    <a:pt x="635" y="56324"/>
                    <a:pt x="381" y="45733"/>
                  </a:cubicBezTo>
                  <a:cubicBezTo>
                    <a:pt x="0" y="30594"/>
                    <a:pt x="762" y="15443"/>
                    <a:pt x="1042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Shape 6767"/>
            <p:cNvSpPr/>
            <p:nvPr/>
          </p:nvSpPr>
          <p:spPr>
            <a:xfrm>
              <a:off x="3218697" y="1206115"/>
              <a:ext cx="73241" cy="85712"/>
            </a:xfrm>
            <a:custGeom>
              <a:avLst/>
              <a:gdLst/>
              <a:ahLst/>
              <a:cxnLst/>
              <a:rect l="0" t="0" r="0" b="0"/>
              <a:pathLst>
                <a:path w="73241" h="85712">
                  <a:moveTo>
                    <a:pt x="72199" y="0"/>
                  </a:moveTo>
                  <a:cubicBezTo>
                    <a:pt x="72479" y="15443"/>
                    <a:pt x="73241" y="30594"/>
                    <a:pt x="72860" y="45733"/>
                  </a:cubicBezTo>
                  <a:cubicBezTo>
                    <a:pt x="72593" y="56324"/>
                    <a:pt x="70917" y="66904"/>
                    <a:pt x="69597" y="77457"/>
                  </a:cubicBezTo>
                  <a:cubicBezTo>
                    <a:pt x="69266" y="80099"/>
                    <a:pt x="67856" y="82601"/>
                    <a:pt x="66752" y="85712"/>
                  </a:cubicBezTo>
                  <a:cubicBezTo>
                    <a:pt x="59233" y="78245"/>
                    <a:pt x="52286" y="71362"/>
                    <a:pt x="45263" y="64389"/>
                  </a:cubicBezTo>
                  <a:lnTo>
                    <a:pt x="28855" y="54851"/>
                  </a:lnTo>
                  <a:cubicBezTo>
                    <a:pt x="18783" y="52057"/>
                    <a:pt x="9538" y="49492"/>
                    <a:pt x="0" y="46838"/>
                  </a:cubicBezTo>
                  <a:cubicBezTo>
                    <a:pt x="927" y="45352"/>
                    <a:pt x="1448" y="44056"/>
                    <a:pt x="2363" y="43180"/>
                  </a:cubicBezTo>
                  <a:cubicBezTo>
                    <a:pt x="5931" y="39789"/>
                    <a:pt x="9385" y="36195"/>
                    <a:pt x="13336" y="33300"/>
                  </a:cubicBezTo>
                  <a:cubicBezTo>
                    <a:pt x="31166" y="20269"/>
                    <a:pt x="50826" y="10389"/>
                    <a:pt x="70396" y="343"/>
                  </a:cubicBezTo>
                  <a:cubicBezTo>
                    <a:pt x="70739" y="165"/>
                    <a:pt x="71184" y="178"/>
                    <a:pt x="72199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Shape 6768"/>
            <p:cNvSpPr/>
            <p:nvPr/>
          </p:nvSpPr>
          <p:spPr>
            <a:xfrm>
              <a:off x="2704271" y="1230668"/>
              <a:ext cx="580666" cy="200368"/>
            </a:xfrm>
            <a:custGeom>
              <a:avLst/>
              <a:gdLst/>
              <a:ahLst/>
              <a:cxnLst/>
              <a:rect l="0" t="0" r="0" b="0"/>
              <a:pathLst>
                <a:path w="580666" h="200368">
                  <a:moveTo>
                    <a:pt x="13177" y="5340"/>
                  </a:moveTo>
                  <a:cubicBezTo>
                    <a:pt x="15190" y="5722"/>
                    <a:pt x="17081" y="6953"/>
                    <a:pt x="18399" y="9296"/>
                  </a:cubicBezTo>
                  <a:cubicBezTo>
                    <a:pt x="57807" y="79210"/>
                    <a:pt x="128229" y="136284"/>
                    <a:pt x="204912" y="159118"/>
                  </a:cubicBezTo>
                  <a:cubicBezTo>
                    <a:pt x="343506" y="200368"/>
                    <a:pt x="489620" y="131572"/>
                    <a:pt x="560816" y="9296"/>
                  </a:cubicBezTo>
                  <a:cubicBezTo>
                    <a:pt x="566226" y="0"/>
                    <a:pt x="580666" y="8420"/>
                    <a:pt x="575243" y="17729"/>
                  </a:cubicBezTo>
                  <a:cubicBezTo>
                    <a:pt x="511735" y="126798"/>
                    <a:pt x="391540" y="195428"/>
                    <a:pt x="266989" y="187144"/>
                  </a:cubicBezTo>
                  <a:cubicBezTo>
                    <a:pt x="249196" y="185960"/>
                    <a:pt x="231315" y="183207"/>
                    <a:pt x="213496" y="178778"/>
                  </a:cubicBezTo>
                  <a:cubicBezTo>
                    <a:pt x="127340" y="157378"/>
                    <a:pt x="47634" y="95212"/>
                    <a:pt x="3972" y="17729"/>
                  </a:cubicBezTo>
                  <a:cubicBezTo>
                    <a:pt x="0" y="10690"/>
                    <a:pt x="7137" y="4194"/>
                    <a:pt x="13177" y="534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1" name="Shape 6781"/>
            <p:cNvSpPr/>
            <p:nvPr/>
          </p:nvSpPr>
          <p:spPr>
            <a:xfrm>
              <a:off x="184838" y="658435"/>
              <a:ext cx="744360" cy="718972"/>
            </a:xfrm>
            <a:custGeom>
              <a:avLst/>
              <a:gdLst/>
              <a:ahLst/>
              <a:cxnLst/>
              <a:rect l="0" t="0" r="0" b="0"/>
              <a:pathLst>
                <a:path w="744360" h="718972">
                  <a:moveTo>
                    <a:pt x="744360" y="0"/>
                  </a:moveTo>
                  <a:lnTo>
                    <a:pt x="744360" y="478892"/>
                  </a:lnTo>
                  <a:lnTo>
                    <a:pt x="743293" y="480149"/>
                  </a:lnTo>
                  <a:lnTo>
                    <a:pt x="128067" y="718972"/>
                  </a:lnTo>
                  <a:cubicBezTo>
                    <a:pt x="7696" y="575411"/>
                    <a:pt x="0" y="394030"/>
                    <a:pt x="131432" y="240957"/>
                  </a:cubicBezTo>
                  <a:cubicBezTo>
                    <a:pt x="262674" y="88112"/>
                    <a:pt x="499644" y="1930"/>
                    <a:pt x="744360" y="0"/>
                  </a:cubicBezTo>
                  <a:close/>
                </a:path>
              </a:pathLst>
            </a:custGeom>
            <a:solidFill>
              <a:srgbClr val="45CC6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2" name="Shape 6782"/>
            <p:cNvSpPr/>
            <p:nvPr/>
          </p:nvSpPr>
          <p:spPr>
            <a:xfrm>
              <a:off x="927585" y="658435"/>
              <a:ext cx="744360" cy="718972"/>
            </a:xfrm>
            <a:custGeom>
              <a:avLst/>
              <a:gdLst/>
              <a:ahLst/>
              <a:cxnLst/>
              <a:rect l="0" t="0" r="0" b="0"/>
              <a:pathLst>
                <a:path w="744360" h="718972">
                  <a:moveTo>
                    <a:pt x="0" y="0"/>
                  </a:moveTo>
                  <a:cubicBezTo>
                    <a:pt x="244716" y="1930"/>
                    <a:pt x="481686" y="88112"/>
                    <a:pt x="612927" y="240957"/>
                  </a:cubicBezTo>
                  <a:cubicBezTo>
                    <a:pt x="744360" y="394030"/>
                    <a:pt x="736663" y="575411"/>
                    <a:pt x="616293" y="718972"/>
                  </a:cubicBezTo>
                  <a:lnTo>
                    <a:pt x="1067" y="480149"/>
                  </a:lnTo>
                  <a:lnTo>
                    <a:pt x="0" y="4788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FAB54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3" name="Shape 6783"/>
            <p:cNvSpPr/>
            <p:nvPr/>
          </p:nvSpPr>
          <p:spPr>
            <a:xfrm>
              <a:off x="310483" y="1137271"/>
              <a:ext cx="1234199" cy="475882"/>
            </a:xfrm>
            <a:custGeom>
              <a:avLst/>
              <a:gdLst/>
              <a:ahLst/>
              <a:cxnLst/>
              <a:rect l="0" t="0" r="0" b="0"/>
              <a:pathLst>
                <a:path w="1234199" h="475882">
                  <a:moveTo>
                    <a:pt x="615226" y="0"/>
                  </a:moveTo>
                  <a:lnTo>
                    <a:pt x="617372" y="0"/>
                  </a:lnTo>
                  <a:lnTo>
                    <a:pt x="1234199" y="239459"/>
                  </a:lnTo>
                  <a:cubicBezTo>
                    <a:pt x="1109345" y="380987"/>
                    <a:pt x="879856" y="475882"/>
                    <a:pt x="617372" y="475882"/>
                  </a:cubicBezTo>
                  <a:cubicBezTo>
                    <a:pt x="354495" y="475882"/>
                    <a:pt x="124727" y="380708"/>
                    <a:pt x="0" y="238836"/>
                  </a:cubicBezTo>
                  <a:lnTo>
                    <a:pt x="615226" y="0"/>
                  </a:lnTo>
                  <a:close/>
                </a:path>
              </a:pathLst>
            </a:custGeom>
            <a:solidFill>
              <a:srgbClr val="85E87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4" name="Shape 28881"/>
            <p:cNvSpPr/>
            <p:nvPr/>
          </p:nvSpPr>
          <p:spPr>
            <a:xfrm>
              <a:off x="310490" y="1100836"/>
              <a:ext cx="1238326" cy="273253"/>
            </a:xfrm>
            <a:custGeom>
              <a:avLst/>
              <a:gdLst/>
              <a:ahLst/>
              <a:cxnLst/>
              <a:rect l="0" t="0" r="0" b="0"/>
              <a:pathLst>
                <a:path w="1238326" h="273253">
                  <a:moveTo>
                    <a:pt x="0" y="0"/>
                  </a:moveTo>
                  <a:lnTo>
                    <a:pt x="1238326" y="0"/>
                  </a:lnTo>
                  <a:lnTo>
                    <a:pt x="1238326" y="273253"/>
                  </a:lnTo>
                  <a:lnTo>
                    <a:pt x="0" y="273253"/>
                  </a:lnTo>
                  <a:lnTo>
                    <a:pt x="0" y="0"/>
                  </a:lnTo>
                </a:path>
              </a:pathLst>
            </a:custGeom>
            <a:solidFill>
              <a:srgbClr val="85E87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5" name="Shape 28882"/>
            <p:cNvSpPr/>
            <p:nvPr/>
          </p:nvSpPr>
          <p:spPr>
            <a:xfrm>
              <a:off x="928928" y="864019"/>
              <a:ext cx="707708" cy="273253"/>
            </a:xfrm>
            <a:custGeom>
              <a:avLst/>
              <a:gdLst/>
              <a:ahLst/>
              <a:cxnLst/>
              <a:rect l="0" t="0" r="0" b="0"/>
              <a:pathLst>
                <a:path w="707708" h="273253">
                  <a:moveTo>
                    <a:pt x="0" y="0"/>
                  </a:moveTo>
                  <a:lnTo>
                    <a:pt x="707708" y="0"/>
                  </a:lnTo>
                  <a:lnTo>
                    <a:pt x="707708" y="273253"/>
                  </a:lnTo>
                  <a:lnTo>
                    <a:pt x="0" y="273253"/>
                  </a:lnTo>
                  <a:lnTo>
                    <a:pt x="0" y="0"/>
                  </a:lnTo>
                </a:path>
              </a:pathLst>
            </a:custGeom>
            <a:solidFill>
              <a:srgbClr val="1FAB54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6" name="Shape 28883"/>
            <p:cNvSpPr/>
            <p:nvPr/>
          </p:nvSpPr>
          <p:spPr>
            <a:xfrm>
              <a:off x="220142" y="864019"/>
              <a:ext cx="707708" cy="273253"/>
            </a:xfrm>
            <a:custGeom>
              <a:avLst/>
              <a:gdLst/>
              <a:ahLst/>
              <a:cxnLst/>
              <a:rect l="0" t="0" r="0" b="0"/>
              <a:pathLst>
                <a:path w="707708" h="273253">
                  <a:moveTo>
                    <a:pt x="0" y="0"/>
                  </a:moveTo>
                  <a:lnTo>
                    <a:pt x="707708" y="0"/>
                  </a:lnTo>
                  <a:lnTo>
                    <a:pt x="707708" y="273253"/>
                  </a:lnTo>
                  <a:lnTo>
                    <a:pt x="0" y="273253"/>
                  </a:lnTo>
                  <a:lnTo>
                    <a:pt x="0" y="0"/>
                  </a:lnTo>
                </a:path>
              </a:pathLst>
            </a:custGeom>
            <a:solidFill>
              <a:srgbClr val="45CC6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7" name="Shape 6787"/>
            <p:cNvSpPr/>
            <p:nvPr/>
          </p:nvSpPr>
          <p:spPr>
            <a:xfrm>
              <a:off x="310483" y="893333"/>
              <a:ext cx="1234199" cy="475882"/>
            </a:xfrm>
            <a:custGeom>
              <a:avLst/>
              <a:gdLst/>
              <a:ahLst/>
              <a:cxnLst/>
              <a:rect l="0" t="0" r="0" b="0"/>
              <a:pathLst>
                <a:path w="1234199" h="475882">
                  <a:moveTo>
                    <a:pt x="615226" y="0"/>
                  </a:moveTo>
                  <a:lnTo>
                    <a:pt x="617372" y="0"/>
                  </a:lnTo>
                  <a:lnTo>
                    <a:pt x="1234199" y="239459"/>
                  </a:lnTo>
                  <a:cubicBezTo>
                    <a:pt x="1109345" y="380987"/>
                    <a:pt x="879856" y="475882"/>
                    <a:pt x="617372" y="475882"/>
                  </a:cubicBezTo>
                  <a:cubicBezTo>
                    <a:pt x="354495" y="475882"/>
                    <a:pt x="124727" y="380708"/>
                    <a:pt x="0" y="238824"/>
                  </a:cubicBezTo>
                  <a:lnTo>
                    <a:pt x="615226" y="0"/>
                  </a:lnTo>
                  <a:close/>
                </a:path>
              </a:pathLst>
            </a:custGeom>
            <a:solidFill>
              <a:srgbClr val="BAFA8C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8" name="Shape 6788"/>
            <p:cNvSpPr/>
            <p:nvPr/>
          </p:nvSpPr>
          <p:spPr>
            <a:xfrm>
              <a:off x="927585" y="409616"/>
              <a:ext cx="744360" cy="718972"/>
            </a:xfrm>
            <a:custGeom>
              <a:avLst/>
              <a:gdLst/>
              <a:ahLst/>
              <a:cxnLst/>
              <a:rect l="0" t="0" r="0" b="0"/>
              <a:pathLst>
                <a:path w="744360" h="718972">
                  <a:moveTo>
                    <a:pt x="0" y="0"/>
                  </a:moveTo>
                  <a:cubicBezTo>
                    <a:pt x="244716" y="1930"/>
                    <a:pt x="481686" y="88112"/>
                    <a:pt x="612927" y="240957"/>
                  </a:cubicBezTo>
                  <a:cubicBezTo>
                    <a:pt x="744360" y="394017"/>
                    <a:pt x="736663" y="575411"/>
                    <a:pt x="616293" y="718972"/>
                  </a:cubicBezTo>
                  <a:lnTo>
                    <a:pt x="1067" y="480149"/>
                  </a:lnTo>
                  <a:lnTo>
                    <a:pt x="0" y="4788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5CC69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29" name="Shape 6789"/>
            <p:cNvSpPr/>
            <p:nvPr/>
          </p:nvSpPr>
          <p:spPr>
            <a:xfrm>
              <a:off x="184838" y="409616"/>
              <a:ext cx="744360" cy="718972"/>
            </a:xfrm>
            <a:custGeom>
              <a:avLst/>
              <a:gdLst/>
              <a:ahLst/>
              <a:cxnLst/>
              <a:rect l="0" t="0" r="0" b="0"/>
              <a:pathLst>
                <a:path w="744360" h="718972">
                  <a:moveTo>
                    <a:pt x="744360" y="0"/>
                  </a:moveTo>
                  <a:lnTo>
                    <a:pt x="744360" y="478892"/>
                  </a:lnTo>
                  <a:lnTo>
                    <a:pt x="743293" y="480149"/>
                  </a:lnTo>
                  <a:lnTo>
                    <a:pt x="128067" y="718972"/>
                  </a:lnTo>
                  <a:cubicBezTo>
                    <a:pt x="7696" y="575411"/>
                    <a:pt x="0" y="394017"/>
                    <a:pt x="131432" y="240957"/>
                  </a:cubicBezTo>
                  <a:cubicBezTo>
                    <a:pt x="262674" y="88112"/>
                    <a:pt x="499644" y="1930"/>
                    <a:pt x="744360" y="0"/>
                  </a:cubicBezTo>
                  <a:close/>
                </a:path>
              </a:pathLst>
            </a:custGeom>
            <a:solidFill>
              <a:srgbClr val="85E87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0" name="Shape 6790"/>
            <p:cNvSpPr/>
            <p:nvPr/>
          </p:nvSpPr>
          <p:spPr>
            <a:xfrm>
              <a:off x="963943" y="398729"/>
              <a:ext cx="427875" cy="693502"/>
            </a:xfrm>
            <a:custGeom>
              <a:avLst/>
              <a:gdLst/>
              <a:ahLst/>
              <a:cxnLst/>
              <a:rect l="0" t="0" r="0" b="0"/>
              <a:pathLst>
                <a:path w="427875" h="693502">
                  <a:moveTo>
                    <a:pt x="9960" y="2"/>
                  </a:moveTo>
                  <a:cubicBezTo>
                    <a:pt x="14138" y="3"/>
                    <a:pt x="18307" y="2696"/>
                    <a:pt x="18288" y="8074"/>
                  </a:cubicBezTo>
                  <a:cubicBezTo>
                    <a:pt x="18072" y="70863"/>
                    <a:pt x="17843" y="133652"/>
                    <a:pt x="17628" y="196440"/>
                  </a:cubicBezTo>
                  <a:cubicBezTo>
                    <a:pt x="17361" y="273314"/>
                    <a:pt x="17094" y="350187"/>
                    <a:pt x="16827" y="427060"/>
                  </a:cubicBezTo>
                  <a:cubicBezTo>
                    <a:pt x="16814" y="430705"/>
                    <a:pt x="17357" y="435426"/>
                    <a:pt x="17621" y="440112"/>
                  </a:cubicBezTo>
                  <a:lnTo>
                    <a:pt x="16791" y="452191"/>
                  </a:lnTo>
                  <a:lnTo>
                    <a:pt x="24725" y="455750"/>
                  </a:lnTo>
                  <a:cubicBezTo>
                    <a:pt x="28457" y="458184"/>
                    <a:pt x="32118" y="460931"/>
                    <a:pt x="34010" y="461985"/>
                  </a:cubicBezTo>
                  <a:cubicBezTo>
                    <a:pt x="46050" y="468703"/>
                    <a:pt x="58089" y="475409"/>
                    <a:pt x="70117" y="482114"/>
                  </a:cubicBezTo>
                  <a:cubicBezTo>
                    <a:pt x="187020" y="547303"/>
                    <a:pt x="303924" y="612492"/>
                    <a:pt x="420827" y="677682"/>
                  </a:cubicBezTo>
                  <a:cubicBezTo>
                    <a:pt x="427875" y="681615"/>
                    <a:pt x="424894" y="690714"/>
                    <a:pt x="418998" y="692805"/>
                  </a:cubicBezTo>
                  <a:cubicBezTo>
                    <a:pt x="417033" y="693502"/>
                    <a:pt x="414744" y="693420"/>
                    <a:pt x="412394" y="692109"/>
                  </a:cubicBezTo>
                  <a:cubicBezTo>
                    <a:pt x="395211" y="682533"/>
                    <a:pt x="378041" y="672957"/>
                    <a:pt x="360870" y="663381"/>
                  </a:cubicBezTo>
                  <a:cubicBezTo>
                    <a:pt x="241973" y="597074"/>
                    <a:pt x="123050" y="530768"/>
                    <a:pt x="4140" y="464461"/>
                  </a:cubicBezTo>
                  <a:cubicBezTo>
                    <a:pt x="1600" y="463039"/>
                    <a:pt x="0" y="460143"/>
                    <a:pt x="12" y="457248"/>
                  </a:cubicBezTo>
                  <a:cubicBezTo>
                    <a:pt x="76" y="438236"/>
                    <a:pt x="140" y="419211"/>
                    <a:pt x="203" y="400186"/>
                  </a:cubicBezTo>
                  <a:cubicBezTo>
                    <a:pt x="660" y="269478"/>
                    <a:pt x="1117" y="138782"/>
                    <a:pt x="1575" y="8074"/>
                  </a:cubicBezTo>
                  <a:cubicBezTo>
                    <a:pt x="1594" y="2689"/>
                    <a:pt x="5781" y="0"/>
                    <a:pt x="9960" y="2"/>
                  </a:cubicBezTo>
                  <a:close/>
                </a:path>
              </a:pathLst>
            </a:custGeom>
            <a:solidFill>
              <a:srgbClr val="F0F5D6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1" name="Shape 6791"/>
            <p:cNvSpPr/>
            <p:nvPr/>
          </p:nvSpPr>
          <p:spPr>
            <a:xfrm>
              <a:off x="1283167" y="937439"/>
              <a:ext cx="74435" cy="86004"/>
            </a:xfrm>
            <a:custGeom>
              <a:avLst/>
              <a:gdLst/>
              <a:ahLst/>
              <a:cxnLst/>
              <a:rect l="0" t="0" r="0" b="0"/>
              <a:pathLst>
                <a:path w="74435" h="86004">
                  <a:moveTo>
                    <a:pt x="6718" y="0"/>
                  </a:moveTo>
                  <a:cubicBezTo>
                    <a:pt x="13907" y="6820"/>
                    <a:pt x="20879" y="13411"/>
                    <a:pt x="28461" y="20612"/>
                  </a:cubicBezTo>
                  <a:lnTo>
                    <a:pt x="45085" y="29756"/>
                  </a:lnTo>
                  <a:cubicBezTo>
                    <a:pt x="54673" y="32182"/>
                    <a:pt x="64160" y="34595"/>
                    <a:pt x="74435" y="37198"/>
                  </a:cubicBezTo>
                  <a:cubicBezTo>
                    <a:pt x="72326" y="39751"/>
                    <a:pt x="70904" y="42240"/>
                    <a:pt x="68809" y="43878"/>
                  </a:cubicBezTo>
                  <a:cubicBezTo>
                    <a:pt x="60452" y="50457"/>
                    <a:pt x="52248" y="57340"/>
                    <a:pt x="43307" y="63017"/>
                  </a:cubicBezTo>
                  <a:cubicBezTo>
                    <a:pt x="30531" y="71132"/>
                    <a:pt x="17145" y="78295"/>
                    <a:pt x="3759" y="86004"/>
                  </a:cubicBezTo>
                  <a:cubicBezTo>
                    <a:pt x="3403" y="85052"/>
                    <a:pt x="3149" y="84671"/>
                    <a:pt x="3124" y="84290"/>
                  </a:cubicBezTo>
                  <a:cubicBezTo>
                    <a:pt x="1663" y="62344"/>
                    <a:pt x="0" y="40399"/>
                    <a:pt x="1994" y="18402"/>
                  </a:cubicBezTo>
                  <a:cubicBezTo>
                    <a:pt x="2438" y="13525"/>
                    <a:pt x="3746" y="8712"/>
                    <a:pt x="4813" y="3911"/>
                  </a:cubicBezTo>
                  <a:cubicBezTo>
                    <a:pt x="5093" y="2667"/>
                    <a:pt x="5931" y="1562"/>
                    <a:pt x="6718" y="0"/>
                  </a:cubicBezTo>
                  <a:close/>
                </a:path>
              </a:pathLst>
            </a:custGeom>
            <a:solidFill>
              <a:srgbClr val="F0F5D6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2" name="Shape 6792"/>
            <p:cNvSpPr/>
            <p:nvPr/>
          </p:nvSpPr>
          <p:spPr>
            <a:xfrm>
              <a:off x="979133" y="471706"/>
              <a:ext cx="77330" cy="77432"/>
            </a:xfrm>
            <a:custGeom>
              <a:avLst/>
              <a:gdLst/>
              <a:ahLst/>
              <a:cxnLst/>
              <a:rect l="0" t="0" r="0" b="0"/>
              <a:pathLst>
                <a:path w="77330" h="77432">
                  <a:moveTo>
                    <a:pt x="76263" y="0"/>
                  </a:moveTo>
                  <a:cubicBezTo>
                    <a:pt x="73749" y="10287"/>
                    <a:pt x="71425" y="19799"/>
                    <a:pt x="69062" y="29401"/>
                  </a:cubicBezTo>
                  <a:lnTo>
                    <a:pt x="69329" y="48362"/>
                  </a:lnTo>
                  <a:cubicBezTo>
                    <a:pt x="72123" y="58445"/>
                    <a:pt x="74676" y="67691"/>
                    <a:pt x="77330" y="77241"/>
                  </a:cubicBezTo>
                  <a:cubicBezTo>
                    <a:pt x="75578" y="77203"/>
                    <a:pt x="74206" y="77432"/>
                    <a:pt x="72987" y="77089"/>
                  </a:cubicBezTo>
                  <a:cubicBezTo>
                    <a:pt x="68237" y="75768"/>
                    <a:pt x="63373" y="74676"/>
                    <a:pt x="58852" y="72771"/>
                  </a:cubicBezTo>
                  <a:cubicBezTo>
                    <a:pt x="38506" y="64211"/>
                    <a:pt x="19901" y="52438"/>
                    <a:pt x="1219" y="40843"/>
                  </a:cubicBezTo>
                  <a:cubicBezTo>
                    <a:pt x="889" y="40640"/>
                    <a:pt x="673" y="40246"/>
                    <a:pt x="0" y="39472"/>
                  </a:cubicBezTo>
                  <a:cubicBezTo>
                    <a:pt x="13093" y="31280"/>
                    <a:pt x="25692" y="22822"/>
                    <a:pt x="38862" y="15354"/>
                  </a:cubicBezTo>
                  <a:cubicBezTo>
                    <a:pt x="48069" y="10122"/>
                    <a:pt x="58001" y="6121"/>
                    <a:pt x="67729" y="1816"/>
                  </a:cubicBezTo>
                  <a:cubicBezTo>
                    <a:pt x="70167" y="737"/>
                    <a:pt x="73025" y="648"/>
                    <a:pt x="76263" y="0"/>
                  </a:cubicBezTo>
                  <a:close/>
                </a:path>
              </a:pathLst>
            </a:custGeom>
            <a:solidFill>
              <a:srgbClr val="F0F5D6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3" name="Shape 6793"/>
            <p:cNvSpPr/>
            <p:nvPr/>
          </p:nvSpPr>
          <p:spPr>
            <a:xfrm>
              <a:off x="1010554" y="497397"/>
              <a:ext cx="363741" cy="496735"/>
            </a:xfrm>
            <a:custGeom>
              <a:avLst/>
              <a:gdLst/>
              <a:ahLst/>
              <a:cxnLst/>
              <a:rect l="0" t="0" r="0" b="0"/>
              <a:pathLst>
                <a:path w="363741" h="496735">
                  <a:moveTo>
                    <a:pt x="10782" y="1765"/>
                  </a:moveTo>
                  <a:cubicBezTo>
                    <a:pt x="136703" y="0"/>
                    <a:pt x="258623" y="66675"/>
                    <a:pt x="315722" y="180797"/>
                  </a:cubicBezTo>
                  <a:cubicBezTo>
                    <a:pt x="363741" y="276797"/>
                    <a:pt x="357619" y="398387"/>
                    <a:pt x="304787" y="491642"/>
                  </a:cubicBezTo>
                  <a:cubicBezTo>
                    <a:pt x="303463" y="493986"/>
                    <a:pt x="301568" y="495215"/>
                    <a:pt x="299552" y="495595"/>
                  </a:cubicBezTo>
                  <a:cubicBezTo>
                    <a:pt x="293506" y="496735"/>
                    <a:pt x="286379" y="490229"/>
                    <a:pt x="290360" y="483210"/>
                  </a:cubicBezTo>
                  <a:cubicBezTo>
                    <a:pt x="340119" y="395377"/>
                    <a:pt x="346583" y="279730"/>
                    <a:pt x="301295" y="189230"/>
                  </a:cubicBezTo>
                  <a:cubicBezTo>
                    <a:pt x="246672" y="80124"/>
                    <a:pt x="131216" y="16789"/>
                    <a:pt x="10782" y="18479"/>
                  </a:cubicBezTo>
                  <a:cubicBezTo>
                    <a:pt x="0" y="18631"/>
                    <a:pt x="38" y="1918"/>
                    <a:pt x="10782" y="1765"/>
                  </a:cubicBezTo>
                  <a:close/>
                </a:path>
              </a:pathLst>
            </a:custGeom>
            <a:solidFill>
              <a:srgbClr val="F0F5D6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4" name="Shape 6794"/>
            <p:cNvSpPr/>
            <p:nvPr/>
          </p:nvSpPr>
          <p:spPr>
            <a:xfrm>
              <a:off x="521540" y="929677"/>
              <a:ext cx="814261" cy="254038"/>
            </a:xfrm>
            <a:custGeom>
              <a:avLst/>
              <a:gdLst/>
              <a:ahLst/>
              <a:cxnLst/>
              <a:rect l="0" t="0" r="0" b="0"/>
              <a:pathLst>
                <a:path w="814261" h="254038">
                  <a:moveTo>
                    <a:pt x="414706" y="1549"/>
                  </a:moveTo>
                  <a:cubicBezTo>
                    <a:pt x="417271" y="76"/>
                    <a:pt x="420586" y="0"/>
                    <a:pt x="423139" y="1549"/>
                  </a:cubicBezTo>
                  <a:cubicBezTo>
                    <a:pt x="439407" y="11404"/>
                    <a:pt x="455676" y="21260"/>
                    <a:pt x="471945" y="31102"/>
                  </a:cubicBezTo>
                  <a:cubicBezTo>
                    <a:pt x="583756" y="98818"/>
                    <a:pt x="695554" y="166522"/>
                    <a:pt x="807365" y="234239"/>
                  </a:cubicBezTo>
                  <a:cubicBezTo>
                    <a:pt x="814261" y="238411"/>
                    <a:pt x="811256" y="247583"/>
                    <a:pt x="805432" y="249551"/>
                  </a:cubicBezTo>
                  <a:cubicBezTo>
                    <a:pt x="803491" y="250207"/>
                    <a:pt x="801237" y="250063"/>
                    <a:pt x="798932" y="248666"/>
                  </a:cubicBezTo>
                  <a:cubicBezTo>
                    <a:pt x="745211" y="216141"/>
                    <a:pt x="691502" y="183604"/>
                    <a:pt x="637794" y="151079"/>
                  </a:cubicBezTo>
                  <a:lnTo>
                    <a:pt x="440538" y="31623"/>
                  </a:lnTo>
                  <a:cubicBezTo>
                    <a:pt x="437439" y="29743"/>
                    <a:pt x="433092" y="27778"/>
                    <a:pt x="428923" y="25587"/>
                  </a:cubicBezTo>
                  <a:lnTo>
                    <a:pt x="418948" y="18599"/>
                  </a:lnTo>
                  <a:lnTo>
                    <a:pt x="411985" y="23449"/>
                  </a:lnTo>
                  <a:cubicBezTo>
                    <a:pt x="407994" y="25384"/>
                    <a:pt x="403771" y="27095"/>
                    <a:pt x="401853" y="28194"/>
                  </a:cubicBezTo>
                  <a:cubicBezTo>
                    <a:pt x="389903" y="35052"/>
                    <a:pt x="377965" y="41910"/>
                    <a:pt x="366014" y="48768"/>
                  </a:cubicBezTo>
                  <a:cubicBezTo>
                    <a:pt x="249924" y="115405"/>
                    <a:pt x="133845" y="182029"/>
                    <a:pt x="17755" y="248666"/>
                  </a:cubicBezTo>
                  <a:cubicBezTo>
                    <a:pt x="8395" y="254038"/>
                    <a:pt x="0" y="239585"/>
                    <a:pt x="9309" y="234239"/>
                  </a:cubicBezTo>
                  <a:lnTo>
                    <a:pt x="60478" y="204876"/>
                  </a:lnTo>
                  <a:cubicBezTo>
                    <a:pt x="178550" y="137096"/>
                    <a:pt x="296621" y="69316"/>
                    <a:pt x="414706" y="1549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5" name="Shape 6795"/>
            <p:cNvSpPr/>
            <p:nvPr/>
          </p:nvSpPr>
          <p:spPr>
            <a:xfrm>
              <a:off x="633834" y="1121872"/>
              <a:ext cx="73241" cy="85712"/>
            </a:xfrm>
            <a:custGeom>
              <a:avLst/>
              <a:gdLst/>
              <a:ahLst/>
              <a:cxnLst/>
              <a:rect l="0" t="0" r="0" b="0"/>
              <a:pathLst>
                <a:path w="73241" h="85712">
                  <a:moveTo>
                    <a:pt x="1041" y="0"/>
                  </a:moveTo>
                  <a:cubicBezTo>
                    <a:pt x="2045" y="178"/>
                    <a:pt x="2502" y="165"/>
                    <a:pt x="2845" y="343"/>
                  </a:cubicBezTo>
                  <a:cubicBezTo>
                    <a:pt x="22403" y="10389"/>
                    <a:pt x="42075" y="20269"/>
                    <a:pt x="59893" y="33300"/>
                  </a:cubicBezTo>
                  <a:cubicBezTo>
                    <a:pt x="63856" y="36195"/>
                    <a:pt x="67297" y="39789"/>
                    <a:pt x="70879" y="43180"/>
                  </a:cubicBezTo>
                  <a:cubicBezTo>
                    <a:pt x="71793" y="44056"/>
                    <a:pt x="72301" y="45352"/>
                    <a:pt x="73241" y="46838"/>
                  </a:cubicBezTo>
                  <a:cubicBezTo>
                    <a:pt x="63691" y="49492"/>
                    <a:pt x="54445" y="52057"/>
                    <a:pt x="44374" y="54851"/>
                  </a:cubicBezTo>
                  <a:lnTo>
                    <a:pt x="27978" y="64389"/>
                  </a:lnTo>
                  <a:cubicBezTo>
                    <a:pt x="20955" y="71362"/>
                    <a:pt x="14008" y="78245"/>
                    <a:pt x="6490" y="85712"/>
                  </a:cubicBezTo>
                  <a:cubicBezTo>
                    <a:pt x="5385" y="82601"/>
                    <a:pt x="3975" y="80099"/>
                    <a:pt x="3645" y="77457"/>
                  </a:cubicBezTo>
                  <a:cubicBezTo>
                    <a:pt x="2324" y="66904"/>
                    <a:pt x="635" y="56324"/>
                    <a:pt x="381" y="45733"/>
                  </a:cubicBezTo>
                  <a:cubicBezTo>
                    <a:pt x="0" y="30594"/>
                    <a:pt x="762" y="15443"/>
                    <a:pt x="1041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6" name="Shape 6796"/>
            <p:cNvSpPr/>
            <p:nvPr/>
          </p:nvSpPr>
          <p:spPr>
            <a:xfrm>
              <a:off x="1160306" y="1121872"/>
              <a:ext cx="73241" cy="85712"/>
            </a:xfrm>
            <a:custGeom>
              <a:avLst/>
              <a:gdLst/>
              <a:ahLst/>
              <a:cxnLst/>
              <a:rect l="0" t="0" r="0" b="0"/>
              <a:pathLst>
                <a:path w="73241" h="85712">
                  <a:moveTo>
                    <a:pt x="72199" y="0"/>
                  </a:moveTo>
                  <a:cubicBezTo>
                    <a:pt x="72479" y="15443"/>
                    <a:pt x="73241" y="30594"/>
                    <a:pt x="72860" y="45733"/>
                  </a:cubicBezTo>
                  <a:cubicBezTo>
                    <a:pt x="72606" y="56324"/>
                    <a:pt x="70917" y="66904"/>
                    <a:pt x="69596" y="77457"/>
                  </a:cubicBezTo>
                  <a:cubicBezTo>
                    <a:pt x="69266" y="80099"/>
                    <a:pt x="67856" y="82601"/>
                    <a:pt x="66751" y="85712"/>
                  </a:cubicBezTo>
                  <a:cubicBezTo>
                    <a:pt x="59233" y="78245"/>
                    <a:pt x="52286" y="71362"/>
                    <a:pt x="45263" y="64389"/>
                  </a:cubicBezTo>
                  <a:lnTo>
                    <a:pt x="28854" y="54851"/>
                  </a:lnTo>
                  <a:cubicBezTo>
                    <a:pt x="18783" y="52057"/>
                    <a:pt x="9550" y="49492"/>
                    <a:pt x="0" y="46838"/>
                  </a:cubicBezTo>
                  <a:cubicBezTo>
                    <a:pt x="940" y="45352"/>
                    <a:pt x="1448" y="44056"/>
                    <a:pt x="2362" y="43180"/>
                  </a:cubicBezTo>
                  <a:cubicBezTo>
                    <a:pt x="5931" y="39789"/>
                    <a:pt x="9385" y="36195"/>
                    <a:pt x="13335" y="33300"/>
                  </a:cubicBezTo>
                  <a:cubicBezTo>
                    <a:pt x="31166" y="20269"/>
                    <a:pt x="50825" y="10389"/>
                    <a:pt x="70396" y="343"/>
                  </a:cubicBezTo>
                  <a:cubicBezTo>
                    <a:pt x="70739" y="165"/>
                    <a:pt x="71183" y="178"/>
                    <a:pt x="72199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7" name="Shape 6797"/>
            <p:cNvSpPr/>
            <p:nvPr/>
          </p:nvSpPr>
          <p:spPr>
            <a:xfrm>
              <a:off x="645878" y="1146425"/>
              <a:ext cx="580666" cy="200368"/>
            </a:xfrm>
            <a:custGeom>
              <a:avLst/>
              <a:gdLst/>
              <a:ahLst/>
              <a:cxnLst/>
              <a:rect l="0" t="0" r="0" b="0"/>
              <a:pathLst>
                <a:path w="580666" h="200368">
                  <a:moveTo>
                    <a:pt x="13177" y="5340"/>
                  </a:moveTo>
                  <a:cubicBezTo>
                    <a:pt x="15190" y="5722"/>
                    <a:pt x="17082" y="6953"/>
                    <a:pt x="18399" y="9296"/>
                  </a:cubicBezTo>
                  <a:cubicBezTo>
                    <a:pt x="57807" y="79210"/>
                    <a:pt x="128229" y="136284"/>
                    <a:pt x="204911" y="159118"/>
                  </a:cubicBezTo>
                  <a:cubicBezTo>
                    <a:pt x="343507" y="200368"/>
                    <a:pt x="489607" y="131572"/>
                    <a:pt x="560816" y="9296"/>
                  </a:cubicBezTo>
                  <a:cubicBezTo>
                    <a:pt x="566226" y="0"/>
                    <a:pt x="580666" y="8420"/>
                    <a:pt x="575243" y="17729"/>
                  </a:cubicBezTo>
                  <a:cubicBezTo>
                    <a:pt x="511735" y="126798"/>
                    <a:pt x="391540" y="195418"/>
                    <a:pt x="266989" y="187140"/>
                  </a:cubicBezTo>
                  <a:cubicBezTo>
                    <a:pt x="249196" y="185957"/>
                    <a:pt x="231315" y="183205"/>
                    <a:pt x="213496" y="178778"/>
                  </a:cubicBezTo>
                  <a:cubicBezTo>
                    <a:pt x="127340" y="157378"/>
                    <a:pt x="47634" y="95212"/>
                    <a:pt x="3972" y="17729"/>
                  </a:cubicBezTo>
                  <a:cubicBezTo>
                    <a:pt x="0" y="10690"/>
                    <a:pt x="7137" y="4194"/>
                    <a:pt x="13177" y="534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8" name="Shape 6798"/>
            <p:cNvSpPr/>
            <p:nvPr/>
          </p:nvSpPr>
          <p:spPr>
            <a:xfrm>
              <a:off x="2068613" y="398026"/>
              <a:ext cx="363156" cy="363157"/>
            </a:xfrm>
            <a:custGeom>
              <a:avLst/>
              <a:gdLst/>
              <a:ahLst/>
              <a:cxnLst/>
              <a:rect l="0" t="0" r="0" b="0"/>
              <a:pathLst>
                <a:path w="363156" h="363157">
                  <a:moveTo>
                    <a:pt x="181572" y="0"/>
                  </a:moveTo>
                  <a:cubicBezTo>
                    <a:pt x="281863" y="0"/>
                    <a:pt x="363156" y="81306"/>
                    <a:pt x="363156" y="181585"/>
                  </a:cubicBezTo>
                  <a:cubicBezTo>
                    <a:pt x="363156" y="281864"/>
                    <a:pt x="281863" y="363157"/>
                    <a:pt x="181572" y="363157"/>
                  </a:cubicBezTo>
                  <a:cubicBezTo>
                    <a:pt x="81293" y="363157"/>
                    <a:pt x="0" y="281864"/>
                    <a:pt x="0" y="181585"/>
                  </a:cubicBezTo>
                  <a:cubicBezTo>
                    <a:pt x="0" y="81306"/>
                    <a:pt x="81293" y="0"/>
                    <a:pt x="181572" y="0"/>
                  </a:cubicBezTo>
                  <a:close/>
                </a:path>
              </a:pathLst>
            </a:custGeom>
            <a:solidFill>
              <a:srgbClr val="F0FFD6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39" name="Shape 6799"/>
            <p:cNvSpPr/>
            <p:nvPr/>
          </p:nvSpPr>
          <p:spPr>
            <a:xfrm>
              <a:off x="2140043" y="474596"/>
              <a:ext cx="176530" cy="184341"/>
            </a:xfrm>
            <a:custGeom>
              <a:avLst/>
              <a:gdLst/>
              <a:ahLst/>
              <a:cxnLst/>
              <a:rect l="0" t="0" r="0" b="0"/>
              <a:pathLst>
                <a:path w="176530" h="184341">
                  <a:moveTo>
                    <a:pt x="153276" y="1105"/>
                  </a:moveTo>
                  <a:cubicBezTo>
                    <a:pt x="158229" y="0"/>
                    <a:pt x="162852" y="724"/>
                    <a:pt x="167132" y="3289"/>
                  </a:cubicBezTo>
                  <a:cubicBezTo>
                    <a:pt x="171399" y="6020"/>
                    <a:pt x="174130" y="9868"/>
                    <a:pt x="175336" y="14821"/>
                  </a:cubicBezTo>
                  <a:cubicBezTo>
                    <a:pt x="176530" y="19787"/>
                    <a:pt x="175755" y="24410"/>
                    <a:pt x="173024" y="28677"/>
                  </a:cubicBezTo>
                  <a:lnTo>
                    <a:pt x="81216" y="175882"/>
                  </a:lnTo>
                  <a:cubicBezTo>
                    <a:pt x="79680" y="178448"/>
                    <a:pt x="77622" y="180454"/>
                    <a:pt x="75070" y="181902"/>
                  </a:cubicBezTo>
                  <a:cubicBezTo>
                    <a:pt x="72492" y="183363"/>
                    <a:pt x="69672" y="184176"/>
                    <a:pt x="66598" y="184341"/>
                  </a:cubicBezTo>
                  <a:lnTo>
                    <a:pt x="65824" y="184341"/>
                  </a:lnTo>
                  <a:cubicBezTo>
                    <a:pt x="62916" y="184341"/>
                    <a:pt x="60185" y="183706"/>
                    <a:pt x="57620" y="182423"/>
                  </a:cubicBezTo>
                  <a:cubicBezTo>
                    <a:pt x="55054" y="181140"/>
                    <a:pt x="52921" y="179388"/>
                    <a:pt x="51219" y="177165"/>
                  </a:cubicBezTo>
                  <a:lnTo>
                    <a:pt x="4280" y="115100"/>
                  </a:lnTo>
                  <a:cubicBezTo>
                    <a:pt x="1206" y="111176"/>
                    <a:pt x="0" y="106680"/>
                    <a:pt x="686" y="101638"/>
                  </a:cubicBezTo>
                  <a:cubicBezTo>
                    <a:pt x="1371" y="96596"/>
                    <a:pt x="3759" y="92532"/>
                    <a:pt x="7874" y="89459"/>
                  </a:cubicBezTo>
                  <a:cubicBezTo>
                    <a:pt x="11799" y="86385"/>
                    <a:pt x="16294" y="85230"/>
                    <a:pt x="21336" y="85992"/>
                  </a:cubicBezTo>
                  <a:cubicBezTo>
                    <a:pt x="26377" y="86766"/>
                    <a:pt x="30442" y="89116"/>
                    <a:pt x="33515" y="93053"/>
                  </a:cubicBezTo>
                  <a:lnTo>
                    <a:pt x="64288" y="133820"/>
                  </a:lnTo>
                  <a:lnTo>
                    <a:pt x="141998" y="9182"/>
                  </a:lnTo>
                  <a:cubicBezTo>
                    <a:pt x="144564" y="4915"/>
                    <a:pt x="148324" y="2223"/>
                    <a:pt x="153276" y="1105"/>
                  </a:cubicBezTo>
                  <a:close/>
                </a:path>
              </a:pathLst>
            </a:custGeom>
            <a:solidFill>
              <a:srgbClr val="85E87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0" name="Shape 6800"/>
            <p:cNvSpPr/>
            <p:nvPr/>
          </p:nvSpPr>
          <p:spPr>
            <a:xfrm>
              <a:off x="2033574" y="381707"/>
              <a:ext cx="194803" cy="360678"/>
            </a:xfrm>
            <a:custGeom>
              <a:avLst/>
              <a:gdLst/>
              <a:ahLst/>
              <a:cxnLst/>
              <a:rect l="0" t="0" r="0" b="0"/>
              <a:pathLst>
                <a:path w="194803" h="360678">
                  <a:moveTo>
                    <a:pt x="194803" y="0"/>
                  </a:moveTo>
                  <a:lnTo>
                    <a:pt x="194803" y="25413"/>
                  </a:lnTo>
                  <a:lnTo>
                    <a:pt x="176699" y="24767"/>
                  </a:lnTo>
                  <a:cubicBezTo>
                    <a:pt x="129248" y="30482"/>
                    <a:pt x="85290" y="57731"/>
                    <a:pt x="60020" y="99660"/>
                  </a:cubicBezTo>
                  <a:cubicBezTo>
                    <a:pt x="25616" y="156746"/>
                    <a:pt x="31458" y="231943"/>
                    <a:pt x="74892" y="282667"/>
                  </a:cubicBezTo>
                  <a:cubicBezTo>
                    <a:pt x="98538" y="310263"/>
                    <a:pt x="130651" y="328232"/>
                    <a:pt x="165091" y="334899"/>
                  </a:cubicBezTo>
                  <a:lnTo>
                    <a:pt x="194803" y="337310"/>
                  </a:lnTo>
                  <a:lnTo>
                    <a:pt x="194803" y="360116"/>
                  </a:lnTo>
                  <a:lnTo>
                    <a:pt x="172693" y="360678"/>
                  </a:lnTo>
                  <a:cubicBezTo>
                    <a:pt x="118255" y="353791"/>
                    <a:pt x="68187" y="322770"/>
                    <a:pt x="38964" y="274297"/>
                  </a:cubicBezTo>
                  <a:cubicBezTo>
                    <a:pt x="0" y="209654"/>
                    <a:pt x="6223" y="125174"/>
                    <a:pt x="53607" y="66640"/>
                  </a:cubicBezTo>
                  <a:cubicBezTo>
                    <a:pt x="80582" y="33329"/>
                    <a:pt x="118627" y="11265"/>
                    <a:pt x="159538" y="3014"/>
                  </a:cubicBezTo>
                  <a:lnTo>
                    <a:pt x="194803" y="0"/>
                  </a:lnTo>
                  <a:close/>
                </a:path>
              </a:pathLst>
            </a:custGeom>
            <a:solidFill>
              <a:srgbClr val="85E87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1" name="Shape 6801"/>
            <p:cNvSpPr/>
            <p:nvPr/>
          </p:nvSpPr>
          <p:spPr>
            <a:xfrm>
              <a:off x="2228377" y="381169"/>
              <a:ext cx="181422" cy="360654"/>
            </a:xfrm>
            <a:custGeom>
              <a:avLst/>
              <a:gdLst/>
              <a:ahLst/>
              <a:cxnLst/>
              <a:rect l="0" t="0" r="0" b="0"/>
              <a:pathLst>
                <a:path w="181422" h="360654">
                  <a:moveTo>
                    <a:pt x="6297" y="0"/>
                  </a:moveTo>
                  <a:cubicBezTo>
                    <a:pt x="24924" y="552"/>
                    <a:pt x="43576" y="4002"/>
                    <a:pt x="61534" y="10574"/>
                  </a:cubicBezTo>
                  <a:cubicBezTo>
                    <a:pt x="133645" y="36978"/>
                    <a:pt x="179924" y="105240"/>
                    <a:pt x="181422" y="181364"/>
                  </a:cubicBezTo>
                  <a:cubicBezTo>
                    <a:pt x="179733" y="267406"/>
                    <a:pt x="119307" y="344368"/>
                    <a:pt x="33175" y="359811"/>
                  </a:cubicBezTo>
                  <a:lnTo>
                    <a:pt x="0" y="360654"/>
                  </a:lnTo>
                  <a:lnTo>
                    <a:pt x="0" y="337848"/>
                  </a:lnTo>
                  <a:lnTo>
                    <a:pt x="5276" y="338276"/>
                  </a:lnTo>
                  <a:cubicBezTo>
                    <a:pt x="20969" y="337808"/>
                    <a:pt x="36719" y="334999"/>
                    <a:pt x="51984" y="329700"/>
                  </a:cubicBezTo>
                  <a:cubicBezTo>
                    <a:pt x="115229" y="307741"/>
                    <a:pt x="155742" y="247391"/>
                    <a:pt x="157051" y="181364"/>
                  </a:cubicBezTo>
                  <a:cubicBezTo>
                    <a:pt x="155577" y="106916"/>
                    <a:pt x="103991" y="41486"/>
                    <a:pt x="29949" y="27020"/>
                  </a:cubicBezTo>
                  <a:lnTo>
                    <a:pt x="0" y="25951"/>
                  </a:lnTo>
                  <a:lnTo>
                    <a:pt x="0" y="538"/>
                  </a:lnTo>
                  <a:lnTo>
                    <a:pt x="6297" y="0"/>
                  </a:lnTo>
                  <a:close/>
                </a:path>
              </a:pathLst>
            </a:custGeom>
            <a:solidFill>
              <a:srgbClr val="85E870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2" name="Shape 6802"/>
            <p:cNvSpPr/>
            <p:nvPr/>
          </p:nvSpPr>
          <p:spPr>
            <a:xfrm>
              <a:off x="35038" y="398026"/>
              <a:ext cx="363157" cy="363157"/>
            </a:xfrm>
            <a:custGeom>
              <a:avLst/>
              <a:gdLst/>
              <a:ahLst/>
              <a:cxnLst/>
              <a:rect l="0" t="0" r="0" b="0"/>
              <a:pathLst>
                <a:path w="363157" h="363157">
                  <a:moveTo>
                    <a:pt x="181572" y="0"/>
                  </a:moveTo>
                  <a:cubicBezTo>
                    <a:pt x="281864" y="0"/>
                    <a:pt x="363157" y="81306"/>
                    <a:pt x="363157" y="181585"/>
                  </a:cubicBezTo>
                  <a:cubicBezTo>
                    <a:pt x="363157" y="281864"/>
                    <a:pt x="281864" y="363157"/>
                    <a:pt x="181572" y="363157"/>
                  </a:cubicBezTo>
                  <a:cubicBezTo>
                    <a:pt x="81293" y="363157"/>
                    <a:pt x="0" y="281864"/>
                    <a:pt x="0" y="181585"/>
                  </a:cubicBezTo>
                  <a:cubicBezTo>
                    <a:pt x="0" y="81306"/>
                    <a:pt x="81293" y="0"/>
                    <a:pt x="181572" y="0"/>
                  </a:cubicBezTo>
                  <a:close/>
                </a:path>
              </a:pathLst>
            </a:custGeom>
            <a:solidFill>
              <a:srgbClr val="F0FFD6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3" name="Shape 6803"/>
            <p:cNvSpPr/>
            <p:nvPr/>
          </p:nvSpPr>
          <p:spPr>
            <a:xfrm>
              <a:off x="0" y="381707"/>
              <a:ext cx="194802" cy="360678"/>
            </a:xfrm>
            <a:custGeom>
              <a:avLst/>
              <a:gdLst/>
              <a:ahLst/>
              <a:cxnLst/>
              <a:rect l="0" t="0" r="0" b="0"/>
              <a:pathLst>
                <a:path w="194802" h="360678">
                  <a:moveTo>
                    <a:pt x="194802" y="0"/>
                  </a:moveTo>
                  <a:lnTo>
                    <a:pt x="194802" y="25413"/>
                  </a:lnTo>
                  <a:lnTo>
                    <a:pt x="176699" y="24767"/>
                  </a:lnTo>
                  <a:cubicBezTo>
                    <a:pt x="129248" y="30482"/>
                    <a:pt x="85290" y="57731"/>
                    <a:pt x="60020" y="99660"/>
                  </a:cubicBezTo>
                  <a:cubicBezTo>
                    <a:pt x="25616" y="156746"/>
                    <a:pt x="31458" y="231943"/>
                    <a:pt x="74892" y="282667"/>
                  </a:cubicBezTo>
                  <a:cubicBezTo>
                    <a:pt x="98537" y="310263"/>
                    <a:pt x="130650" y="328232"/>
                    <a:pt x="165090" y="334899"/>
                  </a:cubicBezTo>
                  <a:lnTo>
                    <a:pt x="194802" y="337310"/>
                  </a:lnTo>
                  <a:lnTo>
                    <a:pt x="194802" y="360116"/>
                  </a:lnTo>
                  <a:lnTo>
                    <a:pt x="172693" y="360678"/>
                  </a:lnTo>
                  <a:cubicBezTo>
                    <a:pt x="118254" y="353791"/>
                    <a:pt x="68186" y="322770"/>
                    <a:pt x="38964" y="274297"/>
                  </a:cubicBezTo>
                  <a:cubicBezTo>
                    <a:pt x="0" y="209654"/>
                    <a:pt x="6223" y="125174"/>
                    <a:pt x="53606" y="66640"/>
                  </a:cubicBezTo>
                  <a:cubicBezTo>
                    <a:pt x="80581" y="33329"/>
                    <a:pt x="118626" y="11265"/>
                    <a:pt x="159538" y="3014"/>
                  </a:cubicBezTo>
                  <a:lnTo>
                    <a:pt x="194802" y="0"/>
                  </a:lnTo>
                  <a:close/>
                </a:path>
              </a:pathLst>
            </a:custGeom>
            <a:solidFill>
              <a:srgbClr val="1FAB54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4" name="Shape 6804"/>
            <p:cNvSpPr/>
            <p:nvPr/>
          </p:nvSpPr>
          <p:spPr>
            <a:xfrm>
              <a:off x="194802" y="381169"/>
              <a:ext cx="181423" cy="360655"/>
            </a:xfrm>
            <a:custGeom>
              <a:avLst/>
              <a:gdLst/>
              <a:ahLst/>
              <a:cxnLst/>
              <a:rect l="0" t="0" r="0" b="0"/>
              <a:pathLst>
                <a:path w="181423" h="360655">
                  <a:moveTo>
                    <a:pt x="6298" y="0"/>
                  </a:moveTo>
                  <a:cubicBezTo>
                    <a:pt x="24924" y="552"/>
                    <a:pt x="43577" y="4002"/>
                    <a:pt x="61535" y="10574"/>
                  </a:cubicBezTo>
                  <a:cubicBezTo>
                    <a:pt x="133645" y="36978"/>
                    <a:pt x="179924" y="105240"/>
                    <a:pt x="181423" y="181364"/>
                  </a:cubicBezTo>
                  <a:cubicBezTo>
                    <a:pt x="179734" y="267406"/>
                    <a:pt x="119307" y="344368"/>
                    <a:pt x="33175" y="359811"/>
                  </a:cubicBezTo>
                  <a:lnTo>
                    <a:pt x="0" y="360655"/>
                  </a:lnTo>
                  <a:lnTo>
                    <a:pt x="0" y="337848"/>
                  </a:lnTo>
                  <a:lnTo>
                    <a:pt x="5277" y="338276"/>
                  </a:lnTo>
                  <a:cubicBezTo>
                    <a:pt x="20970" y="337808"/>
                    <a:pt x="36719" y="334999"/>
                    <a:pt x="51984" y="329700"/>
                  </a:cubicBezTo>
                  <a:cubicBezTo>
                    <a:pt x="115230" y="307741"/>
                    <a:pt x="155743" y="247391"/>
                    <a:pt x="157051" y="181364"/>
                  </a:cubicBezTo>
                  <a:cubicBezTo>
                    <a:pt x="155578" y="106916"/>
                    <a:pt x="103991" y="41486"/>
                    <a:pt x="29950" y="27020"/>
                  </a:cubicBezTo>
                  <a:lnTo>
                    <a:pt x="0" y="25951"/>
                  </a:lnTo>
                  <a:lnTo>
                    <a:pt x="0" y="538"/>
                  </a:lnTo>
                  <a:lnTo>
                    <a:pt x="6298" y="0"/>
                  </a:lnTo>
                  <a:close/>
                </a:path>
              </a:pathLst>
            </a:custGeom>
            <a:solidFill>
              <a:srgbClr val="1FAB54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5" name="Shape 6805"/>
            <p:cNvSpPr/>
            <p:nvPr/>
          </p:nvSpPr>
          <p:spPr>
            <a:xfrm>
              <a:off x="106888" y="470320"/>
              <a:ext cx="185725" cy="184950"/>
            </a:xfrm>
            <a:custGeom>
              <a:avLst/>
              <a:gdLst/>
              <a:ahLst/>
              <a:cxnLst/>
              <a:rect l="0" t="0" r="0" b="0"/>
              <a:pathLst>
                <a:path w="185725" h="184950">
                  <a:moveTo>
                    <a:pt x="19812" y="0"/>
                  </a:moveTo>
                  <a:cubicBezTo>
                    <a:pt x="25121" y="0"/>
                    <a:pt x="29743" y="1981"/>
                    <a:pt x="33693" y="5918"/>
                  </a:cubicBezTo>
                  <a:lnTo>
                    <a:pt x="92850" y="65075"/>
                  </a:lnTo>
                  <a:lnTo>
                    <a:pt x="152019" y="5918"/>
                  </a:lnTo>
                  <a:cubicBezTo>
                    <a:pt x="155969" y="1981"/>
                    <a:pt x="160591" y="0"/>
                    <a:pt x="165913" y="0"/>
                  </a:cubicBezTo>
                  <a:cubicBezTo>
                    <a:pt x="171221" y="0"/>
                    <a:pt x="175857" y="1981"/>
                    <a:pt x="179806" y="5918"/>
                  </a:cubicBezTo>
                  <a:cubicBezTo>
                    <a:pt x="183743" y="9868"/>
                    <a:pt x="185725" y="14491"/>
                    <a:pt x="185725" y="19812"/>
                  </a:cubicBezTo>
                  <a:cubicBezTo>
                    <a:pt x="185725" y="25133"/>
                    <a:pt x="183743" y="29756"/>
                    <a:pt x="179806" y="33706"/>
                  </a:cubicBezTo>
                  <a:lnTo>
                    <a:pt x="120637" y="92863"/>
                  </a:lnTo>
                  <a:lnTo>
                    <a:pt x="177228" y="152019"/>
                  </a:lnTo>
                  <a:cubicBezTo>
                    <a:pt x="181178" y="155969"/>
                    <a:pt x="183147" y="160605"/>
                    <a:pt x="183147" y="165913"/>
                  </a:cubicBezTo>
                  <a:cubicBezTo>
                    <a:pt x="183147" y="171234"/>
                    <a:pt x="181178" y="175857"/>
                    <a:pt x="177228" y="179807"/>
                  </a:cubicBezTo>
                  <a:cubicBezTo>
                    <a:pt x="175857" y="181699"/>
                    <a:pt x="173965" y="183020"/>
                    <a:pt x="171564" y="183795"/>
                  </a:cubicBezTo>
                  <a:cubicBezTo>
                    <a:pt x="169164" y="184569"/>
                    <a:pt x="166598" y="184950"/>
                    <a:pt x="163856" y="184950"/>
                  </a:cubicBezTo>
                  <a:cubicBezTo>
                    <a:pt x="161963" y="184950"/>
                    <a:pt x="159817" y="184569"/>
                    <a:pt x="157416" y="183795"/>
                  </a:cubicBezTo>
                  <a:cubicBezTo>
                    <a:pt x="155016" y="183020"/>
                    <a:pt x="152794" y="181699"/>
                    <a:pt x="150736" y="179807"/>
                  </a:cubicBezTo>
                  <a:lnTo>
                    <a:pt x="91567" y="120638"/>
                  </a:lnTo>
                  <a:lnTo>
                    <a:pt x="32156" y="179807"/>
                  </a:lnTo>
                  <a:cubicBezTo>
                    <a:pt x="30950" y="181699"/>
                    <a:pt x="29146" y="183020"/>
                    <a:pt x="26746" y="183795"/>
                  </a:cubicBezTo>
                  <a:cubicBezTo>
                    <a:pt x="24346" y="184569"/>
                    <a:pt x="21768" y="184950"/>
                    <a:pt x="19037" y="184950"/>
                  </a:cubicBezTo>
                  <a:cubicBezTo>
                    <a:pt x="17145" y="184950"/>
                    <a:pt x="14999" y="184569"/>
                    <a:pt x="12598" y="183795"/>
                  </a:cubicBezTo>
                  <a:cubicBezTo>
                    <a:pt x="10198" y="183020"/>
                    <a:pt x="7963" y="181699"/>
                    <a:pt x="5918" y="179807"/>
                  </a:cubicBezTo>
                  <a:cubicBezTo>
                    <a:pt x="1968" y="175857"/>
                    <a:pt x="0" y="171234"/>
                    <a:pt x="0" y="165913"/>
                  </a:cubicBezTo>
                  <a:cubicBezTo>
                    <a:pt x="0" y="160605"/>
                    <a:pt x="1968" y="155969"/>
                    <a:pt x="5918" y="152019"/>
                  </a:cubicBezTo>
                  <a:lnTo>
                    <a:pt x="65075" y="92863"/>
                  </a:lnTo>
                  <a:lnTo>
                    <a:pt x="5918" y="33706"/>
                  </a:lnTo>
                  <a:cubicBezTo>
                    <a:pt x="1968" y="29756"/>
                    <a:pt x="0" y="25133"/>
                    <a:pt x="0" y="19812"/>
                  </a:cubicBezTo>
                  <a:cubicBezTo>
                    <a:pt x="0" y="14491"/>
                    <a:pt x="1968" y="9868"/>
                    <a:pt x="5918" y="5918"/>
                  </a:cubicBezTo>
                  <a:cubicBezTo>
                    <a:pt x="9855" y="1981"/>
                    <a:pt x="14491" y="0"/>
                    <a:pt x="19812" y="0"/>
                  </a:cubicBezTo>
                  <a:close/>
                </a:path>
              </a:pathLst>
            </a:custGeom>
            <a:solidFill>
              <a:srgbClr val="1FAB54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6" name="Shape 28884"/>
            <p:cNvSpPr/>
            <p:nvPr/>
          </p:nvSpPr>
          <p:spPr>
            <a:xfrm>
              <a:off x="804824" y="1145064"/>
              <a:ext cx="15913" cy="77953"/>
            </a:xfrm>
            <a:custGeom>
              <a:avLst/>
              <a:gdLst/>
              <a:ahLst/>
              <a:cxnLst/>
              <a:rect l="0" t="0" r="0" b="0"/>
              <a:pathLst>
                <a:path w="15913" h="77953">
                  <a:moveTo>
                    <a:pt x="0" y="0"/>
                  </a:moveTo>
                  <a:lnTo>
                    <a:pt x="15913" y="0"/>
                  </a:lnTo>
                  <a:lnTo>
                    <a:pt x="15913" y="77953"/>
                  </a:lnTo>
                  <a:lnTo>
                    <a:pt x="0" y="77953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7" name="Shape 28885"/>
            <p:cNvSpPr/>
            <p:nvPr/>
          </p:nvSpPr>
          <p:spPr>
            <a:xfrm>
              <a:off x="804824" y="1145064"/>
              <a:ext cx="35001" cy="15373"/>
            </a:xfrm>
            <a:custGeom>
              <a:avLst/>
              <a:gdLst/>
              <a:ahLst/>
              <a:cxnLst/>
              <a:rect l="0" t="0" r="0" b="0"/>
              <a:pathLst>
                <a:path w="35001" h="15373">
                  <a:moveTo>
                    <a:pt x="0" y="0"/>
                  </a:moveTo>
                  <a:lnTo>
                    <a:pt x="35001" y="0"/>
                  </a:lnTo>
                  <a:lnTo>
                    <a:pt x="35001" y="15373"/>
                  </a:lnTo>
                  <a:lnTo>
                    <a:pt x="0" y="15373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8" name="Shape 28886"/>
            <p:cNvSpPr/>
            <p:nvPr/>
          </p:nvSpPr>
          <p:spPr>
            <a:xfrm>
              <a:off x="820737" y="1145064"/>
              <a:ext cx="19088" cy="77953"/>
            </a:xfrm>
            <a:custGeom>
              <a:avLst/>
              <a:gdLst/>
              <a:ahLst/>
              <a:cxnLst/>
              <a:rect l="0" t="0" r="0" b="0"/>
              <a:pathLst>
                <a:path w="19088" h="77953">
                  <a:moveTo>
                    <a:pt x="0" y="0"/>
                  </a:moveTo>
                  <a:lnTo>
                    <a:pt x="19088" y="0"/>
                  </a:lnTo>
                  <a:lnTo>
                    <a:pt x="19088" y="77953"/>
                  </a:lnTo>
                  <a:lnTo>
                    <a:pt x="0" y="77953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49" name="Shape 28887"/>
            <p:cNvSpPr/>
            <p:nvPr/>
          </p:nvSpPr>
          <p:spPr>
            <a:xfrm>
              <a:off x="804824" y="1207587"/>
              <a:ext cx="35001" cy="15430"/>
            </a:xfrm>
            <a:custGeom>
              <a:avLst/>
              <a:gdLst/>
              <a:ahLst/>
              <a:cxnLst/>
              <a:rect l="0" t="0" r="0" b="0"/>
              <a:pathLst>
                <a:path w="35001" h="15430">
                  <a:moveTo>
                    <a:pt x="0" y="0"/>
                  </a:moveTo>
                  <a:lnTo>
                    <a:pt x="35001" y="0"/>
                  </a:lnTo>
                  <a:lnTo>
                    <a:pt x="35001" y="15430"/>
                  </a:lnTo>
                  <a:lnTo>
                    <a:pt x="0" y="1543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0" name="Shape 28888"/>
            <p:cNvSpPr/>
            <p:nvPr/>
          </p:nvSpPr>
          <p:spPr>
            <a:xfrm>
              <a:off x="839826" y="1145972"/>
              <a:ext cx="19088" cy="76168"/>
            </a:xfrm>
            <a:custGeom>
              <a:avLst/>
              <a:gdLst/>
              <a:ahLst/>
              <a:cxnLst/>
              <a:rect l="0" t="0" r="0" b="0"/>
              <a:pathLst>
                <a:path w="19088" h="76168">
                  <a:moveTo>
                    <a:pt x="0" y="0"/>
                  </a:moveTo>
                  <a:lnTo>
                    <a:pt x="19088" y="0"/>
                  </a:lnTo>
                  <a:lnTo>
                    <a:pt x="19088" y="76168"/>
                  </a:lnTo>
                  <a:lnTo>
                    <a:pt x="0" y="76168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1" name="Shape 28889"/>
            <p:cNvSpPr/>
            <p:nvPr/>
          </p:nvSpPr>
          <p:spPr>
            <a:xfrm>
              <a:off x="839826" y="1145972"/>
              <a:ext cx="35128" cy="24044"/>
            </a:xfrm>
            <a:custGeom>
              <a:avLst/>
              <a:gdLst/>
              <a:ahLst/>
              <a:cxnLst/>
              <a:rect l="0" t="0" r="0" b="0"/>
              <a:pathLst>
                <a:path w="35128" h="24044">
                  <a:moveTo>
                    <a:pt x="0" y="0"/>
                  </a:moveTo>
                  <a:lnTo>
                    <a:pt x="35128" y="0"/>
                  </a:lnTo>
                  <a:lnTo>
                    <a:pt x="35128" y="24044"/>
                  </a:lnTo>
                  <a:lnTo>
                    <a:pt x="0" y="24044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2" name="Shape 28890"/>
            <p:cNvSpPr/>
            <p:nvPr/>
          </p:nvSpPr>
          <p:spPr>
            <a:xfrm>
              <a:off x="851256" y="1148111"/>
              <a:ext cx="23698" cy="72118"/>
            </a:xfrm>
            <a:custGeom>
              <a:avLst/>
              <a:gdLst/>
              <a:ahLst/>
              <a:cxnLst/>
              <a:rect l="0" t="0" r="0" b="0"/>
              <a:pathLst>
                <a:path w="23698" h="72118">
                  <a:moveTo>
                    <a:pt x="0" y="0"/>
                  </a:moveTo>
                  <a:lnTo>
                    <a:pt x="23698" y="0"/>
                  </a:lnTo>
                  <a:lnTo>
                    <a:pt x="23698" y="72118"/>
                  </a:lnTo>
                  <a:lnTo>
                    <a:pt x="0" y="72118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3" name="Shape 28891"/>
            <p:cNvSpPr/>
            <p:nvPr/>
          </p:nvSpPr>
          <p:spPr>
            <a:xfrm>
              <a:off x="839826" y="1197741"/>
              <a:ext cx="35128" cy="24399"/>
            </a:xfrm>
            <a:custGeom>
              <a:avLst/>
              <a:gdLst/>
              <a:ahLst/>
              <a:cxnLst/>
              <a:rect l="0" t="0" r="0" b="0"/>
              <a:pathLst>
                <a:path w="35128" h="24399">
                  <a:moveTo>
                    <a:pt x="0" y="0"/>
                  </a:moveTo>
                  <a:lnTo>
                    <a:pt x="35128" y="0"/>
                  </a:lnTo>
                  <a:lnTo>
                    <a:pt x="35128" y="24399"/>
                  </a:lnTo>
                  <a:lnTo>
                    <a:pt x="0" y="24399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4" name="Shape 6808"/>
            <p:cNvSpPr/>
            <p:nvPr/>
          </p:nvSpPr>
          <p:spPr>
            <a:xfrm>
              <a:off x="881748" y="1187342"/>
              <a:ext cx="27565" cy="36779"/>
            </a:xfrm>
            <a:custGeom>
              <a:avLst/>
              <a:gdLst/>
              <a:ahLst/>
              <a:cxnLst/>
              <a:rect l="0" t="0" r="0" b="0"/>
              <a:pathLst>
                <a:path w="27565" h="36779">
                  <a:moveTo>
                    <a:pt x="25717" y="0"/>
                  </a:moveTo>
                  <a:lnTo>
                    <a:pt x="27565" y="315"/>
                  </a:lnTo>
                  <a:lnTo>
                    <a:pt x="27565" y="8399"/>
                  </a:lnTo>
                  <a:lnTo>
                    <a:pt x="18898" y="10520"/>
                  </a:lnTo>
                  <a:cubicBezTo>
                    <a:pt x="16345" y="12043"/>
                    <a:pt x="14643" y="14319"/>
                    <a:pt x="14643" y="17335"/>
                  </a:cubicBezTo>
                  <a:cubicBezTo>
                    <a:pt x="14643" y="22504"/>
                    <a:pt x="19380" y="26010"/>
                    <a:pt x="25032" y="26010"/>
                  </a:cubicBezTo>
                  <a:lnTo>
                    <a:pt x="27565" y="25063"/>
                  </a:lnTo>
                  <a:lnTo>
                    <a:pt x="27565" y="33689"/>
                  </a:lnTo>
                  <a:lnTo>
                    <a:pt x="20650" y="36779"/>
                  </a:lnTo>
                  <a:cubicBezTo>
                    <a:pt x="8877" y="36779"/>
                    <a:pt x="0" y="28981"/>
                    <a:pt x="0" y="18542"/>
                  </a:cubicBezTo>
                  <a:cubicBezTo>
                    <a:pt x="0" y="6693"/>
                    <a:pt x="11989" y="0"/>
                    <a:pt x="25717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5" name="Shape 6809"/>
            <p:cNvSpPr/>
            <p:nvPr/>
          </p:nvSpPr>
          <p:spPr>
            <a:xfrm>
              <a:off x="885088" y="1164765"/>
              <a:ext cx="24225" cy="16418"/>
            </a:xfrm>
            <a:custGeom>
              <a:avLst/>
              <a:gdLst/>
              <a:ahLst/>
              <a:cxnLst/>
              <a:rect l="0" t="0" r="0" b="0"/>
              <a:pathLst>
                <a:path w="24225" h="16418">
                  <a:moveTo>
                    <a:pt x="24225" y="0"/>
                  </a:moveTo>
                  <a:lnTo>
                    <a:pt x="24225" y="10133"/>
                  </a:lnTo>
                  <a:lnTo>
                    <a:pt x="23647" y="9954"/>
                  </a:lnTo>
                  <a:cubicBezTo>
                    <a:pt x="17196" y="9954"/>
                    <a:pt x="11189" y="12138"/>
                    <a:pt x="4737" y="16418"/>
                  </a:cubicBezTo>
                  <a:lnTo>
                    <a:pt x="0" y="7096"/>
                  </a:lnTo>
                  <a:lnTo>
                    <a:pt x="24225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6" name="Shape 6810"/>
            <p:cNvSpPr/>
            <p:nvPr/>
          </p:nvSpPr>
          <p:spPr>
            <a:xfrm>
              <a:off x="909314" y="1164495"/>
              <a:ext cx="28378" cy="58522"/>
            </a:xfrm>
            <a:custGeom>
              <a:avLst/>
              <a:gdLst/>
              <a:ahLst/>
              <a:cxnLst/>
              <a:rect l="0" t="0" r="0" b="0"/>
              <a:pathLst>
                <a:path w="28378" h="58522">
                  <a:moveTo>
                    <a:pt x="921" y="0"/>
                  </a:moveTo>
                  <a:cubicBezTo>
                    <a:pt x="18574" y="0"/>
                    <a:pt x="28378" y="8789"/>
                    <a:pt x="28378" y="23724"/>
                  </a:cubicBezTo>
                  <a:lnTo>
                    <a:pt x="28378" y="58522"/>
                  </a:lnTo>
                  <a:lnTo>
                    <a:pt x="13494" y="58522"/>
                  </a:lnTo>
                  <a:lnTo>
                    <a:pt x="13494" y="50508"/>
                  </a:lnTo>
                  <a:lnTo>
                    <a:pt x="0" y="56537"/>
                  </a:lnTo>
                  <a:lnTo>
                    <a:pt x="0" y="47910"/>
                  </a:lnTo>
                  <a:lnTo>
                    <a:pt x="10382" y="44031"/>
                  </a:lnTo>
                  <a:cubicBezTo>
                    <a:pt x="11995" y="42825"/>
                    <a:pt x="12922" y="41288"/>
                    <a:pt x="12922" y="39853"/>
                  </a:cubicBezTo>
                  <a:lnTo>
                    <a:pt x="12922" y="33274"/>
                  </a:lnTo>
                  <a:cubicBezTo>
                    <a:pt x="9112" y="31839"/>
                    <a:pt x="4502" y="31077"/>
                    <a:pt x="692" y="31077"/>
                  </a:cubicBezTo>
                  <a:lnTo>
                    <a:pt x="0" y="31246"/>
                  </a:lnTo>
                  <a:lnTo>
                    <a:pt x="0" y="23162"/>
                  </a:lnTo>
                  <a:lnTo>
                    <a:pt x="12922" y="25362"/>
                  </a:lnTo>
                  <a:lnTo>
                    <a:pt x="12922" y="22073"/>
                  </a:lnTo>
                  <a:cubicBezTo>
                    <a:pt x="12922" y="18339"/>
                    <a:pt x="11766" y="15377"/>
                    <a:pt x="9501" y="13348"/>
                  </a:cubicBezTo>
                  <a:lnTo>
                    <a:pt x="0" y="10402"/>
                  </a:lnTo>
                  <a:lnTo>
                    <a:pt x="0" y="270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7" name="Shape 6811"/>
            <p:cNvSpPr/>
            <p:nvPr/>
          </p:nvSpPr>
          <p:spPr>
            <a:xfrm>
              <a:off x="945986" y="1146825"/>
              <a:ext cx="40716" cy="77178"/>
            </a:xfrm>
            <a:custGeom>
              <a:avLst/>
              <a:gdLst/>
              <a:ahLst/>
              <a:cxnLst/>
              <a:rect l="0" t="0" r="0" b="0"/>
              <a:pathLst>
                <a:path w="40716" h="77178">
                  <a:moveTo>
                    <a:pt x="7963" y="0"/>
                  </a:moveTo>
                  <a:lnTo>
                    <a:pt x="23419" y="0"/>
                  </a:lnTo>
                  <a:lnTo>
                    <a:pt x="23419" y="18669"/>
                  </a:lnTo>
                  <a:lnTo>
                    <a:pt x="36106" y="18669"/>
                  </a:lnTo>
                  <a:lnTo>
                    <a:pt x="36106" y="29972"/>
                  </a:lnTo>
                  <a:lnTo>
                    <a:pt x="23419" y="29972"/>
                  </a:lnTo>
                  <a:lnTo>
                    <a:pt x="23419" y="58077"/>
                  </a:lnTo>
                  <a:cubicBezTo>
                    <a:pt x="23419" y="62141"/>
                    <a:pt x="25946" y="63678"/>
                    <a:pt x="29185" y="63678"/>
                  </a:cubicBezTo>
                  <a:cubicBezTo>
                    <a:pt x="32410" y="63678"/>
                    <a:pt x="35763" y="62357"/>
                    <a:pt x="37605" y="61595"/>
                  </a:cubicBezTo>
                  <a:lnTo>
                    <a:pt x="40716" y="73228"/>
                  </a:lnTo>
                  <a:cubicBezTo>
                    <a:pt x="36563" y="74981"/>
                    <a:pt x="30226" y="77178"/>
                    <a:pt x="23647" y="77178"/>
                  </a:cubicBezTo>
                  <a:cubicBezTo>
                    <a:pt x="15113" y="77178"/>
                    <a:pt x="7963" y="73228"/>
                    <a:pt x="7963" y="63017"/>
                  </a:cubicBezTo>
                  <a:lnTo>
                    <a:pt x="7963" y="29972"/>
                  </a:lnTo>
                  <a:lnTo>
                    <a:pt x="0" y="29972"/>
                  </a:lnTo>
                  <a:lnTo>
                    <a:pt x="0" y="18669"/>
                  </a:lnTo>
                  <a:lnTo>
                    <a:pt x="7963" y="18669"/>
                  </a:lnTo>
                  <a:lnTo>
                    <a:pt x="7963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8" name="Shape 6812"/>
            <p:cNvSpPr/>
            <p:nvPr/>
          </p:nvSpPr>
          <p:spPr>
            <a:xfrm>
              <a:off x="990617" y="1187342"/>
              <a:ext cx="27565" cy="36779"/>
            </a:xfrm>
            <a:custGeom>
              <a:avLst/>
              <a:gdLst/>
              <a:ahLst/>
              <a:cxnLst/>
              <a:rect l="0" t="0" r="0" b="0"/>
              <a:pathLst>
                <a:path w="27565" h="36779">
                  <a:moveTo>
                    <a:pt x="25717" y="0"/>
                  </a:moveTo>
                  <a:lnTo>
                    <a:pt x="27565" y="315"/>
                  </a:lnTo>
                  <a:lnTo>
                    <a:pt x="27565" y="8399"/>
                  </a:lnTo>
                  <a:lnTo>
                    <a:pt x="18898" y="10520"/>
                  </a:lnTo>
                  <a:cubicBezTo>
                    <a:pt x="16345" y="12043"/>
                    <a:pt x="14643" y="14319"/>
                    <a:pt x="14643" y="17335"/>
                  </a:cubicBezTo>
                  <a:cubicBezTo>
                    <a:pt x="14643" y="22504"/>
                    <a:pt x="19380" y="26010"/>
                    <a:pt x="25032" y="26010"/>
                  </a:cubicBezTo>
                  <a:lnTo>
                    <a:pt x="27565" y="25063"/>
                  </a:lnTo>
                  <a:lnTo>
                    <a:pt x="27565" y="33686"/>
                  </a:lnTo>
                  <a:lnTo>
                    <a:pt x="20638" y="36779"/>
                  </a:lnTo>
                  <a:cubicBezTo>
                    <a:pt x="8877" y="36779"/>
                    <a:pt x="0" y="28981"/>
                    <a:pt x="0" y="18542"/>
                  </a:cubicBezTo>
                  <a:cubicBezTo>
                    <a:pt x="0" y="6693"/>
                    <a:pt x="11989" y="0"/>
                    <a:pt x="25717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59" name="Shape 6813"/>
            <p:cNvSpPr/>
            <p:nvPr/>
          </p:nvSpPr>
          <p:spPr>
            <a:xfrm>
              <a:off x="993958" y="1164765"/>
              <a:ext cx="24225" cy="16418"/>
            </a:xfrm>
            <a:custGeom>
              <a:avLst/>
              <a:gdLst/>
              <a:ahLst/>
              <a:cxnLst/>
              <a:rect l="0" t="0" r="0" b="0"/>
              <a:pathLst>
                <a:path w="24225" h="16418">
                  <a:moveTo>
                    <a:pt x="24225" y="0"/>
                  </a:moveTo>
                  <a:lnTo>
                    <a:pt x="24225" y="10133"/>
                  </a:lnTo>
                  <a:lnTo>
                    <a:pt x="23647" y="9954"/>
                  </a:lnTo>
                  <a:cubicBezTo>
                    <a:pt x="17196" y="9954"/>
                    <a:pt x="11189" y="12138"/>
                    <a:pt x="4737" y="16418"/>
                  </a:cubicBezTo>
                  <a:lnTo>
                    <a:pt x="0" y="7096"/>
                  </a:lnTo>
                  <a:lnTo>
                    <a:pt x="24225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0" name="Shape 6814"/>
            <p:cNvSpPr/>
            <p:nvPr/>
          </p:nvSpPr>
          <p:spPr>
            <a:xfrm>
              <a:off x="1018183" y="1164495"/>
              <a:ext cx="28378" cy="58522"/>
            </a:xfrm>
            <a:custGeom>
              <a:avLst/>
              <a:gdLst/>
              <a:ahLst/>
              <a:cxnLst/>
              <a:rect l="0" t="0" r="0" b="0"/>
              <a:pathLst>
                <a:path w="28378" h="58522">
                  <a:moveTo>
                    <a:pt x="921" y="0"/>
                  </a:moveTo>
                  <a:cubicBezTo>
                    <a:pt x="18574" y="0"/>
                    <a:pt x="28378" y="8789"/>
                    <a:pt x="28378" y="23724"/>
                  </a:cubicBezTo>
                  <a:lnTo>
                    <a:pt x="28378" y="58522"/>
                  </a:lnTo>
                  <a:lnTo>
                    <a:pt x="13494" y="58522"/>
                  </a:lnTo>
                  <a:lnTo>
                    <a:pt x="13494" y="50508"/>
                  </a:lnTo>
                  <a:lnTo>
                    <a:pt x="0" y="56533"/>
                  </a:lnTo>
                  <a:lnTo>
                    <a:pt x="0" y="47910"/>
                  </a:lnTo>
                  <a:lnTo>
                    <a:pt x="10382" y="44031"/>
                  </a:lnTo>
                  <a:cubicBezTo>
                    <a:pt x="11995" y="42825"/>
                    <a:pt x="12922" y="41288"/>
                    <a:pt x="12922" y="39853"/>
                  </a:cubicBezTo>
                  <a:lnTo>
                    <a:pt x="12922" y="33274"/>
                  </a:lnTo>
                  <a:cubicBezTo>
                    <a:pt x="9112" y="31839"/>
                    <a:pt x="4502" y="31077"/>
                    <a:pt x="692" y="31077"/>
                  </a:cubicBezTo>
                  <a:lnTo>
                    <a:pt x="0" y="31246"/>
                  </a:lnTo>
                  <a:lnTo>
                    <a:pt x="0" y="23162"/>
                  </a:lnTo>
                  <a:lnTo>
                    <a:pt x="12922" y="25362"/>
                  </a:lnTo>
                  <a:lnTo>
                    <a:pt x="12922" y="22073"/>
                  </a:lnTo>
                  <a:cubicBezTo>
                    <a:pt x="12922" y="18339"/>
                    <a:pt x="11766" y="15377"/>
                    <a:pt x="9501" y="13348"/>
                  </a:cubicBezTo>
                  <a:lnTo>
                    <a:pt x="0" y="10402"/>
                  </a:lnTo>
                  <a:lnTo>
                    <a:pt x="0" y="270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1" name="Shape 28892"/>
            <p:cNvSpPr/>
            <p:nvPr/>
          </p:nvSpPr>
          <p:spPr>
            <a:xfrm>
              <a:off x="2876706" y="1303270"/>
              <a:ext cx="35001" cy="15429"/>
            </a:xfrm>
            <a:custGeom>
              <a:avLst/>
              <a:gdLst/>
              <a:ahLst/>
              <a:cxnLst/>
              <a:rect l="0" t="0" r="0" b="0"/>
              <a:pathLst>
                <a:path w="35001" h="15429">
                  <a:moveTo>
                    <a:pt x="0" y="0"/>
                  </a:moveTo>
                  <a:lnTo>
                    <a:pt x="35001" y="0"/>
                  </a:lnTo>
                  <a:lnTo>
                    <a:pt x="35001" y="15429"/>
                  </a:lnTo>
                  <a:lnTo>
                    <a:pt x="0" y="15429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2" name="Shape 28893"/>
            <p:cNvSpPr/>
            <p:nvPr/>
          </p:nvSpPr>
          <p:spPr>
            <a:xfrm>
              <a:off x="2892619" y="1240747"/>
              <a:ext cx="19088" cy="77953"/>
            </a:xfrm>
            <a:custGeom>
              <a:avLst/>
              <a:gdLst/>
              <a:ahLst/>
              <a:cxnLst/>
              <a:rect l="0" t="0" r="0" b="0"/>
              <a:pathLst>
                <a:path w="19088" h="77953">
                  <a:moveTo>
                    <a:pt x="0" y="0"/>
                  </a:moveTo>
                  <a:lnTo>
                    <a:pt x="19088" y="0"/>
                  </a:lnTo>
                  <a:lnTo>
                    <a:pt x="19088" y="77953"/>
                  </a:lnTo>
                  <a:lnTo>
                    <a:pt x="0" y="77953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3" name="Shape 28894"/>
            <p:cNvSpPr/>
            <p:nvPr/>
          </p:nvSpPr>
          <p:spPr>
            <a:xfrm>
              <a:off x="2876706" y="1240747"/>
              <a:ext cx="35001" cy="15372"/>
            </a:xfrm>
            <a:custGeom>
              <a:avLst/>
              <a:gdLst/>
              <a:ahLst/>
              <a:cxnLst/>
              <a:rect l="0" t="0" r="0" b="0"/>
              <a:pathLst>
                <a:path w="35001" h="15372">
                  <a:moveTo>
                    <a:pt x="0" y="0"/>
                  </a:moveTo>
                  <a:lnTo>
                    <a:pt x="35001" y="0"/>
                  </a:lnTo>
                  <a:lnTo>
                    <a:pt x="35001" y="15372"/>
                  </a:lnTo>
                  <a:lnTo>
                    <a:pt x="0" y="15372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4" name="Shape 28895"/>
            <p:cNvSpPr/>
            <p:nvPr/>
          </p:nvSpPr>
          <p:spPr>
            <a:xfrm>
              <a:off x="2876706" y="1240747"/>
              <a:ext cx="15913" cy="77953"/>
            </a:xfrm>
            <a:custGeom>
              <a:avLst/>
              <a:gdLst/>
              <a:ahLst/>
              <a:cxnLst/>
              <a:rect l="0" t="0" r="0" b="0"/>
              <a:pathLst>
                <a:path w="15913" h="77953">
                  <a:moveTo>
                    <a:pt x="0" y="0"/>
                  </a:moveTo>
                  <a:lnTo>
                    <a:pt x="15913" y="0"/>
                  </a:lnTo>
                  <a:lnTo>
                    <a:pt x="15913" y="77953"/>
                  </a:lnTo>
                  <a:lnTo>
                    <a:pt x="0" y="77953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5" name="Shape 28896"/>
            <p:cNvSpPr/>
            <p:nvPr/>
          </p:nvSpPr>
          <p:spPr>
            <a:xfrm>
              <a:off x="2911707" y="1293423"/>
              <a:ext cx="35128" cy="24400"/>
            </a:xfrm>
            <a:custGeom>
              <a:avLst/>
              <a:gdLst/>
              <a:ahLst/>
              <a:cxnLst/>
              <a:rect l="0" t="0" r="0" b="0"/>
              <a:pathLst>
                <a:path w="35128" h="24400">
                  <a:moveTo>
                    <a:pt x="0" y="0"/>
                  </a:moveTo>
                  <a:lnTo>
                    <a:pt x="35128" y="0"/>
                  </a:lnTo>
                  <a:lnTo>
                    <a:pt x="35128" y="24400"/>
                  </a:lnTo>
                  <a:lnTo>
                    <a:pt x="0" y="24400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6" name="Shape 28897"/>
            <p:cNvSpPr/>
            <p:nvPr/>
          </p:nvSpPr>
          <p:spPr>
            <a:xfrm>
              <a:off x="2923138" y="1243794"/>
              <a:ext cx="23697" cy="72118"/>
            </a:xfrm>
            <a:custGeom>
              <a:avLst/>
              <a:gdLst/>
              <a:ahLst/>
              <a:cxnLst/>
              <a:rect l="0" t="0" r="0" b="0"/>
              <a:pathLst>
                <a:path w="23697" h="72118">
                  <a:moveTo>
                    <a:pt x="0" y="0"/>
                  </a:moveTo>
                  <a:lnTo>
                    <a:pt x="23697" y="0"/>
                  </a:lnTo>
                  <a:lnTo>
                    <a:pt x="23697" y="72118"/>
                  </a:lnTo>
                  <a:lnTo>
                    <a:pt x="0" y="72118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7" name="Shape 28898"/>
            <p:cNvSpPr/>
            <p:nvPr/>
          </p:nvSpPr>
          <p:spPr>
            <a:xfrm>
              <a:off x="2911707" y="1241655"/>
              <a:ext cx="27470" cy="76168"/>
            </a:xfrm>
            <a:custGeom>
              <a:avLst/>
              <a:gdLst/>
              <a:ahLst/>
              <a:cxnLst/>
              <a:rect l="0" t="0" r="0" b="0"/>
              <a:pathLst>
                <a:path w="27470" h="76168">
                  <a:moveTo>
                    <a:pt x="0" y="0"/>
                  </a:moveTo>
                  <a:lnTo>
                    <a:pt x="27470" y="0"/>
                  </a:lnTo>
                  <a:lnTo>
                    <a:pt x="27470" y="76168"/>
                  </a:lnTo>
                  <a:lnTo>
                    <a:pt x="0" y="76168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8" name="Shape 28899"/>
            <p:cNvSpPr/>
            <p:nvPr/>
          </p:nvSpPr>
          <p:spPr>
            <a:xfrm>
              <a:off x="2911707" y="1241655"/>
              <a:ext cx="35128" cy="24044"/>
            </a:xfrm>
            <a:custGeom>
              <a:avLst/>
              <a:gdLst/>
              <a:ahLst/>
              <a:cxnLst/>
              <a:rect l="0" t="0" r="0" b="0"/>
              <a:pathLst>
                <a:path w="35128" h="24044">
                  <a:moveTo>
                    <a:pt x="0" y="0"/>
                  </a:moveTo>
                  <a:lnTo>
                    <a:pt x="35128" y="0"/>
                  </a:lnTo>
                  <a:lnTo>
                    <a:pt x="35128" y="24044"/>
                  </a:lnTo>
                  <a:lnTo>
                    <a:pt x="0" y="24044"/>
                  </a:lnTo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69" name="Shape 6817"/>
            <p:cNvSpPr/>
            <p:nvPr/>
          </p:nvSpPr>
          <p:spPr>
            <a:xfrm>
              <a:off x="2953631" y="1283025"/>
              <a:ext cx="27565" cy="36779"/>
            </a:xfrm>
            <a:custGeom>
              <a:avLst/>
              <a:gdLst/>
              <a:ahLst/>
              <a:cxnLst/>
              <a:rect l="0" t="0" r="0" b="0"/>
              <a:pathLst>
                <a:path w="27565" h="36779">
                  <a:moveTo>
                    <a:pt x="25717" y="0"/>
                  </a:moveTo>
                  <a:lnTo>
                    <a:pt x="27565" y="315"/>
                  </a:lnTo>
                  <a:lnTo>
                    <a:pt x="27565" y="8399"/>
                  </a:lnTo>
                  <a:lnTo>
                    <a:pt x="18897" y="10520"/>
                  </a:lnTo>
                  <a:cubicBezTo>
                    <a:pt x="16344" y="12043"/>
                    <a:pt x="14643" y="14319"/>
                    <a:pt x="14643" y="17335"/>
                  </a:cubicBezTo>
                  <a:cubicBezTo>
                    <a:pt x="14643" y="22504"/>
                    <a:pt x="19380" y="26010"/>
                    <a:pt x="25031" y="26010"/>
                  </a:cubicBezTo>
                  <a:lnTo>
                    <a:pt x="27565" y="25063"/>
                  </a:lnTo>
                  <a:lnTo>
                    <a:pt x="27565" y="33689"/>
                  </a:lnTo>
                  <a:lnTo>
                    <a:pt x="20650" y="36779"/>
                  </a:lnTo>
                  <a:cubicBezTo>
                    <a:pt x="8877" y="36779"/>
                    <a:pt x="0" y="28981"/>
                    <a:pt x="0" y="18542"/>
                  </a:cubicBezTo>
                  <a:cubicBezTo>
                    <a:pt x="0" y="6693"/>
                    <a:pt x="11988" y="0"/>
                    <a:pt x="25717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0" name="Shape 6818"/>
            <p:cNvSpPr/>
            <p:nvPr/>
          </p:nvSpPr>
          <p:spPr>
            <a:xfrm>
              <a:off x="2956972" y="1260448"/>
              <a:ext cx="24225" cy="16418"/>
            </a:xfrm>
            <a:custGeom>
              <a:avLst/>
              <a:gdLst/>
              <a:ahLst/>
              <a:cxnLst/>
              <a:rect l="0" t="0" r="0" b="0"/>
              <a:pathLst>
                <a:path w="24225" h="16418">
                  <a:moveTo>
                    <a:pt x="24225" y="0"/>
                  </a:moveTo>
                  <a:lnTo>
                    <a:pt x="24225" y="10133"/>
                  </a:lnTo>
                  <a:lnTo>
                    <a:pt x="23647" y="9954"/>
                  </a:lnTo>
                  <a:cubicBezTo>
                    <a:pt x="17195" y="9954"/>
                    <a:pt x="11188" y="12138"/>
                    <a:pt x="4737" y="16418"/>
                  </a:cubicBezTo>
                  <a:lnTo>
                    <a:pt x="0" y="7096"/>
                  </a:lnTo>
                  <a:lnTo>
                    <a:pt x="24225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1" name="Shape 6819"/>
            <p:cNvSpPr/>
            <p:nvPr/>
          </p:nvSpPr>
          <p:spPr>
            <a:xfrm>
              <a:off x="2981196" y="1260178"/>
              <a:ext cx="28378" cy="58522"/>
            </a:xfrm>
            <a:custGeom>
              <a:avLst/>
              <a:gdLst/>
              <a:ahLst/>
              <a:cxnLst/>
              <a:rect l="0" t="0" r="0" b="0"/>
              <a:pathLst>
                <a:path w="28378" h="58522">
                  <a:moveTo>
                    <a:pt x="921" y="0"/>
                  </a:moveTo>
                  <a:cubicBezTo>
                    <a:pt x="18574" y="0"/>
                    <a:pt x="28378" y="8789"/>
                    <a:pt x="28378" y="23724"/>
                  </a:cubicBezTo>
                  <a:lnTo>
                    <a:pt x="28378" y="58522"/>
                  </a:lnTo>
                  <a:lnTo>
                    <a:pt x="13494" y="58522"/>
                  </a:lnTo>
                  <a:lnTo>
                    <a:pt x="13494" y="50508"/>
                  </a:lnTo>
                  <a:lnTo>
                    <a:pt x="0" y="56537"/>
                  </a:lnTo>
                  <a:lnTo>
                    <a:pt x="0" y="47910"/>
                  </a:lnTo>
                  <a:lnTo>
                    <a:pt x="10382" y="44031"/>
                  </a:lnTo>
                  <a:cubicBezTo>
                    <a:pt x="11995" y="42825"/>
                    <a:pt x="12922" y="41288"/>
                    <a:pt x="12922" y="39853"/>
                  </a:cubicBezTo>
                  <a:lnTo>
                    <a:pt x="12922" y="33274"/>
                  </a:lnTo>
                  <a:cubicBezTo>
                    <a:pt x="9113" y="31839"/>
                    <a:pt x="4502" y="31077"/>
                    <a:pt x="692" y="31077"/>
                  </a:cubicBezTo>
                  <a:lnTo>
                    <a:pt x="0" y="31246"/>
                  </a:lnTo>
                  <a:lnTo>
                    <a:pt x="0" y="23162"/>
                  </a:lnTo>
                  <a:lnTo>
                    <a:pt x="12922" y="25362"/>
                  </a:lnTo>
                  <a:lnTo>
                    <a:pt x="12922" y="22073"/>
                  </a:lnTo>
                  <a:cubicBezTo>
                    <a:pt x="12922" y="18339"/>
                    <a:pt x="11767" y="15377"/>
                    <a:pt x="9502" y="13348"/>
                  </a:cubicBezTo>
                  <a:lnTo>
                    <a:pt x="0" y="10402"/>
                  </a:lnTo>
                  <a:lnTo>
                    <a:pt x="0" y="270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2" name="Shape 6820"/>
            <p:cNvSpPr/>
            <p:nvPr/>
          </p:nvSpPr>
          <p:spPr>
            <a:xfrm>
              <a:off x="3017869" y="1242508"/>
              <a:ext cx="40716" cy="77178"/>
            </a:xfrm>
            <a:custGeom>
              <a:avLst/>
              <a:gdLst/>
              <a:ahLst/>
              <a:cxnLst/>
              <a:rect l="0" t="0" r="0" b="0"/>
              <a:pathLst>
                <a:path w="40716" h="77178">
                  <a:moveTo>
                    <a:pt x="7963" y="0"/>
                  </a:moveTo>
                  <a:lnTo>
                    <a:pt x="23419" y="0"/>
                  </a:lnTo>
                  <a:lnTo>
                    <a:pt x="23419" y="18669"/>
                  </a:lnTo>
                  <a:lnTo>
                    <a:pt x="36106" y="18669"/>
                  </a:lnTo>
                  <a:lnTo>
                    <a:pt x="36106" y="29972"/>
                  </a:lnTo>
                  <a:lnTo>
                    <a:pt x="23419" y="29972"/>
                  </a:lnTo>
                  <a:lnTo>
                    <a:pt x="23419" y="58077"/>
                  </a:lnTo>
                  <a:cubicBezTo>
                    <a:pt x="23419" y="62141"/>
                    <a:pt x="25946" y="63678"/>
                    <a:pt x="29184" y="63678"/>
                  </a:cubicBezTo>
                  <a:cubicBezTo>
                    <a:pt x="32410" y="63678"/>
                    <a:pt x="35763" y="62357"/>
                    <a:pt x="37605" y="61595"/>
                  </a:cubicBezTo>
                  <a:lnTo>
                    <a:pt x="40716" y="73228"/>
                  </a:lnTo>
                  <a:cubicBezTo>
                    <a:pt x="36563" y="74981"/>
                    <a:pt x="30226" y="77178"/>
                    <a:pt x="23647" y="77178"/>
                  </a:cubicBezTo>
                  <a:cubicBezTo>
                    <a:pt x="15113" y="77178"/>
                    <a:pt x="7963" y="73228"/>
                    <a:pt x="7963" y="63017"/>
                  </a:cubicBezTo>
                  <a:lnTo>
                    <a:pt x="7963" y="29972"/>
                  </a:lnTo>
                  <a:lnTo>
                    <a:pt x="0" y="29972"/>
                  </a:lnTo>
                  <a:lnTo>
                    <a:pt x="0" y="18669"/>
                  </a:lnTo>
                  <a:lnTo>
                    <a:pt x="7963" y="18669"/>
                  </a:lnTo>
                  <a:lnTo>
                    <a:pt x="7963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3" name="Shape 6821"/>
            <p:cNvSpPr/>
            <p:nvPr/>
          </p:nvSpPr>
          <p:spPr>
            <a:xfrm>
              <a:off x="3062501" y="1283025"/>
              <a:ext cx="27565" cy="36779"/>
            </a:xfrm>
            <a:custGeom>
              <a:avLst/>
              <a:gdLst/>
              <a:ahLst/>
              <a:cxnLst/>
              <a:rect l="0" t="0" r="0" b="0"/>
              <a:pathLst>
                <a:path w="27565" h="36779">
                  <a:moveTo>
                    <a:pt x="25717" y="0"/>
                  </a:moveTo>
                  <a:lnTo>
                    <a:pt x="27565" y="315"/>
                  </a:lnTo>
                  <a:lnTo>
                    <a:pt x="27565" y="8399"/>
                  </a:lnTo>
                  <a:lnTo>
                    <a:pt x="18897" y="10520"/>
                  </a:lnTo>
                  <a:cubicBezTo>
                    <a:pt x="16344" y="12043"/>
                    <a:pt x="14643" y="14319"/>
                    <a:pt x="14643" y="17335"/>
                  </a:cubicBezTo>
                  <a:cubicBezTo>
                    <a:pt x="14643" y="22504"/>
                    <a:pt x="19380" y="26010"/>
                    <a:pt x="25031" y="26010"/>
                  </a:cubicBezTo>
                  <a:lnTo>
                    <a:pt x="27565" y="25063"/>
                  </a:lnTo>
                  <a:lnTo>
                    <a:pt x="27565" y="33686"/>
                  </a:lnTo>
                  <a:lnTo>
                    <a:pt x="20638" y="36779"/>
                  </a:lnTo>
                  <a:cubicBezTo>
                    <a:pt x="8877" y="36779"/>
                    <a:pt x="0" y="28981"/>
                    <a:pt x="0" y="18542"/>
                  </a:cubicBezTo>
                  <a:cubicBezTo>
                    <a:pt x="0" y="6693"/>
                    <a:pt x="11988" y="0"/>
                    <a:pt x="25717" y="0"/>
                  </a:cubicBez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4" name="Shape 6822"/>
            <p:cNvSpPr/>
            <p:nvPr/>
          </p:nvSpPr>
          <p:spPr>
            <a:xfrm>
              <a:off x="3065841" y="1260448"/>
              <a:ext cx="24225" cy="16418"/>
            </a:xfrm>
            <a:custGeom>
              <a:avLst/>
              <a:gdLst/>
              <a:ahLst/>
              <a:cxnLst/>
              <a:rect l="0" t="0" r="0" b="0"/>
              <a:pathLst>
                <a:path w="24225" h="16418">
                  <a:moveTo>
                    <a:pt x="24225" y="0"/>
                  </a:moveTo>
                  <a:lnTo>
                    <a:pt x="24225" y="10133"/>
                  </a:lnTo>
                  <a:lnTo>
                    <a:pt x="23647" y="9954"/>
                  </a:lnTo>
                  <a:cubicBezTo>
                    <a:pt x="17195" y="9954"/>
                    <a:pt x="11188" y="12138"/>
                    <a:pt x="4737" y="16418"/>
                  </a:cubicBezTo>
                  <a:lnTo>
                    <a:pt x="0" y="7096"/>
                  </a:lnTo>
                  <a:lnTo>
                    <a:pt x="24225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  <p:sp>
          <p:nvSpPr>
            <p:cNvPr id="75" name="Shape 6823"/>
            <p:cNvSpPr/>
            <p:nvPr/>
          </p:nvSpPr>
          <p:spPr>
            <a:xfrm>
              <a:off x="3090066" y="1260178"/>
              <a:ext cx="28378" cy="58522"/>
            </a:xfrm>
            <a:custGeom>
              <a:avLst/>
              <a:gdLst/>
              <a:ahLst/>
              <a:cxnLst/>
              <a:rect l="0" t="0" r="0" b="0"/>
              <a:pathLst>
                <a:path w="28378" h="58522">
                  <a:moveTo>
                    <a:pt x="921" y="0"/>
                  </a:moveTo>
                  <a:cubicBezTo>
                    <a:pt x="18574" y="0"/>
                    <a:pt x="28378" y="8789"/>
                    <a:pt x="28378" y="23724"/>
                  </a:cubicBezTo>
                  <a:lnTo>
                    <a:pt x="28378" y="58522"/>
                  </a:lnTo>
                  <a:lnTo>
                    <a:pt x="13494" y="58522"/>
                  </a:lnTo>
                  <a:lnTo>
                    <a:pt x="13494" y="50508"/>
                  </a:lnTo>
                  <a:lnTo>
                    <a:pt x="0" y="56533"/>
                  </a:lnTo>
                  <a:lnTo>
                    <a:pt x="0" y="47910"/>
                  </a:lnTo>
                  <a:lnTo>
                    <a:pt x="10382" y="44031"/>
                  </a:lnTo>
                  <a:cubicBezTo>
                    <a:pt x="11995" y="42825"/>
                    <a:pt x="12922" y="41288"/>
                    <a:pt x="12922" y="39853"/>
                  </a:cubicBezTo>
                  <a:lnTo>
                    <a:pt x="12922" y="33274"/>
                  </a:lnTo>
                  <a:cubicBezTo>
                    <a:pt x="9113" y="31839"/>
                    <a:pt x="4502" y="31077"/>
                    <a:pt x="692" y="31077"/>
                  </a:cubicBezTo>
                  <a:lnTo>
                    <a:pt x="0" y="31246"/>
                  </a:lnTo>
                  <a:lnTo>
                    <a:pt x="0" y="23162"/>
                  </a:lnTo>
                  <a:lnTo>
                    <a:pt x="12922" y="25362"/>
                  </a:lnTo>
                  <a:lnTo>
                    <a:pt x="12922" y="22073"/>
                  </a:lnTo>
                  <a:cubicBezTo>
                    <a:pt x="12922" y="18339"/>
                    <a:pt x="11767" y="15377"/>
                    <a:pt x="9502" y="13348"/>
                  </a:cubicBezTo>
                  <a:lnTo>
                    <a:pt x="0" y="10402"/>
                  </a:lnTo>
                  <a:lnTo>
                    <a:pt x="0" y="270"/>
                  </a:lnTo>
                  <a:lnTo>
                    <a:pt x="921" y="0"/>
                  </a:lnTo>
                  <a:close/>
                </a:path>
              </a:pathLst>
            </a:custGeom>
            <a:solidFill>
              <a:srgbClr val="FFFFFF"/>
            </a:solidFill>
            <a:ln w="0" cap="flat">
              <a:noFill/>
              <a:miter lim="127000"/>
            </a:ln>
            <a:effectLst/>
          </p:spPr>
          <p:txBody>
            <a:bodyPr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77" name="Shape 6867"/>
          <p:cNvSpPr/>
          <p:nvPr/>
        </p:nvSpPr>
        <p:spPr>
          <a:xfrm>
            <a:off x="4411591" y="4339730"/>
            <a:ext cx="288595" cy="252408"/>
          </a:xfrm>
          <a:custGeom>
            <a:avLst/>
            <a:gdLst/>
            <a:ahLst/>
            <a:cxnLst/>
            <a:rect l="0" t="0" r="0" b="0"/>
            <a:pathLst>
              <a:path w="179743" h="179730">
                <a:moveTo>
                  <a:pt x="89878" y="0"/>
                </a:moveTo>
                <a:cubicBezTo>
                  <a:pt x="139510" y="0"/>
                  <a:pt x="179743" y="40233"/>
                  <a:pt x="179743" y="89865"/>
                </a:cubicBezTo>
                <a:cubicBezTo>
                  <a:pt x="179743" y="139497"/>
                  <a:pt x="139510" y="179730"/>
                  <a:pt x="89878" y="179730"/>
                </a:cubicBezTo>
                <a:cubicBezTo>
                  <a:pt x="40234" y="179730"/>
                  <a:pt x="0" y="139497"/>
                  <a:pt x="0" y="89865"/>
                </a:cubicBezTo>
                <a:cubicBezTo>
                  <a:pt x="0" y="40233"/>
                  <a:pt x="40234" y="0"/>
                  <a:pt x="89878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/>
          </a:lnRef>
          <a:fillRef idx="1">
            <a:srgbClr val="BAFA8C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  <p:sp>
        <p:nvSpPr>
          <p:cNvPr id="78" name="Shape 6867"/>
          <p:cNvSpPr/>
          <p:nvPr/>
        </p:nvSpPr>
        <p:spPr>
          <a:xfrm>
            <a:off x="6060413" y="4335154"/>
            <a:ext cx="230713" cy="230480"/>
          </a:xfrm>
          <a:custGeom>
            <a:avLst/>
            <a:gdLst/>
            <a:ahLst/>
            <a:cxnLst/>
            <a:rect l="0" t="0" r="0" b="0"/>
            <a:pathLst>
              <a:path w="179743" h="179730">
                <a:moveTo>
                  <a:pt x="89878" y="0"/>
                </a:moveTo>
                <a:cubicBezTo>
                  <a:pt x="139510" y="0"/>
                  <a:pt x="179743" y="40233"/>
                  <a:pt x="179743" y="89865"/>
                </a:cubicBezTo>
                <a:cubicBezTo>
                  <a:pt x="179743" y="139497"/>
                  <a:pt x="139510" y="179730"/>
                  <a:pt x="89878" y="179730"/>
                </a:cubicBezTo>
                <a:cubicBezTo>
                  <a:pt x="40234" y="179730"/>
                  <a:pt x="0" y="139497"/>
                  <a:pt x="0" y="89865"/>
                </a:cubicBezTo>
                <a:cubicBezTo>
                  <a:pt x="0" y="40233"/>
                  <a:pt x="40234" y="0"/>
                  <a:pt x="89878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/>
          </a:lnRef>
          <a:fillRef idx="1">
            <a:srgbClr val="BAFA8C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  <p:pic>
        <p:nvPicPr>
          <p:cNvPr id="82" name="Picture 8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1590" y="4672460"/>
            <a:ext cx="288596" cy="262584"/>
          </a:xfrm>
          <a:prstGeom prst="rect">
            <a:avLst/>
          </a:prstGeom>
        </p:spPr>
      </p:pic>
      <p:sp>
        <p:nvSpPr>
          <p:cNvPr id="83" name="Shape 6866"/>
          <p:cNvSpPr/>
          <p:nvPr/>
        </p:nvSpPr>
        <p:spPr>
          <a:xfrm>
            <a:off x="6049567" y="4662353"/>
            <a:ext cx="230713" cy="240657"/>
          </a:xfrm>
          <a:custGeom>
            <a:avLst/>
            <a:gdLst/>
            <a:ahLst/>
            <a:cxnLst/>
            <a:rect l="0" t="0" r="0" b="0"/>
            <a:pathLst>
              <a:path w="179743" h="179756">
                <a:moveTo>
                  <a:pt x="89878" y="0"/>
                </a:moveTo>
                <a:cubicBezTo>
                  <a:pt x="139510" y="0"/>
                  <a:pt x="179743" y="40246"/>
                  <a:pt x="179743" y="89878"/>
                </a:cubicBezTo>
                <a:cubicBezTo>
                  <a:pt x="179743" y="139509"/>
                  <a:pt x="139510" y="179756"/>
                  <a:pt x="89878" y="179756"/>
                </a:cubicBezTo>
                <a:cubicBezTo>
                  <a:pt x="40234" y="179756"/>
                  <a:pt x="0" y="139509"/>
                  <a:pt x="0" y="89878"/>
                </a:cubicBezTo>
                <a:cubicBezTo>
                  <a:pt x="0" y="40246"/>
                  <a:pt x="40234" y="0"/>
                  <a:pt x="89878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/>
          </a:lnRef>
          <a:fillRef idx="1">
            <a:srgbClr val="85E870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  <p:sp>
        <p:nvSpPr>
          <p:cNvPr id="86" name="Shape 6865"/>
          <p:cNvSpPr/>
          <p:nvPr/>
        </p:nvSpPr>
        <p:spPr>
          <a:xfrm>
            <a:off x="4411590" y="5005162"/>
            <a:ext cx="288595" cy="252409"/>
          </a:xfrm>
          <a:custGeom>
            <a:avLst/>
            <a:gdLst/>
            <a:ahLst/>
            <a:cxnLst/>
            <a:rect l="0" t="0" r="0" b="0"/>
            <a:pathLst>
              <a:path w="179743" h="179743">
                <a:moveTo>
                  <a:pt x="89878" y="0"/>
                </a:moveTo>
                <a:cubicBezTo>
                  <a:pt x="139510" y="0"/>
                  <a:pt x="179743" y="40233"/>
                  <a:pt x="179743" y="89865"/>
                </a:cubicBezTo>
                <a:cubicBezTo>
                  <a:pt x="179743" y="139509"/>
                  <a:pt x="139510" y="179743"/>
                  <a:pt x="89878" y="179743"/>
                </a:cubicBezTo>
                <a:cubicBezTo>
                  <a:pt x="40234" y="179743"/>
                  <a:pt x="0" y="139509"/>
                  <a:pt x="0" y="89865"/>
                </a:cubicBezTo>
                <a:cubicBezTo>
                  <a:pt x="0" y="40233"/>
                  <a:pt x="40234" y="0"/>
                  <a:pt x="89878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/>
          </a:lnRef>
          <a:fillRef idx="1">
            <a:srgbClr val="45CC69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  <p:sp>
        <p:nvSpPr>
          <p:cNvPr id="87" name="Shape 6865"/>
          <p:cNvSpPr/>
          <p:nvPr/>
        </p:nvSpPr>
        <p:spPr>
          <a:xfrm>
            <a:off x="6060414" y="4991025"/>
            <a:ext cx="230713" cy="250860"/>
          </a:xfrm>
          <a:custGeom>
            <a:avLst/>
            <a:gdLst/>
            <a:ahLst/>
            <a:cxnLst/>
            <a:rect l="0" t="0" r="0" b="0"/>
            <a:pathLst>
              <a:path w="179743" h="179743">
                <a:moveTo>
                  <a:pt x="89878" y="0"/>
                </a:moveTo>
                <a:cubicBezTo>
                  <a:pt x="139510" y="0"/>
                  <a:pt x="179743" y="40233"/>
                  <a:pt x="179743" y="89865"/>
                </a:cubicBezTo>
                <a:cubicBezTo>
                  <a:pt x="179743" y="139509"/>
                  <a:pt x="139510" y="179743"/>
                  <a:pt x="89878" y="179743"/>
                </a:cubicBezTo>
                <a:cubicBezTo>
                  <a:pt x="40234" y="179743"/>
                  <a:pt x="0" y="139509"/>
                  <a:pt x="0" y="89865"/>
                </a:cubicBezTo>
                <a:cubicBezTo>
                  <a:pt x="0" y="40233"/>
                  <a:pt x="40234" y="0"/>
                  <a:pt x="89878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/>
          </a:lnRef>
          <a:fillRef idx="1">
            <a:srgbClr val="45CC69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  <p:pic>
        <p:nvPicPr>
          <p:cNvPr id="88" name="Picture 8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9567" y="5319794"/>
            <a:ext cx="252408" cy="252408"/>
          </a:xfrm>
          <a:prstGeom prst="rect">
            <a:avLst/>
          </a:prstGeom>
        </p:spPr>
      </p:pic>
      <p:sp>
        <p:nvSpPr>
          <p:cNvPr id="89" name="Shape 6864"/>
          <p:cNvSpPr/>
          <p:nvPr/>
        </p:nvSpPr>
        <p:spPr>
          <a:xfrm>
            <a:off x="4421115" y="5314357"/>
            <a:ext cx="288595" cy="252409"/>
          </a:xfrm>
          <a:custGeom>
            <a:avLst/>
            <a:gdLst/>
            <a:ahLst/>
            <a:cxnLst/>
            <a:rect l="0" t="0" r="0" b="0"/>
            <a:pathLst>
              <a:path w="179743" h="179730">
                <a:moveTo>
                  <a:pt x="89878" y="0"/>
                </a:moveTo>
                <a:cubicBezTo>
                  <a:pt x="139510" y="0"/>
                  <a:pt x="179743" y="40233"/>
                  <a:pt x="179743" y="89865"/>
                </a:cubicBezTo>
                <a:cubicBezTo>
                  <a:pt x="179743" y="139497"/>
                  <a:pt x="139510" y="179730"/>
                  <a:pt x="89878" y="179730"/>
                </a:cubicBezTo>
                <a:cubicBezTo>
                  <a:pt x="40234" y="179730"/>
                  <a:pt x="0" y="139497"/>
                  <a:pt x="0" y="89865"/>
                </a:cubicBezTo>
                <a:cubicBezTo>
                  <a:pt x="0" y="40233"/>
                  <a:pt x="40234" y="0"/>
                  <a:pt x="89878" y="0"/>
                </a:cubicBezTo>
                <a:close/>
              </a:path>
            </a:pathLst>
          </a:custGeom>
          <a:ln w="0" cap="flat">
            <a:miter lim="127000"/>
          </a:ln>
        </p:spPr>
        <p:style>
          <a:lnRef idx="0">
            <a:srgbClr val="000000"/>
          </a:lnRef>
          <a:fillRef idx="1">
            <a:srgbClr val="1FAB54"/>
          </a:fillRef>
          <a:effectRef idx="0">
            <a:scrgbClr r="0" g="0" b="0"/>
          </a:effectRef>
          <a:fontRef idx="none"/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6407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ubtitle 10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hlinkClick r:id="rId2"/>
              </a:rPr>
              <a:t>arunkg99@gmail.com</a:t>
            </a:r>
            <a:r>
              <a:rPr lang="en-IN" dirty="0"/>
              <a:t>	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0"/>
          </p:nvPr>
        </p:nvSpPr>
        <p:spPr/>
      </p:sp>
      <p:sp>
        <p:nvSpPr>
          <p:cNvPr id="13" name="Text Placeholder 1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www.doitskills.com</a:t>
            </a: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>
                <a:solidFill>
                  <a:prstClr val="white"/>
                </a:solidFill>
              </a:rPr>
              <a:pPr/>
              <a:t>15</a:t>
            </a:fld>
            <a:endParaRPr lang="en-IN">
              <a:solidFill>
                <a:prstClr val="white"/>
              </a:solidFill>
            </a:endParaRPr>
          </a:p>
        </p:txBody>
      </p:sp>
      <p:pic>
        <p:nvPicPr>
          <p:cNvPr id="14" name="Picture Placeholder 10" descr="city skyline">
            <a:extLst>
              <a:ext uri="{FF2B5EF4-FFF2-40B4-BE49-F238E27FC236}">
                <a16:creationId xmlns:a16="http://schemas.microsoft.com/office/drawing/2014/main" id="{9D82A855-CCB0-4075-B5EE-5CC6FD176D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061" r="13061"/>
          <a:stretch>
            <a:fillRect/>
          </a:stretch>
        </p:blipFill>
        <p:spPr>
          <a:xfrm>
            <a:off x="724662" y="742395"/>
            <a:ext cx="5305661" cy="5305661"/>
          </a:xfrm>
          <a:prstGeom prst="ellipse">
            <a:avLst/>
          </a:prstGeom>
          <a:solidFill>
            <a:schemeClr val="bg2"/>
          </a:solidFill>
        </p:spPr>
      </p:pic>
    </p:spTree>
    <p:extLst>
      <p:ext uri="{BB962C8B-B14F-4D97-AF65-F5344CB8AC3E}">
        <p14:creationId xmlns:p14="http://schemas.microsoft.com/office/powerpoint/2010/main" val="2817573245"/>
      </p:ext>
    </p:extLst>
  </p:cSld>
  <p:clrMapOvr>
    <a:masterClrMapping/>
  </p:clrMapOvr>
</p:sld>
</file>

<file path=ppt/theme/theme1.xml><?xml version="1.0" encoding="utf-8"?>
<a:theme xmlns:a="http://schemas.openxmlformats.org/drawingml/2006/main" name="doit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76243_Blue spheres presentation_RVA_v5" id="{E4C0B511-76E7-4C07-AFEA-8FEA0A5A8C84}" vid="{3A463146-28EF-4F73-B63C-03710F66E2A3}"/>
    </a:ext>
  </a:extLst>
</a:theme>
</file>

<file path=ppt/theme/theme2.xml><?xml version="1.0" encoding="utf-8"?>
<a:theme xmlns:a="http://schemas.openxmlformats.org/drawingml/2006/main" name="AgendaSlides">
  <a:themeElements>
    <a:clrScheme name="Custom 7">
      <a:dk1>
        <a:srgbClr val="0C6D82"/>
      </a:dk1>
      <a:lt1>
        <a:srgbClr val="FFFFFF"/>
      </a:lt1>
      <a:dk2>
        <a:srgbClr val="6F0066"/>
      </a:dk2>
      <a:lt2>
        <a:srgbClr val="1E597D"/>
      </a:lt2>
      <a:accent1>
        <a:srgbClr val="571B6D"/>
      </a:accent1>
      <a:accent2>
        <a:srgbClr val="2CA05B"/>
      </a:accent2>
      <a:accent3>
        <a:srgbClr val="C90B24"/>
      </a:accent3>
      <a:accent4>
        <a:srgbClr val="E8611D"/>
      </a:accent4>
      <a:accent5>
        <a:srgbClr val="F39D21"/>
      </a:accent5>
      <a:accent6>
        <a:srgbClr val="1B866F"/>
      </a:accent6>
      <a:hlink>
        <a:srgbClr val="0C6D82"/>
      </a:hlink>
      <a:folHlink>
        <a:srgbClr val="0C6D82"/>
      </a:folHlink>
    </a:clrScheme>
    <a:fontScheme name="Custom 10">
      <a:majorFont>
        <a:latin typeface="Franklin Gothic Dem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72390">
          <a:solidFill>
            <a:srgbClr val="454D5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6411242_Colorful product roadmap timeline_SL_V1.pptx" id="{6D8823AB-3E34-4E8D-AE3C-7D7916AE70B3}" vid="{BC540765-6631-455E-9814-9685D6B351E6}"/>
    </a:ext>
  </a:extLst>
</a:theme>
</file>

<file path=ppt/theme/theme3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F34076243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76243_Blue spheres presentation_RVA_v5" id="{E4C0B511-76E7-4C07-AFEA-8FEA0A5A8C84}" vid="{3A463146-28EF-4F73-B63C-03710F66E2A3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doit</Template>
  <TotalTime>582</TotalTime>
  <Words>951</Words>
  <Application>Microsoft Office PowerPoint</Application>
  <PresentationFormat>Widescreen</PresentationFormat>
  <Paragraphs>167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Calibri</vt:lpstr>
      <vt:lpstr>Corbel</vt:lpstr>
      <vt:lpstr>Courier New</vt:lpstr>
      <vt:lpstr>Franklin Gothic Demi</vt:lpstr>
      <vt:lpstr>Segoe UI</vt:lpstr>
      <vt:lpstr>Wingdings</vt:lpstr>
      <vt:lpstr>doit</vt:lpstr>
      <vt:lpstr>AgendaSlides</vt:lpstr>
      <vt:lpstr>1_Custom Design</vt:lpstr>
      <vt:lpstr>TF34076243</vt:lpstr>
      <vt:lpstr>Charts  case-study</vt:lpstr>
      <vt:lpstr>What is data visualization ?</vt:lpstr>
      <vt:lpstr>Why is data visualization important? </vt:lpstr>
      <vt:lpstr>Four data types</vt:lpstr>
      <vt:lpstr>7 DATA RELATIONSHIPS</vt:lpstr>
      <vt:lpstr>CONTINUE…</vt:lpstr>
      <vt:lpstr>CONTINUE…</vt:lpstr>
      <vt:lpstr>CONTINUE…</vt:lpstr>
      <vt:lpstr>7 chart  types</vt:lpstr>
      <vt:lpstr>Continue…</vt:lpstr>
      <vt:lpstr>What story does the data tell?</vt:lpstr>
      <vt:lpstr>Is it designed well ?</vt:lpstr>
      <vt:lpstr>Continue…</vt:lpstr>
      <vt:lpstr>Continue…</vt:lpstr>
      <vt:lpstr>Thank you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Charts  case-study</dc:title>
  <dc:creator>Microsoft account</dc:creator>
  <cp:lastModifiedBy>Arunkumar Nair</cp:lastModifiedBy>
  <cp:revision>46</cp:revision>
  <dcterms:created xsi:type="dcterms:W3CDTF">2020-06-01T17:55:54Z</dcterms:created>
  <dcterms:modified xsi:type="dcterms:W3CDTF">2020-07-28T03:04:53Z</dcterms:modified>
</cp:coreProperties>
</file>