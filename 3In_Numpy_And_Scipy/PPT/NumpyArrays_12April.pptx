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7" r:id="rId4"/>
    <p:sldId id="278" r:id="rId5"/>
    <p:sldId id="275" r:id="rId6"/>
    <p:sldId id="279" r:id="rId7"/>
    <p:sldId id="280" r:id="rId8"/>
    <p:sldId id="271" r:id="rId9"/>
    <p:sldId id="285" r:id="rId10"/>
    <p:sldId id="258" r:id="rId11"/>
    <p:sldId id="259" r:id="rId12"/>
    <p:sldId id="282" r:id="rId13"/>
    <p:sldId id="283" r:id="rId14"/>
    <p:sldId id="286" r:id="rId15"/>
    <p:sldId id="270" r:id="rId16"/>
    <p:sldId id="281" r:id="rId17"/>
    <p:sldId id="268" r:id="rId18"/>
    <p:sldId id="269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>
      <p:cViewPr varScale="1">
        <p:scale>
          <a:sx n="58" d="100"/>
          <a:sy n="58" d="100"/>
        </p:scale>
        <p:origin x="15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3.amazonaws.com/img-datasets/mnist.np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Visual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53335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58"/>
          <a:stretch/>
        </p:blipFill>
        <p:spPr bwMode="auto">
          <a:xfrm>
            <a:off x="523934" y="1600200"/>
            <a:ext cx="541966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40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A8898E-77A0-4BE2-A8F0-17FFB8F3F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89" y="1447799"/>
            <a:ext cx="7088022" cy="396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3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FBB3AE-5847-4371-A39F-73FEE44B8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943100"/>
            <a:ext cx="84963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36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E19A-BDDA-4EB5-B310-29B05294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axis</a:t>
            </a:r>
          </a:p>
        </p:txBody>
      </p:sp>
      <p:pic>
        <p:nvPicPr>
          <p:cNvPr id="2050" name="Picture 2" descr="An image that shows that NumPy arrays have axes.">
            <a:extLst>
              <a:ext uri="{FF2B5EF4-FFF2-40B4-BE49-F238E27FC236}">
                <a16:creationId xmlns:a16="http://schemas.microsoft.com/office/drawing/2014/main" id="{F8A7BEA1-28E0-41EC-A05B-F5A53A37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3910"/>
            <a:ext cx="7620000" cy="398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43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575156-EB01-4AE1-AE99-3049AC96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804987"/>
            <a:ext cx="62103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0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878E0D-695A-42F6-9D30-5195FBEE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761"/>
            <a:ext cx="9144000" cy="43844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716D27-EDB1-4C37-9ABC-A95E4E68F2C4}"/>
              </a:ext>
            </a:extLst>
          </p:cNvPr>
          <p:cNvSpPr/>
          <p:nvPr/>
        </p:nvSpPr>
        <p:spPr>
          <a:xfrm>
            <a:off x="2971800" y="4724400"/>
            <a:ext cx="1752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061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200-4477-4359-97B6-22F8A467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8229600" cy="1143000"/>
          </a:xfrm>
        </p:spPr>
        <p:txBody>
          <a:bodyPr/>
          <a:lstStyle/>
          <a:p>
            <a:r>
              <a:rPr lang="en-IN" dirty="0"/>
              <a:t>3-Dimensions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9DC17-27DA-4BC9-AFAE-74C10A0E7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33424"/>
            <a:ext cx="6096000" cy="3791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6ABC0F-FE21-40A0-B1B1-7770292ACC8D}"/>
              </a:ext>
            </a:extLst>
          </p:cNvPr>
          <p:cNvSpPr txBox="1"/>
          <p:nvPr/>
        </p:nvSpPr>
        <p:spPr>
          <a:xfrm>
            <a:off x="990600" y="5486400"/>
            <a:ext cx="52793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arr.shape</a:t>
            </a:r>
            <a:endParaRPr lang="en-US" dirty="0"/>
          </a:p>
          <a:p>
            <a:r>
              <a:rPr lang="en-US" dirty="0"/>
              <a:t>(3, 4, 3)</a:t>
            </a:r>
          </a:p>
          <a:p>
            <a:r>
              <a:rPr lang="en-US" dirty="0"/>
              <a:t>A container of three 4x3 grids (or a rectangular prism)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35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200-4477-4359-97B6-22F8A467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8229600" cy="1143000"/>
          </a:xfrm>
        </p:spPr>
        <p:txBody>
          <a:bodyPr/>
          <a:lstStyle/>
          <a:p>
            <a:r>
              <a:rPr lang="en-IN" dirty="0"/>
              <a:t>3-Dimensions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219BE-4158-412B-90CB-1C9317A3E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8800"/>
            <a:ext cx="7610475" cy="2047875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B0FF78-BB1D-499A-BBDA-628C91A24340}"/>
              </a:ext>
            </a:extLst>
          </p:cNvPr>
          <p:cNvSpPr/>
          <p:nvPr/>
        </p:nvSpPr>
        <p:spPr>
          <a:xfrm>
            <a:off x="1752600" y="3657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[[[1 2]</a:t>
            </a:r>
          </a:p>
          <a:p>
            <a:r>
              <a:rPr lang="en-IN" dirty="0"/>
              <a:t>  [3 4]]</a:t>
            </a:r>
          </a:p>
          <a:p>
            <a:endParaRPr lang="en-IN" dirty="0"/>
          </a:p>
          <a:p>
            <a:r>
              <a:rPr lang="en-IN" dirty="0"/>
              <a:t> [[5 6]</a:t>
            </a:r>
          </a:p>
          <a:p>
            <a:r>
              <a:rPr lang="en-IN" dirty="0"/>
              <a:t>  [7 8]]]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0FDF-E051-492E-BA21-A89108934039}"/>
              </a:ext>
            </a:extLst>
          </p:cNvPr>
          <p:cNvSpPr txBox="1"/>
          <p:nvPr/>
        </p:nvSpPr>
        <p:spPr>
          <a:xfrm>
            <a:off x="6019800" y="4267200"/>
            <a:ext cx="2388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  <a:p>
            <a:r>
              <a:rPr lang="en-IN" dirty="0"/>
              <a:t>(2, 2, 2)</a:t>
            </a:r>
          </a:p>
          <a:p>
            <a:r>
              <a:rPr lang="en-US" dirty="0"/>
              <a:t>(Depth/</a:t>
            </a:r>
            <a:r>
              <a:rPr lang="en-US" dirty="0" err="1"/>
              <a:t>layers,Row,Col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348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-3d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34" y="1600200"/>
            <a:ext cx="769013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3d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7" y="2053431"/>
            <a:ext cx="38957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121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3d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7" y="2053431"/>
            <a:ext cx="38957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0706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B8B-76E2-4D01-BD9E-42A819A1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26A2D-BFCF-4D15-81A6-F10463CB5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 </a:t>
            </a:r>
          </a:p>
          <a:p>
            <a:pPr marL="0" indent="0">
              <a:buNone/>
            </a:pPr>
            <a:r>
              <a:rPr lang="en-IN" dirty="0"/>
              <a:t>Load 2-d wine data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710B6A-A36F-4C12-81DA-5AE9EDFB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147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B8B-76E2-4D01-BD9E-42A819A1D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26A2D-BFCF-4D15-81A6-F10463CB5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</a:t>
            </a:r>
          </a:p>
          <a:p>
            <a:r>
              <a:rPr lang="en-IN" dirty="0" err="1"/>
              <a:t>PythonNumpyHands</a:t>
            </a:r>
            <a:r>
              <a:rPr lang="en-IN" dirty="0"/>
              <a:t>-On-Training</a:t>
            </a:r>
          </a:p>
          <a:p>
            <a:pPr lvl="1"/>
            <a:r>
              <a:rPr lang="en-IN" dirty="0"/>
              <a:t>Load the image data, 3D data</a:t>
            </a:r>
          </a:p>
          <a:p>
            <a:pPr marL="0" indent="0">
              <a:buNone/>
            </a:pPr>
            <a:r>
              <a:rPr lang="en-IN" dirty="0"/>
              <a:t>3</a:t>
            </a:r>
          </a:p>
          <a:p>
            <a:r>
              <a:rPr lang="en-IN" altLang="en-US" u="sng" dirty="0"/>
              <a:t>classifying-movie-reviews</a:t>
            </a:r>
          </a:p>
          <a:p>
            <a:pPr lvl="1"/>
            <a:r>
              <a:rPr lang="en-IN" altLang="en-US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 analysis</a:t>
            </a:r>
          </a:p>
          <a:p>
            <a:pPr lvl="1"/>
            <a:r>
              <a:rPr lang="en-IN" dirty="0"/>
              <a:t>Load the image data, 3D data</a:t>
            </a:r>
          </a:p>
          <a:p>
            <a:pPr marL="457200" lvl="1" indent="0">
              <a:buNone/>
            </a:pPr>
            <a:endParaRPr lang="en-IN" altLang="en-US" u="sng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2710B6A-A36F-4C12-81DA-5AE9EDFB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540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268DCE-AAA3-47A2-B604-517E26C46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432412" cy="16002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53E19-24CA-41C3-85FE-136403B70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86000"/>
            <a:ext cx="76104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578BC-12B1-4526-B899-02A319EE5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F2CF23-3E32-4D92-8321-D06D737B9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984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32E-23C5-498B-9B56-6233B5A8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3-D Data</a:t>
            </a:r>
          </a:p>
          <a:p>
            <a:r>
              <a:rPr lang="en-US" dirty="0"/>
              <a:t>Panel data can be represented in three dimensions. Data that tracks attributes of a cohort (group) of individuals over time could be structured as (</a:t>
            </a:r>
            <a:r>
              <a:rPr lang="en-US" b="1" dirty="0"/>
              <a:t>respondents, dates, attributes</a:t>
            </a:r>
            <a:r>
              <a:rPr lang="en-US" dirty="0"/>
              <a:t>). The 1979 National Longitudinal Survey of Youth follows </a:t>
            </a:r>
            <a:r>
              <a:rPr lang="en-US" b="1" dirty="0"/>
              <a:t>12,686 respondents over 27 years</a:t>
            </a:r>
            <a:r>
              <a:rPr lang="en-US" dirty="0"/>
              <a:t>.</a:t>
            </a:r>
          </a:p>
          <a:p>
            <a:r>
              <a:rPr lang="en-US" dirty="0"/>
              <a:t> Assuming that you have </a:t>
            </a:r>
            <a:r>
              <a:rPr lang="en-US" b="1" dirty="0"/>
              <a:t>~500 directly </a:t>
            </a:r>
            <a:r>
              <a:rPr lang="en-US" dirty="0"/>
              <a:t>asked or derived data points per individual, per year, this data would have shape (12686, 27, 500) for a total of 177,604,000 data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04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4A7A-78EB-4E95-8A4E-6455BA51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4-D data</a:t>
            </a:r>
          </a:p>
          <a:p>
            <a:r>
              <a:rPr lang="en-US" dirty="0"/>
              <a:t>Color-image data for multiple images is typically stored in four dimensions. Each image is a three-dimensional array of (height, width, channels), where the channels are usually red, green, and blue (RGB) values. A collection of images is then just (</a:t>
            </a:r>
            <a:r>
              <a:rPr lang="en-US" dirty="0" err="1"/>
              <a:t>image_number</a:t>
            </a:r>
            <a:r>
              <a:rPr lang="en-US" dirty="0"/>
              <a:t>, height, width, channels). One thousand 256x256 RGB images would have shape (1000, 256, 256, 3). (An extended representation is RGBA, where the A–alpha–denotes the level of opacity.)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295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erting 2D numpy array to 3D array without looping - Stack Overflow">
            <a:extLst>
              <a:ext uri="{FF2B5EF4-FFF2-40B4-BE49-F238E27FC236}">
                <a16:creationId xmlns:a16="http://schemas.microsoft.com/office/drawing/2014/main" id="{7936CCDD-8670-44D1-AB36-30FC826EC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09550"/>
            <a:ext cx="8029575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76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6784</TotalTime>
  <Words>289</Words>
  <Application>Microsoft Office PowerPoint</Application>
  <PresentationFormat>On-screen Show (4:3)</PresentationFormat>
  <Paragraphs>37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Numpy</vt:lpstr>
      <vt:lpstr>Dimensions</vt:lpstr>
      <vt:lpstr>PowerPoint Presentation</vt:lpstr>
      <vt:lpstr>PowerPoint Presentation</vt:lpstr>
      <vt:lpstr>axis</vt:lpstr>
      <vt:lpstr>PowerPoint Presentation</vt:lpstr>
      <vt:lpstr>PowerPoint Presentation</vt:lpstr>
      <vt:lpstr>3-Dimensions</vt:lpstr>
      <vt:lpstr>3-Dimensions</vt:lpstr>
      <vt:lpstr>Numpy -3d</vt:lpstr>
      <vt:lpstr>Numpy 3d</vt:lpstr>
      <vt:lpstr>Numpy 3d</vt:lpstr>
      <vt:lpstr>Loading Data</vt:lpstr>
      <vt:lpstr>Loading Data</vt:lpstr>
      <vt:lpstr>PowerPoint Presentation</vt:lpstr>
      <vt:lpstr>End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HP</dc:creator>
  <cp:lastModifiedBy>Arun kumar Nair</cp:lastModifiedBy>
  <cp:revision>39</cp:revision>
  <dcterms:created xsi:type="dcterms:W3CDTF">2006-08-16T00:00:00Z</dcterms:created>
  <dcterms:modified xsi:type="dcterms:W3CDTF">2021-05-16T09:01:04Z</dcterms:modified>
</cp:coreProperties>
</file>