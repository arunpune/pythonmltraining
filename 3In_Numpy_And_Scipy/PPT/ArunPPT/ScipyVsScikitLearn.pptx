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2" r:id="rId7"/>
    <p:sldId id="261" r:id="rId8"/>
    <p:sldId id="263" r:id="rId9"/>
    <p:sldId id="264" r:id="rId10"/>
    <p:sldId id="265" r:id="rId11"/>
    <p:sldId id="266" r:id="rId12"/>
    <p:sldId id="269" r:id="rId13"/>
    <p:sldId id="267" r:id="rId14"/>
    <p:sldId id="268"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0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blaze.pydata.org/" TargetMode="External"/><Relationship Id="rId2" Type="http://schemas.openxmlformats.org/officeDocument/2006/relationships/hyperlink" Target="http://docs.scipy.org/doc/numpy-1.10.1/user/basics.broadcasting.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scipy.org/scikit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Python Ecosystem for Data Science</a:t>
            </a:r>
          </a:p>
        </p:txBody>
      </p:sp>
      <p:sp>
        <p:nvSpPr>
          <p:cNvPr id="3" name="Subtitle 2"/>
          <p:cNvSpPr>
            <a:spLocks noGrp="1"/>
          </p:cNvSpPr>
          <p:nvPr>
            <p:ph type="subTitle" idx="1"/>
          </p:nvPr>
        </p:nvSpPr>
        <p:spPr/>
        <p:txBody>
          <a:bodyPr/>
          <a:lstStyle/>
          <a:p>
            <a:r>
              <a:rPr lang="en-IN" dirty="0"/>
              <a:t>Arunkumar Nair</a:t>
            </a:r>
          </a:p>
        </p:txBody>
      </p:sp>
    </p:spTree>
    <p:extLst>
      <p:ext uri="{BB962C8B-B14F-4D97-AF65-F5344CB8AC3E}">
        <p14:creationId xmlns:p14="http://schemas.microsoft.com/office/powerpoint/2010/main" val="312546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Python Scientific Ecosystem</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3525" y="2153444"/>
            <a:ext cx="6076950" cy="3419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flipV="1">
            <a:off x="3276600" y="4267200"/>
            <a:ext cx="304800" cy="2286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2971800" y="3733800"/>
            <a:ext cx="152400" cy="3048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63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each Package does?</a:t>
            </a:r>
          </a:p>
        </p:txBody>
      </p:sp>
      <p:sp>
        <p:nvSpPr>
          <p:cNvPr id="3" name="Content Placeholder 2"/>
          <p:cNvSpPr>
            <a:spLocks noGrp="1"/>
          </p:cNvSpPr>
          <p:nvPr>
            <p:ph idx="1"/>
          </p:nvPr>
        </p:nvSpPr>
        <p:spPr/>
        <p:txBody>
          <a:bodyPr>
            <a:normAutofit fontScale="70000" lnSpcReduction="20000"/>
          </a:bodyPr>
          <a:lstStyle/>
          <a:p>
            <a:r>
              <a:rPr lang="en-IN" dirty="0"/>
              <a:t>At the Base Level you have Python. </a:t>
            </a:r>
          </a:p>
          <a:p>
            <a:r>
              <a:rPr lang="en-IN" dirty="0"/>
              <a:t>In Packages , </a:t>
            </a:r>
            <a:r>
              <a:rPr lang="en-IN" dirty="0" err="1"/>
              <a:t>Numpy</a:t>
            </a:r>
            <a:r>
              <a:rPr lang="en-IN" dirty="0"/>
              <a:t> is the lowest level sitting on Python. It reads in fixed datatypes. It's data layout is more concerned with efficiency of memory. If you are dealing with strings they are fixed length strings. (fit the data size for each element to the longest string length) but it shines when you are dealing with number calculations. The more you can think in vectors the faster your code runs. (learn how to get rid of the </a:t>
            </a:r>
            <a:r>
              <a:rPr lang="en-IN" b="1" dirty="0"/>
              <a:t>for</a:t>
            </a:r>
            <a:r>
              <a:rPr lang="en-IN" dirty="0"/>
              <a:t> statements for speed reasons by using </a:t>
            </a:r>
            <a:r>
              <a:rPr lang="en-IN" dirty="0" err="1">
                <a:hlinkClick r:id="rId2"/>
              </a:rPr>
              <a:t>Numpy</a:t>
            </a:r>
            <a:r>
              <a:rPr lang="en-IN" dirty="0">
                <a:hlinkClick r:id="rId2"/>
              </a:rPr>
              <a:t> broadcasting</a:t>
            </a:r>
            <a:r>
              <a:rPr lang="en-IN" dirty="0"/>
              <a:t>)</a:t>
            </a:r>
          </a:p>
          <a:p>
            <a:r>
              <a:rPr lang="en-IN" dirty="0"/>
              <a:t>Pandas is spreadsheets for Python (something like R). It's able to describe the data for you. It can do grouping and pivot tables on larger data than most spreadsheet programs out there. The only limit (currently) is how much RAM you have on the machine same as </a:t>
            </a:r>
            <a:r>
              <a:rPr lang="en-IN" dirty="0" err="1"/>
              <a:t>Numpy</a:t>
            </a:r>
            <a:r>
              <a:rPr lang="en-IN" dirty="0"/>
              <a:t>. However there is a project </a:t>
            </a:r>
            <a:r>
              <a:rPr lang="en-IN" dirty="0" err="1">
                <a:hlinkClick r:id="rId3"/>
              </a:rPr>
              <a:t>Blaze</a:t>
            </a:r>
            <a:r>
              <a:rPr lang="en-IN" dirty="0" err="1"/>
              <a:t>which</a:t>
            </a:r>
            <a:r>
              <a:rPr lang="en-IN" dirty="0"/>
              <a:t> is helping to overcome this limit.</a:t>
            </a:r>
          </a:p>
          <a:p>
            <a:endParaRPr lang="en-IN" dirty="0"/>
          </a:p>
        </p:txBody>
      </p:sp>
    </p:spTree>
    <p:extLst>
      <p:ext uri="{BB962C8B-B14F-4D97-AF65-F5344CB8AC3E}">
        <p14:creationId xmlns:p14="http://schemas.microsoft.com/office/powerpoint/2010/main" val="361721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Scipy Vs </a:t>
            </a:r>
            <a:r>
              <a:rPr lang="en-IN" dirty="0" err="1"/>
              <a:t>Sckit</a:t>
            </a:r>
            <a:endParaRPr lang="en-IN" dirty="0"/>
          </a:p>
        </p:txBody>
      </p:sp>
      <p:sp>
        <p:nvSpPr>
          <p:cNvPr id="3" name="Content Placeholder 2"/>
          <p:cNvSpPr>
            <a:spLocks noGrp="1"/>
          </p:cNvSpPr>
          <p:nvPr>
            <p:ph idx="1"/>
          </p:nvPr>
        </p:nvSpPr>
        <p:spPr/>
        <p:txBody>
          <a:bodyPr>
            <a:normAutofit fontScale="92500" lnSpcReduction="20000"/>
          </a:bodyPr>
          <a:lstStyle/>
          <a:p>
            <a:r>
              <a:rPr lang="en-IN" dirty="0"/>
              <a:t>SciPy is built in top of the NumPy</a:t>
            </a:r>
          </a:p>
          <a:p>
            <a:r>
              <a:rPr lang="en-IN" dirty="0" err="1"/>
              <a:t>Sckit</a:t>
            </a:r>
            <a:r>
              <a:rPr lang="en-IN" dirty="0"/>
              <a:t> is built on top of </a:t>
            </a:r>
            <a:r>
              <a:rPr lang="en-IN" dirty="0" err="1"/>
              <a:t>Scipy</a:t>
            </a:r>
            <a:endParaRPr lang="en-IN" dirty="0"/>
          </a:p>
          <a:p>
            <a:r>
              <a:rPr lang="en-IN" dirty="0" err="1"/>
              <a:t>SciPy</a:t>
            </a:r>
            <a:r>
              <a:rPr lang="en-IN" dirty="0"/>
              <a:t> is a fully-featured version of Linear Algebra while </a:t>
            </a:r>
            <a:r>
              <a:rPr lang="en-IN" dirty="0" err="1"/>
              <a:t>Numpy</a:t>
            </a:r>
            <a:r>
              <a:rPr lang="en-IN" dirty="0"/>
              <a:t> contains only a few features.</a:t>
            </a:r>
          </a:p>
          <a:p>
            <a:r>
              <a:rPr lang="en-IN" dirty="0"/>
              <a:t>Most new Data Science features are available in Scipy rather than </a:t>
            </a:r>
            <a:r>
              <a:rPr lang="en-IN" dirty="0" err="1"/>
              <a:t>Numpy</a:t>
            </a:r>
            <a:r>
              <a:rPr lang="en-IN" dirty="0"/>
              <a:t>.</a:t>
            </a:r>
          </a:p>
          <a:p>
            <a:endParaRPr lang="en-IN" dirty="0"/>
          </a:p>
          <a:p>
            <a:r>
              <a:rPr lang="en-IN" dirty="0" err="1"/>
              <a:t>SciPy</a:t>
            </a:r>
            <a:r>
              <a:rPr lang="en-IN" dirty="0"/>
              <a:t> is the algorithms area for so many math and science disciplines. </a:t>
            </a:r>
            <a:r>
              <a:rPr lang="en-IN" dirty="0" err="1"/>
              <a:t>SciPy</a:t>
            </a:r>
            <a:r>
              <a:rPr lang="en-IN" dirty="0"/>
              <a:t> also has ways of dealing with sparse matrices.</a:t>
            </a:r>
          </a:p>
          <a:p>
            <a:endParaRPr lang="en-IN" dirty="0"/>
          </a:p>
        </p:txBody>
      </p:sp>
    </p:spTree>
    <p:extLst>
      <p:ext uri="{BB962C8B-B14F-4D97-AF65-F5344CB8AC3E}">
        <p14:creationId xmlns:p14="http://schemas.microsoft.com/office/powerpoint/2010/main" val="521032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Scikit</a:t>
            </a:r>
            <a:endParaRPr lang="en-IN" dirty="0"/>
          </a:p>
        </p:txBody>
      </p:sp>
      <p:sp>
        <p:nvSpPr>
          <p:cNvPr id="3" name="Content Placeholder 2"/>
          <p:cNvSpPr>
            <a:spLocks noGrp="1"/>
          </p:cNvSpPr>
          <p:nvPr>
            <p:ph idx="1"/>
          </p:nvPr>
        </p:nvSpPr>
        <p:spPr/>
        <p:txBody>
          <a:bodyPr>
            <a:normAutofit fontScale="77500" lnSpcReduction="20000"/>
          </a:bodyPr>
          <a:lstStyle/>
          <a:p>
            <a:r>
              <a:rPr lang="en-IN" dirty="0">
                <a:hlinkClick r:id="rId2"/>
              </a:rPr>
              <a:t>https://www.scipy.org/scikits.html</a:t>
            </a:r>
            <a:endParaRPr lang="en-IN" dirty="0"/>
          </a:p>
          <a:p>
            <a:r>
              <a:rPr lang="en-IN" dirty="0" err="1"/>
              <a:t>SciKits</a:t>
            </a:r>
            <a:r>
              <a:rPr lang="en-IN" dirty="0"/>
              <a:t> (short for </a:t>
            </a:r>
            <a:r>
              <a:rPr lang="en-IN" dirty="0" err="1"/>
              <a:t>SciPy</a:t>
            </a:r>
            <a:r>
              <a:rPr lang="en-IN" dirty="0"/>
              <a:t> Toolkits), are add-on packages for </a:t>
            </a:r>
            <a:r>
              <a:rPr lang="en-IN" dirty="0" err="1"/>
              <a:t>SciPy</a:t>
            </a:r>
            <a:r>
              <a:rPr lang="en-IN" dirty="0"/>
              <a:t>, hosted and developed separately and independently from the main </a:t>
            </a:r>
            <a:r>
              <a:rPr lang="en-IN" dirty="0" err="1"/>
              <a:t>SciPy</a:t>
            </a:r>
            <a:r>
              <a:rPr lang="en-IN" dirty="0"/>
              <a:t> distribution</a:t>
            </a:r>
          </a:p>
          <a:p>
            <a:endParaRPr lang="en-IN" dirty="0"/>
          </a:p>
          <a:p>
            <a:r>
              <a:rPr lang="en-IN" dirty="0" err="1"/>
              <a:t>Scikit</a:t>
            </a:r>
            <a:r>
              <a:rPr lang="en-IN" dirty="0"/>
              <a:t>-learn is the higher level probability algorithms for machine learning. If you know the rules for dealing with your data then you will want something lower level. If you want the computer to learn the rules for you and give you probabilistic answers then this library is useful. This requires study of </a:t>
            </a:r>
            <a:r>
              <a:rPr lang="en-IN" dirty="0" err="1"/>
              <a:t>metaparameters</a:t>
            </a:r>
            <a:r>
              <a:rPr lang="en-IN" dirty="0"/>
              <a:t> to understand if you are getting a more correct answer than not.</a:t>
            </a:r>
          </a:p>
          <a:p>
            <a:endParaRPr lang="en-IN" dirty="0"/>
          </a:p>
        </p:txBody>
      </p:sp>
    </p:spTree>
    <p:extLst>
      <p:ext uri="{BB962C8B-B14F-4D97-AF65-F5344CB8AC3E}">
        <p14:creationId xmlns:p14="http://schemas.microsoft.com/office/powerpoint/2010/main" val="2358884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2C041A-1E36-4A67-868C-87F195DA72AA}"/>
              </a:ext>
            </a:extLst>
          </p:cNvPr>
          <p:cNvSpPr>
            <a:spLocks noGrp="1"/>
          </p:cNvSpPr>
          <p:nvPr>
            <p:ph type="ctrTitle"/>
          </p:nvPr>
        </p:nvSpPr>
        <p:spPr/>
        <p:txBody>
          <a:bodyPr/>
          <a:lstStyle/>
          <a:p>
            <a:r>
              <a:rPr lang="en-IN" dirty="0"/>
              <a:t>End</a:t>
            </a:r>
          </a:p>
        </p:txBody>
      </p:sp>
      <p:sp>
        <p:nvSpPr>
          <p:cNvPr id="5" name="Subtitle 4">
            <a:extLst>
              <a:ext uri="{FF2B5EF4-FFF2-40B4-BE49-F238E27FC236}">
                <a16:creationId xmlns:a16="http://schemas.microsoft.com/office/drawing/2014/main" id="{AA784AA7-D2B3-419A-BE11-2564FBF1A7B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43754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Scipy vs </a:t>
            </a:r>
            <a:r>
              <a:rPr lang="en-IN" dirty="0" err="1"/>
              <a:t>Scikits</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4043477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Normalization</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34508"/>
            <a:ext cx="8229600" cy="4457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0701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IN" dirty="0"/>
              <a:t>Normalization brings data between 0- 1</a:t>
            </a:r>
          </a:p>
          <a:p>
            <a:r>
              <a:rPr lang="en-IN" dirty="0"/>
              <a:t>Standardization brings data between 1 standardization</a:t>
            </a:r>
          </a:p>
          <a:p>
            <a:r>
              <a:rPr lang="en-IN" dirty="0"/>
              <a:t>Normalization = ( X – </a:t>
            </a:r>
            <a:r>
              <a:rPr lang="en-IN" dirty="0" err="1"/>
              <a:t>Xmin</a:t>
            </a:r>
            <a:r>
              <a:rPr lang="en-IN" dirty="0"/>
              <a:t>) / (</a:t>
            </a:r>
            <a:r>
              <a:rPr lang="en-IN" dirty="0" err="1"/>
              <a:t>Xmax</a:t>
            </a:r>
            <a:r>
              <a:rPr lang="en-IN" dirty="0"/>
              <a:t> – </a:t>
            </a:r>
            <a:r>
              <a:rPr lang="en-IN" dirty="0" err="1"/>
              <a:t>Xmin</a:t>
            </a:r>
            <a:r>
              <a:rPr lang="en-IN" dirty="0"/>
              <a:t>)</a:t>
            </a:r>
          </a:p>
          <a:p>
            <a:r>
              <a:rPr lang="en-IN" dirty="0"/>
              <a:t>Standardization = (x - µ ) / σ</a:t>
            </a:r>
          </a:p>
          <a:p>
            <a:r>
              <a:rPr lang="en-IN" dirty="0"/>
              <a:t>Regularization is a </a:t>
            </a:r>
            <a:r>
              <a:rPr lang="en-IN" dirty="0" err="1"/>
              <a:t>concent</a:t>
            </a:r>
            <a:r>
              <a:rPr lang="en-IN" dirty="0"/>
              <a:t> of </a:t>
            </a:r>
            <a:r>
              <a:rPr lang="en-IN" dirty="0" err="1"/>
              <a:t>underfit</a:t>
            </a:r>
            <a:r>
              <a:rPr lang="en-IN" dirty="0"/>
              <a:t> and </a:t>
            </a:r>
            <a:r>
              <a:rPr lang="en-IN" dirty="0" err="1"/>
              <a:t>overfit</a:t>
            </a:r>
            <a:endParaRPr lang="en-IN" dirty="0"/>
          </a:p>
          <a:p>
            <a:r>
              <a:rPr lang="en-IN" dirty="0"/>
              <a:t>if an error is more in both train data and test data its </a:t>
            </a:r>
            <a:r>
              <a:rPr lang="en-IN" dirty="0" err="1"/>
              <a:t>underfit</a:t>
            </a:r>
            <a:endParaRPr lang="en-IN" dirty="0"/>
          </a:p>
          <a:p>
            <a:r>
              <a:rPr lang="en-IN" dirty="0"/>
              <a:t>if an error is more in test data and less train data it is </a:t>
            </a:r>
            <a:r>
              <a:rPr lang="en-IN" dirty="0" err="1"/>
              <a:t>overfit</a:t>
            </a:r>
            <a:endParaRPr lang="en-IN" dirty="0"/>
          </a:p>
          <a:p>
            <a:r>
              <a:rPr lang="en-IN" dirty="0"/>
              <a:t>Regularization is the way to manage optimal error</a:t>
            </a:r>
          </a:p>
          <a:p>
            <a:endParaRPr lang="en-IN" dirty="0"/>
          </a:p>
        </p:txBody>
      </p:sp>
    </p:spTree>
    <p:extLst>
      <p:ext uri="{BB962C8B-B14F-4D97-AF65-F5344CB8AC3E}">
        <p14:creationId xmlns:p14="http://schemas.microsoft.com/office/powerpoint/2010/main" val="270114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Whitening</a:t>
            </a:r>
          </a:p>
        </p:txBody>
      </p:sp>
      <p:sp>
        <p:nvSpPr>
          <p:cNvPr id="3" name="Content Placeholder 2"/>
          <p:cNvSpPr>
            <a:spLocks noGrp="1"/>
          </p:cNvSpPr>
          <p:nvPr>
            <p:ph idx="1"/>
          </p:nvPr>
        </p:nvSpPr>
        <p:spPr/>
        <p:txBody>
          <a:bodyPr/>
          <a:lstStyle/>
          <a:p>
            <a:r>
              <a:rPr lang="en-IN" dirty="0"/>
              <a:t>Whitening of data is a way to </a:t>
            </a:r>
            <a:r>
              <a:rPr lang="en-IN" dirty="0" err="1"/>
              <a:t>preprocess</a:t>
            </a:r>
            <a:r>
              <a:rPr lang="en-IN" dirty="0"/>
              <a:t> the data. The idea behind whitening is to remove the underlying correlation in the data. It is a process done usually after the data is projected onto the </a:t>
            </a:r>
            <a:r>
              <a:rPr lang="en-IN" dirty="0" err="1"/>
              <a:t>eigen</a:t>
            </a:r>
            <a:r>
              <a:rPr lang="en-IN" dirty="0"/>
              <a:t> vectors as a result of PCA.</a:t>
            </a:r>
          </a:p>
        </p:txBody>
      </p:sp>
    </p:spTree>
    <p:extLst>
      <p:ext uri="{BB962C8B-B14F-4D97-AF65-F5344CB8AC3E}">
        <p14:creationId xmlns:p14="http://schemas.microsoft.com/office/powerpoint/2010/main" val="935509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Whitening</a:t>
            </a:r>
          </a:p>
        </p:txBody>
      </p:sp>
      <p:sp>
        <p:nvSpPr>
          <p:cNvPr id="3" name="Content Placeholder 2"/>
          <p:cNvSpPr>
            <a:spLocks noGrp="1"/>
          </p:cNvSpPr>
          <p:nvPr>
            <p:ph idx="1"/>
          </p:nvPr>
        </p:nvSpPr>
        <p:spPr/>
        <p:txBody>
          <a:bodyPr/>
          <a:lstStyle/>
          <a:p>
            <a:r>
              <a:rPr lang="en-IN" dirty="0"/>
              <a:t>Data whitening is a process of reducing the data to white noise vector. More precisely, it </a:t>
            </a:r>
            <a:r>
              <a:rPr lang="en-IN" dirty="0" err="1"/>
              <a:t>decorrelates</a:t>
            </a:r>
            <a:r>
              <a:rPr lang="en-IN" dirty="0"/>
              <a:t> the individual components of a random vector </a:t>
            </a:r>
            <a:r>
              <a:rPr lang="en-IN" i="1" dirty="0"/>
              <a:t>and </a:t>
            </a:r>
            <a:r>
              <a:rPr lang="en-IN" dirty="0"/>
              <a:t>makes the variance 1</a:t>
            </a:r>
          </a:p>
        </p:txBody>
      </p:sp>
    </p:spTree>
    <p:extLst>
      <p:ext uri="{BB962C8B-B14F-4D97-AF65-F5344CB8AC3E}">
        <p14:creationId xmlns:p14="http://schemas.microsoft.com/office/powerpoint/2010/main" val="1999975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Distribution Chart</a:t>
            </a:r>
          </a:p>
        </p:txBody>
      </p:sp>
      <p:pic>
        <p:nvPicPr>
          <p:cNvPr id="512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2037" y="1705769"/>
            <a:ext cx="7019925"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1387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Z-value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3525" y="2320131"/>
            <a:ext cx="6076950" cy="3086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030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Z-Score Interpretation</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1" y="1686577"/>
            <a:ext cx="8105774" cy="4646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0705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196491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041432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673</TotalTime>
  <Words>533</Words>
  <Application>Microsoft Office PowerPoint</Application>
  <PresentationFormat>On-screen Show (4:3)</PresentationFormat>
  <Paragraphs>37</Paragraphs>
  <Slides>16</Slides>
  <Notes>0</Notes>
  <HiddenSlides>10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Python Ecosystem for Data Science</vt:lpstr>
      <vt:lpstr>Python Scientific Ecosystem</vt:lpstr>
      <vt:lpstr>What each Package does?</vt:lpstr>
      <vt:lpstr>Scipy Vs Sckit</vt:lpstr>
      <vt:lpstr>Scikit</vt:lpstr>
      <vt:lpstr>End</vt:lpstr>
      <vt:lpstr>Scipy vs Scikits</vt:lpstr>
      <vt:lpstr>Normalization</vt:lpstr>
      <vt:lpstr>PowerPoint Presentation</vt:lpstr>
      <vt:lpstr>Data Whitening</vt:lpstr>
      <vt:lpstr>Data Whitening</vt:lpstr>
      <vt:lpstr>Distribution Chart</vt:lpstr>
      <vt:lpstr>Z-value</vt:lpstr>
      <vt:lpstr>Z-Score Interpretation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Arunkumar Nair</cp:lastModifiedBy>
  <cp:revision>19</cp:revision>
  <dcterms:created xsi:type="dcterms:W3CDTF">2006-08-16T00:00:00Z</dcterms:created>
  <dcterms:modified xsi:type="dcterms:W3CDTF">2020-04-18T16:51:41Z</dcterms:modified>
</cp:coreProperties>
</file>