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8" r:id="rId2"/>
    <p:sldMasterId id="2147483689" r:id="rId3"/>
  </p:sldMasterIdLst>
  <p:notesMasterIdLst>
    <p:notesMasterId r:id="rId38"/>
  </p:notesMasterIdLst>
  <p:sldIdLst>
    <p:sldId id="256" r:id="rId4"/>
    <p:sldId id="257" r:id="rId5"/>
    <p:sldId id="260" r:id="rId6"/>
    <p:sldId id="258" r:id="rId7"/>
    <p:sldId id="259" r:id="rId8"/>
    <p:sldId id="261" r:id="rId9"/>
    <p:sldId id="262" r:id="rId10"/>
    <p:sldId id="289" r:id="rId11"/>
    <p:sldId id="263" r:id="rId12"/>
    <p:sldId id="264" r:id="rId13"/>
    <p:sldId id="265" r:id="rId14"/>
    <p:sldId id="266" r:id="rId15"/>
    <p:sldId id="267" r:id="rId16"/>
    <p:sldId id="268" r:id="rId17"/>
    <p:sldId id="269" r:id="rId18"/>
    <p:sldId id="270" r:id="rId19"/>
    <p:sldId id="271" r:id="rId20"/>
    <p:sldId id="279" r:id="rId21"/>
    <p:sldId id="280" r:id="rId22"/>
    <p:sldId id="281" r:id="rId23"/>
    <p:sldId id="282" r:id="rId24"/>
    <p:sldId id="272" r:id="rId25"/>
    <p:sldId id="273" r:id="rId26"/>
    <p:sldId id="274" r:id="rId27"/>
    <p:sldId id="275" r:id="rId28"/>
    <p:sldId id="276" r:id="rId29"/>
    <p:sldId id="277" r:id="rId30"/>
    <p:sldId id="278" r:id="rId31"/>
    <p:sldId id="284" r:id="rId32"/>
    <p:sldId id="285" r:id="rId33"/>
    <p:sldId id="286" r:id="rId34"/>
    <p:sldId id="287" r:id="rId35"/>
    <p:sldId id="290" r:id="rId36"/>
    <p:sldId id="291" r:id="rId37"/>
  </p:sldIdLst>
  <p:sldSz cx="118872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52" autoAdjust="0"/>
  </p:normalViewPr>
  <p:slideViewPr>
    <p:cSldViewPr>
      <p:cViewPr varScale="1">
        <p:scale>
          <a:sx n="75" d="100"/>
          <a:sy n="75" d="100"/>
        </p:scale>
        <p:origin x="-1018" y="-86"/>
      </p:cViewPr>
      <p:guideLst>
        <p:guide orient="horz" pos="2160"/>
        <p:guide pos="37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FAFFB2-1312-4174-A91C-80E525901ADB}" type="datetimeFigureOut">
              <a:rPr lang="en-US" smtClean="0"/>
              <a:t>01-Jul-20</a:t>
            </a:fld>
            <a:endParaRPr lang="en-US"/>
          </a:p>
        </p:txBody>
      </p:sp>
      <p:sp>
        <p:nvSpPr>
          <p:cNvPr id="4" name="Slide Image Placeholder 3"/>
          <p:cNvSpPr>
            <a:spLocks noGrp="1" noRot="1" noChangeAspect="1"/>
          </p:cNvSpPr>
          <p:nvPr>
            <p:ph type="sldImg" idx="2"/>
          </p:nvPr>
        </p:nvSpPr>
        <p:spPr>
          <a:xfrm>
            <a:off x="457200" y="685800"/>
            <a:ext cx="5943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83EC0A-8351-41C7-8939-568387E251A5}" type="slidenum">
              <a:rPr lang="en-US" smtClean="0"/>
              <a:t>‹#›</a:t>
            </a:fld>
            <a:endParaRPr lang="en-US"/>
          </a:p>
        </p:txBody>
      </p:sp>
    </p:spTree>
    <p:extLst>
      <p:ext uri="{BB962C8B-B14F-4D97-AF65-F5344CB8AC3E}">
        <p14:creationId xmlns:p14="http://schemas.microsoft.com/office/powerpoint/2010/main" val="3535247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added matrix dimensions at the bottom of this figure to stress that the two matrices have to have the same dimension on the side they face each other with. You can visualize this operation as looking like this</a:t>
            </a:r>
            <a:endParaRPr lang="en-US" dirty="0"/>
          </a:p>
        </p:txBody>
      </p:sp>
      <p:sp>
        <p:nvSpPr>
          <p:cNvPr id="4" name="Slide Number Placeholder 3"/>
          <p:cNvSpPr>
            <a:spLocks noGrp="1"/>
          </p:cNvSpPr>
          <p:nvPr>
            <p:ph type="sldNum" sz="quarter" idx="10"/>
          </p:nvPr>
        </p:nvSpPr>
        <p:spPr/>
        <p:txBody>
          <a:bodyPr/>
          <a:lstStyle/>
          <a:p>
            <a:fld id="{1983EC0A-8351-41C7-8939-568387E251A5}" type="slidenum">
              <a:rPr lang="en-US" smtClean="0"/>
              <a:t>14</a:t>
            </a:fld>
            <a:endParaRPr lang="en-US"/>
          </a:p>
        </p:txBody>
      </p:sp>
    </p:spTree>
    <p:extLst>
      <p:ext uri="{BB962C8B-B14F-4D97-AF65-F5344CB8AC3E}">
        <p14:creationId xmlns:p14="http://schemas.microsoft.com/office/powerpoint/2010/main" val="470174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b="0" i="0" u="none" strike="noStrike" cap="none" normalizeH="0" baseline="0" dirty="0" smtClean="0">
                <a:ln>
                  <a:noFill/>
                </a:ln>
                <a:solidFill>
                  <a:schemeClr val="tx1"/>
                </a:solidFill>
                <a:effectLst/>
                <a:cs typeface="Arial" pitchFamily="34" charset="0"/>
              </a:rPr>
              <a:t>An audio file is a one-dimensional array of samples. Each sample is a number representing a tiny chunk of the audio signal. CD-quality audio may have 44,100 samples per second and each sample is an integer between -32767 and 32768. Meaning if you have a ten-seconds WAVE file of CD-quality, you can load it in a NumPy array with length 10 * 44,100 = 441,000 samples. Want to extract the first second of audio? simply load the file into a NumPy array that we’ll call audio, and get audio[:44100]. </a:t>
            </a:r>
          </a:p>
          <a:p>
            <a:endParaRPr lang="en-US" dirty="0"/>
          </a:p>
        </p:txBody>
      </p:sp>
      <p:sp>
        <p:nvSpPr>
          <p:cNvPr id="4" name="Slide Number Placeholder 3"/>
          <p:cNvSpPr>
            <a:spLocks noGrp="1"/>
          </p:cNvSpPr>
          <p:nvPr>
            <p:ph type="sldNum" sz="quarter" idx="10"/>
          </p:nvPr>
        </p:nvSpPr>
        <p:spPr/>
        <p:txBody>
          <a:bodyPr/>
          <a:lstStyle/>
          <a:p>
            <a:fld id="{1983EC0A-8351-41C7-8939-568387E251A5}" type="slidenum">
              <a:rPr lang="en-US" smtClean="0"/>
              <a:t>29</a:t>
            </a:fld>
            <a:endParaRPr lang="en-US"/>
          </a:p>
        </p:txBody>
      </p:sp>
    </p:spTree>
    <p:extLst>
      <p:ext uri="{BB962C8B-B14F-4D97-AF65-F5344CB8AC3E}">
        <p14:creationId xmlns:p14="http://schemas.microsoft.com/office/powerpoint/2010/main" val="350048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685800"/>
            <a:ext cx="5943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C269663-8F1E-4E40-A1DB-B605B9AAF531}" type="slidenum">
              <a:rPr lang="en-US" smtClean="0"/>
              <a:pPr/>
              <a:t>34</a:t>
            </a:fld>
            <a:endParaRPr lang="en-US"/>
          </a:p>
        </p:txBody>
      </p:sp>
    </p:spTree>
    <p:extLst>
      <p:ext uri="{BB962C8B-B14F-4D97-AF65-F5344CB8AC3E}">
        <p14:creationId xmlns:p14="http://schemas.microsoft.com/office/powerpoint/2010/main" val="32197703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_01">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56FD49-C258-4333-9422-358C976A341C}"/>
              </a:ext>
            </a:extLst>
          </p:cNvPr>
          <p:cNvSpPr>
            <a:spLocks noGrp="1"/>
          </p:cNvSpPr>
          <p:nvPr>
            <p:ph type="ctrTitle" hasCustomPrompt="1"/>
          </p:nvPr>
        </p:nvSpPr>
        <p:spPr>
          <a:xfrm>
            <a:off x="6185060" y="2173288"/>
            <a:ext cx="5014913" cy="2090808"/>
          </a:xfrm>
        </p:spPr>
        <p:txBody>
          <a:bodyPr anchor="b">
            <a:noAutofit/>
          </a:bodyPr>
          <a:lstStyle>
            <a:lvl1pPr algn="l">
              <a:defRPr sz="5400" b="1" cap="all" baseline="0">
                <a:solidFill>
                  <a:schemeClr val="accent1"/>
                </a:solidFill>
                <a:latin typeface="+mj-lt"/>
              </a:defRPr>
            </a:lvl1pPr>
          </a:lstStyle>
          <a:p>
            <a:r>
              <a:rPr lang="en-US" noProof="0" dirty="0"/>
              <a:t>Title comes here</a:t>
            </a:r>
          </a:p>
        </p:txBody>
      </p:sp>
      <p:sp>
        <p:nvSpPr>
          <p:cNvPr id="3" name="Subtitle 2">
            <a:extLst>
              <a:ext uri="{FF2B5EF4-FFF2-40B4-BE49-F238E27FC236}">
                <a16:creationId xmlns="" xmlns:a16="http://schemas.microsoft.com/office/drawing/2014/main" id="{59758E15-A93D-4FB9-843D-1490E27A151B}"/>
              </a:ext>
            </a:extLst>
          </p:cNvPr>
          <p:cNvSpPr>
            <a:spLocks noGrp="1"/>
          </p:cNvSpPr>
          <p:nvPr>
            <p:ph type="subTitle" idx="1"/>
          </p:nvPr>
        </p:nvSpPr>
        <p:spPr>
          <a:xfrm>
            <a:off x="6185060" y="4279973"/>
            <a:ext cx="5014913" cy="503167"/>
          </a:xfrm>
        </p:spPr>
        <p:txBody>
          <a:bodyPr>
            <a:no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dirty="0"/>
          </a:p>
        </p:txBody>
      </p:sp>
      <p:sp>
        <p:nvSpPr>
          <p:cNvPr id="13" name="Picture Placeholder 12">
            <a:extLst>
              <a:ext uri="{FF2B5EF4-FFF2-40B4-BE49-F238E27FC236}">
                <a16:creationId xmlns="" xmlns:a16="http://schemas.microsoft.com/office/drawing/2014/main" id="{BCCC559D-0EC3-432C-B397-6897B366DF36}"/>
              </a:ext>
            </a:extLst>
          </p:cNvPr>
          <p:cNvSpPr>
            <a:spLocks noGrp="1"/>
          </p:cNvSpPr>
          <p:nvPr>
            <p:ph type="pic" sz="quarter" idx="10"/>
          </p:nvPr>
        </p:nvSpPr>
        <p:spPr>
          <a:xfrm>
            <a:off x="693042" y="728547"/>
            <a:ext cx="5173020" cy="5305661"/>
          </a:xfrm>
          <a:prstGeom prst="ellipse">
            <a:avLst/>
          </a:prstGeom>
          <a:solidFill>
            <a:schemeClr val="bg2"/>
          </a:solidFill>
        </p:spPr>
        <p:txBody>
          <a:bodyPr anchor="ctr"/>
          <a:lstStyle>
            <a:lvl1pPr marL="0" indent="0" algn="ctr">
              <a:buNone/>
              <a:defRPr/>
            </a:lvl1pPr>
          </a:lstStyle>
          <a:p>
            <a:r>
              <a:rPr lang="en-US" noProof="0" smtClean="0"/>
              <a:t>Click icon to add picture</a:t>
            </a:r>
            <a:endParaRPr lang="en-US" noProof="0" dirty="0"/>
          </a:p>
        </p:txBody>
      </p:sp>
      <p:cxnSp>
        <p:nvCxnSpPr>
          <p:cNvPr id="5" name="Straight Connector 4">
            <a:extLst>
              <a:ext uri="{FF2B5EF4-FFF2-40B4-BE49-F238E27FC236}">
                <a16:creationId xmlns="" xmlns:a16="http://schemas.microsoft.com/office/drawing/2014/main" id="{819AFA09-F4B1-493D-BCAD-FF30C20CD1AA}"/>
              </a:ext>
            </a:extLst>
          </p:cNvPr>
          <p:cNvCxnSpPr/>
          <p:nvPr/>
        </p:nvCxnSpPr>
        <p:spPr>
          <a:xfrm>
            <a:off x="6308034" y="4233582"/>
            <a:ext cx="2469028"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05781" y="1147898"/>
            <a:ext cx="3796584" cy="1040878"/>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_02">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86299464-ED20-4919-8B3A-2CFAE8DA2347}"/>
              </a:ext>
            </a:extLst>
          </p:cNvPr>
          <p:cNvSpPr/>
          <p:nvPr/>
        </p:nvSpPr>
        <p:spPr>
          <a:xfrm>
            <a:off x="0" y="0"/>
            <a:ext cx="1188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2456FD49-C258-4333-9422-358C976A341C}"/>
              </a:ext>
            </a:extLst>
          </p:cNvPr>
          <p:cNvSpPr>
            <a:spLocks noGrp="1"/>
          </p:cNvSpPr>
          <p:nvPr>
            <p:ph type="ctrTitle" hasCustomPrompt="1"/>
          </p:nvPr>
        </p:nvSpPr>
        <p:spPr>
          <a:xfrm>
            <a:off x="6185060" y="2173288"/>
            <a:ext cx="5014913"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 xmlns:a16="http://schemas.microsoft.com/office/drawing/2014/main" id="{59758E15-A93D-4FB9-843D-1490E27A151B}"/>
              </a:ext>
            </a:extLst>
          </p:cNvPr>
          <p:cNvSpPr>
            <a:spLocks noGrp="1"/>
          </p:cNvSpPr>
          <p:nvPr>
            <p:ph type="subTitle" idx="1"/>
          </p:nvPr>
        </p:nvSpPr>
        <p:spPr>
          <a:xfrm>
            <a:off x="6185060" y="4279973"/>
            <a:ext cx="5014913"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dirty="0"/>
          </a:p>
        </p:txBody>
      </p:sp>
      <p:sp>
        <p:nvSpPr>
          <p:cNvPr id="13" name="Picture Placeholder 12">
            <a:extLst>
              <a:ext uri="{FF2B5EF4-FFF2-40B4-BE49-F238E27FC236}">
                <a16:creationId xmlns="" xmlns:a16="http://schemas.microsoft.com/office/drawing/2014/main" id="{BCCC559D-0EC3-432C-B397-6897B366DF36}"/>
              </a:ext>
            </a:extLst>
          </p:cNvPr>
          <p:cNvSpPr>
            <a:spLocks noGrp="1"/>
          </p:cNvSpPr>
          <p:nvPr>
            <p:ph type="pic" sz="quarter" idx="10"/>
          </p:nvPr>
        </p:nvSpPr>
        <p:spPr>
          <a:xfrm>
            <a:off x="693042" y="728547"/>
            <a:ext cx="5173020" cy="5305661"/>
          </a:xfrm>
          <a:prstGeom prst="ellipse">
            <a:avLst/>
          </a:prstGeom>
          <a:solidFill>
            <a:schemeClr val="bg2"/>
          </a:solidFill>
        </p:spPr>
        <p:txBody>
          <a:bodyPr anchor="ctr"/>
          <a:lstStyle>
            <a:lvl1pPr marL="0" indent="0" algn="ctr">
              <a:buNone/>
              <a:defRPr/>
            </a:lvl1pPr>
          </a:lstStyle>
          <a:p>
            <a:r>
              <a:rPr lang="en-US" noProof="0" smtClean="0"/>
              <a:t>Click icon to add picture</a:t>
            </a:r>
            <a:endParaRPr lang="en-US" noProof="0" dirty="0"/>
          </a:p>
        </p:txBody>
      </p:sp>
      <p:cxnSp>
        <p:nvCxnSpPr>
          <p:cNvPr id="5" name="Straight Connector 4">
            <a:extLst>
              <a:ext uri="{FF2B5EF4-FFF2-40B4-BE49-F238E27FC236}">
                <a16:creationId xmlns="" xmlns:a16="http://schemas.microsoft.com/office/drawing/2014/main" id="{819AFA09-F4B1-493D-BCAD-FF30C20CD1AA}"/>
              </a:ext>
            </a:extLst>
          </p:cNvPr>
          <p:cNvCxnSpPr/>
          <p:nvPr/>
        </p:nvCxnSpPr>
        <p:spPr>
          <a:xfrm>
            <a:off x="6308034" y="4233582"/>
            <a:ext cx="24690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1236" y="224447"/>
            <a:ext cx="3196288" cy="876300"/>
          </a:xfrm>
          <a:prstGeom prst="rect">
            <a:avLst/>
          </a:prstGeom>
          <a:noFill/>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 xmlns:a16="http://schemas.microsoft.com/office/drawing/2014/main" id="{8931D2A9-0B92-4197-8802-80424C14EA7E}"/>
              </a:ext>
            </a:extLst>
          </p:cNvPr>
          <p:cNvSpPr/>
          <p:nvPr/>
        </p:nvSpPr>
        <p:spPr>
          <a:xfrm>
            <a:off x="11087378" y="6409399"/>
            <a:ext cx="273049"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Slide Number Placeholder 5">
            <a:extLst>
              <a:ext uri="{FF2B5EF4-FFF2-40B4-BE49-F238E27FC236}">
                <a16:creationId xmlns="" xmlns:a16="http://schemas.microsoft.com/office/drawing/2014/main" id="{533B74B0-30B9-45C2-9AE6-45D1978AAFAE}"/>
              </a:ext>
            </a:extLst>
          </p:cNvPr>
          <p:cNvSpPr>
            <a:spLocks noGrp="1"/>
          </p:cNvSpPr>
          <p:nvPr>
            <p:ph type="sldNum" sz="quarter" idx="12"/>
          </p:nvPr>
        </p:nvSpPr>
        <p:spPr>
          <a:xfrm>
            <a:off x="11079604" y="6455741"/>
            <a:ext cx="287099" cy="187367"/>
          </a:xfrm>
        </p:spPr>
        <p:txBody>
          <a:bodyPr lIns="0" tIns="0" rIns="0" bIns="0"/>
          <a:lstStyle>
            <a:lvl1pPr algn="ctr">
              <a:defRPr sz="900">
                <a:solidFill>
                  <a:srgbClr val="2C567A"/>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12140839"/>
      </p:ext>
    </p:extLst>
  </p:cSld>
  <p:clrMapOvr>
    <a:masterClrMapping/>
  </p:clrMapOvr>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guide id="3" pos="7333" userDrawn="1">
          <p15:clr>
            <a:srgbClr val="FBAE40"/>
          </p15:clr>
        </p15:guide>
        <p15:guide id="4" pos="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with Image">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F9087E09-D75F-4E26-B01E-A1A09BA2EA70}"/>
              </a:ext>
            </a:extLst>
          </p:cNvPr>
          <p:cNvSpPr/>
          <p:nvPr/>
        </p:nvSpPr>
        <p:spPr>
          <a:xfrm>
            <a:off x="0" y="0"/>
            <a:ext cx="1188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AF7A70B7-7ADE-4E0B-B956-363B0B1AA613}"/>
              </a:ext>
            </a:extLst>
          </p:cNvPr>
          <p:cNvSpPr>
            <a:spLocks noGrp="1"/>
          </p:cNvSpPr>
          <p:nvPr>
            <p:ph type="title"/>
          </p:nvPr>
        </p:nvSpPr>
        <p:spPr>
          <a:xfrm>
            <a:off x="811054" y="182565"/>
            <a:ext cx="10252710" cy="940181"/>
          </a:xfrm>
        </p:spPr>
        <p:txBody>
          <a:bodyPr anchor="b">
            <a:noAutofit/>
          </a:bodyPr>
          <a:lstStyle>
            <a:lvl1pPr algn="ctr">
              <a:defRPr sz="4000" b="1" cap="all" baseline="0">
                <a:solidFill>
                  <a:schemeClr val="bg1"/>
                </a:solidFill>
              </a:defRPr>
            </a:lvl1pPr>
          </a:lstStyle>
          <a:p>
            <a:r>
              <a:rPr lang="en-US" noProof="0" smtClean="0"/>
              <a:t>Click to edit Master title style</a:t>
            </a:r>
            <a:endParaRPr lang="en-US" noProof="0"/>
          </a:p>
        </p:txBody>
      </p:sp>
      <p:sp>
        <p:nvSpPr>
          <p:cNvPr id="3" name="Text Placeholder 2">
            <a:extLst>
              <a:ext uri="{FF2B5EF4-FFF2-40B4-BE49-F238E27FC236}">
                <a16:creationId xmlns="" xmlns:a16="http://schemas.microsoft.com/office/drawing/2014/main" id="{4ACB5603-8A62-4D45-B6EF-0D7E2D5FC4F7}"/>
              </a:ext>
            </a:extLst>
          </p:cNvPr>
          <p:cNvSpPr>
            <a:spLocks noGrp="1"/>
          </p:cNvSpPr>
          <p:nvPr>
            <p:ph type="body" idx="1" hasCustomPrompt="1"/>
          </p:nvPr>
        </p:nvSpPr>
        <p:spPr>
          <a:xfrm>
            <a:off x="2085903" y="1154832"/>
            <a:ext cx="7703012" cy="764460"/>
          </a:xfrm>
        </p:spPr>
        <p:txBody>
          <a:bodyPr>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Dummy Text Comes Here</a:t>
            </a:r>
          </a:p>
        </p:txBody>
      </p:sp>
      <p:sp>
        <p:nvSpPr>
          <p:cNvPr id="11" name="Oval 10">
            <a:extLst>
              <a:ext uri="{FF2B5EF4-FFF2-40B4-BE49-F238E27FC236}">
                <a16:creationId xmlns="" xmlns:a16="http://schemas.microsoft.com/office/drawing/2014/main" id="{8931D2A9-0B92-4197-8802-80424C14EA7E}"/>
              </a:ext>
            </a:extLst>
          </p:cNvPr>
          <p:cNvSpPr/>
          <p:nvPr/>
        </p:nvSpPr>
        <p:spPr>
          <a:xfrm>
            <a:off x="11087378" y="6409399"/>
            <a:ext cx="273049"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 xmlns:a16="http://schemas.microsoft.com/office/drawing/2014/main" id="{533B74B0-30B9-45C2-9AE6-45D1978AAFAE}"/>
              </a:ext>
            </a:extLst>
          </p:cNvPr>
          <p:cNvSpPr>
            <a:spLocks noGrp="1"/>
          </p:cNvSpPr>
          <p:nvPr>
            <p:ph type="sldNum" sz="quarter" idx="12"/>
          </p:nvPr>
        </p:nvSpPr>
        <p:spPr>
          <a:xfrm>
            <a:off x="11079604" y="6455741"/>
            <a:ext cx="287099" cy="187367"/>
          </a:xfrm>
        </p:spPr>
        <p:txBody>
          <a:bodyPr lIns="0" tIns="0" rIns="0" bIns="0"/>
          <a:lstStyle>
            <a:lvl1pPr algn="ctr">
              <a:defRPr sz="900">
                <a:solidFill>
                  <a:srgbClr val="2C567A"/>
                </a:solidFill>
                <a:latin typeface="+mn-lt"/>
              </a:defRPr>
            </a:lvl1pPr>
          </a:lstStyle>
          <a:p>
            <a:fld id="{B6F15528-21DE-4FAA-801E-634DDDAF4B2B}" type="slidenum">
              <a:rPr lang="en-US" smtClean="0"/>
              <a:pPr/>
              <a:t>‹#›</a:t>
            </a:fld>
            <a:endParaRPr lang="en-US"/>
          </a:p>
        </p:txBody>
      </p:sp>
      <p:sp>
        <p:nvSpPr>
          <p:cNvPr id="15" name="Picture Placeholder 14">
            <a:extLst>
              <a:ext uri="{FF2B5EF4-FFF2-40B4-BE49-F238E27FC236}">
                <a16:creationId xmlns="" xmlns:a16="http://schemas.microsoft.com/office/drawing/2014/main" id="{B5A30B6B-EEDB-4142-8138-D50F5A307D76}"/>
              </a:ext>
            </a:extLst>
          </p:cNvPr>
          <p:cNvSpPr>
            <a:spLocks noGrp="1"/>
          </p:cNvSpPr>
          <p:nvPr>
            <p:ph type="pic" sz="quarter" idx="13"/>
          </p:nvPr>
        </p:nvSpPr>
        <p:spPr>
          <a:xfrm>
            <a:off x="2918215" y="2270378"/>
            <a:ext cx="605124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anchor="ctr">
            <a:noAutofit/>
          </a:bodyPr>
          <a:lstStyle>
            <a:lvl1pPr marL="0" indent="0" algn="ctr">
              <a:buNone/>
              <a:defRPr sz="2400"/>
            </a:lvl1pPr>
          </a:lstStyle>
          <a:p>
            <a:r>
              <a:rPr lang="en-US" noProof="0" smtClean="0"/>
              <a:t>Click icon to add picture</a:t>
            </a:r>
            <a:endParaRPr lang="en-US" noProof="0" dirty="0"/>
          </a:p>
        </p:txBody>
      </p:sp>
      <p:pic>
        <p:nvPicPr>
          <p:cNvPr id="12"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847" y="6115416"/>
            <a:ext cx="2635870" cy="722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218667"/>
      </p:ext>
    </p:extLst>
  </p:cSld>
  <p:clrMapOvr>
    <a:masterClrMapping/>
  </p:clrMapOvr>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with Image">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F9087E09-D75F-4E26-B01E-A1A09BA2EA70}"/>
              </a:ext>
            </a:extLst>
          </p:cNvPr>
          <p:cNvSpPr/>
          <p:nvPr/>
        </p:nvSpPr>
        <p:spPr>
          <a:xfrm>
            <a:off x="0" y="0"/>
            <a:ext cx="1188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AF7A70B7-7ADE-4E0B-B956-363B0B1AA613}"/>
              </a:ext>
            </a:extLst>
          </p:cNvPr>
          <p:cNvSpPr>
            <a:spLocks noGrp="1"/>
          </p:cNvSpPr>
          <p:nvPr>
            <p:ph type="title"/>
          </p:nvPr>
        </p:nvSpPr>
        <p:spPr>
          <a:xfrm>
            <a:off x="811054" y="182565"/>
            <a:ext cx="10252710" cy="940181"/>
          </a:xfrm>
        </p:spPr>
        <p:txBody>
          <a:bodyPr anchor="b">
            <a:noAutofit/>
          </a:bodyPr>
          <a:lstStyle>
            <a:lvl1pPr algn="ctr">
              <a:defRPr sz="4000" b="1" cap="all" baseline="0">
                <a:solidFill>
                  <a:schemeClr val="bg1"/>
                </a:solidFill>
              </a:defRPr>
            </a:lvl1pPr>
          </a:lstStyle>
          <a:p>
            <a:r>
              <a:rPr lang="en-US" noProof="0" smtClean="0"/>
              <a:t>Click to edit Master title style</a:t>
            </a:r>
            <a:endParaRPr lang="en-US" noProof="0"/>
          </a:p>
        </p:txBody>
      </p:sp>
      <p:sp>
        <p:nvSpPr>
          <p:cNvPr id="3" name="Text Placeholder 2">
            <a:extLst>
              <a:ext uri="{FF2B5EF4-FFF2-40B4-BE49-F238E27FC236}">
                <a16:creationId xmlns="" xmlns:a16="http://schemas.microsoft.com/office/drawing/2014/main" id="{4ACB5603-8A62-4D45-B6EF-0D7E2D5FC4F7}"/>
              </a:ext>
            </a:extLst>
          </p:cNvPr>
          <p:cNvSpPr>
            <a:spLocks noGrp="1"/>
          </p:cNvSpPr>
          <p:nvPr>
            <p:ph type="body" idx="1" hasCustomPrompt="1"/>
          </p:nvPr>
        </p:nvSpPr>
        <p:spPr>
          <a:xfrm>
            <a:off x="2085903" y="1154832"/>
            <a:ext cx="7703012" cy="764460"/>
          </a:xfrm>
        </p:spPr>
        <p:txBody>
          <a:bodyPr>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Dummy Text Comes Here</a:t>
            </a:r>
          </a:p>
        </p:txBody>
      </p:sp>
      <p:sp>
        <p:nvSpPr>
          <p:cNvPr id="11" name="Oval 10">
            <a:extLst>
              <a:ext uri="{FF2B5EF4-FFF2-40B4-BE49-F238E27FC236}">
                <a16:creationId xmlns="" xmlns:a16="http://schemas.microsoft.com/office/drawing/2014/main" id="{8931D2A9-0B92-4197-8802-80424C14EA7E}"/>
              </a:ext>
            </a:extLst>
          </p:cNvPr>
          <p:cNvSpPr/>
          <p:nvPr/>
        </p:nvSpPr>
        <p:spPr>
          <a:xfrm>
            <a:off x="11087378" y="6409399"/>
            <a:ext cx="273049"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 xmlns:a16="http://schemas.microsoft.com/office/drawing/2014/main" id="{533B74B0-30B9-45C2-9AE6-45D1978AAFAE}"/>
              </a:ext>
            </a:extLst>
          </p:cNvPr>
          <p:cNvSpPr>
            <a:spLocks noGrp="1"/>
          </p:cNvSpPr>
          <p:nvPr>
            <p:ph type="sldNum" sz="quarter" idx="12"/>
          </p:nvPr>
        </p:nvSpPr>
        <p:spPr>
          <a:xfrm>
            <a:off x="11079604" y="6455741"/>
            <a:ext cx="287099" cy="187367"/>
          </a:xfrm>
        </p:spPr>
        <p:txBody>
          <a:bodyPr lIns="0" tIns="0" rIns="0" bIns="0"/>
          <a:lstStyle>
            <a:lvl1pPr algn="ctr">
              <a:defRPr sz="900">
                <a:solidFill>
                  <a:srgbClr val="2C567A"/>
                </a:solidFill>
                <a:latin typeface="+mn-lt"/>
              </a:defRPr>
            </a:lvl1pPr>
          </a:lstStyle>
          <a:p>
            <a:fld id="{B6F15528-21DE-4FAA-801E-634DDDAF4B2B}" type="slidenum">
              <a:rPr lang="en-US" smtClean="0"/>
              <a:pPr/>
              <a:t>‹#›</a:t>
            </a:fld>
            <a:endParaRPr lang="en-US"/>
          </a:p>
        </p:txBody>
      </p:sp>
      <p:sp>
        <p:nvSpPr>
          <p:cNvPr id="15" name="Picture Placeholder 14">
            <a:extLst>
              <a:ext uri="{FF2B5EF4-FFF2-40B4-BE49-F238E27FC236}">
                <a16:creationId xmlns="" xmlns:a16="http://schemas.microsoft.com/office/drawing/2014/main" id="{B5A30B6B-EEDB-4142-8138-D50F5A307D76}"/>
              </a:ext>
            </a:extLst>
          </p:cNvPr>
          <p:cNvSpPr>
            <a:spLocks noGrp="1"/>
          </p:cNvSpPr>
          <p:nvPr>
            <p:ph type="pic" sz="quarter" idx="13"/>
          </p:nvPr>
        </p:nvSpPr>
        <p:spPr>
          <a:xfrm>
            <a:off x="2918215" y="2270378"/>
            <a:ext cx="605124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anchor="ctr">
            <a:noAutofit/>
          </a:bodyPr>
          <a:lstStyle>
            <a:lvl1pPr marL="0" indent="0" algn="ctr">
              <a:buNone/>
              <a:defRPr sz="2400"/>
            </a:lvl1pPr>
          </a:lstStyle>
          <a:p>
            <a:r>
              <a:rPr lang="en-US" noProof="0" smtClean="0"/>
              <a:t>Click icon to add picture</a:t>
            </a:r>
            <a:endParaRPr lang="en-US" noProof="0" dirty="0"/>
          </a:p>
        </p:txBody>
      </p:sp>
      <p:pic>
        <p:nvPicPr>
          <p:cNvPr id="12"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847" y="6115416"/>
            <a:ext cx="2635870" cy="722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495570"/>
      </p:ext>
    </p:extLst>
  </p:cSld>
  <p:clrMapOvr>
    <a:masterClrMapping/>
  </p:clrMapOvr>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and Content 03">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3755C1FB-E61C-4BBC-8179-D34908DEA1B6}"/>
              </a:ext>
            </a:extLst>
          </p:cNvPr>
          <p:cNvSpPr/>
          <p:nvPr/>
        </p:nvSpPr>
        <p:spPr>
          <a:xfrm>
            <a:off x="818397" y="1276350"/>
            <a:ext cx="10268981" cy="48898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32970CD0-696D-4313-96BA-4AA72C813BD0}"/>
              </a:ext>
            </a:extLst>
          </p:cNvPr>
          <p:cNvSpPr>
            <a:spLocks noGrp="1"/>
          </p:cNvSpPr>
          <p:nvPr>
            <p:ph type="title" hasCustomPrompt="1"/>
          </p:nvPr>
        </p:nvSpPr>
        <p:spPr>
          <a:xfrm>
            <a:off x="503040" y="246621"/>
            <a:ext cx="10871835" cy="920336"/>
          </a:xfrm>
        </p:spPr>
        <p:txBody>
          <a:bodyPr lIns="0" tIns="0" rIns="0" bIns="0" anchor="b">
            <a:noAutofit/>
          </a:bodyPr>
          <a:lstStyle>
            <a:lvl1pPr algn="l">
              <a:defRPr sz="3200" b="1" cap="all" baseline="0"/>
            </a:lvl1pPr>
          </a:lstStyle>
          <a:p>
            <a:r>
              <a:rPr lang="en-US" noProof="0" dirty="0"/>
              <a:t>Agenda</a:t>
            </a:r>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33" name="Content Placeholder 2">
            <a:extLst>
              <a:ext uri="{FF2B5EF4-FFF2-40B4-BE49-F238E27FC236}">
                <a16:creationId xmlns="" xmlns:a16="http://schemas.microsoft.com/office/drawing/2014/main" id="{FEB88DD7-AEB5-4718-AF2D-28B5B91ED715}"/>
              </a:ext>
            </a:extLst>
          </p:cNvPr>
          <p:cNvSpPr>
            <a:spLocks noGrp="1"/>
          </p:cNvSpPr>
          <p:nvPr>
            <p:ph idx="15" hasCustomPrompt="1"/>
          </p:nvPr>
        </p:nvSpPr>
        <p:spPr>
          <a:xfrm>
            <a:off x="983341" y="1533526"/>
            <a:ext cx="9900877" cy="600074"/>
          </a:xfrm>
          <a:solidFill>
            <a:schemeClr val="accent2"/>
          </a:solidFill>
        </p:spPr>
        <p:txBody>
          <a:bodyPr lIns="0" tIns="0" rIns="0" bIns="0" anchor="ctr">
            <a:noAutofit/>
          </a:bodyPr>
          <a:lstStyle>
            <a:lvl1pPr marL="0" indent="0" algn="ctr">
              <a:buNone/>
              <a:defRPr sz="24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a:t>
            </a:r>
            <a:r>
              <a:rPr lang="en-US" noProof="0" dirty="0" err="1"/>
              <a:t>stYLES</a:t>
            </a:r>
            <a:endParaRPr lang="en-US" noProof="0" dirty="0"/>
          </a:p>
        </p:txBody>
      </p:sp>
      <p:sp>
        <p:nvSpPr>
          <p:cNvPr id="34" name="Content Placeholder 2">
            <a:extLst>
              <a:ext uri="{FF2B5EF4-FFF2-40B4-BE49-F238E27FC236}">
                <a16:creationId xmlns="" xmlns:a16="http://schemas.microsoft.com/office/drawing/2014/main" id="{147C9C38-5B17-467D-B581-EF28ECB11E80}"/>
              </a:ext>
            </a:extLst>
          </p:cNvPr>
          <p:cNvSpPr>
            <a:spLocks noGrp="1"/>
          </p:cNvSpPr>
          <p:nvPr>
            <p:ph idx="14" hasCustomPrompt="1"/>
          </p:nvPr>
        </p:nvSpPr>
        <p:spPr>
          <a:xfrm>
            <a:off x="983342" y="2247900"/>
            <a:ext cx="9863729" cy="3752850"/>
          </a:xfrm>
          <a:noFill/>
          <a:ln w="12700">
            <a:solidFill>
              <a:schemeClr val="tx1"/>
            </a:solidFill>
          </a:ln>
        </p:spPr>
        <p:txBody>
          <a:bodyPr lIns="0" tIns="0" rIns="0" bIns="0">
            <a:normAutofit/>
          </a:bodyPr>
          <a:lstStyle>
            <a:lvl1pPr marL="457200" indent="-457200" algn="l">
              <a:buFont typeface="Courier New" panose="02070309020205020404" pitchFamily="49" charset="0"/>
              <a:buChar char="o"/>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pic>
        <p:nvPicPr>
          <p:cNvPr id="11"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927074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569A71A3-950D-4899-B79B-35F2758BD331}"/>
              </a:ext>
            </a:extLst>
          </p:cNvPr>
          <p:cNvGrpSpPr/>
          <p:nvPr/>
        </p:nvGrpSpPr>
        <p:grpSpPr>
          <a:xfrm>
            <a:off x="0" y="1207338"/>
            <a:ext cx="11887200" cy="4467863"/>
            <a:chOff x="0" y="1207336"/>
            <a:chExt cx="12192000" cy="4467863"/>
          </a:xfrm>
        </p:grpSpPr>
        <p:sp>
          <p:nvSpPr>
            <p:cNvPr id="33" name="Flowchart: Delay 24">
              <a:extLst>
                <a:ext uri="{FF2B5EF4-FFF2-40B4-BE49-F238E27FC236}">
                  <a16:creationId xmlns="" xmlns:a16="http://schemas.microsoft.com/office/drawing/2014/main" id="{928187B2-0394-40AE-9F9C-6682AC71596C}"/>
                </a:ext>
              </a:extLst>
            </p:cNvPr>
            <p:cNvSpPr/>
            <p:nvPr userDrawn="1"/>
          </p:nvSpPr>
          <p:spPr>
            <a:xfrm flipH="1">
              <a:off x="2613003" y="3441616"/>
              <a:ext cx="1849273" cy="2052000"/>
            </a:xfrm>
            <a:custGeom>
              <a:avLst/>
              <a:gdLst>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 name="connsiteX5" fmla="*/ 0 w 2066400"/>
                <a:gd name="connsiteY5" fmla="*/ 0 h 2422800"/>
                <a:gd name="connsiteX0" fmla="*/ 7185 w 2073585"/>
                <a:gd name="connsiteY0" fmla="*/ 0 h 2422800"/>
                <a:gd name="connsiteX1" fmla="*/ 1040385 w 2073585"/>
                <a:gd name="connsiteY1" fmla="*/ 0 h 2422800"/>
                <a:gd name="connsiteX2" fmla="*/ 2073585 w 2073585"/>
                <a:gd name="connsiteY2" fmla="*/ 1211400 h 2422800"/>
                <a:gd name="connsiteX3" fmla="*/ 1040385 w 2073585"/>
                <a:gd name="connsiteY3" fmla="*/ 2422800 h 2422800"/>
                <a:gd name="connsiteX4" fmla="*/ 7185 w 2073585"/>
                <a:gd name="connsiteY4" fmla="*/ 2422800 h 2422800"/>
                <a:gd name="connsiteX5" fmla="*/ 0 w 2073585"/>
                <a:gd name="connsiteY5" fmla="*/ 1045208 h 2422800"/>
                <a:gd name="connsiteX6" fmla="*/ 7185 w 2073585"/>
                <a:gd name="connsiteY6" fmla="*/ 0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6" fmla="*/ 91440 w 2073585"/>
                <a:gd name="connsiteY6" fmla="*/ 1136648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400" h="2422800">
                  <a:moveTo>
                    <a:pt x="0" y="0"/>
                  </a:moveTo>
                  <a:lnTo>
                    <a:pt x="1033200" y="0"/>
                  </a:lnTo>
                  <a:cubicBezTo>
                    <a:pt x="1603821" y="0"/>
                    <a:pt x="2066400" y="542362"/>
                    <a:pt x="2066400" y="1211400"/>
                  </a:cubicBezTo>
                  <a:cubicBezTo>
                    <a:pt x="2066400" y="1880438"/>
                    <a:pt x="1603821" y="2422800"/>
                    <a:pt x="1033200" y="2422800"/>
                  </a:cubicBezTo>
                  <a:lnTo>
                    <a:pt x="0" y="2422800"/>
                  </a:lnTo>
                </a:path>
              </a:pathLst>
            </a:custGeom>
            <a:noFill/>
            <a:ln w="3556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Flowchart: Delay 24">
              <a:extLst>
                <a:ext uri="{FF2B5EF4-FFF2-40B4-BE49-F238E27FC236}">
                  <a16:creationId xmlns="" xmlns:a16="http://schemas.microsoft.com/office/drawing/2014/main" id="{355D9AC9-E7B7-459E-925B-0047C675B750}"/>
                </a:ext>
              </a:extLst>
            </p:cNvPr>
            <p:cNvSpPr/>
            <p:nvPr userDrawn="1"/>
          </p:nvSpPr>
          <p:spPr>
            <a:xfrm>
              <a:off x="9491472" y="1379494"/>
              <a:ext cx="1849273" cy="2052000"/>
            </a:xfrm>
            <a:custGeom>
              <a:avLst/>
              <a:gdLst>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 name="connsiteX5" fmla="*/ 0 w 2066400"/>
                <a:gd name="connsiteY5" fmla="*/ 0 h 2422800"/>
                <a:gd name="connsiteX0" fmla="*/ 7185 w 2073585"/>
                <a:gd name="connsiteY0" fmla="*/ 0 h 2422800"/>
                <a:gd name="connsiteX1" fmla="*/ 1040385 w 2073585"/>
                <a:gd name="connsiteY1" fmla="*/ 0 h 2422800"/>
                <a:gd name="connsiteX2" fmla="*/ 2073585 w 2073585"/>
                <a:gd name="connsiteY2" fmla="*/ 1211400 h 2422800"/>
                <a:gd name="connsiteX3" fmla="*/ 1040385 w 2073585"/>
                <a:gd name="connsiteY3" fmla="*/ 2422800 h 2422800"/>
                <a:gd name="connsiteX4" fmla="*/ 7185 w 2073585"/>
                <a:gd name="connsiteY4" fmla="*/ 2422800 h 2422800"/>
                <a:gd name="connsiteX5" fmla="*/ 0 w 2073585"/>
                <a:gd name="connsiteY5" fmla="*/ 1045208 h 2422800"/>
                <a:gd name="connsiteX6" fmla="*/ 7185 w 2073585"/>
                <a:gd name="connsiteY6" fmla="*/ 0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6" fmla="*/ 91440 w 2073585"/>
                <a:gd name="connsiteY6" fmla="*/ 1136648 h 2422800"/>
                <a:gd name="connsiteX0" fmla="*/ 0 w 2073585"/>
                <a:gd name="connsiteY0" fmla="*/ 1045208 h 2422800"/>
                <a:gd name="connsiteX1" fmla="*/ 7185 w 2073585"/>
                <a:gd name="connsiteY1" fmla="*/ 0 h 2422800"/>
                <a:gd name="connsiteX2" fmla="*/ 1040385 w 2073585"/>
                <a:gd name="connsiteY2" fmla="*/ 0 h 2422800"/>
                <a:gd name="connsiteX3" fmla="*/ 2073585 w 2073585"/>
                <a:gd name="connsiteY3" fmla="*/ 1211400 h 2422800"/>
                <a:gd name="connsiteX4" fmla="*/ 1040385 w 2073585"/>
                <a:gd name="connsiteY4" fmla="*/ 2422800 h 2422800"/>
                <a:gd name="connsiteX5" fmla="*/ 7185 w 2073585"/>
                <a:gd name="connsiteY5" fmla="*/ 2422800 h 2422800"/>
                <a:gd name="connsiteX0" fmla="*/ 0 w 2066400"/>
                <a:gd name="connsiteY0" fmla="*/ 0 h 2422800"/>
                <a:gd name="connsiteX1" fmla="*/ 1033200 w 2066400"/>
                <a:gd name="connsiteY1" fmla="*/ 0 h 2422800"/>
                <a:gd name="connsiteX2" fmla="*/ 2066400 w 2066400"/>
                <a:gd name="connsiteY2" fmla="*/ 1211400 h 2422800"/>
                <a:gd name="connsiteX3" fmla="*/ 1033200 w 2066400"/>
                <a:gd name="connsiteY3" fmla="*/ 2422800 h 2422800"/>
                <a:gd name="connsiteX4" fmla="*/ 0 w 2066400"/>
                <a:gd name="connsiteY4" fmla="*/ 2422800 h 242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400" h="2422800">
                  <a:moveTo>
                    <a:pt x="0" y="0"/>
                  </a:moveTo>
                  <a:lnTo>
                    <a:pt x="1033200" y="0"/>
                  </a:lnTo>
                  <a:cubicBezTo>
                    <a:pt x="1603821" y="0"/>
                    <a:pt x="2066400" y="542362"/>
                    <a:pt x="2066400" y="1211400"/>
                  </a:cubicBezTo>
                  <a:cubicBezTo>
                    <a:pt x="2066400" y="1880438"/>
                    <a:pt x="1603821" y="2422800"/>
                    <a:pt x="1033200" y="2422800"/>
                  </a:cubicBezTo>
                  <a:lnTo>
                    <a:pt x="0" y="2422800"/>
                  </a:lnTo>
                </a:path>
              </a:pathLst>
            </a:custGeom>
            <a:noFill/>
            <a:ln w="355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5" name="Rectangle 14">
              <a:extLst>
                <a:ext uri="{FF2B5EF4-FFF2-40B4-BE49-F238E27FC236}">
                  <a16:creationId xmlns="" xmlns:a16="http://schemas.microsoft.com/office/drawing/2014/main" id="{5302FB5C-BDE1-4891-8E91-CB3F868629BB}"/>
                </a:ext>
              </a:extLst>
            </p:cNvPr>
            <p:cNvSpPr/>
            <p:nvPr userDrawn="1"/>
          </p:nvSpPr>
          <p:spPr>
            <a:xfrm>
              <a:off x="4416552" y="1207336"/>
              <a:ext cx="5074920" cy="356616"/>
            </a:xfrm>
            <a:prstGeom prst="rect">
              <a:avLst/>
            </a:prstGeom>
            <a:gradFill flip="none" rotWithShape="1">
              <a:gsLst>
                <a:gs pos="0">
                  <a:srgbClr val="BAC82F"/>
                </a:gs>
                <a:gs pos="100000">
                  <a:srgbClr val="0C6D8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 xmlns:a16="http://schemas.microsoft.com/office/drawing/2014/main" id="{D09DE4F0-7E7E-4423-A407-CD6485ACBB4F}"/>
                </a:ext>
              </a:extLst>
            </p:cNvPr>
            <p:cNvSpPr/>
            <p:nvPr userDrawn="1"/>
          </p:nvSpPr>
          <p:spPr>
            <a:xfrm>
              <a:off x="0" y="1207336"/>
              <a:ext cx="4416552" cy="356616"/>
            </a:xfrm>
            <a:prstGeom prst="rect">
              <a:avLst/>
            </a:prstGeom>
            <a:gradFill flip="none" rotWithShape="1">
              <a:gsLst>
                <a:gs pos="0">
                  <a:srgbClr val="F2C020"/>
                </a:gs>
                <a:gs pos="100000">
                  <a:srgbClr val="BAC82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8" name="Rectangle 27">
              <a:extLst>
                <a:ext uri="{FF2B5EF4-FFF2-40B4-BE49-F238E27FC236}">
                  <a16:creationId xmlns="" xmlns:a16="http://schemas.microsoft.com/office/drawing/2014/main" id="{4ED74833-8EE3-4FA9-B6D2-03710E410482}"/>
                </a:ext>
              </a:extLst>
            </p:cNvPr>
            <p:cNvSpPr/>
            <p:nvPr userDrawn="1"/>
          </p:nvSpPr>
          <p:spPr>
            <a:xfrm>
              <a:off x="4416552" y="3269385"/>
              <a:ext cx="5074920" cy="356616"/>
            </a:xfrm>
            <a:prstGeom prst="rect">
              <a:avLst/>
            </a:prstGeom>
            <a:gradFill flip="none" rotWithShape="1">
              <a:gsLst>
                <a:gs pos="0">
                  <a:schemeClr val="tx2"/>
                </a:gs>
                <a:gs pos="100000">
                  <a:schemeClr val="tx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Rectangle 36">
              <a:extLst>
                <a:ext uri="{FF2B5EF4-FFF2-40B4-BE49-F238E27FC236}">
                  <a16:creationId xmlns="" xmlns:a16="http://schemas.microsoft.com/office/drawing/2014/main" id="{94005B59-B78D-469E-BAA4-E7B2A61E103D}"/>
                </a:ext>
              </a:extLst>
            </p:cNvPr>
            <p:cNvSpPr/>
            <p:nvPr userDrawn="1"/>
          </p:nvSpPr>
          <p:spPr>
            <a:xfrm>
              <a:off x="4414968" y="5318583"/>
              <a:ext cx="5074920" cy="356616"/>
            </a:xfrm>
            <a:prstGeom prst="rect">
              <a:avLst/>
            </a:prstGeom>
            <a:gradFill flip="none" rotWithShape="1">
              <a:gsLst>
                <a:gs pos="0">
                  <a:schemeClr val="tx2"/>
                </a:gs>
                <a:gs pos="52000">
                  <a:schemeClr val="accent3"/>
                </a:gs>
                <a:gs pos="100000">
                  <a:srgbClr val="F2C02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4" name="Rectangle 63">
              <a:extLst>
                <a:ext uri="{FF2B5EF4-FFF2-40B4-BE49-F238E27FC236}">
                  <a16:creationId xmlns="" xmlns:a16="http://schemas.microsoft.com/office/drawing/2014/main" id="{40BE4BEF-834D-4D0F-8E96-F1F8E6600C46}"/>
                </a:ext>
              </a:extLst>
            </p:cNvPr>
            <p:cNvSpPr/>
            <p:nvPr userDrawn="1"/>
          </p:nvSpPr>
          <p:spPr>
            <a:xfrm>
              <a:off x="9448800" y="5317275"/>
              <a:ext cx="2743200" cy="356616"/>
            </a:xfrm>
            <a:prstGeom prst="rect">
              <a:avLst/>
            </a:prstGeom>
            <a:gradFill flip="none" rotWithShape="1">
              <a:gsLst>
                <a:gs pos="0">
                  <a:schemeClr val="accent5"/>
                </a:gs>
                <a:gs pos="100000">
                  <a:srgbClr val="F2C02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8" name="Text Placeholder 7">
            <a:extLst>
              <a:ext uri="{FF2B5EF4-FFF2-40B4-BE49-F238E27FC236}">
                <a16:creationId xmlns="" xmlns:a16="http://schemas.microsoft.com/office/drawing/2014/main" id="{00F0DE95-4ED7-482F-BB4E-C1238B352DAD}"/>
              </a:ext>
            </a:extLst>
          </p:cNvPr>
          <p:cNvSpPr>
            <a:spLocks noGrp="1"/>
          </p:cNvSpPr>
          <p:nvPr>
            <p:ph type="body" sz="quarter" idx="13" hasCustomPrompt="1"/>
          </p:nvPr>
        </p:nvSpPr>
        <p:spPr>
          <a:xfrm>
            <a:off x="450416" y="3587771"/>
            <a:ext cx="1682976" cy="291597"/>
          </a:xfrm>
        </p:spPr>
        <p:txBody>
          <a:bodyPr lIns="0" tIns="0" rIns="0" bIns="0">
            <a:normAutofit/>
          </a:bodyPr>
          <a:lstStyle>
            <a:lvl1pPr marL="0" indent="0">
              <a:buNone/>
              <a:defRPr sz="2000" b="1" i="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20XX-20XX</a:t>
            </a:r>
          </a:p>
        </p:txBody>
      </p:sp>
      <p:sp>
        <p:nvSpPr>
          <p:cNvPr id="9" name="Text Placeholder 7">
            <a:extLst>
              <a:ext uri="{FF2B5EF4-FFF2-40B4-BE49-F238E27FC236}">
                <a16:creationId xmlns="" xmlns:a16="http://schemas.microsoft.com/office/drawing/2014/main" id="{1F135EA3-D982-467F-B90A-B791DFDDA877}"/>
              </a:ext>
            </a:extLst>
          </p:cNvPr>
          <p:cNvSpPr>
            <a:spLocks noGrp="1"/>
          </p:cNvSpPr>
          <p:nvPr>
            <p:ph type="body" sz="quarter" idx="14" hasCustomPrompt="1"/>
          </p:nvPr>
        </p:nvSpPr>
        <p:spPr>
          <a:xfrm>
            <a:off x="450416" y="3927199"/>
            <a:ext cx="1682976" cy="378571"/>
          </a:xfrm>
        </p:spPr>
        <p:txBody>
          <a:bodyPr lIns="0" tIns="0" rIns="0" bIns="0">
            <a:normAutofit/>
          </a:bodyPr>
          <a:lstStyle>
            <a:lvl1pPr marL="0" indent="0">
              <a:buNone/>
              <a:defRPr sz="2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3 Years Plan</a:t>
            </a:r>
          </a:p>
        </p:txBody>
      </p:sp>
      <p:sp>
        <p:nvSpPr>
          <p:cNvPr id="106" name="Picture Placeholder 104">
            <a:extLst>
              <a:ext uri="{FF2B5EF4-FFF2-40B4-BE49-F238E27FC236}">
                <a16:creationId xmlns="" xmlns:a16="http://schemas.microsoft.com/office/drawing/2014/main" id="{4580320F-7723-4672-AB19-22C87ECD53D3}"/>
              </a:ext>
            </a:extLst>
          </p:cNvPr>
          <p:cNvSpPr>
            <a:spLocks noGrp="1"/>
          </p:cNvSpPr>
          <p:nvPr>
            <p:ph type="pic" sz="quarter" idx="56"/>
          </p:nvPr>
        </p:nvSpPr>
        <p:spPr>
          <a:xfrm>
            <a:off x="450414" y="5725379"/>
            <a:ext cx="927139" cy="685800"/>
          </a:xfrm>
          <a:ln w="3556">
            <a:solidFill>
              <a:srgbClr val="454D55"/>
            </a:solidFill>
          </a:ln>
        </p:spPr>
        <p:txBody>
          <a:bodyPr anchor="ctr" anchorCtr="0">
            <a:noAutofit/>
          </a:bodyPr>
          <a:lstStyle>
            <a:lvl1pPr marL="0" indent="0" algn="ctr">
              <a:buNone/>
              <a:defRPr sz="1200"/>
            </a:lvl1pPr>
          </a:lstStyle>
          <a:p>
            <a:r>
              <a:rPr lang="en-US" noProof="0" smtClean="0"/>
              <a:t>Click icon to add picture</a:t>
            </a:r>
            <a:endParaRPr lang="en-US" noProof="0"/>
          </a:p>
        </p:txBody>
      </p:sp>
      <p:sp>
        <p:nvSpPr>
          <p:cNvPr id="108" name="Text Placeholder 42">
            <a:extLst>
              <a:ext uri="{FF2B5EF4-FFF2-40B4-BE49-F238E27FC236}">
                <a16:creationId xmlns="" xmlns:a16="http://schemas.microsoft.com/office/drawing/2014/main" id="{F6CA33C8-1786-4D07-8C52-AE1469894B67}"/>
              </a:ext>
            </a:extLst>
          </p:cNvPr>
          <p:cNvSpPr>
            <a:spLocks noGrp="1"/>
          </p:cNvSpPr>
          <p:nvPr>
            <p:ph type="body" sz="quarter" idx="57" hasCustomPrompt="1"/>
          </p:nvPr>
        </p:nvSpPr>
        <p:spPr>
          <a:xfrm>
            <a:off x="2501001" y="863644"/>
            <a:ext cx="1017900" cy="1044000"/>
          </a:xfrm>
          <a:prstGeom prst="ellipse">
            <a:avLst/>
          </a:prstGeom>
          <a:solidFill>
            <a:srgbClr val="BAC82F"/>
          </a:solidFill>
          <a:ln w="72390">
            <a:solidFill>
              <a:schemeClr val="bg1"/>
            </a:solidFill>
          </a:ln>
        </p:spPr>
        <p:txBody>
          <a:bodyPr lIns="0" tIns="0" rIns="0" bIns="0" anchor="ctr" anchorCtr="0">
            <a:normAutofit/>
          </a:bodyPr>
          <a:lstStyle>
            <a:lvl1pPr marL="0" indent="0" algn="ctr">
              <a:buNone/>
              <a:defRPr lang="ru-RU" sz="2200" kern="1200" dirty="0">
                <a:solidFill>
                  <a:srgbClr val="454D55"/>
                </a:solidFill>
                <a:latin typeface="+mj-lt"/>
                <a:ea typeface="+mn-ea"/>
                <a:cs typeface="+mn-cs"/>
              </a:defRPr>
            </a:lvl1pPr>
          </a:lstStyle>
          <a:p>
            <a:pPr lvl="0"/>
            <a:r>
              <a:rPr lang="en-US" noProof="0"/>
              <a:t>20XX</a:t>
            </a:r>
          </a:p>
        </p:txBody>
      </p:sp>
      <p:sp>
        <p:nvSpPr>
          <p:cNvPr id="44" name="Text Placeholder 42">
            <a:extLst>
              <a:ext uri="{FF2B5EF4-FFF2-40B4-BE49-F238E27FC236}">
                <a16:creationId xmlns="" xmlns:a16="http://schemas.microsoft.com/office/drawing/2014/main" id="{62E3BBD0-72BD-45D7-BE15-8B93AFB86258}"/>
              </a:ext>
            </a:extLst>
          </p:cNvPr>
          <p:cNvSpPr>
            <a:spLocks noGrp="1"/>
          </p:cNvSpPr>
          <p:nvPr>
            <p:ph type="body" sz="quarter" idx="15" hasCustomPrompt="1"/>
          </p:nvPr>
        </p:nvSpPr>
        <p:spPr>
          <a:xfrm>
            <a:off x="4304594" y="843980"/>
            <a:ext cx="1017900" cy="1044000"/>
          </a:xfrm>
          <a:prstGeom prst="ellipse">
            <a:avLst/>
          </a:prstGeom>
          <a:solidFill>
            <a:schemeClr val="bg1"/>
          </a:solidFill>
          <a:ln w="72390">
            <a:solidFill>
              <a:srgbClr val="BAC82F"/>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Q1</a:t>
            </a:r>
          </a:p>
        </p:txBody>
      </p:sp>
      <p:sp>
        <p:nvSpPr>
          <p:cNvPr id="80" name="Text Placeholder 7">
            <a:extLst>
              <a:ext uri="{FF2B5EF4-FFF2-40B4-BE49-F238E27FC236}">
                <a16:creationId xmlns="" xmlns:a16="http://schemas.microsoft.com/office/drawing/2014/main" id="{C695E72E-773D-407A-AFA4-EF90ADF9D131}"/>
              </a:ext>
            </a:extLst>
          </p:cNvPr>
          <p:cNvSpPr>
            <a:spLocks noGrp="1"/>
          </p:cNvSpPr>
          <p:nvPr>
            <p:ph type="body" sz="quarter" idx="32" hasCustomPrompt="1"/>
          </p:nvPr>
        </p:nvSpPr>
        <p:spPr>
          <a:xfrm>
            <a:off x="3976476" y="436306"/>
            <a:ext cx="1682976" cy="204276"/>
          </a:xfrm>
        </p:spPr>
        <p:txBody>
          <a:bodyPr lIns="0" tIns="0" rIns="0" bIns="0">
            <a:normAutofit/>
          </a:bodyPr>
          <a:lstStyle>
            <a:lvl1pPr marL="0" indent="0" algn="ctr">
              <a:buNone/>
              <a:defRPr sz="1500" b="0" i="0">
                <a:solidFill>
                  <a:srgbClr val="BAC82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1" name="Text Placeholder 7">
            <a:extLst>
              <a:ext uri="{FF2B5EF4-FFF2-40B4-BE49-F238E27FC236}">
                <a16:creationId xmlns="" xmlns:a16="http://schemas.microsoft.com/office/drawing/2014/main" id="{7463FB1C-AFEB-4EAE-B84D-A1613AF5BA7C}"/>
              </a:ext>
            </a:extLst>
          </p:cNvPr>
          <p:cNvSpPr>
            <a:spLocks noGrp="1"/>
          </p:cNvSpPr>
          <p:nvPr>
            <p:ph type="body" sz="quarter" idx="33" hasCustomPrompt="1"/>
          </p:nvPr>
        </p:nvSpPr>
        <p:spPr>
          <a:xfrm>
            <a:off x="3976475" y="618758"/>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50" name="Text Placeholder 42">
            <a:extLst>
              <a:ext uri="{FF2B5EF4-FFF2-40B4-BE49-F238E27FC236}">
                <a16:creationId xmlns="" xmlns:a16="http://schemas.microsoft.com/office/drawing/2014/main" id="{12DFAD2F-3ED1-46BF-B662-2E96A42C48E7}"/>
              </a:ext>
            </a:extLst>
          </p:cNvPr>
          <p:cNvSpPr>
            <a:spLocks noGrp="1"/>
          </p:cNvSpPr>
          <p:nvPr>
            <p:ph type="body" sz="quarter" idx="17" hasCustomPrompt="1"/>
          </p:nvPr>
        </p:nvSpPr>
        <p:spPr>
          <a:xfrm>
            <a:off x="5615158" y="863644"/>
            <a:ext cx="1017900" cy="1044000"/>
          </a:xfrm>
          <a:prstGeom prst="ellipse">
            <a:avLst/>
          </a:prstGeom>
          <a:solidFill>
            <a:schemeClr val="bg1"/>
          </a:solidFill>
          <a:ln w="72390">
            <a:solidFill>
              <a:schemeClr val="accent2">
                <a:alpha val="60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Q2</a:t>
            </a:r>
          </a:p>
        </p:txBody>
      </p:sp>
      <p:sp>
        <p:nvSpPr>
          <p:cNvPr id="82" name="Text Placeholder 7">
            <a:extLst>
              <a:ext uri="{FF2B5EF4-FFF2-40B4-BE49-F238E27FC236}">
                <a16:creationId xmlns="" xmlns:a16="http://schemas.microsoft.com/office/drawing/2014/main" id="{622FB247-DB8F-4B67-B9EA-5741E1DDBEEE}"/>
              </a:ext>
            </a:extLst>
          </p:cNvPr>
          <p:cNvSpPr>
            <a:spLocks noGrp="1"/>
          </p:cNvSpPr>
          <p:nvPr>
            <p:ph type="body" sz="quarter" idx="34" hasCustomPrompt="1"/>
          </p:nvPr>
        </p:nvSpPr>
        <p:spPr>
          <a:xfrm>
            <a:off x="5287115" y="2025874"/>
            <a:ext cx="1682976" cy="204276"/>
          </a:xfrm>
        </p:spPr>
        <p:txBody>
          <a:bodyPr lIns="0" tIns="0" rIns="0" bIns="0">
            <a:normAutofit/>
          </a:bodyPr>
          <a:lstStyle>
            <a:lvl1pPr marL="0" indent="0" algn="ctr">
              <a:buNone/>
              <a:defRPr sz="1500" b="0" i="0">
                <a:solidFill>
                  <a:srgbClr val="81BF3B"/>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3" name="Text Placeholder 7">
            <a:extLst>
              <a:ext uri="{FF2B5EF4-FFF2-40B4-BE49-F238E27FC236}">
                <a16:creationId xmlns="" xmlns:a16="http://schemas.microsoft.com/office/drawing/2014/main" id="{CE2C8800-C93B-4E93-9AE2-9CBFC1E6D764}"/>
              </a:ext>
            </a:extLst>
          </p:cNvPr>
          <p:cNvSpPr>
            <a:spLocks noGrp="1"/>
          </p:cNvSpPr>
          <p:nvPr>
            <p:ph type="body" sz="quarter" idx="35" hasCustomPrompt="1"/>
          </p:nvPr>
        </p:nvSpPr>
        <p:spPr>
          <a:xfrm>
            <a:off x="5287114" y="2208326"/>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49" name="Text Placeholder 42">
            <a:extLst>
              <a:ext uri="{FF2B5EF4-FFF2-40B4-BE49-F238E27FC236}">
                <a16:creationId xmlns="" xmlns:a16="http://schemas.microsoft.com/office/drawing/2014/main" id="{CC1B1148-CFC2-4FF7-8B7C-9502EB650064}"/>
              </a:ext>
            </a:extLst>
          </p:cNvPr>
          <p:cNvSpPr>
            <a:spLocks noGrp="1"/>
          </p:cNvSpPr>
          <p:nvPr>
            <p:ph type="body" sz="quarter" idx="18" hasCustomPrompt="1"/>
          </p:nvPr>
        </p:nvSpPr>
        <p:spPr>
          <a:xfrm>
            <a:off x="6925721" y="863644"/>
            <a:ext cx="1017900" cy="1044000"/>
          </a:xfrm>
          <a:prstGeom prst="ellipse">
            <a:avLst/>
          </a:prstGeom>
          <a:solidFill>
            <a:schemeClr val="bg1"/>
          </a:solidFill>
          <a:ln w="72390">
            <a:solidFill>
              <a:schemeClr val="accent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Q3</a:t>
            </a:r>
          </a:p>
        </p:txBody>
      </p:sp>
      <p:sp>
        <p:nvSpPr>
          <p:cNvPr id="84" name="Text Placeholder 7">
            <a:extLst>
              <a:ext uri="{FF2B5EF4-FFF2-40B4-BE49-F238E27FC236}">
                <a16:creationId xmlns="" xmlns:a16="http://schemas.microsoft.com/office/drawing/2014/main" id="{60559160-7568-4A5B-88B4-DBB3C42D5D10}"/>
              </a:ext>
            </a:extLst>
          </p:cNvPr>
          <p:cNvSpPr>
            <a:spLocks noGrp="1"/>
          </p:cNvSpPr>
          <p:nvPr>
            <p:ph type="body" sz="quarter" idx="36" hasCustomPrompt="1"/>
          </p:nvPr>
        </p:nvSpPr>
        <p:spPr>
          <a:xfrm>
            <a:off x="6586508" y="437795"/>
            <a:ext cx="1682976" cy="204276"/>
          </a:xfrm>
        </p:spPr>
        <p:txBody>
          <a:bodyPr lIns="0" tIns="0" rIns="0" bIns="0">
            <a:normAutofit/>
          </a:bodyPr>
          <a:lstStyle>
            <a:lvl1pPr marL="0" indent="0" algn="ctr">
              <a:buNone/>
              <a:defRPr sz="1500" b="0" i="0">
                <a:solidFill>
                  <a:srgbClr val="2CA05B"/>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5" name="Text Placeholder 7">
            <a:extLst>
              <a:ext uri="{FF2B5EF4-FFF2-40B4-BE49-F238E27FC236}">
                <a16:creationId xmlns="" xmlns:a16="http://schemas.microsoft.com/office/drawing/2014/main" id="{AED30C6D-348A-4701-A27D-F10DFC175AC0}"/>
              </a:ext>
            </a:extLst>
          </p:cNvPr>
          <p:cNvSpPr>
            <a:spLocks noGrp="1"/>
          </p:cNvSpPr>
          <p:nvPr>
            <p:ph type="body" sz="quarter" idx="37" hasCustomPrompt="1"/>
          </p:nvPr>
        </p:nvSpPr>
        <p:spPr>
          <a:xfrm>
            <a:off x="6586507" y="618758"/>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46" name="Text Placeholder 42">
            <a:extLst>
              <a:ext uri="{FF2B5EF4-FFF2-40B4-BE49-F238E27FC236}">
                <a16:creationId xmlns="" xmlns:a16="http://schemas.microsoft.com/office/drawing/2014/main" id="{DC934A70-FE40-4A89-9799-1A672346662A}"/>
              </a:ext>
            </a:extLst>
          </p:cNvPr>
          <p:cNvSpPr>
            <a:spLocks noGrp="1"/>
          </p:cNvSpPr>
          <p:nvPr>
            <p:ph type="body" sz="quarter" idx="16" hasCustomPrompt="1"/>
          </p:nvPr>
        </p:nvSpPr>
        <p:spPr>
          <a:xfrm>
            <a:off x="8236285" y="863644"/>
            <a:ext cx="1017900" cy="1044000"/>
          </a:xfrm>
          <a:prstGeom prst="ellipse">
            <a:avLst/>
          </a:prstGeom>
          <a:solidFill>
            <a:schemeClr val="bg1"/>
          </a:solidFill>
          <a:ln w="72390">
            <a:solidFill>
              <a:schemeClr val="accent2">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Q4</a:t>
            </a:r>
          </a:p>
        </p:txBody>
      </p:sp>
      <p:sp>
        <p:nvSpPr>
          <p:cNvPr id="86" name="Text Placeholder 7">
            <a:extLst>
              <a:ext uri="{FF2B5EF4-FFF2-40B4-BE49-F238E27FC236}">
                <a16:creationId xmlns="" xmlns:a16="http://schemas.microsoft.com/office/drawing/2014/main" id="{AB11D018-DEEE-4BCE-B5F0-2B33DD39A6B9}"/>
              </a:ext>
            </a:extLst>
          </p:cNvPr>
          <p:cNvSpPr>
            <a:spLocks noGrp="1"/>
          </p:cNvSpPr>
          <p:nvPr>
            <p:ph type="body" sz="quarter" idx="38" hasCustomPrompt="1"/>
          </p:nvPr>
        </p:nvSpPr>
        <p:spPr>
          <a:xfrm>
            <a:off x="7904202" y="2025874"/>
            <a:ext cx="1682976" cy="204276"/>
          </a:xfrm>
        </p:spPr>
        <p:txBody>
          <a:bodyPr lIns="0" tIns="0" rIns="0" bIns="0">
            <a:normAutofit/>
          </a:bodyPr>
          <a:lstStyle>
            <a:lvl1pPr marL="0" indent="0" algn="ctr">
              <a:buNone/>
              <a:defRPr sz="1500" b="0" i="0">
                <a:solidFill>
                  <a:srgbClr val="1B866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7" name="Text Placeholder 7">
            <a:extLst>
              <a:ext uri="{FF2B5EF4-FFF2-40B4-BE49-F238E27FC236}">
                <a16:creationId xmlns="" xmlns:a16="http://schemas.microsoft.com/office/drawing/2014/main" id="{085539ED-B933-484F-8ECB-700829A52CAB}"/>
              </a:ext>
            </a:extLst>
          </p:cNvPr>
          <p:cNvSpPr>
            <a:spLocks noGrp="1"/>
          </p:cNvSpPr>
          <p:nvPr>
            <p:ph type="body" sz="quarter" idx="39" hasCustomPrompt="1"/>
          </p:nvPr>
        </p:nvSpPr>
        <p:spPr>
          <a:xfrm>
            <a:off x="7904201" y="2208326"/>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73" name="Text Placeholder 42">
            <a:extLst>
              <a:ext uri="{FF2B5EF4-FFF2-40B4-BE49-F238E27FC236}">
                <a16:creationId xmlns="" xmlns:a16="http://schemas.microsoft.com/office/drawing/2014/main" id="{F3728A77-BAED-49CA-87A0-DFCB220B3A28}"/>
              </a:ext>
            </a:extLst>
          </p:cNvPr>
          <p:cNvSpPr>
            <a:spLocks noGrp="1"/>
          </p:cNvSpPr>
          <p:nvPr>
            <p:ph type="body" sz="quarter" idx="28" hasCustomPrompt="1"/>
          </p:nvPr>
        </p:nvSpPr>
        <p:spPr>
          <a:xfrm>
            <a:off x="10437461" y="1917406"/>
            <a:ext cx="1017900" cy="1044000"/>
          </a:xfrm>
          <a:prstGeom prst="ellipse">
            <a:avLst/>
          </a:prstGeom>
          <a:solidFill>
            <a:schemeClr val="tx1"/>
          </a:solidFill>
          <a:ln w="72390">
            <a:solidFill>
              <a:schemeClr val="bg1"/>
            </a:solidFill>
          </a:ln>
        </p:spPr>
        <p:txBody>
          <a:bodyPr lIns="0" tIns="0" rIns="0" bIns="0" anchor="ctr" anchorCtr="0">
            <a:normAutofit/>
          </a:bodyPr>
          <a:lstStyle>
            <a:lvl1pPr marL="0" indent="0" algn="ctr">
              <a:buNone/>
              <a:defRPr lang="ru-RU" sz="2200" kern="1200" dirty="0">
                <a:solidFill>
                  <a:schemeClr val="bg1"/>
                </a:solidFill>
                <a:latin typeface="+mj-lt"/>
                <a:ea typeface="+mn-ea"/>
                <a:cs typeface="+mn-cs"/>
              </a:defRPr>
            </a:lvl1pPr>
          </a:lstStyle>
          <a:p>
            <a:pPr lvl="0"/>
            <a:r>
              <a:rPr lang="en-US" noProof="0"/>
              <a:t>20XX</a:t>
            </a:r>
          </a:p>
        </p:txBody>
      </p:sp>
      <p:sp>
        <p:nvSpPr>
          <p:cNvPr id="57" name="Text Placeholder 42">
            <a:extLst>
              <a:ext uri="{FF2B5EF4-FFF2-40B4-BE49-F238E27FC236}">
                <a16:creationId xmlns="" xmlns:a16="http://schemas.microsoft.com/office/drawing/2014/main" id="{D7526F27-FC58-40E7-A76A-47A27D23255B}"/>
              </a:ext>
            </a:extLst>
          </p:cNvPr>
          <p:cNvSpPr>
            <a:spLocks noGrp="1"/>
          </p:cNvSpPr>
          <p:nvPr>
            <p:ph type="body" sz="quarter" idx="20" hasCustomPrompt="1"/>
          </p:nvPr>
        </p:nvSpPr>
        <p:spPr>
          <a:xfrm>
            <a:off x="8236285" y="2914158"/>
            <a:ext cx="1017900" cy="1044000"/>
          </a:xfrm>
          <a:prstGeom prst="ellipse">
            <a:avLst/>
          </a:prstGeom>
          <a:solidFill>
            <a:schemeClr val="bg1"/>
          </a:solidFill>
          <a:ln w="72390">
            <a:solidFill>
              <a:schemeClr val="bg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Q1</a:t>
            </a:r>
          </a:p>
        </p:txBody>
      </p:sp>
      <p:sp>
        <p:nvSpPr>
          <p:cNvPr id="94" name="Text Placeholder 7">
            <a:extLst>
              <a:ext uri="{FF2B5EF4-FFF2-40B4-BE49-F238E27FC236}">
                <a16:creationId xmlns="" xmlns:a16="http://schemas.microsoft.com/office/drawing/2014/main" id="{0D030018-A573-45D1-B6EF-210F3CF92D5F}"/>
              </a:ext>
            </a:extLst>
          </p:cNvPr>
          <p:cNvSpPr>
            <a:spLocks noGrp="1"/>
          </p:cNvSpPr>
          <p:nvPr>
            <p:ph type="body" sz="quarter" idx="46" hasCustomPrompt="1"/>
          </p:nvPr>
        </p:nvSpPr>
        <p:spPr>
          <a:xfrm>
            <a:off x="7902542" y="4073394"/>
            <a:ext cx="1682976" cy="204276"/>
          </a:xfrm>
        </p:spPr>
        <p:txBody>
          <a:bodyPr lIns="0" tIns="0" rIns="0" bIns="0">
            <a:normAutofit/>
          </a:bodyPr>
          <a:lstStyle>
            <a:lvl1pPr marL="0" indent="0" algn="ctr">
              <a:buNone/>
              <a:defRPr sz="1500" b="0" i="0">
                <a:solidFill>
                  <a:srgbClr val="0C6D8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5" name="Text Placeholder 7">
            <a:extLst>
              <a:ext uri="{FF2B5EF4-FFF2-40B4-BE49-F238E27FC236}">
                <a16:creationId xmlns="" xmlns:a16="http://schemas.microsoft.com/office/drawing/2014/main" id="{91FC8372-90CA-42B7-A237-0BC81F2687CB}"/>
              </a:ext>
            </a:extLst>
          </p:cNvPr>
          <p:cNvSpPr>
            <a:spLocks noGrp="1"/>
          </p:cNvSpPr>
          <p:nvPr>
            <p:ph type="body" sz="quarter" idx="47" hasCustomPrompt="1"/>
          </p:nvPr>
        </p:nvSpPr>
        <p:spPr>
          <a:xfrm>
            <a:off x="7902541" y="4255846"/>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58" name="Text Placeholder 42">
            <a:extLst>
              <a:ext uri="{FF2B5EF4-FFF2-40B4-BE49-F238E27FC236}">
                <a16:creationId xmlns="" xmlns:a16="http://schemas.microsoft.com/office/drawing/2014/main" id="{242D0BB2-4F17-4A8D-87A7-FADA2CAEC6F5}"/>
              </a:ext>
            </a:extLst>
          </p:cNvPr>
          <p:cNvSpPr>
            <a:spLocks noGrp="1"/>
          </p:cNvSpPr>
          <p:nvPr>
            <p:ph type="body" sz="quarter" idx="21" hasCustomPrompt="1"/>
          </p:nvPr>
        </p:nvSpPr>
        <p:spPr>
          <a:xfrm>
            <a:off x="6925721" y="2914158"/>
            <a:ext cx="1017900" cy="1044000"/>
          </a:xfrm>
          <a:prstGeom prst="ellipse">
            <a:avLst/>
          </a:prstGeom>
          <a:solidFill>
            <a:schemeClr val="bg1"/>
          </a:solidFill>
          <a:ln w="72390">
            <a:solidFill>
              <a:schemeClr val="bg2">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Q2</a:t>
            </a:r>
          </a:p>
        </p:txBody>
      </p:sp>
      <p:sp>
        <p:nvSpPr>
          <p:cNvPr id="90" name="Text Placeholder 7">
            <a:extLst>
              <a:ext uri="{FF2B5EF4-FFF2-40B4-BE49-F238E27FC236}">
                <a16:creationId xmlns="" xmlns:a16="http://schemas.microsoft.com/office/drawing/2014/main" id="{7F7CC596-D7AD-4DCE-B864-BB1A6A7C8B15}"/>
              </a:ext>
            </a:extLst>
          </p:cNvPr>
          <p:cNvSpPr>
            <a:spLocks noGrp="1"/>
          </p:cNvSpPr>
          <p:nvPr>
            <p:ph type="body" sz="quarter" idx="42" hasCustomPrompt="1"/>
          </p:nvPr>
        </p:nvSpPr>
        <p:spPr>
          <a:xfrm>
            <a:off x="6586507" y="2505648"/>
            <a:ext cx="1682976" cy="204276"/>
          </a:xfrm>
        </p:spPr>
        <p:txBody>
          <a:bodyPr lIns="0" tIns="0" rIns="0" bIns="0">
            <a:normAutofit/>
          </a:bodyPr>
          <a:lstStyle>
            <a:lvl1pPr marL="0" indent="0" algn="ctr">
              <a:buNone/>
              <a:defRPr sz="1500" b="0" i="0">
                <a:solidFill>
                  <a:srgbClr val="403474"/>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1" name="Text Placeholder 7">
            <a:extLst>
              <a:ext uri="{FF2B5EF4-FFF2-40B4-BE49-F238E27FC236}">
                <a16:creationId xmlns="" xmlns:a16="http://schemas.microsoft.com/office/drawing/2014/main" id="{28E66912-ACE9-4007-9A2B-050DC9408A24}"/>
              </a:ext>
            </a:extLst>
          </p:cNvPr>
          <p:cNvSpPr>
            <a:spLocks noGrp="1"/>
          </p:cNvSpPr>
          <p:nvPr>
            <p:ph type="body" sz="quarter" idx="43" hasCustomPrompt="1"/>
          </p:nvPr>
        </p:nvSpPr>
        <p:spPr>
          <a:xfrm>
            <a:off x="6586505" y="2688100"/>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59" name="Text Placeholder 42">
            <a:extLst>
              <a:ext uri="{FF2B5EF4-FFF2-40B4-BE49-F238E27FC236}">
                <a16:creationId xmlns="" xmlns:a16="http://schemas.microsoft.com/office/drawing/2014/main" id="{CC1EC2BE-5D73-4D49-B2F2-4DA2785D6EAD}"/>
              </a:ext>
            </a:extLst>
          </p:cNvPr>
          <p:cNvSpPr>
            <a:spLocks noGrp="1"/>
          </p:cNvSpPr>
          <p:nvPr>
            <p:ph type="body" sz="quarter" idx="22" hasCustomPrompt="1"/>
          </p:nvPr>
        </p:nvSpPr>
        <p:spPr>
          <a:xfrm>
            <a:off x="5615158" y="2914158"/>
            <a:ext cx="1017900" cy="1044000"/>
          </a:xfrm>
          <a:prstGeom prst="ellipse">
            <a:avLst/>
          </a:prstGeom>
          <a:solidFill>
            <a:schemeClr val="bg1"/>
          </a:solidFill>
          <a:ln w="72390">
            <a:solidFill>
              <a:schemeClr val="accent1">
                <a:lumMod val="75000"/>
              </a:schemeClr>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Q3</a:t>
            </a:r>
          </a:p>
        </p:txBody>
      </p:sp>
      <p:sp>
        <p:nvSpPr>
          <p:cNvPr id="92" name="Text Placeholder 7">
            <a:extLst>
              <a:ext uri="{FF2B5EF4-FFF2-40B4-BE49-F238E27FC236}">
                <a16:creationId xmlns="" xmlns:a16="http://schemas.microsoft.com/office/drawing/2014/main" id="{441FE3C4-7737-4EB6-9280-FAD8852FB4B8}"/>
              </a:ext>
            </a:extLst>
          </p:cNvPr>
          <p:cNvSpPr>
            <a:spLocks noGrp="1"/>
          </p:cNvSpPr>
          <p:nvPr>
            <p:ph type="body" sz="quarter" idx="44" hasCustomPrompt="1"/>
          </p:nvPr>
        </p:nvSpPr>
        <p:spPr>
          <a:xfrm>
            <a:off x="5285455" y="4073394"/>
            <a:ext cx="1682976" cy="204276"/>
          </a:xfrm>
        </p:spPr>
        <p:txBody>
          <a:bodyPr lIns="0" tIns="0" rIns="0" bIns="0">
            <a:normAutofit/>
          </a:bodyPr>
          <a:lstStyle>
            <a:lvl1pPr marL="0" indent="0" algn="ctr">
              <a:buNone/>
              <a:defRPr sz="1500" b="0" i="0">
                <a:solidFill>
                  <a:srgbClr val="571B6D"/>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3" name="Text Placeholder 7">
            <a:extLst>
              <a:ext uri="{FF2B5EF4-FFF2-40B4-BE49-F238E27FC236}">
                <a16:creationId xmlns="" xmlns:a16="http://schemas.microsoft.com/office/drawing/2014/main" id="{70EF49EC-F8D8-463F-B786-F2C04C33AEE7}"/>
              </a:ext>
            </a:extLst>
          </p:cNvPr>
          <p:cNvSpPr>
            <a:spLocks noGrp="1"/>
          </p:cNvSpPr>
          <p:nvPr>
            <p:ph type="body" sz="quarter" idx="45" hasCustomPrompt="1"/>
          </p:nvPr>
        </p:nvSpPr>
        <p:spPr>
          <a:xfrm>
            <a:off x="5285454" y="4255846"/>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56" name="Text Placeholder 42">
            <a:extLst>
              <a:ext uri="{FF2B5EF4-FFF2-40B4-BE49-F238E27FC236}">
                <a16:creationId xmlns="" xmlns:a16="http://schemas.microsoft.com/office/drawing/2014/main" id="{997AC0B1-99FC-455E-A896-3C370BB38C53}"/>
              </a:ext>
            </a:extLst>
          </p:cNvPr>
          <p:cNvSpPr>
            <a:spLocks noGrp="1"/>
          </p:cNvSpPr>
          <p:nvPr>
            <p:ph type="body" sz="quarter" idx="19" hasCustomPrompt="1"/>
          </p:nvPr>
        </p:nvSpPr>
        <p:spPr>
          <a:xfrm>
            <a:off x="4304594" y="2914158"/>
            <a:ext cx="1017900" cy="1044000"/>
          </a:xfrm>
          <a:prstGeom prst="ellipse">
            <a:avLst/>
          </a:prstGeom>
          <a:solidFill>
            <a:schemeClr val="bg1"/>
          </a:solidFill>
          <a:ln w="72390">
            <a:solidFill>
              <a:schemeClr val="tx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Q4</a:t>
            </a:r>
          </a:p>
        </p:txBody>
      </p:sp>
      <p:sp>
        <p:nvSpPr>
          <p:cNvPr id="88" name="Text Placeholder 7">
            <a:extLst>
              <a:ext uri="{FF2B5EF4-FFF2-40B4-BE49-F238E27FC236}">
                <a16:creationId xmlns="" xmlns:a16="http://schemas.microsoft.com/office/drawing/2014/main" id="{D66EAED5-741C-44D6-840F-C90C1AF74A23}"/>
              </a:ext>
            </a:extLst>
          </p:cNvPr>
          <p:cNvSpPr>
            <a:spLocks noGrp="1"/>
          </p:cNvSpPr>
          <p:nvPr>
            <p:ph type="body" sz="quarter" idx="40" hasCustomPrompt="1"/>
          </p:nvPr>
        </p:nvSpPr>
        <p:spPr>
          <a:xfrm>
            <a:off x="3969419" y="2505648"/>
            <a:ext cx="1682976" cy="204276"/>
          </a:xfrm>
        </p:spPr>
        <p:txBody>
          <a:bodyPr lIns="0" tIns="0" rIns="0" bIns="0">
            <a:normAutofit/>
          </a:bodyPr>
          <a:lstStyle>
            <a:lvl1pPr marL="0" indent="0" algn="ctr">
              <a:buNone/>
              <a:defRPr sz="1500" b="0" i="0">
                <a:solidFill>
                  <a:srgbClr val="6F0066"/>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89" name="Text Placeholder 7">
            <a:extLst>
              <a:ext uri="{FF2B5EF4-FFF2-40B4-BE49-F238E27FC236}">
                <a16:creationId xmlns="" xmlns:a16="http://schemas.microsoft.com/office/drawing/2014/main" id="{7887B0FE-2AB8-455F-8EC7-C8F31FEA27CC}"/>
              </a:ext>
            </a:extLst>
          </p:cNvPr>
          <p:cNvSpPr>
            <a:spLocks noGrp="1"/>
          </p:cNvSpPr>
          <p:nvPr>
            <p:ph type="body" sz="quarter" idx="41" hasCustomPrompt="1"/>
          </p:nvPr>
        </p:nvSpPr>
        <p:spPr>
          <a:xfrm>
            <a:off x="3969418" y="2688100"/>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75" name="Text Placeholder 42">
            <a:extLst>
              <a:ext uri="{FF2B5EF4-FFF2-40B4-BE49-F238E27FC236}">
                <a16:creationId xmlns="" xmlns:a16="http://schemas.microsoft.com/office/drawing/2014/main" id="{6F1AC56E-6618-4728-A6EA-8B021EB6BCFB}"/>
              </a:ext>
            </a:extLst>
          </p:cNvPr>
          <p:cNvSpPr>
            <a:spLocks noGrp="1"/>
          </p:cNvSpPr>
          <p:nvPr>
            <p:ph type="body" sz="quarter" idx="29" hasCustomPrompt="1"/>
          </p:nvPr>
        </p:nvSpPr>
        <p:spPr>
          <a:xfrm>
            <a:off x="2133390" y="3979528"/>
            <a:ext cx="1017900" cy="1044000"/>
          </a:xfrm>
          <a:prstGeom prst="ellipse">
            <a:avLst/>
          </a:prstGeom>
          <a:solidFill>
            <a:schemeClr val="tx2"/>
          </a:solidFill>
          <a:ln w="72390">
            <a:solidFill>
              <a:schemeClr val="bg1"/>
            </a:solidFill>
          </a:ln>
        </p:spPr>
        <p:txBody>
          <a:bodyPr lIns="0" tIns="0" rIns="0" bIns="0" anchor="ctr" anchorCtr="0">
            <a:normAutofit/>
          </a:bodyPr>
          <a:lstStyle>
            <a:lvl1pPr marL="0" indent="0" algn="ctr">
              <a:buNone/>
              <a:defRPr lang="ru-RU" sz="2200" kern="1200" dirty="0">
                <a:solidFill>
                  <a:schemeClr val="bg1"/>
                </a:solidFill>
                <a:latin typeface="+mj-lt"/>
                <a:ea typeface="+mn-ea"/>
                <a:cs typeface="+mn-cs"/>
              </a:defRPr>
            </a:lvl1pPr>
          </a:lstStyle>
          <a:p>
            <a:pPr lvl="0"/>
            <a:r>
              <a:rPr lang="en-US" noProof="0"/>
              <a:t>20XX</a:t>
            </a:r>
          </a:p>
        </p:txBody>
      </p:sp>
      <p:sp>
        <p:nvSpPr>
          <p:cNvPr id="60" name="Text Placeholder 42">
            <a:extLst>
              <a:ext uri="{FF2B5EF4-FFF2-40B4-BE49-F238E27FC236}">
                <a16:creationId xmlns="" xmlns:a16="http://schemas.microsoft.com/office/drawing/2014/main" id="{DB4C9C65-90B1-4A40-BB7B-DE799076D1B1}"/>
              </a:ext>
            </a:extLst>
          </p:cNvPr>
          <p:cNvSpPr>
            <a:spLocks noGrp="1"/>
          </p:cNvSpPr>
          <p:nvPr>
            <p:ph type="body" sz="quarter" idx="23" hasCustomPrompt="1"/>
          </p:nvPr>
        </p:nvSpPr>
        <p:spPr>
          <a:xfrm>
            <a:off x="4304594" y="4970360"/>
            <a:ext cx="1017900" cy="1044000"/>
          </a:xfrm>
          <a:prstGeom prst="ellipse">
            <a:avLst/>
          </a:prstGeom>
          <a:solidFill>
            <a:schemeClr val="bg1"/>
          </a:solidFill>
          <a:ln w="72390">
            <a:solidFill>
              <a:schemeClr val="tx2"/>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Q1</a:t>
            </a:r>
          </a:p>
        </p:txBody>
      </p:sp>
      <p:sp>
        <p:nvSpPr>
          <p:cNvPr id="96" name="Text Placeholder 7">
            <a:extLst>
              <a:ext uri="{FF2B5EF4-FFF2-40B4-BE49-F238E27FC236}">
                <a16:creationId xmlns="" xmlns:a16="http://schemas.microsoft.com/office/drawing/2014/main" id="{E9ED50CB-058A-4C6B-A8E2-0536EC0E40DA}"/>
              </a:ext>
            </a:extLst>
          </p:cNvPr>
          <p:cNvSpPr>
            <a:spLocks noGrp="1"/>
          </p:cNvSpPr>
          <p:nvPr>
            <p:ph type="body" sz="quarter" idx="48" hasCustomPrompt="1"/>
          </p:nvPr>
        </p:nvSpPr>
        <p:spPr>
          <a:xfrm>
            <a:off x="3973767" y="4567759"/>
            <a:ext cx="1682976" cy="204276"/>
          </a:xfrm>
        </p:spPr>
        <p:txBody>
          <a:bodyPr lIns="0" tIns="0" rIns="0" bIns="0">
            <a:normAutofit/>
          </a:bodyPr>
          <a:lstStyle>
            <a:lvl1pPr marL="0" indent="0" algn="ctr">
              <a:buNone/>
              <a:defRPr sz="1500" b="0" i="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7" name="Text Placeholder 7">
            <a:extLst>
              <a:ext uri="{FF2B5EF4-FFF2-40B4-BE49-F238E27FC236}">
                <a16:creationId xmlns="" xmlns:a16="http://schemas.microsoft.com/office/drawing/2014/main" id="{04D14365-5F59-4F4F-B237-26A11A2DDDD1}"/>
              </a:ext>
            </a:extLst>
          </p:cNvPr>
          <p:cNvSpPr>
            <a:spLocks noGrp="1"/>
          </p:cNvSpPr>
          <p:nvPr>
            <p:ph type="body" sz="quarter" idx="49" hasCustomPrompt="1"/>
          </p:nvPr>
        </p:nvSpPr>
        <p:spPr>
          <a:xfrm>
            <a:off x="3973765" y="4750211"/>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63" name="Text Placeholder 42">
            <a:extLst>
              <a:ext uri="{FF2B5EF4-FFF2-40B4-BE49-F238E27FC236}">
                <a16:creationId xmlns="" xmlns:a16="http://schemas.microsoft.com/office/drawing/2014/main" id="{CFA7DBCF-F797-4B29-8C96-7AC1602BBC81}"/>
              </a:ext>
            </a:extLst>
          </p:cNvPr>
          <p:cNvSpPr>
            <a:spLocks noGrp="1"/>
          </p:cNvSpPr>
          <p:nvPr>
            <p:ph type="body" sz="quarter" idx="26" hasCustomPrompt="1"/>
          </p:nvPr>
        </p:nvSpPr>
        <p:spPr>
          <a:xfrm>
            <a:off x="5615158" y="4970360"/>
            <a:ext cx="1017900" cy="1044000"/>
          </a:xfrm>
          <a:prstGeom prst="ellipse">
            <a:avLst/>
          </a:prstGeom>
          <a:solidFill>
            <a:schemeClr val="bg1"/>
          </a:solidFill>
          <a:ln w="72390">
            <a:solidFill>
              <a:schemeClr val="accent3"/>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Q2</a:t>
            </a:r>
          </a:p>
        </p:txBody>
      </p:sp>
      <p:sp>
        <p:nvSpPr>
          <p:cNvPr id="100" name="Text Placeholder 7">
            <a:extLst>
              <a:ext uri="{FF2B5EF4-FFF2-40B4-BE49-F238E27FC236}">
                <a16:creationId xmlns="" xmlns:a16="http://schemas.microsoft.com/office/drawing/2014/main" id="{07524528-CBB1-40C1-A6F2-855A4D99478D}"/>
              </a:ext>
            </a:extLst>
          </p:cNvPr>
          <p:cNvSpPr>
            <a:spLocks noGrp="1"/>
          </p:cNvSpPr>
          <p:nvPr>
            <p:ph type="body" sz="quarter" idx="52" hasCustomPrompt="1"/>
          </p:nvPr>
        </p:nvSpPr>
        <p:spPr>
          <a:xfrm>
            <a:off x="5287878" y="6121335"/>
            <a:ext cx="1682976" cy="204276"/>
          </a:xfrm>
        </p:spPr>
        <p:txBody>
          <a:bodyPr lIns="0" tIns="0" rIns="0" bIns="0">
            <a:normAutofit/>
          </a:bodyPr>
          <a:lstStyle>
            <a:lvl1pPr marL="0" indent="0" algn="ctr">
              <a:buNone/>
              <a:defRPr sz="1500" b="0" i="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101" name="Text Placeholder 7">
            <a:extLst>
              <a:ext uri="{FF2B5EF4-FFF2-40B4-BE49-F238E27FC236}">
                <a16:creationId xmlns="" xmlns:a16="http://schemas.microsoft.com/office/drawing/2014/main" id="{41F799BD-659E-472B-98A7-7C06C2F7458C}"/>
              </a:ext>
            </a:extLst>
          </p:cNvPr>
          <p:cNvSpPr>
            <a:spLocks noGrp="1"/>
          </p:cNvSpPr>
          <p:nvPr>
            <p:ph type="body" sz="quarter" idx="53" hasCustomPrompt="1"/>
          </p:nvPr>
        </p:nvSpPr>
        <p:spPr>
          <a:xfrm>
            <a:off x="5287878" y="6303787"/>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62" name="Text Placeholder 42">
            <a:extLst>
              <a:ext uri="{FF2B5EF4-FFF2-40B4-BE49-F238E27FC236}">
                <a16:creationId xmlns="" xmlns:a16="http://schemas.microsoft.com/office/drawing/2014/main" id="{113ADCA9-C0A6-4FAB-A09E-4DECBD41D738}"/>
              </a:ext>
            </a:extLst>
          </p:cNvPr>
          <p:cNvSpPr>
            <a:spLocks noGrp="1"/>
          </p:cNvSpPr>
          <p:nvPr>
            <p:ph type="body" sz="quarter" idx="25" hasCustomPrompt="1"/>
          </p:nvPr>
        </p:nvSpPr>
        <p:spPr>
          <a:xfrm>
            <a:off x="6925721" y="4970360"/>
            <a:ext cx="1017900" cy="1044000"/>
          </a:xfrm>
          <a:prstGeom prst="ellipse">
            <a:avLst/>
          </a:prstGeom>
          <a:solidFill>
            <a:schemeClr val="bg1"/>
          </a:solidFill>
          <a:ln w="72390">
            <a:solidFill>
              <a:schemeClr val="accent4"/>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Q3</a:t>
            </a:r>
          </a:p>
        </p:txBody>
      </p:sp>
      <p:sp>
        <p:nvSpPr>
          <p:cNvPr id="98" name="Text Placeholder 7">
            <a:extLst>
              <a:ext uri="{FF2B5EF4-FFF2-40B4-BE49-F238E27FC236}">
                <a16:creationId xmlns="" xmlns:a16="http://schemas.microsoft.com/office/drawing/2014/main" id="{3EC66011-3B65-49CC-8886-E2CCFBFFABD7}"/>
              </a:ext>
            </a:extLst>
          </p:cNvPr>
          <p:cNvSpPr>
            <a:spLocks noGrp="1"/>
          </p:cNvSpPr>
          <p:nvPr>
            <p:ph type="body" sz="quarter" idx="50" hasCustomPrompt="1"/>
          </p:nvPr>
        </p:nvSpPr>
        <p:spPr>
          <a:xfrm>
            <a:off x="6590854" y="4567759"/>
            <a:ext cx="1682976" cy="204276"/>
          </a:xfrm>
        </p:spPr>
        <p:txBody>
          <a:bodyPr lIns="0" tIns="0" rIns="0" bIns="0">
            <a:normAutofit/>
          </a:bodyPr>
          <a:lstStyle>
            <a:lvl1pPr marL="0" indent="0" algn="ctr">
              <a:buNone/>
              <a:defRPr sz="1500" b="0" i="0">
                <a:solidFill>
                  <a:srgbClr val="E8611D"/>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99" name="Text Placeholder 7">
            <a:extLst>
              <a:ext uri="{FF2B5EF4-FFF2-40B4-BE49-F238E27FC236}">
                <a16:creationId xmlns="" xmlns:a16="http://schemas.microsoft.com/office/drawing/2014/main" id="{3B2B5959-E5CC-42A7-B797-463098BE6290}"/>
              </a:ext>
            </a:extLst>
          </p:cNvPr>
          <p:cNvSpPr>
            <a:spLocks noGrp="1"/>
          </p:cNvSpPr>
          <p:nvPr>
            <p:ph type="body" sz="quarter" idx="51" hasCustomPrompt="1"/>
          </p:nvPr>
        </p:nvSpPr>
        <p:spPr>
          <a:xfrm>
            <a:off x="6590853" y="4750211"/>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61" name="Text Placeholder 42">
            <a:extLst>
              <a:ext uri="{FF2B5EF4-FFF2-40B4-BE49-F238E27FC236}">
                <a16:creationId xmlns="" xmlns:a16="http://schemas.microsoft.com/office/drawing/2014/main" id="{91E8A179-36A3-4D0A-96E7-689F93F9B8F2}"/>
              </a:ext>
            </a:extLst>
          </p:cNvPr>
          <p:cNvSpPr>
            <a:spLocks noGrp="1"/>
          </p:cNvSpPr>
          <p:nvPr>
            <p:ph type="body" sz="quarter" idx="24" hasCustomPrompt="1"/>
          </p:nvPr>
        </p:nvSpPr>
        <p:spPr>
          <a:xfrm>
            <a:off x="8236285" y="4970360"/>
            <a:ext cx="1017900" cy="1044000"/>
          </a:xfrm>
          <a:prstGeom prst="ellipse">
            <a:avLst/>
          </a:prstGeom>
          <a:solidFill>
            <a:schemeClr val="bg1"/>
          </a:solidFill>
          <a:ln w="72390">
            <a:solidFill>
              <a:schemeClr val="accent5"/>
            </a:solidFill>
          </a:ln>
        </p:spPr>
        <p:txBody>
          <a:bodyPr lIns="0" tIns="0" rIns="0" bIns="0" anchor="ctr" anchorCtr="0">
            <a:normAutofit/>
          </a:bodyPr>
          <a:lstStyle>
            <a:lvl1pPr marL="0" indent="0" algn="ctr">
              <a:buNone/>
              <a:defRPr sz="3000">
                <a:solidFill>
                  <a:srgbClr val="454D55"/>
                </a:solidFill>
                <a:latin typeface="+mj-lt"/>
              </a:defRPr>
            </a:lvl1pPr>
          </a:lstStyle>
          <a:p>
            <a:pPr lvl="0"/>
            <a:r>
              <a:rPr lang="en-US" noProof="0"/>
              <a:t>Q4</a:t>
            </a:r>
          </a:p>
        </p:txBody>
      </p:sp>
      <p:sp>
        <p:nvSpPr>
          <p:cNvPr id="102" name="Text Placeholder 7">
            <a:extLst>
              <a:ext uri="{FF2B5EF4-FFF2-40B4-BE49-F238E27FC236}">
                <a16:creationId xmlns="" xmlns:a16="http://schemas.microsoft.com/office/drawing/2014/main" id="{9FDC66A0-D1C5-4C83-BBEE-D079881FADA3}"/>
              </a:ext>
            </a:extLst>
          </p:cNvPr>
          <p:cNvSpPr>
            <a:spLocks noGrp="1"/>
          </p:cNvSpPr>
          <p:nvPr>
            <p:ph type="body" sz="quarter" idx="54" hasCustomPrompt="1"/>
          </p:nvPr>
        </p:nvSpPr>
        <p:spPr>
          <a:xfrm>
            <a:off x="7904965" y="6121335"/>
            <a:ext cx="1682976" cy="204276"/>
          </a:xfrm>
        </p:spPr>
        <p:txBody>
          <a:bodyPr lIns="0" tIns="0" rIns="0" bIns="0">
            <a:normAutofit/>
          </a:bodyPr>
          <a:lstStyle>
            <a:lvl1pPr marL="0" indent="0" algn="ctr">
              <a:buNone/>
              <a:defRPr sz="1500" b="0" i="0">
                <a:solidFill>
                  <a:schemeClr val="accent5"/>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TITLE</a:t>
            </a:r>
          </a:p>
        </p:txBody>
      </p:sp>
      <p:sp>
        <p:nvSpPr>
          <p:cNvPr id="103" name="Text Placeholder 7">
            <a:extLst>
              <a:ext uri="{FF2B5EF4-FFF2-40B4-BE49-F238E27FC236}">
                <a16:creationId xmlns="" xmlns:a16="http://schemas.microsoft.com/office/drawing/2014/main" id="{E4E5E736-BFFC-4245-916F-586110128844}"/>
              </a:ext>
            </a:extLst>
          </p:cNvPr>
          <p:cNvSpPr>
            <a:spLocks noGrp="1"/>
          </p:cNvSpPr>
          <p:nvPr>
            <p:ph type="body" sz="quarter" idx="55" hasCustomPrompt="1"/>
          </p:nvPr>
        </p:nvSpPr>
        <p:spPr>
          <a:xfrm>
            <a:off x="7904965" y="6303787"/>
            <a:ext cx="1682976" cy="176047"/>
          </a:xfrm>
        </p:spPr>
        <p:txBody>
          <a:bodyPr lIns="0" tIns="0" rIns="0" bIns="0">
            <a:normAutofit/>
          </a:bodyPr>
          <a:lstStyle>
            <a:lvl1pPr marL="0" indent="0" algn="ctr">
              <a:buNone/>
              <a:defRPr sz="1000" b="0" i="1">
                <a:solidFill>
                  <a:srgbClr val="454D5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Milestone description</a:t>
            </a:r>
          </a:p>
        </p:txBody>
      </p:sp>
      <p:sp>
        <p:nvSpPr>
          <p:cNvPr id="110" name="Text Placeholder 42">
            <a:extLst>
              <a:ext uri="{FF2B5EF4-FFF2-40B4-BE49-F238E27FC236}">
                <a16:creationId xmlns="" xmlns:a16="http://schemas.microsoft.com/office/drawing/2014/main" id="{74922A2C-30D3-4ED0-8443-C57494EB4287}"/>
              </a:ext>
            </a:extLst>
          </p:cNvPr>
          <p:cNvSpPr>
            <a:spLocks noGrp="1"/>
          </p:cNvSpPr>
          <p:nvPr>
            <p:ph type="body" sz="quarter" idx="58" hasCustomPrompt="1"/>
          </p:nvPr>
        </p:nvSpPr>
        <p:spPr>
          <a:xfrm>
            <a:off x="10036096" y="4973439"/>
            <a:ext cx="1017900" cy="1044000"/>
          </a:xfrm>
          <a:prstGeom prst="ellipse">
            <a:avLst/>
          </a:prstGeom>
          <a:solidFill>
            <a:schemeClr val="accent5"/>
          </a:solidFill>
          <a:ln w="72390">
            <a:solidFill>
              <a:schemeClr val="bg1"/>
            </a:solidFill>
          </a:ln>
        </p:spPr>
        <p:txBody>
          <a:bodyPr lIns="0" tIns="0" rIns="0" bIns="0" anchor="ctr" anchorCtr="0">
            <a:normAutofit/>
          </a:bodyPr>
          <a:lstStyle>
            <a:lvl1pPr marL="0" indent="0" algn="ctr">
              <a:buNone/>
              <a:defRPr lang="ru-RU" sz="2200" kern="1200" dirty="0">
                <a:solidFill>
                  <a:srgbClr val="454D55"/>
                </a:solidFill>
                <a:latin typeface="+mj-lt"/>
                <a:ea typeface="+mn-ea"/>
                <a:cs typeface="+mn-cs"/>
              </a:defRPr>
            </a:lvl1pPr>
          </a:lstStyle>
          <a:p>
            <a:pPr lvl="0"/>
            <a:r>
              <a:rPr lang="en-US" noProof="0"/>
              <a:t>20XX</a:t>
            </a:r>
          </a:p>
        </p:txBody>
      </p:sp>
      <p:sp>
        <p:nvSpPr>
          <p:cNvPr id="4" name="Date Placeholder 3">
            <a:extLst>
              <a:ext uri="{FF2B5EF4-FFF2-40B4-BE49-F238E27FC236}">
                <a16:creationId xmlns="" xmlns:a16="http://schemas.microsoft.com/office/drawing/2014/main" id="{7C0373A1-F9A6-4E7C-A04F-22454F3A60CF}"/>
              </a:ext>
            </a:extLst>
          </p:cNvPr>
          <p:cNvSpPr>
            <a:spLocks noGrp="1"/>
          </p:cNvSpPr>
          <p:nvPr>
            <p:ph type="dt" sz="half" idx="10"/>
          </p:nvPr>
        </p:nvSpPr>
        <p:spPr>
          <a:xfrm>
            <a:off x="8780741" y="550858"/>
            <a:ext cx="2674620" cy="176716"/>
          </a:xfrm>
          <a:prstGeom prst="rect">
            <a:avLst/>
          </a:prstGeom>
        </p:spPr>
        <p:txBody>
          <a:bodyPr/>
          <a:lstStyle/>
          <a:p>
            <a:fld id="{1D8BD707-D9CF-40AE-B4C6-C98DA3205C09}" type="datetimeFigureOut">
              <a:rPr lang="en-US" smtClean="0"/>
              <a:pPr/>
              <a:t>01-Jul-20</a:t>
            </a:fld>
            <a:endParaRPr lang="en-US"/>
          </a:p>
        </p:txBody>
      </p:sp>
      <p:sp>
        <p:nvSpPr>
          <p:cNvPr id="65" name="Rectangle 64">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67" name="Slide Number Placeholder 5">
            <a:extLst>
              <a:ext uri="{FF2B5EF4-FFF2-40B4-BE49-F238E27FC236}">
                <a16:creationId xmlns="" xmlns:a16="http://schemas.microsoft.com/office/drawing/2014/main" id="{996B64B9-1DF0-4EE9-BAB5-72AFA94B9AFD}"/>
              </a:ext>
            </a:extLst>
          </p:cNvPr>
          <p:cNvSpPr txBox="1">
            <a:spLocks/>
          </p:cNvSpPr>
          <p:nvPr/>
        </p:nvSpPr>
        <p:spPr>
          <a:xfrm>
            <a:off x="11079604" y="6455741"/>
            <a:ext cx="287099" cy="187367"/>
          </a:xfrm>
          <a:prstGeom prst="rect">
            <a:avLst/>
          </a:prstGeom>
        </p:spPr>
        <p:txBody>
          <a:bodyPr vert="horz" lIns="0" tIns="0" rIns="0" bIns="0" rtlCol="0" anchor="ctr"/>
          <a:lstStyle>
            <a:defPPr>
              <a:defRPr lang="en-US"/>
            </a:defPPr>
            <a:lvl1pPr marL="0" algn="ctr"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C71654-96A5-4280-94F3-931C61A9F92C}" type="slidenum">
              <a:rPr lang="en-US" smtClean="0"/>
              <a:pPr/>
              <a:t>‹#›</a:t>
            </a:fld>
            <a:endParaRPr lang="en-US" dirty="0"/>
          </a:p>
        </p:txBody>
      </p:sp>
      <p:sp>
        <p:nvSpPr>
          <p:cNvPr id="68" name="Title 1">
            <a:extLst>
              <a:ext uri="{FF2B5EF4-FFF2-40B4-BE49-F238E27FC236}">
                <a16:creationId xmlns="" xmlns:a16="http://schemas.microsoft.com/office/drawing/2014/main" id="{32970CD0-696D-4313-96BA-4AA72C813BD0}"/>
              </a:ext>
            </a:extLst>
          </p:cNvPr>
          <p:cNvSpPr>
            <a:spLocks noGrp="1"/>
          </p:cNvSpPr>
          <p:nvPr>
            <p:ph type="title" hasCustomPrompt="1"/>
          </p:nvPr>
        </p:nvSpPr>
        <p:spPr>
          <a:xfrm>
            <a:off x="503040" y="246621"/>
            <a:ext cx="10871835" cy="920336"/>
          </a:xfrm>
        </p:spPr>
        <p:txBody>
          <a:bodyPr lIns="0" tIns="0" rIns="0" bIns="0" anchor="b">
            <a:noAutofit/>
          </a:bodyPr>
          <a:lstStyle>
            <a:lvl1pPr algn="l">
              <a:defRPr sz="3200" b="1" cap="all" baseline="0"/>
            </a:lvl1pPr>
          </a:lstStyle>
          <a:p>
            <a:r>
              <a:rPr lang="en-US" noProof="0" dirty="0"/>
              <a:t>Agenda</a:t>
            </a:r>
          </a:p>
        </p:txBody>
      </p:sp>
      <p:pic>
        <p:nvPicPr>
          <p:cNvPr id="70"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66" name="Rectangle 65">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69" name="Oval 68">
            <a:extLst>
              <a:ext uri="{FF2B5EF4-FFF2-40B4-BE49-F238E27FC236}">
                <a16:creationId xmlns="" xmlns:a16="http://schemas.microsoft.com/office/drawing/2014/main" id="{EF515B4A-CB20-4847-8E00-0DD66F1FEBB4}"/>
              </a:ext>
            </a:extLst>
          </p:cNvPr>
          <p:cNvSpPr/>
          <p:nvPr/>
        </p:nvSpPr>
        <p:spPr>
          <a:xfrm>
            <a:off x="11235968" y="65617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1"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228194" y="66081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42738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le and Content 03">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12E4E194-63F1-4D43-AC02-75733DF045E9}"/>
              </a:ext>
            </a:extLst>
          </p:cNvPr>
          <p:cNvSpPr/>
          <p:nvPr/>
        </p:nvSpPr>
        <p:spPr>
          <a:xfrm>
            <a:off x="3891202" y="1630019"/>
            <a:ext cx="7996000" cy="437321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 xmlns:a16="http://schemas.microsoft.com/office/drawing/2014/main" id="{3755C1FB-E61C-4BBC-8179-D34908DEA1B6}"/>
              </a:ext>
            </a:extLst>
          </p:cNvPr>
          <p:cNvSpPr/>
          <p:nvPr/>
        </p:nvSpPr>
        <p:spPr>
          <a:xfrm>
            <a:off x="1" y="1630019"/>
            <a:ext cx="3786723"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32970CD0-696D-4313-96BA-4AA72C813BD0}"/>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3" name="Content Placeholder 2">
            <a:extLst>
              <a:ext uri="{FF2B5EF4-FFF2-40B4-BE49-F238E27FC236}">
                <a16:creationId xmlns="" xmlns:a16="http://schemas.microsoft.com/office/drawing/2014/main" id="{0FEE9886-36F0-4E06-A3A6-D8F00B0665A1}"/>
              </a:ext>
            </a:extLst>
          </p:cNvPr>
          <p:cNvSpPr>
            <a:spLocks noGrp="1"/>
          </p:cNvSpPr>
          <p:nvPr>
            <p:ph idx="1" hasCustomPrompt="1"/>
          </p:nvPr>
        </p:nvSpPr>
        <p:spPr>
          <a:xfrm>
            <a:off x="213648" y="2371726"/>
            <a:ext cx="3359428" cy="3457574"/>
          </a:xfrm>
        </p:spPr>
        <p:txBody>
          <a:bodyPr lIns="0" tIns="0" rIns="0" bIns="0">
            <a:normAutofit/>
          </a:bodyPr>
          <a:lstStyle>
            <a:lvl1pPr marL="457200" marR="0" indent="-457200" algn="l" defTabSz="914400" rtl="0" eaLnBrk="1" fontAlgn="auto" latinLnBrk="0" hangingPunct="1">
              <a:lnSpc>
                <a:spcPct val="90000"/>
              </a:lnSpc>
              <a:spcBef>
                <a:spcPts val="1000"/>
              </a:spcBef>
              <a:spcAft>
                <a:spcPts val="0"/>
              </a:spcAft>
              <a:buClr>
                <a:schemeClr val="accent3">
                  <a:lumMod val="75000"/>
                  <a:lumOff val="25000"/>
                </a:schemeClr>
              </a:buClr>
              <a:buSzTx/>
              <a:buFont typeface="Wingdings" panose="05000000000000000000" pitchFamily="2" charset="2"/>
              <a:buChar char="§"/>
              <a:tabLst/>
              <a:defRPr lang="en-US" sz="3200" kern="1200" noProof="0" dirty="0" smtClean="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marL="0" lvl="0" indent="0" algn="ctr" defTabSz="914400" rtl="0" eaLnBrk="1" latinLnBrk="0" hangingPunct="1">
              <a:lnSpc>
                <a:spcPct val="90000"/>
              </a:lnSpc>
              <a:spcBef>
                <a:spcPts val="1000"/>
              </a:spcBef>
              <a:buFont typeface="Arial" panose="020B0604020202020204" pitchFamily="34" charset="0"/>
              <a:buNone/>
            </a:pPr>
            <a:r>
              <a:rPr lang="en-US" noProof="0" dirty="0"/>
              <a:t>Edit Master text styles</a:t>
            </a:r>
          </a:p>
          <a:p>
            <a:pPr marL="0" lvl="0" indent="0" algn="ctr" defTabSz="914400" rtl="0" eaLnBrk="1" latinLnBrk="0" hangingPunct="1">
              <a:lnSpc>
                <a:spcPct val="90000"/>
              </a:lnSpc>
              <a:spcBef>
                <a:spcPts val="1000"/>
              </a:spcBef>
              <a:buFont typeface="Arial" panose="020B0604020202020204" pitchFamily="34" charset="0"/>
              <a:buNone/>
            </a:pPr>
            <a:endParaRPr lang="en-US" noProof="0" dirty="0"/>
          </a:p>
          <a:p>
            <a:pPr lvl="0"/>
            <a:endParaRPr lang="en-US" noProof="0" dirty="0"/>
          </a:p>
          <a:p>
            <a:pPr lvl="0"/>
            <a:endParaRPr lang="en-US" noProof="0" dirty="0"/>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17" name="Content Placeholder 2">
            <a:extLst>
              <a:ext uri="{FF2B5EF4-FFF2-40B4-BE49-F238E27FC236}">
                <a16:creationId xmlns="" xmlns:a16="http://schemas.microsoft.com/office/drawing/2014/main" id="{147C9C38-5B17-467D-B581-EF28ECB11E80}"/>
              </a:ext>
            </a:extLst>
          </p:cNvPr>
          <p:cNvSpPr>
            <a:spLocks noGrp="1"/>
          </p:cNvSpPr>
          <p:nvPr>
            <p:ph idx="14" hasCustomPrompt="1"/>
          </p:nvPr>
        </p:nvSpPr>
        <p:spPr>
          <a:xfrm>
            <a:off x="3984070" y="2371726"/>
            <a:ext cx="3333988" cy="3339962"/>
          </a:xfrm>
          <a:noFill/>
          <a:ln w="12700">
            <a:solidFill>
              <a:schemeClr val="tx1"/>
            </a:solidFill>
          </a:ln>
        </p:spPr>
        <p:txBody>
          <a:bodyPr lIns="0" tIns="0" rIns="0" bIns="0">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0" name="Content Placeholder 2">
            <a:extLst>
              <a:ext uri="{FF2B5EF4-FFF2-40B4-BE49-F238E27FC236}">
                <a16:creationId xmlns="" xmlns:a16="http://schemas.microsoft.com/office/drawing/2014/main" id="{FEB88DD7-AEB5-4718-AF2D-28B5B91ED715}"/>
              </a:ext>
            </a:extLst>
          </p:cNvPr>
          <p:cNvSpPr>
            <a:spLocks noGrp="1"/>
          </p:cNvSpPr>
          <p:nvPr>
            <p:ph idx="15" hasCustomPrompt="1"/>
          </p:nvPr>
        </p:nvSpPr>
        <p:spPr>
          <a:xfrm>
            <a:off x="213648" y="1762126"/>
            <a:ext cx="3359428" cy="600074"/>
          </a:xfrm>
          <a:solidFill>
            <a:schemeClr val="accent2"/>
          </a:solidFill>
        </p:spPr>
        <p:txBody>
          <a:bodyPr lIns="0" tIns="0" rIns="0" bIns="0" anchor="ctr">
            <a:noAutofit/>
          </a:bodyPr>
          <a:lstStyle>
            <a:lvl1pPr marL="0" indent="0" algn="ctr">
              <a:buNone/>
              <a:defRPr sz="24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a:t>
            </a:r>
            <a:r>
              <a:rPr lang="en-US" noProof="0" dirty="0" err="1"/>
              <a:t>stYLES</a:t>
            </a:r>
            <a:endParaRPr lang="en-US" noProof="0" dirty="0"/>
          </a:p>
        </p:txBody>
      </p:sp>
      <p:sp>
        <p:nvSpPr>
          <p:cNvPr id="21" name="Content Placeholder 2">
            <a:extLst>
              <a:ext uri="{FF2B5EF4-FFF2-40B4-BE49-F238E27FC236}">
                <a16:creationId xmlns="" xmlns:a16="http://schemas.microsoft.com/office/drawing/2014/main" id="{F694448B-800C-40EF-8F61-18C018E8374C}"/>
              </a:ext>
            </a:extLst>
          </p:cNvPr>
          <p:cNvSpPr>
            <a:spLocks noGrp="1"/>
          </p:cNvSpPr>
          <p:nvPr>
            <p:ph idx="16" hasCustomPrompt="1"/>
          </p:nvPr>
        </p:nvSpPr>
        <p:spPr>
          <a:xfrm>
            <a:off x="3983254" y="1752601"/>
            <a:ext cx="3334965" cy="609600"/>
          </a:xfrm>
          <a:solidFill>
            <a:schemeClr val="accent2">
              <a:lumMod val="40000"/>
              <a:lumOff val="60000"/>
            </a:schemeClr>
          </a:solidFill>
        </p:spPr>
        <p:txBody>
          <a:bodyPr lIns="0" tIns="0" rIns="0" bIns="0" anchor="ctr">
            <a:noAutofit/>
          </a:bodyPr>
          <a:lstStyle>
            <a:lvl1pPr marL="0" indent="0" algn="ctr">
              <a:buNone/>
              <a:defRPr sz="20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8" name="Content Placeholder 2">
            <a:extLst>
              <a:ext uri="{FF2B5EF4-FFF2-40B4-BE49-F238E27FC236}">
                <a16:creationId xmlns="" xmlns:a16="http://schemas.microsoft.com/office/drawing/2014/main" id="{147C9C38-5B17-467D-B581-EF28ECB11E80}"/>
              </a:ext>
            </a:extLst>
          </p:cNvPr>
          <p:cNvSpPr>
            <a:spLocks noGrp="1"/>
          </p:cNvSpPr>
          <p:nvPr>
            <p:ph idx="17" hasCustomPrompt="1"/>
          </p:nvPr>
        </p:nvSpPr>
        <p:spPr>
          <a:xfrm>
            <a:off x="7753230" y="2390776"/>
            <a:ext cx="3333988" cy="3339962"/>
          </a:xfrm>
          <a:noFill/>
          <a:ln w="12700">
            <a:solidFill>
              <a:schemeClr val="tx1"/>
            </a:solidFill>
          </a:ln>
        </p:spPr>
        <p:txBody>
          <a:bodyPr lIns="0" tIns="0" rIns="0" bIns="0">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9" name="Content Placeholder 2">
            <a:extLst>
              <a:ext uri="{FF2B5EF4-FFF2-40B4-BE49-F238E27FC236}">
                <a16:creationId xmlns="" xmlns:a16="http://schemas.microsoft.com/office/drawing/2014/main" id="{F694448B-800C-40EF-8F61-18C018E8374C}"/>
              </a:ext>
            </a:extLst>
          </p:cNvPr>
          <p:cNvSpPr>
            <a:spLocks noGrp="1"/>
          </p:cNvSpPr>
          <p:nvPr>
            <p:ph idx="18" hasCustomPrompt="1"/>
          </p:nvPr>
        </p:nvSpPr>
        <p:spPr>
          <a:xfrm>
            <a:off x="7752412" y="1771651"/>
            <a:ext cx="3334965" cy="609600"/>
          </a:xfrm>
          <a:solidFill>
            <a:schemeClr val="accent2">
              <a:lumMod val="40000"/>
              <a:lumOff val="60000"/>
            </a:schemeClr>
          </a:solidFill>
        </p:spPr>
        <p:txBody>
          <a:bodyPr lIns="0" tIns="0" rIns="0" bIns="0" anchor="ctr">
            <a:noAutofit/>
          </a:bodyPr>
          <a:lstStyle>
            <a:lvl1pPr marL="0" indent="0" algn="ctr">
              <a:buNone/>
              <a:defRPr sz="20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pic>
        <p:nvPicPr>
          <p:cNvPr id="18"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981542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Title and Content 03">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12E4E194-63F1-4D43-AC02-75733DF045E9}"/>
              </a:ext>
            </a:extLst>
          </p:cNvPr>
          <p:cNvSpPr/>
          <p:nvPr/>
        </p:nvSpPr>
        <p:spPr>
          <a:xfrm>
            <a:off x="3891202" y="1630019"/>
            <a:ext cx="7996000" cy="437321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 xmlns:a16="http://schemas.microsoft.com/office/drawing/2014/main" id="{3755C1FB-E61C-4BBC-8179-D34908DEA1B6}"/>
              </a:ext>
            </a:extLst>
          </p:cNvPr>
          <p:cNvSpPr/>
          <p:nvPr/>
        </p:nvSpPr>
        <p:spPr>
          <a:xfrm>
            <a:off x="1" y="1630019"/>
            <a:ext cx="3786723"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32970CD0-696D-4313-96BA-4AA72C813BD0}"/>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3" name="Content Placeholder 2">
            <a:extLst>
              <a:ext uri="{FF2B5EF4-FFF2-40B4-BE49-F238E27FC236}">
                <a16:creationId xmlns="" xmlns:a16="http://schemas.microsoft.com/office/drawing/2014/main" id="{0FEE9886-36F0-4E06-A3A6-D8F00B0665A1}"/>
              </a:ext>
            </a:extLst>
          </p:cNvPr>
          <p:cNvSpPr>
            <a:spLocks noGrp="1"/>
          </p:cNvSpPr>
          <p:nvPr>
            <p:ph idx="1" hasCustomPrompt="1"/>
          </p:nvPr>
        </p:nvSpPr>
        <p:spPr>
          <a:xfrm>
            <a:off x="213648" y="2371726"/>
            <a:ext cx="3359428" cy="3457574"/>
          </a:xfrm>
        </p:spPr>
        <p:txBody>
          <a:bodyPr lIns="0" tIns="0" rIns="0" bIns="0">
            <a:normAutofit/>
          </a:bodyPr>
          <a:lstStyle>
            <a:lvl1pPr marL="457200" marR="0" indent="-457200" algn="l" defTabSz="914400" rtl="0" eaLnBrk="1" fontAlgn="auto" latinLnBrk="0" hangingPunct="1">
              <a:lnSpc>
                <a:spcPct val="90000"/>
              </a:lnSpc>
              <a:spcBef>
                <a:spcPts val="1000"/>
              </a:spcBef>
              <a:spcAft>
                <a:spcPts val="0"/>
              </a:spcAft>
              <a:buClr>
                <a:schemeClr val="accent3">
                  <a:lumMod val="75000"/>
                  <a:lumOff val="25000"/>
                </a:schemeClr>
              </a:buClr>
              <a:buSzTx/>
              <a:buFont typeface="Wingdings" panose="05000000000000000000" pitchFamily="2" charset="2"/>
              <a:buChar char="§"/>
              <a:tabLst/>
              <a:defRPr lang="en-US" sz="3200" kern="1200" noProof="0" dirty="0" smtClean="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marL="0" lvl="0" indent="0" algn="ctr" defTabSz="914400" rtl="0" eaLnBrk="1" latinLnBrk="0" hangingPunct="1">
              <a:lnSpc>
                <a:spcPct val="90000"/>
              </a:lnSpc>
              <a:spcBef>
                <a:spcPts val="1000"/>
              </a:spcBef>
              <a:buFont typeface="Arial" panose="020B0604020202020204" pitchFamily="34" charset="0"/>
              <a:buNone/>
            </a:pPr>
            <a:r>
              <a:rPr lang="en-US" noProof="0" dirty="0"/>
              <a:t>Edit Master text styles</a:t>
            </a:r>
          </a:p>
          <a:p>
            <a:pPr marL="0" lvl="0" indent="0" algn="ctr" defTabSz="914400" rtl="0" eaLnBrk="1" latinLnBrk="0" hangingPunct="1">
              <a:lnSpc>
                <a:spcPct val="90000"/>
              </a:lnSpc>
              <a:spcBef>
                <a:spcPts val="1000"/>
              </a:spcBef>
              <a:buFont typeface="Arial" panose="020B0604020202020204" pitchFamily="34" charset="0"/>
              <a:buNone/>
            </a:pPr>
            <a:endParaRPr lang="en-US" noProof="0" dirty="0"/>
          </a:p>
          <a:p>
            <a:pPr lvl="0"/>
            <a:endParaRPr lang="en-US" noProof="0" dirty="0"/>
          </a:p>
          <a:p>
            <a:pPr lvl="0"/>
            <a:endParaRPr lang="en-US" noProof="0" dirty="0"/>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17" name="Content Placeholder 2">
            <a:extLst>
              <a:ext uri="{FF2B5EF4-FFF2-40B4-BE49-F238E27FC236}">
                <a16:creationId xmlns="" xmlns:a16="http://schemas.microsoft.com/office/drawing/2014/main" id="{147C9C38-5B17-467D-B581-EF28ECB11E80}"/>
              </a:ext>
            </a:extLst>
          </p:cNvPr>
          <p:cNvSpPr>
            <a:spLocks noGrp="1"/>
          </p:cNvSpPr>
          <p:nvPr>
            <p:ph idx="14" hasCustomPrompt="1"/>
          </p:nvPr>
        </p:nvSpPr>
        <p:spPr>
          <a:xfrm>
            <a:off x="4095513" y="2466976"/>
            <a:ext cx="7531655" cy="3339962"/>
          </a:xfrm>
          <a:noFill/>
          <a:ln w="12700">
            <a:solidFill>
              <a:schemeClr val="tx1"/>
            </a:solidFill>
          </a:ln>
        </p:spPr>
        <p:txBody>
          <a:bodyPr lIns="0" tIns="0" rIns="0" bIns="0">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0" name="Content Placeholder 2">
            <a:extLst>
              <a:ext uri="{FF2B5EF4-FFF2-40B4-BE49-F238E27FC236}">
                <a16:creationId xmlns="" xmlns:a16="http://schemas.microsoft.com/office/drawing/2014/main" id="{FEB88DD7-AEB5-4718-AF2D-28B5B91ED715}"/>
              </a:ext>
            </a:extLst>
          </p:cNvPr>
          <p:cNvSpPr>
            <a:spLocks noGrp="1"/>
          </p:cNvSpPr>
          <p:nvPr>
            <p:ph idx="15" hasCustomPrompt="1"/>
          </p:nvPr>
        </p:nvSpPr>
        <p:spPr>
          <a:xfrm>
            <a:off x="213648" y="1762126"/>
            <a:ext cx="3359428" cy="600074"/>
          </a:xfrm>
          <a:solidFill>
            <a:schemeClr val="accent2"/>
          </a:solidFill>
        </p:spPr>
        <p:txBody>
          <a:bodyPr lIns="0" tIns="0" rIns="0" bIns="0" anchor="ctr">
            <a:noAutofit/>
          </a:bodyPr>
          <a:lstStyle>
            <a:lvl1pPr marL="0" indent="0" algn="ctr">
              <a:buNone/>
              <a:defRPr sz="24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a:t>
            </a:r>
            <a:r>
              <a:rPr lang="en-US" noProof="0" dirty="0" err="1"/>
              <a:t>stYLES</a:t>
            </a:r>
            <a:endParaRPr lang="en-US" noProof="0" dirty="0"/>
          </a:p>
        </p:txBody>
      </p:sp>
      <p:sp>
        <p:nvSpPr>
          <p:cNvPr id="21" name="Content Placeholder 2">
            <a:extLst>
              <a:ext uri="{FF2B5EF4-FFF2-40B4-BE49-F238E27FC236}">
                <a16:creationId xmlns="" xmlns:a16="http://schemas.microsoft.com/office/drawing/2014/main" id="{F694448B-800C-40EF-8F61-18C018E8374C}"/>
              </a:ext>
            </a:extLst>
          </p:cNvPr>
          <p:cNvSpPr>
            <a:spLocks noGrp="1"/>
          </p:cNvSpPr>
          <p:nvPr>
            <p:ph idx="16" hasCustomPrompt="1"/>
          </p:nvPr>
        </p:nvSpPr>
        <p:spPr>
          <a:xfrm>
            <a:off x="4094697" y="1847851"/>
            <a:ext cx="7551046" cy="609600"/>
          </a:xfrm>
          <a:solidFill>
            <a:schemeClr val="accent2">
              <a:lumMod val="40000"/>
              <a:lumOff val="60000"/>
            </a:schemeClr>
          </a:solidFill>
        </p:spPr>
        <p:txBody>
          <a:bodyPr lIns="0" tIns="0" rIns="0" bIns="0" anchor="ctr">
            <a:noAutofit/>
          </a:bodyPr>
          <a:lstStyle>
            <a:lvl1pPr marL="0" indent="0" algn="ctr">
              <a:buNone/>
              <a:defRPr sz="20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pic>
        <p:nvPicPr>
          <p:cNvPr id="13"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2696905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Title and Content 03">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3755C1FB-E61C-4BBC-8179-D34908DEA1B6}"/>
              </a:ext>
            </a:extLst>
          </p:cNvPr>
          <p:cNvSpPr/>
          <p:nvPr/>
        </p:nvSpPr>
        <p:spPr>
          <a:xfrm>
            <a:off x="1" y="1630019"/>
            <a:ext cx="11223902"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32970CD0-696D-4313-96BA-4AA72C813BD0}"/>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3" name="Content Placeholder 2">
            <a:extLst>
              <a:ext uri="{FF2B5EF4-FFF2-40B4-BE49-F238E27FC236}">
                <a16:creationId xmlns="" xmlns:a16="http://schemas.microsoft.com/office/drawing/2014/main" id="{0FEE9886-36F0-4E06-A3A6-D8F00B0665A1}"/>
              </a:ext>
            </a:extLst>
          </p:cNvPr>
          <p:cNvSpPr>
            <a:spLocks noGrp="1"/>
          </p:cNvSpPr>
          <p:nvPr>
            <p:ph idx="1" hasCustomPrompt="1"/>
          </p:nvPr>
        </p:nvSpPr>
        <p:spPr>
          <a:xfrm>
            <a:off x="213648" y="2371726"/>
            <a:ext cx="10873729" cy="3457574"/>
          </a:xfrm>
        </p:spPr>
        <p:txBody>
          <a:bodyPr lIns="0" tIns="0" rIns="0" bIns="0">
            <a:normAutofit/>
          </a:bodyPr>
          <a:lstStyle>
            <a:lvl1pPr marL="457200" marR="0" indent="-457200" algn="l" defTabSz="914400" rtl="0" eaLnBrk="1" fontAlgn="auto" latinLnBrk="0" hangingPunct="1">
              <a:lnSpc>
                <a:spcPct val="90000"/>
              </a:lnSpc>
              <a:spcBef>
                <a:spcPts val="1000"/>
              </a:spcBef>
              <a:spcAft>
                <a:spcPts val="0"/>
              </a:spcAft>
              <a:buClr>
                <a:schemeClr val="accent3">
                  <a:lumMod val="75000"/>
                  <a:lumOff val="25000"/>
                </a:schemeClr>
              </a:buClr>
              <a:buSzTx/>
              <a:buFont typeface="Wingdings" panose="05000000000000000000" pitchFamily="2" charset="2"/>
              <a:buChar char="§"/>
              <a:tabLst/>
              <a:defRPr lang="en-US" sz="3200" kern="1200" noProof="0" dirty="0" smtClean="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marL="0" lvl="0" indent="0" algn="ctr" defTabSz="914400" rtl="0" eaLnBrk="1" latinLnBrk="0" hangingPunct="1">
              <a:lnSpc>
                <a:spcPct val="90000"/>
              </a:lnSpc>
              <a:spcBef>
                <a:spcPts val="1000"/>
              </a:spcBef>
              <a:buFont typeface="Arial" panose="020B0604020202020204" pitchFamily="34" charset="0"/>
              <a:buNone/>
            </a:pPr>
            <a:r>
              <a:rPr lang="en-US" noProof="0" dirty="0"/>
              <a:t>Edit Master text styles</a:t>
            </a:r>
          </a:p>
          <a:p>
            <a:pPr marL="0" lvl="0" indent="0" algn="ctr" defTabSz="914400" rtl="0" eaLnBrk="1" latinLnBrk="0" hangingPunct="1">
              <a:lnSpc>
                <a:spcPct val="90000"/>
              </a:lnSpc>
              <a:spcBef>
                <a:spcPts val="1000"/>
              </a:spcBef>
              <a:buFont typeface="Arial" panose="020B0604020202020204" pitchFamily="34" charset="0"/>
              <a:buNone/>
            </a:pPr>
            <a:endParaRPr lang="en-US" noProof="0" dirty="0"/>
          </a:p>
          <a:p>
            <a:pPr lvl="0"/>
            <a:endParaRPr lang="en-US" noProof="0" dirty="0"/>
          </a:p>
          <a:p>
            <a:pPr lvl="0"/>
            <a:endParaRPr lang="en-US" noProof="0" dirty="0"/>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20" name="Content Placeholder 2">
            <a:extLst>
              <a:ext uri="{FF2B5EF4-FFF2-40B4-BE49-F238E27FC236}">
                <a16:creationId xmlns="" xmlns:a16="http://schemas.microsoft.com/office/drawing/2014/main" id="{FEB88DD7-AEB5-4718-AF2D-28B5B91ED715}"/>
              </a:ext>
            </a:extLst>
          </p:cNvPr>
          <p:cNvSpPr>
            <a:spLocks noGrp="1"/>
          </p:cNvSpPr>
          <p:nvPr>
            <p:ph idx="15" hasCustomPrompt="1"/>
          </p:nvPr>
        </p:nvSpPr>
        <p:spPr>
          <a:xfrm>
            <a:off x="213648" y="1762126"/>
            <a:ext cx="10873729" cy="600074"/>
          </a:xfrm>
          <a:solidFill>
            <a:schemeClr val="accent2"/>
          </a:solidFill>
        </p:spPr>
        <p:txBody>
          <a:bodyPr lIns="0" tIns="0" rIns="0" bIns="0" anchor="ctr">
            <a:noAutofit/>
          </a:bodyPr>
          <a:lstStyle>
            <a:lvl1pPr marL="0" indent="0" algn="ctr">
              <a:buNone/>
              <a:defRPr sz="24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a:t>
            </a:r>
            <a:r>
              <a:rPr lang="en-US" noProof="0" dirty="0" err="1"/>
              <a:t>stYLES</a:t>
            </a:r>
            <a:endParaRPr lang="en-US" noProof="0" dirty="0"/>
          </a:p>
        </p:txBody>
      </p:sp>
      <p:pic>
        <p:nvPicPr>
          <p:cNvPr id="12"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3821403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with Image">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FEE9886-36F0-4E06-A3A6-D8F00B0665A1}"/>
              </a:ext>
            </a:extLst>
          </p:cNvPr>
          <p:cNvSpPr>
            <a:spLocks noGrp="1"/>
          </p:cNvSpPr>
          <p:nvPr>
            <p:ph idx="1"/>
          </p:nvPr>
        </p:nvSpPr>
        <p:spPr>
          <a:xfrm>
            <a:off x="525486" y="1825625"/>
            <a:ext cx="4791335"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23" name="Picture Placeholder 22">
            <a:extLst>
              <a:ext uri="{FF2B5EF4-FFF2-40B4-BE49-F238E27FC236}">
                <a16:creationId xmlns="" xmlns:a16="http://schemas.microsoft.com/office/drawing/2014/main" id="{26619E66-5354-4D60-8529-27917AC037C0}"/>
              </a:ext>
            </a:extLst>
          </p:cNvPr>
          <p:cNvSpPr>
            <a:spLocks noGrp="1"/>
          </p:cNvSpPr>
          <p:nvPr>
            <p:ph type="pic" sz="quarter" idx="13"/>
          </p:nvPr>
        </p:nvSpPr>
        <p:spPr>
          <a:xfrm>
            <a:off x="5737532" y="0"/>
            <a:ext cx="6149670" cy="5780372"/>
          </a:xfrm>
          <a:custGeom>
            <a:avLst/>
            <a:gdLst>
              <a:gd name="connsiteX0" fmla="*/ 760444 w 6307353"/>
              <a:gd name="connsiteY0" fmla="*/ 0 h 5780372"/>
              <a:gd name="connsiteX1" fmla="*/ 6307353 w 6307353"/>
              <a:gd name="connsiteY1" fmla="*/ 0 h 5780372"/>
              <a:gd name="connsiteX2" fmla="*/ 6307353 w 6307353"/>
              <a:gd name="connsiteY2" fmla="*/ 4515612 h 5780372"/>
              <a:gd name="connsiteX3" fmla="*/ 6110746 w 6307353"/>
              <a:gd name="connsiteY3" fmla="*/ 4731934 h 5780372"/>
              <a:gd name="connsiteX4" fmla="*/ 3579592 w 6307353"/>
              <a:gd name="connsiteY4" fmla="*/ 5780372 h 5780372"/>
              <a:gd name="connsiteX5" fmla="*/ 0 w 6307353"/>
              <a:gd name="connsiteY5" fmla="*/ 2200780 h 5780372"/>
              <a:gd name="connsiteX6" fmla="*/ 611338 w 6307353"/>
              <a:gd name="connsiteY6" fmla="*/ 199396 h 578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7353" h="5780372">
                <a:moveTo>
                  <a:pt x="760444" y="0"/>
                </a:moveTo>
                <a:lnTo>
                  <a:pt x="6307353" y="0"/>
                </a:lnTo>
                <a:lnTo>
                  <a:pt x="6307353" y="4515612"/>
                </a:lnTo>
                <a:lnTo>
                  <a:pt x="6110746" y="4731934"/>
                </a:lnTo>
                <a:cubicBezTo>
                  <a:pt x="5462967" y="5379713"/>
                  <a:pt x="4568069" y="5780372"/>
                  <a:pt x="3579592" y="5780372"/>
                </a:cubicBezTo>
                <a:cubicBezTo>
                  <a:pt x="1602638" y="5780372"/>
                  <a:pt x="0" y="4177734"/>
                  <a:pt x="0" y="2200780"/>
                </a:cubicBezTo>
                <a:cubicBezTo>
                  <a:pt x="0" y="1459422"/>
                  <a:pt x="225371" y="770703"/>
                  <a:pt x="611338" y="199396"/>
                </a:cubicBezTo>
                <a:close/>
              </a:path>
            </a:pathLst>
          </a:custGeom>
          <a:solidFill>
            <a:schemeClr val="bg2"/>
          </a:solidFill>
        </p:spPr>
        <p:txBody>
          <a:bodyPr wrap="square" anchor="ctr">
            <a:noAutofit/>
          </a:bodyPr>
          <a:lstStyle>
            <a:lvl1pPr marL="0" indent="0" algn="ctr">
              <a:buNone/>
              <a:defRPr/>
            </a:lvl1pPr>
          </a:lstStyle>
          <a:p>
            <a:r>
              <a:rPr lang="en-US" noProof="0" smtClean="0"/>
              <a:t>Click icon to add picture</a:t>
            </a:r>
            <a:endParaRPr lang="en-US" noProof="0" dirty="0"/>
          </a:p>
        </p:txBody>
      </p:sp>
      <p:sp>
        <p:nvSpPr>
          <p:cNvPr id="14" name="Title 1">
            <a:extLst>
              <a:ext uri="{FF2B5EF4-FFF2-40B4-BE49-F238E27FC236}">
                <a16:creationId xmlns="" xmlns:a16="http://schemas.microsoft.com/office/drawing/2014/main" id="{2E646B4F-6CCB-724C-9D5E-6D5770023939}"/>
              </a:ext>
            </a:extLst>
          </p:cNvPr>
          <p:cNvSpPr>
            <a:spLocks noGrp="1"/>
          </p:cNvSpPr>
          <p:nvPr>
            <p:ph type="title"/>
          </p:nvPr>
        </p:nvSpPr>
        <p:spPr>
          <a:xfrm>
            <a:off x="503040" y="499597"/>
            <a:ext cx="4813780" cy="1325563"/>
          </a:xfrm>
        </p:spPr>
        <p:txBody>
          <a:bodyPr lIns="0" tIns="0" rIns="0" bIns="0">
            <a:noAutofit/>
          </a:bodyPr>
          <a:lstStyle>
            <a:lvl1pPr>
              <a:defRPr sz="3200" b="1" cap="all" baseline="0"/>
            </a:lvl1pPr>
          </a:lstStyle>
          <a:p>
            <a:r>
              <a:rPr lang="en-US" noProof="0" smtClean="0"/>
              <a:t>Click to edit Master title style</a:t>
            </a:r>
            <a:endParaRPr lang="en-US" noProof="0" dirty="0"/>
          </a:p>
        </p:txBody>
      </p:sp>
      <p:pic>
        <p:nvPicPr>
          <p:cNvPr id="17"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1696208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970CD0-696D-4313-96BA-4AA72C813BD0}"/>
              </a:ext>
            </a:extLst>
          </p:cNvPr>
          <p:cNvSpPr>
            <a:spLocks noGrp="1"/>
          </p:cNvSpPr>
          <p:nvPr>
            <p:ph type="title"/>
          </p:nvPr>
        </p:nvSpPr>
        <p:spPr>
          <a:xfrm>
            <a:off x="503040" y="499597"/>
            <a:ext cx="4813780" cy="1325563"/>
          </a:xfrm>
        </p:spPr>
        <p:txBody>
          <a:bodyPr lIns="0" tIns="0" rIns="0" bIns="0">
            <a:noAutofit/>
          </a:bodyPr>
          <a:lstStyle>
            <a:lvl1pPr>
              <a:defRPr sz="3200" b="1" cap="all" baseline="0"/>
            </a:lvl1p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0FEE9886-36F0-4E06-A3A6-D8F00B0665A1}"/>
              </a:ext>
            </a:extLst>
          </p:cNvPr>
          <p:cNvSpPr>
            <a:spLocks noGrp="1"/>
          </p:cNvSpPr>
          <p:nvPr>
            <p:ph idx="1" hasCustomPrompt="1"/>
          </p:nvPr>
        </p:nvSpPr>
        <p:spPr>
          <a:xfrm>
            <a:off x="525486" y="1825625"/>
            <a:ext cx="4791335"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14" name="Rectangle 13">
            <a:extLst>
              <a:ext uri="{FF2B5EF4-FFF2-40B4-BE49-F238E27FC236}">
                <a16:creationId xmlns="" xmlns:a16="http://schemas.microsoft.com/office/drawing/2014/main" id="{9D415693-E2CB-4DB4-B07C-2F96B0CAB302}"/>
              </a:ext>
            </a:extLst>
          </p:cNvPr>
          <p:cNvSpPr/>
          <p:nvPr/>
        </p:nvSpPr>
        <p:spPr>
          <a:xfrm>
            <a:off x="7658102" y="988538"/>
            <a:ext cx="4220901" cy="4880927"/>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 xmlns:a16="http://schemas.microsoft.com/office/drawing/2014/main" id="{14C1BF67-E354-4E04-8F94-BABF2B7D1AFB}"/>
              </a:ext>
            </a:extLst>
          </p:cNvPr>
          <p:cNvSpPr/>
          <p:nvPr/>
        </p:nvSpPr>
        <p:spPr>
          <a:xfrm>
            <a:off x="4980121" y="633613"/>
            <a:ext cx="5432610" cy="5571906"/>
          </a:xfrm>
          <a:prstGeom prst="ellipse">
            <a:avLst/>
          </a:prstGeom>
          <a:solidFill>
            <a:schemeClr val="bg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Picture Placeholder 5">
            <a:extLst>
              <a:ext uri="{FF2B5EF4-FFF2-40B4-BE49-F238E27FC236}">
                <a16:creationId xmlns="" xmlns:a16="http://schemas.microsoft.com/office/drawing/2014/main" id="{FF6AC390-6F85-4B64-AE7A-E8E0D8FC89CF}"/>
              </a:ext>
            </a:extLst>
          </p:cNvPr>
          <p:cNvSpPr>
            <a:spLocks noGrp="1"/>
          </p:cNvSpPr>
          <p:nvPr>
            <p:ph type="pic" sz="quarter" idx="13"/>
          </p:nvPr>
        </p:nvSpPr>
        <p:spPr>
          <a:xfrm>
            <a:off x="5318832" y="988536"/>
            <a:ext cx="4762727" cy="4884848"/>
          </a:xfrm>
          <a:prstGeom prst="ellipse">
            <a:avLst/>
          </a:prstGeom>
          <a:solidFill>
            <a:schemeClr val="bg1">
              <a:lumMod val="85000"/>
            </a:schemeClr>
          </a:solidFill>
        </p:spPr>
        <p:txBody>
          <a:bodyPr anchor="ctr"/>
          <a:lstStyle>
            <a:lvl1pPr marL="0" indent="0" algn="ctr">
              <a:buNone/>
              <a:defRPr/>
            </a:lvl1pPr>
          </a:lstStyle>
          <a:p>
            <a:r>
              <a:rPr lang="en-US" noProof="0" smtClean="0"/>
              <a:t>Click icon to add picture</a:t>
            </a:r>
            <a:endParaRPr lang="en-US" noProof="0" dirty="0"/>
          </a:p>
        </p:txBody>
      </p:sp>
      <p:pic>
        <p:nvPicPr>
          <p:cNvPr id="11"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1969986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03">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12E4E194-63F1-4D43-AC02-75733DF045E9}"/>
              </a:ext>
            </a:extLst>
          </p:cNvPr>
          <p:cNvSpPr/>
          <p:nvPr/>
        </p:nvSpPr>
        <p:spPr>
          <a:xfrm>
            <a:off x="8100477" y="1630019"/>
            <a:ext cx="3786723"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 xmlns:a16="http://schemas.microsoft.com/office/drawing/2014/main" id="{E799E3E2-888B-2343-9A63-F84C03265CB5}"/>
              </a:ext>
            </a:extLst>
          </p:cNvPr>
          <p:cNvSpPr>
            <a:spLocks noChangeAspect="1"/>
          </p:cNvSpPr>
          <p:nvPr/>
        </p:nvSpPr>
        <p:spPr>
          <a:xfrm>
            <a:off x="9587859" y="1823757"/>
            <a:ext cx="811301" cy="832104"/>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Picture Placeholder 11">
            <a:extLst>
              <a:ext uri="{FF2B5EF4-FFF2-40B4-BE49-F238E27FC236}">
                <a16:creationId xmlns="" xmlns:a16="http://schemas.microsoft.com/office/drawing/2014/main" id="{8FEDE8EF-5B7A-A741-9A56-D365CAE01B62}"/>
              </a:ext>
            </a:extLst>
          </p:cNvPr>
          <p:cNvSpPr>
            <a:spLocks noGrp="1"/>
          </p:cNvSpPr>
          <p:nvPr>
            <p:ph type="pic" sz="quarter" idx="19" hasCustomPrompt="1"/>
          </p:nvPr>
        </p:nvSpPr>
        <p:spPr>
          <a:xfrm>
            <a:off x="9748361" y="1988375"/>
            <a:ext cx="490302"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
        <p:nvSpPr>
          <p:cNvPr id="9" name="Rectangle 8">
            <a:extLst>
              <a:ext uri="{FF2B5EF4-FFF2-40B4-BE49-F238E27FC236}">
                <a16:creationId xmlns="" xmlns:a16="http://schemas.microsoft.com/office/drawing/2014/main" id="{3755C1FB-E61C-4BBC-8179-D34908DEA1B6}"/>
              </a:ext>
            </a:extLst>
          </p:cNvPr>
          <p:cNvSpPr/>
          <p:nvPr/>
        </p:nvSpPr>
        <p:spPr>
          <a:xfrm>
            <a:off x="1" y="1630019"/>
            <a:ext cx="3786723"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 xmlns:a16="http://schemas.microsoft.com/office/drawing/2014/main" id="{8C1E0992-271E-4948-9461-C7AA54AF8FEA}"/>
              </a:ext>
            </a:extLst>
          </p:cNvPr>
          <p:cNvSpPr>
            <a:spLocks noChangeAspect="1"/>
          </p:cNvSpPr>
          <p:nvPr/>
        </p:nvSpPr>
        <p:spPr>
          <a:xfrm>
            <a:off x="1487861" y="1823757"/>
            <a:ext cx="811301" cy="832104"/>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32970CD0-696D-4313-96BA-4AA72C813BD0}"/>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3" name="Content Placeholder 2">
            <a:extLst>
              <a:ext uri="{FF2B5EF4-FFF2-40B4-BE49-F238E27FC236}">
                <a16:creationId xmlns="" xmlns:a16="http://schemas.microsoft.com/office/drawing/2014/main" id="{0FEE9886-36F0-4E06-A3A6-D8F00B0665A1}"/>
              </a:ext>
            </a:extLst>
          </p:cNvPr>
          <p:cNvSpPr>
            <a:spLocks noGrp="1"/>
          </p:cNvSpPr>
          <p:nvPr>
            <p:ph idx="1" hasCustomPrompt="1"/>
          </p:nvPr>
        </p:nvSpPr>
        <p:spPr>
          <a:xfrm>
            <a:off x="213648" y="3207026"/>
            <a:ext cx="3359428"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6" name="Picture Placeholder 5">
            <a:extLst>
              <a:ext uri="{FF2B5EF4-FFF2-40B4-BE49-F238E27FC236}">
                <a16:creationId xmlns="" xmlns:a16="http://schemas.microsoft.com/office/drawing/2014/main" id="{35B71D50-AA4B-4E0C-8F6A-0F64F2C8A8C7}"/>
              </a:ext>
            </a:extLst>
          </p:cNvPr>
          <p:cNvSpPr>
            <a:spLocks noGrp="1"/>
          </p:cNvSpPr>
          <p:nvPr>
            <p:ph type="pic" sz="quarter" idx="13"/>
          </p:nvPr>
        </p:nvSpPr>
        <p:spPr>
          <a:xfrm>
            <a:off x="3786723" y="1630019"/>
            <a:ext cx="4313754" cy="4373217"/>
          </a:xfrm>
          <a:solidFill>
            <a:schemeClr val="bg2">
              <a:lumMod val="90000"/>
            </a:schemeClr>
          </a:solidFill>
        </p:spPr>
        <p:txBody>
          <a:bodyPr anchor="ctr"/>
          <a:lstStyle>
            <a:lvl1pPr marL="0" indent="0" algn="ctr">
              <a:buNone/>
              <a:defRPr/>
            </a:lvl1pPr>
          </a:lstStyle>
          <a:p>
            <a:r>
              <a:rPr lang="en-US" noProof="0" smtClean="0"/>
              <a:t>Click icon to add picture</a:t>
            </a:r>
            <a:endParaRPr lang="en-US" noProof="0" dirty="0"/>
          </a:p>
        </p:txBody>
      </p:sp>
      <p:sp>
        <p:nvSpPr>
          <p:cNvPr id="17" name="Content Placeholder 2">
            <a:extLst>
              <a:ext uri="{FF2B5EF4-FFF2-40B4-BE49-F238E27FC236}">
                <a16:creationId xmlns="" xmlns:a16="http://schemas.microsoft.com/office/drawing/2014/main" id="{147C9C38-5B17-467D-B581-EF28ECB11E80}"/>
              </a:ext>
            </a:extLst>
          </p:cNvPr>
          <p:cNvSpPr>
            <a:spLocks noGrp="1"/>
          </p:cNvSpPr>
          <p:nvPr>
            <p:ph idx="14" hasCustomPrompt="1"/>
          </p:nvPr>
        </p:nvSpPr>
        <p:spPr>
          <a:xfrm>
            <a:off x="8314303" y="3207026"/>
            <a:ext cx="3359070"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0" name="Content Placeholder 2">
            <a:extLst>
              <a:ext uri="{FF2B5EF4-FFF2-40B4-BE49-F238E27FC236}">
                <a16:creationId xmlns="" xmlns:a16="http://schemas.microsoft.com/office/drawing/2014/main" id="{FEB88DD7-AEB5-4718-AF2D-28B5B91ED715}"/>
              </a:ext>
            </a:extLst>
          </p:cNvPr>
          <p:cNvSpPr>
            <a:spLocks noGrp="1"/>
          </p:cNvSpPr>
          <p:nvPr>
            <p:ph idx="15" hasCustomPrompt="1"/>
          </p:nvPr>
        </p:nvSpPr>
        <p:spPr>
          <a:xfrm>
            <a:off x="213648" y="2711638"/>
            <a:ext cx="3359428"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1" name="Content Placeholder 2">
            <a:extLst>
              <a:ext uri="{FF2B5EF4-FFF2-40B4-BE49-F238E27FC236}">
                <a16:creationId xmlns="" xmlns:a16="http://schemas.microsoft.com/office/drawing/2014/main" id="{F694448B-800C-40EF-8F61-18C018E8374C}"/>
              </a:ext>
            </a:extLst>
          </p:cNvPr>
          <p:cNvSpPr>
            <a:spLocks noGrp="1"/>
          </p:cNvSpPr>
          <p:nvPr>
            <p:ph idx="16" hasCustomPrompt="1"/>
          </p:nvPr>
        </p:nvSpPr>
        <p:spPr>
          <a:xfrm>
            <a:off x="8313946" y="2711638"/>
            <a:ext cx="3359428"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12" name="Picture Placeholder 11">
            <a:extLst>
              <a:ext uri="{FF2B5EF4-FFF2-40B4-BE49-F238E27FC236}">
                <a16:creationId xmlns="" xmlns:a16="http://schemas.microsoft.com/office/drawing/2014/main" id="{483B974E-5202-4EAD-9D55-4129C84BAE87}"/>
              </a:ext>
            </a:extLst>
          </p:cNvPr>
          <p:cNvSpPr>
            <a:spLocks noGrp="1"/>
          </p:cNvSpPr>
          <p:nvPr>
            <p:ph type="pic" sz="quarter" idx="17" hasCustomPrompt="1"/>
          </p:nvPr>
        </p:nvSpPr>
        <p:spPr>
          <a:xfrm>
            <a:off x="1648361" y="1988375"/>
            <a:ext cx="490302"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pic>
        <p:nvPicPr>
          <p:cNvPr id="18"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1741033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Layout">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1B6EB0C6-606C-4AFB-8FF8-AB43606B95BD}"/>
              </a:ext>
            </a:extLst>
          </p:cNvPr>
          <p:cNvSpPr/>
          <p:nvPr/>
        </p:nvSpPr>
        <p:spPr>
          <a:xfrm>
            <a:off x="6434256" y="4707910"/>
            <a:ext cx="5452944"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 xmlns:a16="http://schemas.microsoft.com/office/drawing/2014/main" id="{25CE6D5A-A5C0-4B12-A26A-691D5743FA5C}"/>
              </a:ext>
            </a:extLst>
          </p:cNvPr>
          <p:cNvSpPr/>
          <p:nvPr/>
        </p:nvSpPr>
        <p:spPr>
          <a:xfrm>
            <a:off x="-80011" y="1648188"/>
            <a:ext cx="5566410"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32970CD0-696D-4313-96BA-4AA72C813BD0}"/>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a:p>
        </p:txBody>
      </p:sp>
      <p:sp>
        <p:nvSpPr>
          <p:cNvPr id="3" name="Content Placeholder 2">
            <a:extLst>
              <a:ext uri="{FF2B5EF4-FFF2-40B4-BE49-F238E27FC236}">
                <a16:creationId xmlns="" xmlns:a16="http://schemas.microsoft.com/office/drawing/2014/main" id="{0FEE9886-36F0-4E06-A3A6-D8F00B0665A1}"/>
              </a:ext>
            </a:extLst>
          </p:cNvPr>
          <p:cNvSpPr>
            <a:spLocks noGrp="1"/>
          </p:cNvSpPr>
          <p:nvPr>
            <p:ph idx="1" hasCustomPrompt="1"/>
          </p:nvPr>
        </p:nvSpPr>
        <p:spPr>
          <a:xfrm>
            <a:off x="663910" y="2863158"/>
            <a:ext cx="3972153" cy="2846648"/>
          </a:xfrm>
        </p:spPr>
        <p:txBody>
          <a:bodyPr lIns="0" tIns="0" rIns="0" bIns="0">
            <a:noAutofit/>
          </a:bodyPr>
          <a:lstStyle>
            <a:lvl1pPr marL="0" indent="0" algn="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accent2"/>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20" name="Content Placeholder 2">
            <a:extLst>
              <a:ext uri="{FF2B5EF4-FFF2-40B4-BE49-F238E27FC236}">
                <a16:creationId xmlns="" xmlns:a16="http://schemas.microsoft.com/office/drawing/2014/main" id="{FEB88DD7-AEB5-4718-AF2D-28B5B91ED715}"/>
              </a:ext>
            </a:extLst>
          </p:cNvPr>
          <p:cNvSpPr>
            <a:spLocks noGrp="1"/>
          </p:cNvSpPr>
          <p:nvPr>
            <p:ph idx="15" hasCustomPrompt="1"/>
          </p:nvPr>
        </p:nvSpPr>
        <p:spPr>
          <a:xfrm>
            <a:off x="1276636" y="1903730"/>
            <a:ext cx="3359428" cy="495389"/>
          </a:xfrm>
        </p:spPr>
        <p:txBody>
          <a:bodyPr lIns="0" tIns="0" rIns="0" bIns="0" anchor="ctr">
            <a:noAutofit/>
          </a:bodyPr>
          <a:lstStyle>
            <a:lvl1pPr marL="0" indent="0" algn="r">
              <a:buNone/>
              <a:defRPr sz="18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01 comes here</a:t>
            </a:r>
          </a:p>
        </p:txBody>
      </p:sp>
      <p:sp>
        <p:nvSpPr>
          <p:cNvPr id="23" name="Content Placeholder 2">
            <a:extLst>
              <a:ext uri="{FF2B5EF4-FFF2-40B4-BE49-F238E27FC236}">
                <a16:creationId xmlns="" xmlns:a16="http://schemas.microsoft.com/office/drawing/2014/main" id="{E5123CE7-2F8A-489B-BD99-0C2A33ADF49A}"/>
              </a:ext>
            </a:extLst>
          </p:cNvPr>
          <p:cNvSpPr>
            <a:spLocks noGrp="1"/>
          </p:cNvSpPr>
          <p:nvPr>
            <p:ph idx="19" hasCustomPrompt="1"/>
          </p:nvPr>
        </p:nvSpPr>
        <p:spPr>
          <a:xfrm>
            <a:off x="7144719" y="1648186"/>
            <a:ext cx="3972153" cy="2834508"/>
          </a:xfrm>
        </p:spPr>
        <p:txBody>
          <a:bodyPr lIns="0" tIns="0" rIns="0" bIns="0" anchor="b">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5" name="Content Placeholder 2">
            <a:extLst>
              <a:ext uri="{FF2B5EF4-FFF2-40B4-BE49-F238E27FC236}">
                <a16:creationId xmlns="" xmlns:a16="http://schemas.microsoft.com/office/drawing/2014/main" id="{07730BCF-AC2A-4FEC-8F01-63964DB444CF}"/>
              </a:ext>
            </a:extLst>
          </p:cNvPr>
          <p:cNvSpPr>
            <a:spLocks noGrp="1"/>
          </p:cNvSpPr>
          <p:nvPr>
            <p:ph idx="20" hasCustomPrompt="1"/>
          </p:nvPr>
        </p:nvSpPr>
        <p:spPr>
          <a:xfrm>
            <a:off x="7288817" y="4963452"/>
            <a:ext cx="3359428" cy="495389"/>
          </a:xfrm>
        </p:spPr>
        <p:txBody>
          <a:bodyPr lIns="0" tIns="0" rIns="0" bIns="0" anchor="ctr">
            <a:noAutofit/>
          </a:bodyPr>
          <a:lstStyle>
            <a:lvl1pPr marL="0" indent="0" algn="l">
              <a:buNone/>
              <a:defRPr sz="1800" b="1" cap="all" baseline="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02 comes here</a:t>
            </a:r>
          </a:p>
        </p:txBody>
      </p:sp>
      <p:sp>
        <p:nvSpPr>
          <p:cNvPr id="21" name="Oval 20">
            <a:extLst>
              <a:ext uri="{FF2B5EF4-FFF2-40B4-BE49-F238E27FC236}">
                <a16:creationId xmlns="" xmlns:a16="http://schemas.microsoft.com/office/drawing/2014/main" id="{919C8692-230B-D543-A7F7-4FD61B04D1C6}"/>
              </a:ext>
            </a:extLst>
          </p:cNvPr>
          <p:cNvSpPr>
            <a:spLocks noChangeAspect="1"/>
          </p:cNvSpPr>
          <p:nvPr/>
        </p:nvSpPr>
        <p:spPr>
          <a:xfrm>
            <a:off x="4957645" y="1652764"/>
            <a:ext cx="976851" cy="1001899"/>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11">
            <a:extLst>
              <a:ext uri="{FF2B5EF4-FFF2-40B4-BE49-F238E27FC236}">
                <a16:creationId xmlns="" xmlns:a16="http://schemas.microsoft.com/office/drawing/2014/main" id="{E150BFC7-A11D-CC46-B5A2-8BD93C269506}"/>
              </a:ext>
            </a:extLst>
          </p:cNvPr>
          <p:cNvSpPr>
            <a:spLocks noGrp="1"/>
          </p:cNvSpPr>
          <p:nvPr>
            <p:ph type="pic" sz="quarter" idx="21" hasCustomPrompt="1"/>
          </p:nvPr>
        </p:nvSpPr>
        <p:spPr>
          <a:xfrm>
            <a:off x="5150896" y="1850970"/>
            <a:ext cx="590350"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
        <p:nvSpPr>
          <p:cNvPr id="28" name="Oval 27">
            <a:extLst>
              <a:ext uri="{FF2B5EF4-FFF2-40B4-BE49-F238E27FC236}">
                <a16:creationId xmlns="" xmlns:a16="http://schemas.microsoft.com/office/drawing/2014/main" id="{F95B55F4-B501-3440-8904-A1C7F049CBE8}"/>
              </a:ext>
            </a:extLst>
          </p:cNvPr>
          <p:cNvSpPr>
            <a:spLocks noChangeAspect="1"/>
          </p:cNvSpPr>
          <p:nvPr/>
        </p:nvSpPr>
        <p:spPr>
          <a:xfrm>
            <a:off x="5948063" y="4707909"/>
            <a:ext cx="976851" cy="1001899"/>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Picture Placeholder 11">
            <a:extLst>
              <a:ext uri="{FF2B5EF4-FFF2-40B4-BE49-F238E27FC236}">
                <a16:creationId xmlns="" xmlns:a16="http://schemas.microsoft.com/office/drawing/2014/main" id="{F2116994-BE3E-6A43-9C15-E71BA8EC821F}"/>
              </a:ext>
            </a:extLst>
          </p:cNvPr>
          <p:cNvSpPr>
            <a:spLocks noGrp="1"/>
          </p:cNvSpPr>
          <p:nvPr>
            <p:ph type="pic" sz="quarter" idx="22" hasCustomPrompt="1"/>
          </p:nvPr>
        </p:nvSpPr>
        <p:spPr>
          <a:xfrm>
            <a:off x="6141313" y="4906115"/>
            <a:ext cx="590350"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pic>
        <p:nvPicPr>
          <p:cNvPr id="17"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891400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B70E2287-0F7B-4DD3-A805-DB19BBF3C716}"/>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7" name="Rectangle 6">
            <a:extLst>
              <a:ext uri="{FF2B5EF4-FFF2-40B4-BE49-F238E27FC236}">
                <a16:creationId xmlns="" xmlns:a16="http://schemas.microsoft.com/office/drawing/2014/main" id="{8DCE74CE-BEFF-42B3-BF3E-C41B1B1F1EE4}"/>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9" name="Oval 8">
            <a:extLst>
              <a:ext uri="{FF2B5EF4-FFF2-40B4-BE49-F238E27FC236}">
                <a16:creationId xmlns="" xmlns:a16="http://schemas.microsoft.com/office/drawing/2014/main" id="{1B26B4BC-3D52-4C1C-85FB-226F0B5201F1}"/>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 xmlns:a16="http://schemas.microsoft.com/office/drawing/2014/main" id="{CEC6B25A-6AA2-46A7-84BE-5C907CA51B02}"/>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pic>
        <p:nvPicPr>
          <p:cNvPr id="15"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 xmlns:a16="http://schemas.microsoft.com/office/drawing/2014/main" id="{BEE52E89-C526-4F73-86FB-0EB31587CD33}"/>
              </a:ext>
            </a:extLst>
          </p:cNvPr>
          <p:cNvGraphicFramePr>
            <a:graphicFrameLocks noGrp="1"/>
          </p:cNvGraphicFramePr>
          <p:nvPr>
            <p:extLst>
              <p:ext uri="{D42A27DB-BD31-4B8C-83A1-F6EECF244321}">
                <p14:modId xmlns:p14="http://schemas.microsoft.com/office/powerpoint/2010/main" val="3992323699"/>
              </p:ext>
            </p:extLst>
          </p:nvPr>
        </p:nvGraphicFramePr>
        <p:xfrm>
          <a:off x="503040" y="1610463"/>
          <a:ext cx="10871835" cy="3929860"/>
        </p:xfrm>
        <a:graphic>
          <a:graphicData uri="http://schemas.openxmlformats.org/drawingml/2006/table">
            <a:tbl>
              <a:tblPr firstRow="1" bandRow="1">
                <a:tableStyleId>{5C22544A-7EE6-4342-B048-85BDC9FD1C3A}</a:tableStyleId>
              </a:tblPr>
              <a:tblGrid>
                <a:gridCol w="2174367">
                  <a:extLst>
                    <a:ext uri="{9D8B030D-6E8A-4147-A177-3AD203B41FA5}">
                      <a16:colId xmlns="" xmlns:a16="http://schemas.microsoft.com/office/drawing/2014/main" val="2785900615"/>
                    </a:ext>
                  </a:extLst>
                </a:gridCol>
                <a:gridCol w="2174367">
                  <a:extLst>
                    <a:ext uri="{9D8B030D-6E8A-4147-A177-3AD203B41FA5}">
                      <a16:colId xmlns="" xmlns:a16="http://schemas.microsoft.com/office/drawing/2014/main" val="2287965835"/>
                    </a:ext>
                  </a:extLst>
                </a:gridCol>
                <a:gridCol w="2174367">
                  <a:extLst>
                    <a:ext uri="{9D8B030D-6E8A-4147-A177-3AD203B41FA5}">
                      <a16:colId xmlns="" xmlns:a16="http://schemas.microsoft.com/office/drawing/2014/main" val="1756528531"/>
                    </a:ext>
                  </a:extLst>
                </a:gridCol>
                <a:gridCol w="2174367">
                  <a:extLst>
                    <a:ext uri="{9D8B030D-6E8A-4147-A177-3AD203B41FA5}">
                      <a16:colId xmlns="" xmlns:a16="http://schemas.microsoft.com/office/drawing/2014/main" val="3202057861"/>
                    </a:ext>
                  </a:extLst>
                </a:gridCol>
                <a:gridCol w="2174367">
                  <a:extLst>
                    <a:ext uri="{9D8B030D-6E8A-4147-A177-3AD203B41FA5}">
                      <a16:colId xmlns="" xmlns:a16="http://schemas.microsoft.com/office/drawing/2014/main" val="2509247184"/>
                    </a:ext>
                  </a:extLst>
                </a:gridCol>
              </a:tblGrid>
              <a:tr h="592300">
                <a:tc>
                  <a:txBody>
                    <a:bodyPr/>
                    <a:lstStyle/>
                    <a:p>
                      <a:pPr algn="ctr"/>
                      <a:r>
                        <a:rPr lang="en-US" dirty="0"/>
                        <a:t>TOPIC 01</a:t>
                      </a:r>
                      <a:endParaRPr lang="en-IN" dirty="0"/>
                    </a:p>
                  </a:txBody>
                  <a:tcPr marL="89154" marR="89154" anchor="ctr">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US" dirty="0"/>
                        <a:t>TOPIC 02</a:t>
                      </a:r>
                      <a:endParaRPr lang="en-IN"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US" dirty="0"/>
                        <a:t>TOPIC 03</a:t>
                      </a:r>
                      <a:endParaRPr lang="en-IN"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US" dirty="0"/>
                        <a:t>TOPIC 04</a:t>
                      </a:r>
                      <a:endParaRPr lang="en-IN"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tcPr>
                </a:tc>
                <a:tc>
                  <a:txBody>
                    <a:bodyPr/>
                    <a:lstStyle/>
                    <a:p>
                      <a:pPr algn="ctr"/>
                      <a:r>
                        <a:rPr lang="en-US" dirty="0"/>
                        <a:t>TOPIC 05</a:t>
                      </a:r>
                      <a:endParaRPr lang="en-IN" dirty="0"/>
                    </a:p>
                  </a:txBody>
                  <a:tcPr marL="89154" marR="89154" anchor="ctr">
                    <a:lnL w="6350" cap="flat" cmpd="sng" algn="ctr">
                      <a:solidFill>
                        <a:schemeClr val="bg1">
                          <a:lumMod val="65000"/>
                        </a:schemeClr>
                      </a:solidFill>
                      <a:prstDash val="solid"/>
                      <a:round/>
                      <a:headEnd type="none" w="med" len="med"/>
                      <a:tailEnd type="none" w="med" len="med"/>
                    </a:lnL>
                    <a:lnB w="6350" cap="flat" cmpd="sng" algn="ctr">
                      <a:solidFill>
                        <a:schemeClr val="bg1">
                          <a:lumMod val="65000"/>
                        </a:schemeClr>
                      </a:solidFill>
                      <a:prstDash val="solid"/>
                      <a:round/>
                      <a:headEnd type="none" w="med" len="med"/>
                      <a:tailEnd type="none" w="med" len="med"/>
                    </a:lnB>
                  </a:tcPr>
                </a:tc>
                <a:extLst>
                  <a:ext uri="{0D108BD9-81ED-4DB2-BD59-A6C34878D82A}">
                    <a16:rowId xmlns="" xmlns:a16="http://schemas.microsoft.com/office/drawing/2014/main" val="17730668"/>
                  </a:ext>
                </a:extLst>
              </a:tr>
              <a:tr h="370840">
                <a:tc>
                  <a:txBody>
                    <a:bodyPr/>
                    <a:lstStyle/>
                    <a:p>
                      <a:pPr algn="ctr"/>
                      <a:r>
                        <a:rPr lang="en-US" sz="1600" dirty="0"/>
                        <a:t>Item 01</a:t>
                      </a:r>
                      <a:endParaRPr lang="en-IN" sz="1600" dirty="0"/>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1600" dirty="0"/>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1600" dirty="0"/>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1600" dirty="0"/>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1600" dirty="0"/>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 xmlns:a16="http://schemas.microsoft.com/office/drawing/2014/main" val="32051867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02</a:t>
                      </a:r>
                      <a:endParaRPr lang="en-IN" sz="1600" dirty="0"/>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 xmlns:a16="http://schemas.microsoft.com/office/drawing/2014/main" val="296081475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03</a:t>
                      </a:r>
                      <a:endParaRPr lang="en-IN" sz="1600" dirty="0"/>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 xmlns:a16="http://schemas.microsoft.com/office/drawing/2014/main" val="418654159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04</a:t>
                      </a:r>
                      <a:endParaRPr lang="en-IN" sz="1600" dirty="0"/>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 xmlns:a16="http://schemas.microsoft.com/office/drawing/2014/main" val="23329365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05</a:t>
                      </a:r>
                      <a:endParaRPr lang="en-IN" sz="1600" dirty="0"/>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 xmlns:a16="http://schemas.microsoft.com/office/drawing/2014/main" val="16186711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06</a:t>
                      </a:r>
                      <a:endParaRPr lang="en-IN" sz="1600" dirty="0"/>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 xmlns:a16="http://schemas.microsoft.com/office/drawing/2014/main" val="76173465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07</a:t>
                      </a:r>
                      <a:endParaRPr lang="en-IN" sz="1600" dirty="0"/>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 xmlns:a16="http://schemas.microsoft.com/office/drawing/2014/main" val="251180032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Item 08</a:t>
                      </a:r>
                      <a:endParaRPr lang="en-IN" sz="1600" dirty="0"/>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kumimoji="0" lang="en-US" sz="1600" b="0" i="0" u="none" strike="noStrike" kern="1200" cap="none" spc="0" normalizeH="0" baseline="0" noProof="0" dirty="0">
                          <a:ln>
                            <a:noFill/>
                          </a:ln>
                          <a:solidFill>
                            <a:prstClr val="black"/>
                          </a:solidFill>
                          <a:effectLst/>
                          <a:uLnTx/>
                          <a:uFillTx/>
                          <a:latin typeface="Calibri"/>
                          <a:ea typeface="+mn-ea"/>
                          <a:cs typeface="+mn-cs"/>
                        </a:rPr>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 xmlns:a16="http://schemas.microsoft.com/office/drawing/2014/main" val="638762608"/>
                  </a:ext>
                </a:extLst>
              </a:tr>
              <a:tr h="370840">
                <a:tc>
                  <a:txBody>
                    <a:bodyPr/>
                    <a:lstStyle/>
                    <a:p>
                      <a:pPr algn="ctr"/>
                      <a:r>
                        <a:rPr lang="en-US" sz="1600" b="1" dirty="0">
                          <a:solidFill>
                            <a:schemeClr val="tx1"/>
                          </a:solidFill>
                        </a:rPr>
                        <a:t>TOTAL</a:t>
                      </a:r>
                      <a:endParaRPr lang="en-IN" sz="1600" b="1" dirty="0">
                        <a:solidFill>
                          <a:schemeClr val="tx1"/>
                        </a:solidFill>
                      </a:endParaRPr>
                    </a:p>
                  </a:txBody>
                  <a:tcPr marL="89154" marR="89154" anchor="ctr">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solidFill>
                      <a:schemeClr val="bg2"/>
                    </a:solidFill>
                  </a:tcPr>
                </a:tc>
                <a:tc>
                  <a:txBody>
                    <a:bodyPr/>
                    <a:lstStyle/>
                    <a:p>
                      <a:pPr algn="ctr"/>
                      <a:r>
                        <a:rPr lang="en-US" sz="1600" b="1" dirty="0"/>
                        <a:t>Text</a:t>
                      </a:r>
                      <a:endParaRPr lang="en-IN" sz="1600" b="1"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solidFill>
                      <a:schemeClr val="bg2"/>
                    </a:solidFill>
                  </a:tcPr>
                </a:tc>
                <a:tc>
                  <a:txBody>
                    <a:bodyPr/>
                    <a:lstStyle/>
                    <a:p>
                      <a:pPr algn="ctr"/>
                      <a:r>
                        <a:rPr lang="en-US" sz="1600" b="1" dirty="0"/>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solidFill>
                      <a:schemeClr val="bg2"/>
                    </a:solidFill>
                  </a:tcPr>
                </a:tc>
                <a:tc>
                  <a:txBody>
                    <a:bodyPr/>
                    <a:lstStyle/>
                    <a:p>
                      <a:pPr algn="ctr"/>
                      <a:r>
                        <a:rPr lang="en-US" sz="1600" b="1" dirty="0"/>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solidFill>
                      <a:schemeClr val="bg2"/>
                    </a:solidFill>
                  </a:tcPr>
                </a:tc>
                <a:tc>
                  <a:txBody>
                    <a:bodyPr/>
                    <a:lstStyle/>
                    <a:p>
                      <a:pPr algn="ctr"/>
                      <a:r>
                        <a:rPr lang="en-US" sz="1600" b="1" dirty="0"/>
                        <a:t>Text</a:t>
                      </a:r>
                      <a:endParaRPr lang="en-IN" sz="1600" dirty="0"/>
                    </a:p>
                  </a:txBody>
                  <a:tcPr marL="89154" marR="89154" anchor="ctr">
                    <a:lnL w="6350" cap="flat" cmpd="sng" algn="ctr">
                      <a:solidFill>
                        <a:schemeClr val="bg1">
                          <a:lumMod val="65000"/>
                        </a:schemeClr>
                      </a:solidFill>
                      <a:prstDash val="solid"/>
                      <a:round/>
                      <a:headEnd type="none" w="med" len="med"/>
                      <a:tailEnd type="none" w="med" len="med"/>
                    </a:lnL>
                    <a:lnT w="6350" cap="flat" cmpd="sng" algn="ctr">
                      <a:solidFill>
                        <a:schemeClr val="bg1">
                          <a:lumMod val="65000"/>
                        </a:schemeClr>
                      </a:solidFill>
                      <a:prstDash val="solid"/>
                      <a:round/>
                      <a:headEnd type="none" w="med" len="med"/>
                      <a:tailEnd type="none" w="med" len="med"/>
                    </a:lnT>
                    <a:solidFill>
                      <a:schemeClr val="bg2"/>
                    </a:solidFill>
                  </a:tcPr>
                </a:tc>
                <a:extLst>
                  <a:ext uri="{0D108BD9-81ED-4DB2-BD59-A6C34878D82A}">
                    <a16:rowId xmlns="" xmlns:a16="http://schemas.microsoft.com/office/drawing/2014/main" val="579273402"/>
                  </a:ext>
                </a:extLst>
              </a:tr>
            </a:tbl>
          </a:graphicData>
        </a:graphic>
      </p:graphicFrame>
      <p:sp>
        <p:nvSpPr>
          <p:cNvPr id="11" name="Rectangle 10">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1564760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B70E2287-0F7B-4DD3-A805-DB19BBF3C716}"/>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7" name="Rectangle 6">
            <a:extLst>
              <a:ext uri="{FF2B5EF4-FFF2-40B4-BE49-F238E27FC236}">
                <a16:creationId xmlns="" xmlns:a16="http://schemas.microsoft.com/office/drawing/2014/main" id="{8DCE74CE-BEFF-42B3-BF3E-C41B1B1F1EE4}"/>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9" name="Oval 8">
            <a:extLst>
              <a:ext uri="{FF2B5EF4-FFF2-40B4-BE49-F238E27FC236}">
                <a16:creationId xmlns="" xmlns:a16="http://schemas.microsoft.com/office/drawing/2014/main" id="{1B26B4BC-3D52-4C1C-85FB-226F0B5201F1}"/>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 xmlns:a16="http://schemas.microsoft.com/office/drawing/2014/main" id="{CEC6B25A-6AA2-46A7-84BE-5C907CA51B02}"/>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pic>
        <p:nvPicPr>
          <p:cNvPr id="15"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2227592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B70E2287-0F7B-4DD3-A805-DB19BBF3C716}"/>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7" name="Rectangle 6">
            <a:extLst>
              <a:ext uri="{FF2B5EF4-FFF2-40B4-BE49-F238E27FC236}">
                <a16:creationId xmlns="" xmlns:a16="http://schemas.microsoft.com/office/drawing/2014/main" id="{8DCE74CE-BEFF-42B3-BF3E-C41B1B1F1EE4}"/>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9" name="Oval 8">
            <a:extLst>
              <a:ext uri="{FF2B5EF4-FFF2-40B4-BE49-F238E27FC236}">
                <a16:creationId xmlns="" xmlns:a16="http://schemas.microsoft.com/office/drawing/2014/main" id="{1B26B4BC-3D52-4C1C-85FB-226F0B5201F1}"/>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 xmlns:a16="http://schemas.microsoft.com/office/drawing/2014/main" id="{CEC6B25A-6AA2-46A7-84BE-5C907CA51B02}"/>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pic>
        <p:nvPicPr>
          <p:cNvPr id="2050" name="Picture 2" descr="C:\25July2018\Data\ArunPersonal\CanWork\DoItSkillsTrainingWebsite\DoItSKillsLogoDDDD\Logojoy download (7137b915-85a7-11e8-9b81-f76bf13973c9)\png\transparent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666914">
            <a:off x="6738462" y="751239"/>
            <a:ext cx="5133975" cy="461557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37987135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p:spTree>
      <p:nvGrpSpPr>
        <p:cNvPr id="1" name=""/>
        <p:cNvGrpSpPr/>
        <p:nvPr/>
      </p:nvGrpSpPr>
      <p:grpSpPr>
        <a:xfrm>
          <a:off x="0" y="0"/>
          <a:ext cx="0" cy="0"/>
          <a:chOff x="0" y="0"/>
          <a:chExt cx="0" cy="0"/>
        </a:xfrm>
      </p:grpSpPr>
      <p:sp>
        <p:nvSpPr>
          <p:cNvPr id="23" name="Oval 22">
            <a:extLst>
              <a:ext uri="{FF2B5EF4-FFF2-40B4-BE49-F238E27FC236}">
                <a16:creationId xmlns="" xmlns:a16="http://schemas.microsoft.com/office/drawing/2014/main" id="{687010E4-ADF2-486D-8DF7-B0FF38C6DADF}"/>
              </a:ext>
            </a:extLst>
          </p:cNvPr>
          <p:cNvSpPr/>
          <p:nvPr/>
        </p:nvSpPr>
        <p:spPr>
          <a:xfrm>
            <a:off x="930287" y="1698469"/>
            <a:ext cx="1686099"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 xmlns:a16="http://schemas.microsoft.com/office/drawing/2014/main" id="{9159AA79-2237-4A27-BBC2-D44032158D19}"/>
              </a:ext>
            </a:extLst>
          </p:cNvPr>
          <p:cNvSpPr/>
          <p:nvPr/>
        </p:nvSpPr>
        <p:spPr>
          <a:xfrm>
            <a:off x="3712351" y="1698469"/>
            <a:ext cx="1686099"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Oval 24">
            <a:extLst>
              <a:ext uri="{FF2B5EF4-FFF2-40B4-BE49-F238E27FC236}">
                <a16:creationId xmlns="" xmlns:a16="http://schemas.microsoft.com/office/drawing/2014/main" id="{0272B962-9566-42D2-B4C3-E7AA81884A83}"/>
              </a:ext>
            </a:extLst>
          </p:cNvPr>
          <p:cNvSpPr/>
          <p:nvPr/>
        </p:nvSpPr>
        <p:spPr>
          <a:xfrm>
            <a:off x="6480118" y="1698469"/>
            <a:ext cx="1686099"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 xmlns:a16="http://schemas.microsoft.com/office/drawing/2014/main" id="{19733285-016C-4C38-816C-83D30C075C70}"/>
              </a:ext>
            </a:extLst>
          </p:cNvPr>
          <p:cNvSpPr/>
          <p:nvPr/>
        </p:nvSpPr>
        <p:spPr>
          <a:xfrm>
            <a:off x="9261193" y="1698469"/>
            <a:ext cx="1686099"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 xmlns:a16="http://schemas.microsoft.com/office/drawing/2014/main" id="{EF40DBA4-AB63-4B47-B37F-BCC3D59B5392}"/>
              </a:ext>
            </a:extLst>
          </p:cNvPr>
          <p:cNvSpPr/>
          <p:nvPr/>
        </p:nvSpPr>
        <p:spPr>
          <a:xfrm>
            <a:off x="3911668" y="1778212"/>
            <a:ext cx="1287464"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 xmlns:a16="http://schemas.microsoft.com/office/drawing/2014/main" id="{33EF0AFB-D099-4FF1-8963-7DA87268867F}"/>
              </a:ext>
            </a:extLst>
          </p:cNvPr>
          <p:cNvSpPr/>
          <p:nvPr/>
        </p:nvSpPr>
        <p:spPr>
          <a:xfrm>
            <a:off x="6679436" y="1778212"/>
            <a:ext cx="1287464"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 xmlns:a16="http://schemas.microsoft.com/office/drawing/2014/main" id="{6872C96E-9AF3-4FA0-8180-C213C7F2209E}"/>
              </a:ext>
            </a:extLst>
          </p:cNvPr>
          <p:cNvSpPr/>
          <p:nvPr/>
        </p:nvSpPr>
        <p:spPr>
          <a:xfrm>
            <a:off x="9460510" y="1778212"/>
            <a:ext cx="1287464"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3A08BE29-CFA5-4E0D-9DBE-A430AE1B8072}"/>
              </a:ext>
            </a:extLst>
          </p:cNvPr>
          <p:cNvSpPr/>
          <p:nvPr/>
        </p:nvSpPr>
        <p:spPr>
          <a:xfrm>
            <a:off x="1129605" y="1778212"/>
            <a:ext cx="1287464"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itle 1">
            <a:extLst>
              <a:ext uri="{FF2B5EF4-FFF2-40B4-BE49-F238E27FC236}">
                <a16:creationId xmlns="" xmlns:a16="http://schemas.microsoft.com/office/drawing/2014/main" id="{B70E2287-0F7B-4DD3-A805-DB19BBF3C716}"/>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7" name="Rectangle 6">
            <a:extLst>
              <a:ext uri="{FF2B5EF4-FFF2-40B4-BE49-F238E27FC236}">
                <a16:creationId xmlns="" xmlns:a16="http://schemas.microsoft.com/office/drawing/2014/main" id="{8DCE74CE-BEFF-42B3-BF3E-C41B1B1F1EE4}"/>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9" name="Oval 8">
            <a:extLst>
              <a:ext uri="{FF2B5EF4-FFF2-40B4-BE49-F238E27FC236}">
                <a16:creationId xmlns="" xmlns:a16="http://schemas.microsoft.com/office/drawing/2014/main" id="{1B26B4BC-3D52-4C1C-85FB-226F0B5201F1}"/>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 xmlns:a16="http://schemas.microsoft.com/office/drawing/2014/main" id="{CEC6B25A-6AA2-46A7-84BE-5C907CA51B02}"/>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3" name="Picture Placeholder 2">
            <a:extLst>
              <a:ext uri="{FF2B5EF4-FFF2-40B4-BE49-F238E27FC236}">
                <a16:creationId xmlns="" xmlns:a16="http://schemas.microsoft.com/office/drawing/2014/main" id="{B1B995BE-66C2-4379-885F-4BE069DA39E4}"/>
              </a:ext>
            </a:extLst>
          </p:cNvPr>
          <p:cNvSpPr>
            <a:spLocks noGrp="1"/>
          </p:cNvSpPr>
          <p:nvPr>
            <p:ph type="pic" sz="quarter" idx="13"/>
          </p:nvPr>
        </p:nvSpPr>
        <p:spPr>
          <a:xfrm>
            <a:off x="1076048" y="1848537"/>
            <a:ext cx="1394579" cy="1430337"/>
          </a:xfrm>
          <a:prstGeom prst="ellipse">
            <a:avLst/>
          </a:prstGeom>
          <a:solidFill>
            <a:schemeClr val="bg2"/>
          </a:solidFill>
        </p:spPr>
        <p:txBody>
          <a:bodyPr anchor="ctr">
            <a:normAutofit/>
          </a:bodyPr>
          <a:lstStyle>
            <a:lvl1pPr marL="0" indent="0" algn="ctr">
              <a:buNone/>
              <a:defRPr sz="2000"/>
            </a:lvl1pPr>
          </a:lstStyle>
          <a:p>
            <a:r>
              <a:rPr lang="en-US" noProof="0" smtClean="0"/>
              <a:t>Click icon to add picture</a:t>
            </a:r>
            <a:endParaRPr lang="en-US" noProof="0" dirty="0"/>
          </a:p>
        </p:txBody>
      </p:sp>
      <p:sp>
        <p:nvSpPr>
          <p:cNvPr id="11" name="Picture Placeholder 2">
            <a:extLst>
              <a:ext uri="{FF2B5EF4-FFF2-40B4-BE49-F238E27FC236}">
                <a16:creationId xmlns="" xmlns:a16="http://schemas.microsoft.com/office/drawing/2014/main" id="{9B56B6C6-9F3C-4E80-BBAD-280E697B895C}"/>
              </a:ext>
            </a:extLst>
          </p:cNvPr>
          <p:cNvSpPr>
            <a:spLocks noGrp="1"/>
          </p:cNvSpPr>
          <p:nvPr>
            <p:ph type="pic" sz="quarter" idx="14"/>
          </p:nvPr>
        </p:nvSpPr>
        <p:spPr>
          <a:xfrm>
            <a:off x="3858112" y="1848537"/>
            <a:ext cx="1394579" cy="1430337"/>
          </a:xfrm>
          <a:prstGeom prst="ellipse">
            <a:avLst/>
          </a:prstGeom>
          <a:solidFill>
            <a:schemeClr val="bg2"/>
          </a:solidFill>
        </p:spPr>
        <p:txBody>
          <a:bodyPr anchor="ctr">
            <a:normAutofit/>
          </a:bodyPr>
          <a:lstStyle>
            <a:lvl1pPr marL="0" indent="0" algn="ctr">
              <a:buNone/>
              <a:defRPr sz="2000"/>
            </a:lvl1pPr>
          </a:lstStyle>
          <a:p>
            <a:r>
              <a:rPr lang="en-US" noProof="0" smtClean="0"/>
              <a:t>Click icon to add picture</a:t>
            </a:r>
            <a:endParaRPr lang="en-US" noProof="0" dirty="0"/>
          </a:p>
        </p:txBody>
      </p:sp>
      <p:sp>
        <p:nvSpPr>
          <p:cNvPr id="12" name="Picture Placeholder 2">
            <a:extLst>
              <a:ext uri="{FF2B5EF4-FFF2-40B4-BE49-F238E27FC236}">
                <a16:creationId xmlns="" xmlns:a16="http://schemas.microsoft.com/office/drawing/2014/main" id="{54704160-1ED7-4B90-8963-0F887C73E94D}"/>
              </a:ext>
            </a:extLst>
          </p:cNvPr>
          <p:cNvSpPr>
            <a:spLocks noGrp="1"/>
          </p:cNvSpPr>
          <p:nvPr>
            <p:ph type="pic" sz="quarter" idx="15"/>
          </p:nvPr>
        </p:nvSpPr>
        <p:spPr>
          <a:xfrm>
            <a:off x="6625880" y="1848537"/>
            <a:ext cx="1394579" cy="1430337"/>
          </a:xfrm>
          <a:prstGeom prst="ellipse">
            <a:avLst/>
          </a:prstGeom>
          <a:solidFill>
            <a:schemeClr val="bg2"/>
          </a:solidFill>
        </p:spPr>
        <p:txBody>
          <a:bodyPr anchor="ctr">
            <a:normAutofit/>
          </a:bodyPr>
          <a:lstStyle>
            <a:lvl1pPr marL="0" indent="0" algn="ctr">
              <a:buNone/>
              <a:defRPr sz="2000"/>
            </a:lvl1pPr>
          </a:lstStyle>
          <a:p>
            <a:r>
              <a:rPr lang="en-US" noProof="0" smtClean="0"/>
              <a:t>Click icon to add picture</a:t>
            </a:r>
            <a:endParaRPr lang="en-US" noProof="0" dirty="0"/>
          </a:p>
        </p:txBody>
      </p:sp>
      <p:sp>
        <p:nvSpPr>
          <p:cNvPr id="13" name="Picture Placeholder 2">
            <a:extLst>
              <a:ext uri="{FF2B5EF4-FFF2-40B4-BE49-F238E27FC236}">
                <a16:creationId xmlns="" xmlns:a16="http://schemas.microsoft.com/office/drawing/2014/main" id="{36610597-6A76-4A06-82A5-A8FFC5BAEA0F}"/>
              </a:ext>
            </a:extLst>
          </p:cNvPr>
          <p:cNvSpPr>
            <a:spLocks noGrp="1"/>
          </p:cNvSpPr>
          <p:nvPr>
            <p:ph type="pic" sz="quarter" idx="16"/>
          </p:nvPr>
        </p:nvSpPr>
        <p:spPr>
          <a:xfrm>
            <a:off x="9406953" y="1848537"/>
            <a:ext cx="1394579" cy="1430337"/>
          </a:xfrm>
          <a:prstGeom prst="ellipse">
            <a:avLst/>
          </a:prstGeom>
          <a:solidFill>
            <a:schemeClr val="bg2"/>
          </a:solidFill>
        </p:spPr>
        <p:txBody>
          <a:bodyPr anchor="ctr">
            <a:normAutofit/>
          </a:bodyPr>
          <a:lstStyle>
            <a:lvl1pPr marL="0" indent="0" algn="ctr">
              <a:buNone/>
              <a:defRPr sz="2000"/>
            </a:lvl1pPr>
          </a:lstStyle>
          <a:p>
            <a:r>
              <a:rPr lang="en-US" noProof="0" smtClean="0"/>
              <a:t>Click icon to add picture</a:t>
            </a:r>
            <a:endParaRPr lang="en-US" noProof="0" dirty="0"/>
          </a:p>
        </p:txBody>
      </p:sp>
      <p:sp>
        <p:nvSpPr>
          <p:cNvPr id="27" name="Content Placeholder 2">
            <a:extLst>
              <a:ext uri="{FF2B5EF4-FFF2-40B4-BE49-F238E27FC236}">
                <a16:creationId xmlns="" xmlns:a16="http://schemas.microsoft.com/office/drawing/2014/main" id="{FF56D2E5-86E4-473A-A62F-B7029E5B2558}"/>
              </a:ext>
            </a:extLst>
          </p:cNvPr>
          <p:cNvSpPr>
            <a:spLocks noGrp="1"/>
          </p:cNvSpPr>
          <p:nvPr>
            <p:ph idx="1"/>
          </p:nvPr>
        </p:nvSpPr>
        <p:spPr>
          <a:xfrm>
            <a:off x="511344" y="4052308"/>
            <a:ext cx="2523988"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smtClean="0"/>
              <a:t>Click to edit Master text styles</a:t>
            </a:r>
          </a:p>
        </p:txBody>
      </p:sp>
      <p:sp>
        <p:nvSpPr>
          <p:cNvPr id="28" name="Content Placeholder 2">
            <a:extLst>
              <a:ext uri="{FF2B5EF4-FFF2-40B4-BE49-F238E27FC236}">
                <a16:creationId xmlns="" xmlns:a16="http://schemas.microsoft.com/office/drawing/2014/main" id="{93934E34-6CC7-492D-9515-EBEC72EFF4CB}"/>
              </a:ext>
            </a:extLst>
          </p:cNvPr>
          <p:cNvSpPr>
            <a:spLocks noGrp="1"/>
          </p:cNvSpPr>
          <p:nvPr>
            <p:ph idx="17" hasCustomPrompt="1"/>
          </p:nvPr>
        </p:nvSpPr>
        <p:spPr>
          <a:xfrm>
            <a:off x="511344" y="3539268"/>
            <a:ext cx="2523988"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29" name="Content Placeholder 2">
            <a:extLst>
              <a:ext uri="{FF2B5EF4-FFF2-40B4-BE49-F238E27FC236}">
                <a16:creationId xmlns="" xmlns:a16="http://schemas.microsoft.com/office/drawing/2014/main" id="{E4E27467-A1AA-4773-AAB5-A96267FBD712}"/>
              </a:ext>
            </a:extLst>
          </p:cNvPr>
          <p:cNvSpPr>
            <a:spLocks noGrp="1"/>
          </p:cNvSpPr>
          <p:nvPr>
            <p:ph idx="18"/>
          </p:nvPr>
        </p:nvSpPr>
        <p:spPr>
          <a:xfrm>
            <a:off x="3293408" y="4052308"/>
            <a:ext cx="2523988"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smtClean="0"/>
              <a:t>Click to edit Master text styles</a:t>
            </a:r>
          </a:p>
        </p:txBody>
      </p:sp>
      <p:sp>
        <p:nvSpPr>
          <p:cNvPr id="30" name="Content Placeholder 2">
            <a:extLst>
              <a:ext uri="{FF2B5EF4-FFF2-40B4-BE49-F238E27FC236}">
                <a16:creationId xmlns="" xmlns:a16="http://schemas.microsoft.com/office/drawing/2014/main" id="{6CABD5EB-4A8B-448B-8ED1-B8B420815B2D}"/>
              </a:ext>
            </a:extLst>
          </p:cNvPr>
          <p:cNvSpPr>
            <a:spLocks noGrp="1"/>
          </p:cNvSpPr>
          <p:nvPr>
            <p:ph idx="19" hasCustomPrompt="1"/>
          </p:nvPr>
        </p:nvSpPr>
        <p:spPr>
          <a:xfrm>
            <a:off x="3293408" y="3539268"/>
            <a:ext cx="2523988"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1" name="Content Placeholder 2">
            <a:extLst>
              <a:ext uri="{FF2B5EF4-FFF2-40B4-BE49-F238E27FC236}">
                <a16:creationId xmlns="" xmlns:a16="http://schemas.microsoft.com/office/drawing/2014/main" id="{0D86883C-E501-47FF-AE1A-E9CE8B71B421}"/>
              </a:ext>
            </a:extLst>
          </p:cNvPr>
          <p:cNvSpPr>
            <a:spLocks noGrp="1"/>
          </p:cNvSpPr>
          <p:nvPr>
            <p:ph idx="20"/>
          </p:nvPr>
        </p:nvSpPr>
        <p:spPr>
          <a:xfrm>
            <a:off x="6061175" y="4052308"/>
            <a:ext cx="2523988"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smtClean="0"/>
              <a:t>Click to edit Master text styles</a:t>
            </a:r>
          </a:p>
        </p:txBody>
      </p:sp>
      <p:sp>
        <p:nvSpPr>
          <p:cNvPr id="32" name="Content Placeholder 2">
            <a:extLst>
              <a:ext uri="{FF2B5EF4-FFF2-40B4-BE49-F238E27FC236}">
                <a16:creationId xmlns="" xmlns:a16="http://schemas.microsoft.com/office/drawing/2014/main" id="{3683A037-F698-4CC9-904D-F377D71F690F}"/>
              </a:ext>
            </a:extLst>
          </p:cNvPr>
          <p:cNvSpPr>
            <a:spLocks noGrp="1"/>
          </p:cNvSpPr>
          <p:nvPr>
            <p:ph idx="21" hasCustomPrompt="1"/>
          </p:nvPr>
        </p:nvSpPr>
        <p:spPr>
          <a:xfrm>
            <a:off x="6061175" y="3539268"/>
            <a:ext cx="2523988"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3" name="Content Placeholder 2">
            <a:extLst>
              <a:ext uri="{FF2B5EF4-FFF2-40B4-BE49-F238E27FC236}">
                <a16:creationId xmlns="" xmlns:a16="http://schemas.microsoft.com/office/drawing/2014/main" id="{0A095594-2B82-44ED-8C9B-DA7C4D3D2872}"/>
              </a:ext>
            </a:extLst>
          </p:cNvPr>
          <p:cNvSpPr>
            <a:spLocks noGrp="1"/>
          </p:cNvSpPr>
          <p:nvPr>
            <p:ph idx="22"/>
          </p:nvPr>
        </p:nvSpPr>
        <p:spPr>
          <a:xfrm>
            <a:off x="8842248" y="4052308"/>
            <a:ext cx="2523988"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smtClean="0"/>
              <a:t>Click to edit Master text styles</a:t>
            </a:r>
          </a:p>
        </p:txBody>
      </p:sp>
      <p:sp>
        <p:nvSpPr>
          <p:cNvPr id="34" name="Content Placeholder 2">
            <a:extLst>
              <a:ext uri="{FF2B5EF4-FFF2-40B4-BE49-F238E27FC236}">
                <a16:creationId xmlns="" xmlns:a16="http://schemas.microsoft.com/office/drawing/2014/main" id="{54CDD46A-22ED-48F5-9B5F-13B1B5C4B320}"/>
              </a:ext>
            </a:extLst>
          </p:cNvPr>
          <p:cNvSpPr>
            <a:spLocks noGrp="1"/>
          </p:cNvSpPr>
          <p:nvPr>
            <p:ph idx="23" hasCustomPrompt="1"/>
          </p:nvPr>
        </p:nvSpPr>
        <p:spPr>
          <a:xfrm>
            <a:off x="8842248" y="3539268"/>
            <a:ext cx="2523988"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pic>
        <p:nvPicPr>
          <p:cNvPr id="39"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3876503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ank You 01">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59758E15-A93D-4FB9-843D-1490E27A151B}"/>
              </a:ext>
            </a:extLst>
          </p:cNvPr>
          <p:cNvSpPr>
            <a:spLocks noGrp="1"/>
          </p:cNvSpPr>
          <p:nvPr>
            <p:ph type="subTitle" idx="1" hasCustomPrompt="1"/>
          </p:nvPr>
        </p:nvSpPr>
        <p:spPr>
          <a:xfrm>
            <a:off x="6827077" y="4484693"/>
            <a:ext cx="4426929" cy="503167"/>
          </a:xfrm>
        </p:spPr>
        <p:txBody>
          <a:bodyPr>
            <a:noAutofit/>
          </a:bodyPr>
          <a:lstStyle>
            <a:lvl1pPr marL="0" indent="0" algn="l">
              <a:buNone/>
              <a:defRPr sz="16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13" name="Picture Placeholder 12">
            <a:extLst>
              <a:ext uri="{FF2B5EF4-FFF2-40B4-BE49-F238E27FC236}">
                <a16:creationId xmlns="" xmlns:a16="http://schemas.microsoft.com/office/drawing/2014/main" id="{BCCC559D-0EC3-432C-B397-6897B366DF36}"/>
              </a:ext>
            </a:extLst>
          </p:cNvPr>
          <p:cNvSpPr>
            <a:spLocks noGrp="1"/>
          </p:cNvSpPr>
          <p:nvPr>
            <p:ph type="pic" sz="quarter" idx="10"/>
          </p:nvPr>
        </p:nvSpPr>
        <p:spPr>
          <a:xfrm>
            <a:off x="693042" y="728547"/>
            <a:ext cx="5173020" cy="5305661"/>
          </a:xfrm>
          <a:prstGeom prst="ellipse">
            <a:avLst/>
          </a:prstGeom>
          <a:solidFill>
            <a:schemeClr val="bg2"/>
          </a:solidFill>
        </p:spPr>
        <p:txBody>
          <a:bodyPr anchor="ctr"/>
          <a:lstStyle>
            <a:lvl1pPr marL="0" indent="0" algn="ctr">
              <a:buNone/>
              <a:defRPr/>
            </a:lvl1pPr>
          </a:lstStyle>
          <a:p>
            <a:r>
              <a:rPr lang="en-US" noProof="0" smtClean="0"/>
              <a:t>Click icon to add picture</a:t>
            </a:r>
            <a:endParaRPr lang="en-US" noProof="0" dirty="0"/>
          </a:p>
        </p:txBody>
      </p:sp>
      <p:cxnSp>
        <p:nvCxnSpPr>
          <p:cNvPr id="5" name="Straight Connector 4">
            <a:extLst>
              <a:ext uri="{FF2B5EF4-FFF2-40B4-BE49-F238E27FC236}">
                <a16:creationId xmlns="" xmlns:a16="http://schemas.microsoft.com/office/drawing/2014/main" id="{819AFA09-F4B1-493D-BCAD-FF30C20CD1AA}"/>
              </a:ext>
            </a:extLst>
          </p:cNvPr>
          <p:cNvCxnSpPr/>
          <p:nvPr/>
        </p:nvCxnSpPr>
        <p:spPr>
          <a:xfrm>
            <a:off x="6308034" y="4233582"/>
            <a:ext cx="2469028"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 xmlns:a16="http://schemas.microsoft.com/office/drawing/2014/main" id="{4E0FBE0E-A6B0-483E-93DD-5C20DA069DBC}"/>
              </a:ext>
            </a:extLst>
          </p:cNvPr>
          <p:cNvSpPr>
            <a:spLocks noGrp="1"/>
          </p:cNvSpPr>
          <p:nvPr>
            <p:ph type="body" sz="quarter" idx="11" hasCustomPrompt="1"/>
          </p:nvPr>
        </p:nvSpPr>
        <p:spPr>
          <a:xfrm>
            <a:off x="6827262" y="5012635"/>
            <a:ext cx="4420553" cy="503238"/>
          </a:xfrm>
        </p:spPr>
        <p:txBody>
          <a:bodyPr vert="horz" lIns="91440" tIns="45720" rIns="91440" bIns="45720" rtlCol="0">
            <a:noAutofit/>
          </a:bodyPr>
          <a:lstStyle>
            <a:lvl1pPr marL="0" indent="0">
              <a:buNone/>
              <a:defRPr lang="en-US" sz="1600" b="0" cap="all" baseline="0" dirty="0" smtClean="0"/>
            </a:lvl1pPr>
          </a:lstStyle>
          <a:p>
            <a:pPr marL="228600" lvl="0" indent="-228600"/>
            <a:r>
              <a:rPr lang="en-US" noProof="0" dirty="0"/>
              <a:t>Website </a:t>
            </a:r>
            <a:r>
              <a:rPr lang="en-US" noProof="0" dirty="0" err="1"/>
              <a:t>url</a:t>
            </a:r>
            <a:r>
              <a:rPr lang="en-US" noProof="0" dirty="0"/>
              <a:t> here</a:t>
            </a:r>
          </a:p>
        </p:txBody>
      </p:sp>
      <p:pic>
        <p:nvPicPr>
          <p:cNvPr id="17" name="Graphic 16" descr="Envelope">
            <a:extLst>
              <a:ext uri="{FF2B5EF4-FFF2-40B4-BE49-F238E27FC236}">
                <a16:creationId xmlns="" xmlns:a16="http://schemas.microsoft.com/office/drawing/2014/main" id="{E5B30B87-6C2E-48F1-9026-E4F6BEA1CFE7}"/>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6377939" y="4452339"/>
            <a:ext cx="378100" cy="387795"/>
          </a:xfrm>
          <a:prstGeom prst="rect">
            <a:avLst/>
          </a:prstGeom>
        </p:spPr>
      </p:pic>
      <p:pic>
        <p:nvPicPr>
          <p:cNvPr id="18" name="Graphic 17" descr="Network">
            <a:extLst>
              <a:ext uri="{FF2B5EF4-FFF2-40B4-BE49-F238E27FC236}">
                <a16:creationId xmlns="" xmlns:a16="http://schemas.microsoft.com/office/drawing/2014/main" id="{2DA3CFE0-4ED8-4345-A158-94E70F463E9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6359034" y="4925642"/>
            <a:ext cx="415910" cy="426575"/>
          </a:xfrm>
          <a:prstGeom prst="rect">
            <a:avLst/>
          </a:prstGeom>
        </p:spPr>
      </p:pic>
      <p:sp>
        <p:nvSpPr>
          <p:cNvPr id="2" name="Title 1">
            <a:extLst>
              <a:ext uri="{FF2B5EF4-FFF2-40B4-BE49-F238E27FC236}">
                <a16:creationId xmlns="" xmlns:a16="http://schemas.microsoft.com/office/drawing/2014/main" id="{2CE9908F-CF81-43F9-880A-401D0C0FB2ED}"/>
              </a:ext>
            </a:extLst>
          </p:cNvPr>
          <p:cNvSpPr>
            <a:spLocks noGrp="1"/>
          </p:cNvSpPr>
          <p:nvPr>
            <p:ph type="title"/>
          </p:nvPr>
        </p:nvSpPr>
        <p:spPr>
          <a:xfrm>
            <a:off x="6308033" y="3429000"/>
            <a:ext cx="4886125" cy="651448"/>
          </a:xfrm>
          <a:noFill/>
        </p:spPr>
        <p:txBody>
          <a:bodyPr wrap="square" rtlCol="0">
            <a:noAutofit/>
          </a:bodyPr>
          <a:lstStyle>
            <a:lvl1pPr>
              <a:defRPr lang="en-US" sz="6000" b="1" cap="all" baseline="0">
                <a:solidFill>
                  <a:schemeClr val="accent1"/>
                </a:solidFill>
                <a:ea typeface="+mn-ea"/>
                <a:cs typeface="+mn-cs"/>
              </a:defRPr>
            </a:lvl1pPr>
          </a:lstStyle>
          <a:p>
            <a:pPr marL="0" lvl="0"/>
            <a:r>
              <a:rPr lang="en-US" noProof="0" smtClean="0"/>
              <a:t>Click to edit Master title style</a:t>
            </a:r>
            <a:endParaRPr lang="en-US" noProof="0" dirty="0"/>
          </a:p>
        </p:txBody>
      </p:sp>
      <p:pic>
        <p:nvPicPr>
          <p:cNvPr id="21"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13674" y="1844881"/>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 xmlns:a16="http://schemas.microsoft.com/office/drawing/2014/main" id="{EF515B4A-CB20-4847-8E00-0DD66F1FEBB4}"/>
              </a:ext>
            </a:extLst>
          </p:cNvPr>
          <p:cNvSpPr/>
          <p:nvPr/>
        </p:nvSpPr>
        <p:spPr>
          <a:xfrm>
            <a:off x="11087378" y="6400802"/>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47144"/>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37136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itle Slide_02">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86299464-ED20-4919-8B3A-2CFAE8DA2347}"/>
              </a:ext>
            </a:extLst>
          </p:cNvPr>
          <p:cNvSpPr/>
          <p:nvPr/>
        </p:nvSpPr>
        <p:spPr>
          <a:xfrm>
            <a:off x="0" y="0"/>
            <a:ext cx="1188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Picture Placeholder 12">
            <a:extLst>
              <a:ext uri="{FF2B5EF4-FFF2-40B4-BE49-F238E27FC236}">
                <a16:creationId xmlns="" xmlns:a16="http://schemas.microsoft.com/office/drawing/2014/main" id="{BCCC559D-0EC3-432C-B397-6897B366DF36}"/>
              </a:ext>
            </a:extLst>
          </p:cNvPr>
          <p:cNvSpPr>
            <a:spLocks noGrp="1"/>
          </p:cNvSpPr>
          <p:nvPr>
            <p:ph type="pic" sz="quarter" idx="10"/>
          </p:nvPr>
        </p:nvSpPr>
        <p:spPr>
          <a:xfrm>
            <a:off x="693042" y="728547"/>
            <a:ext cx="5173020" cy="5305661"/>
          </a:xfrm>
          <a:prstGeom prst="ellipse">
            <a:avLst/>
          </a:prstGeom>
          <a:solidFill>
            <a:schemeClr val="bg2"/>
          </a:solidFill>
        </p:spPr>
        <p:txBody>
          <a:bodyPr anchor="ctr"/>
          <a:lstStyle>
            <a:lvl1pPr marL="0" indent="0" algn="ctr">
              <a:buNone/>
              <a:defRPr/>
            </a:lvl1pPr>
          </a:lstStyle>
          <a:p>
            <a:r>
              <a:rPr lang="en-US" noProof="0" smtClean="0"/>
              <a:t>Click icon to add picture</a:t>
            </a:r>
            <a:endParaRPr lang="en-US" noProof="0" dirty="0"/>
          </a:p>
        </p:txBody>
      </p:sp>
      <p:cxnSp>
        <p:nvCxnSpPr>
          <p:cNvPr id="12" name="Straight Connector 11">
            <a:extLst>
              <a:ext uri="{FF2B5EF4-FFF2-40B4-BE49-F238E27FC236}">
                <a16:creationId xmlns="" xmlns:a16="http://schemas.microsoft.com/office/drawing/2014/main" id="{77C312F4-62C2-4903-8C4B-423A8717E481}"/>
              </a:ext>
            </a:extLst>
          </p:cNvPr>
          <p:cNvCxnSpPr/>
          <p:nvPr/>
        </p:nvCxnSpPr>
        <p:spPr>
          <a:xfrm>
            <a:off x="6308034" y="4233582"/>
            <a:ext cx="24690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descr="Envelope">
            <a:extLst>
              <a:ext uri="{FF2B5EF4-FFF2-40B4-BE49-F238E27FC236}">
                <a16:creationId xmlns="" xmlns:a16="http://schemas.microsoft.com/office/drawing/2014/main" id="{A686352B-226C-4579-B831-0DC14EC3895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377939" y="4452339"/>
            <a:ext cx="378100" cy="387795"/>
          </a:xfrm>
          <a:prstGeom prst="rect">
            <a:avLst/>
          </a:prstGeom>
        </p:spPr>
      </p:pic>
      <p:pic>
        <p:nvPicPr>
          <p:cNvPr id="20" name="Graphic 19" descr="Network">
            <a:extLst>
              <a:ext uri="{FF2B5EF4-FFF2-40B4-BE49-F238E27FC236}">
                <a16:creationId xmlns="" xmlns:a16="http://schemas.microsoft.com/office/drawing/2014/main" id="{460C8169-012B-451A-A6C2-6FEC0DC82AF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59034" y="4925642"/>
            <a:ext cx="415910" cy="426575"/>
          </a:xfrm>
          <a:prstGeom prst="rect">
            <a:avLst/>
          </a:prstGeom>
        </p:spPr>
      </p:pic>
      <p:sp>
        <p:nvSpPr>
          <p:cNvPr id="21" name="Subtitle 2">
            <a:extLst>
              <a:ext uri="{FF2B5EF4-FFF2-40B4-BE49-F238E27FC236}">
                <a16:creationId xmlns="" xmlns:a16="http://schemas.microsoft.com/office/drawing/2014/main" id="{ADF17BC1-06CE-42EA-A970-31A7ED871AA4}"/>
              </a:ext>
            </a:extLst>
          </p:cNvPr>
          <p:cNvSpPr>
            <a:spLocks noGrp="1"/>
          </p:cNvSpPr>
          <p:nvPr>
            <p:ph type="subTitle" idx="1" hasCustomPrompt="1"/>
          </p:nvPr>
        </p:nvSpPr>
        <p:spPr>
          <a:xfrm>
            <a:off x="6827077" y="4484693"/>
            <a:ext cx="4426929" cy="503167"/>
          </a:xfrm>
        </p:spPr>
        <p:txBody>
          <a:bodyPr>
            <a:noAutofit/>
          </a:bodyPr>
          <a:lstStyle>
            <a:lvl1pPr marL="0" indent="0" algn="l">
              <a:buNone/>
              <a:defRPr sz="16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22" name="Text Placeholder 6">
            <a:extLst>
              <a:ext uri="{FF2B5EF4-FFF2-40B4-BE49-F238E27FC236}">
                <a16:creationId xmlns="" xmlns:a16="http://schemas.microsoft.com/office/drawing/2014/main" id="{7035F1B3-4E91-44FF-B4E7-E5D87C7A034C}"/>
              </a:ext>
            </a:extLst>
          </p:cNvPr>
          <p:cNvSpPr>
            <a:spLocks noGrp="1"/>
          </p:cNvSpPr>
          <p:nvPr>
            <p:ph type="body" sz="quarter" idx="11" hasCustomPrompt="1"/>
          </p:nvPr>
        </p:nvSpPr>
        <p:spPr>
          <a:xfrm>
            <a:off x="6827262" y="5012635"/>
            <a:ext cx="4420553" cy="503238"/>
          </a:xfrm>
        </p:spPr>
        <p:txBody>
          <a:bodyPr vert="horz" lIns="91440" tIns="45720" rIns="91440" bIns="45720" rtlCol="0">
            <a:noAutofit/>
          </a:bodyPr>
          <a:lstStyle>
            <a:lvl1pPr marL="0" indent="0">
              <a:buNone/>
              <a:defRPr lang="en-US" sz="1600" b="0" cap="all" baseline="0" dirty="0" smtClean="0">
                <a:solidFill>
                  <a:schemeClr val="bg1"/>
                </a:solidFill>
              </a:defRPr>
            </a:lvl1pPr>
          </a:lstStyle>
          <a:p>
            <a:pPr marL="228600" lvl="0" indent="-228600"/>
            <a:r>
              <a:rPr lang="en-US" noProof="0" dirty="0"/>
              <a:t>Website </a:t>
            </a:r>
            <a:r>
              <a:rPr lang="en-US" noProof="0" dirty="0" err="1"/>
              <a:t>url</a:t>
            </a:r>
            <a:r>
              <a:rPr lang="en-US" noProof="0" dirty="0"/>
              <a:t> here</a:t>
            </a:r>
          </a:p>
        </p:txBody>
      </p:sp>
      <p:sp>
        <p:nvSpPr>
          <p:cNvPr id="18" name="Title 1">
            <a:extLst>
              <a:ext uri="{FF2B5EF4-FFF2-40B4-BE49-F238E27FC236}">
                <a16:creationId xmlns="" xmlns:a16="http://schemas.microsoft.com/office/drawing/2014/main" id="{525B5135-F466-4A63-A42C-3BB2BAA7D24D}"/>
              </a:ext>
            </a:extLst>
          </p:cNvPr>
          <p:cNvSpPr>
            <a:spLocks noGrp="1"/>
          </p:cNvSpPr>
          <p:nvPr>
            <p:ph type="title"/>
          </p:nvPr>
        </p:nvSpPr>
        <p:spPr>
          <a:xfrm>
            <a:off x="6308033" y="3158641"/>
            <a:ext cx="4886125" cy="921807"/>
          </a:xfrm>
          <a:noFill/>
        </p:spPr>
        <p:txBody>
          <a:bodyPr wrap="square" rtlCol="0">
            <a:noAutofit/>
          </a:bodyPr>
          <a:lstStyle>
            <a:lvl1pPr>
              <a:defRPr lang="en-US" sz="6000" b="1" cap="all" baseline="0" dirty="0">
                <a:solidFill>
                  <a:schemeClr val="bg1"/>
                </a:solidFill>
                <a:ea typeface="+mn-ea"/>
                <a:cs typeface="+mn-cs"/>
              </a:defRPr>
            </a:lvl1pPr>
          </a:lstStyle>
          <a:p>
            <a:pPr marL="0" lvl="0"/>
            <a:r>
              <a:rPr lang="en-US" noProof="0" smtClean="0"/>
              <a:t>Click to edit Master title style</a:t>
            </a:r>
            <a:endParaRPr lang="en-US" noProof="0" dirty="0"/>
          </a:p>
        </p:txBody>
      </p:sp>
      <p:pic>
        <p:nvPicPr>
          <p:cNvPr id="14"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71236" y="224447"/>
            <a:ext cx="3196288" cy="876300"/>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10107028"/>
      </p:ext>
    </p:extLst>
  </p:cSld>
  <p:clrMapOvr>
    <a:masterClrMapping/>
  </p:clrMapOvr>
  <p:extLst mod="1">
    <p:ext uri="{DCECCB84-F9BA-43D5-87BE-67443E8EF086}">
      <p15:sldGuideLst xmlns=""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86299464-ED20-4919-8B3A-2CFAE8DA2347}"/>
              </a:ext>
            </a:extLst>
          </p:cNvPr>
          <p:cNvSpPr/>
          <p:nvPr/>
        </p:nvSpPr>
        <p:spPr>
          <a:xfrm>
            <a:off x="0" y="0"/>
            <a:ext cx="118872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 xmlns:a16="http://schemas.microsoft.com/office/drawing/2014/main" id="{1F54E98B-AC75-484D-9121-68498EB888AA}"/>
              </a:ext>
            </a:extLst>
          </p:cNvPr>
          <p:cNvSpPr/>
          <p:nvPr/>
        </p:nvSpPr>
        <p:spPr>
          <a:xfrm>
            <a:off x="735160" y="708295"/>
            <a:ext cx="520067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2456FD49-C258-4333-9422-358C976A341C}"/>
              </a:ext>
            </a:extLst>
          </p:cNvPr>
          <p:cNvSpPr>
            <a:spLocks noGrp="1"/>
          </p:cNvSpPr>
          <p:nvPr>
            <p:ph type="ctrTitle" hasCustomPrompt="1"/>
          </p:nvPr>
        </p:nvSpPr>
        <p:spPr>
          <a:xfrm>
            <a:off x="6185060" y="2173288"/>
            <a:ext cx="5014913"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 xmlns:a16="http://schemas.microsoft.com/office/drawing/2014/main" id="{59758E15-A93D-4FB9-843D-1490E27A151B}"/>
              </a:ext>
            </a:extLst>
          </p:cNvPr>
          <p:cNvSpPr>
            <a:spLocks noGrp="1"/>
          </p:cNvSpPr>
          <p:nvPr>
            <p:ph type="subTitle" idx="1"/>
          </p:nvPr>
        </p:nvSpPr>
        <p:spPr>
          <a:xfrm>
            <a:off x="6185060" y="4279973"/>
            <a:ext cx="5014913"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dirty="0"/>
          </a:p>
        </p:txBody>
      </p:sp>
      <p:cxnSp>
        <p:nvCxnSpPr>
          <p:cNvPr id="5" name="Straight Connector 4">
            <a:extLst>
              <a:ext uri="{FF2B5EF4-FFF2-40B4-BE49-F238E27FC236}">
                <a16:creationId xmlns="" xmlns:a16="http://schemas.microsoft.com/office/drawing/2014/main" id="{819AFA09-F4B1-493D-BCAD-FF30C20CD1AA}"/>
              </a:ext>
            </a:extLst>
          </p:cNvPr>
          <p:cNvCxnSpPr/>
          <p:nvPr/>
        </p:nvCxnSpPr>
        <p:spPr>
          <a:xfrm>
            <a:off x="6308034" y="4233582"/>
            <a:ext cx="24690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1236" y="224447"/>
            <a:ext cx="3196288" cy="876300"/>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59057881"/>
      </p:ext>
    </p:extLst>
  </p:cSld>
  <p:clrMapOvr>
    <a:masterClrMapping/>
  </p:clrMapOvr>
  <p:extLst mod="1">
    <p:ext uri="{DCECCB84-F9BA-43D5-87BE-67443E8EF086}">
      <p15:sldGuideLst xmlns=""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F9087E09-D75F-4E26-B01E-A1A09BA2EA70}"/>
              </a:ext>
            </a:extLst>
          </p:cNvPr>
          <p:cNvSpPr/>
          <p:nvPr/>
        </p:nvSpPr>
        <p:spPr>
          <a:xfrm>
            <a:off x="0" y="0"/>
            <a:ext cx="1188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AF7A70B7-7ADE-4E0B-B956-363B0B1AA613}"/>
              </a:ext>
            </a:extLst>
          </p:cNvPr>
          <p:cNvSpPr>
            <a:spLocks noGrp="1"/>
          </p:cNvSpPr>
          <p:nvPr>
            <p:ph type="title"/>
          </p:nvPr>
        </p:nvSpPr>
        <p:spPr>
          <a:xfrm>
            <a:off x="811054" y="182565"/>
            <a:ext cx="10252710" cy="940181"/>
          </a:xfrm>
        </p:spPr>
        <p:txBody>
          <a:bodyPr anchor="b">
            <a:noAutofit/>
          </a:bodyPr>
          <a:lstStyle>
            <a:lvl1pPr algn="ctr">
              <a:defRPr sz="4000" b="1" cap="all" baseline="0">
                <a:solidFill>
                  <a:schemeClr val="bg1"/>
                </a:solidFill>
              </a:defRPr>
            </a:lvl1pPr>
          </a:lstStyle>
          <a:p>
            <a:r>
              <a:rPr lang="en-US" noProof="0" smtClean="0"/>
              <a:t>Click to edit Master title style</a:t>
            </a:r>
            <a:endParaRPr lang="en-US" noProof="0" dirty="0"/>
          </a:p>
        </p:txBody>
      </p:sp>
      <p:sp>
        <p:nvSpPr>
          <p:cNvPr id="11" name="Oval 10">
            <a:extLst>
              <a:ext uri="{FF2B5EF4-FFF2-40B4-BE49-F238E27FC236}">
                <a16:creationId xmlns="" xmlns:a16="http://schemas.microsoft.com/office/drawing/2014/main" id="{8931D2A9-0B92-4197-8802-80424C14EA7E}"/>
              </a:ext>
            </a:extLst>
          </p:cNvPr>
          <p:cNvSpPr/>
          <p:nvPr/>
        </p:nvSpPr>
        <p:spPr>
          <a:xfrm>
            <a:off x="11087378" y="6409399"/>
            <a:ext cx="273049"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 xmlns:a16="http://schemas.microsoft.com/office/drawing/2014/main" id="{533B74B0-30B9-45C2-9AE6-45D1978AAFAE}"/>
              </a:ext>
            </a:extLst>
          </p:cNvPr>
          <p:cNvSpPr>
            <a:spLocks noGrp="1"/>
          </p:cNvSpPr>
          <p:nvPr>
            <p:ph type="sldNum" sz="quarter" idx="12"/>
          </p:nvPr>
        </p:nvSpPr>
        <p:spPr>
          <a:xfrm>
            <a:off x="11079604" y="6455741"/>
            <a:ext cx="287099" cy="187367"/>
          </a:xfrm>
        </p:spPr>
        <p:txBody>
          <a:bodyPr lIns="0" tIns="0" rIns="0" bIns="0"/>
          <a:lstStyle>
            <a:lvl1pPr algn="ctr">
              <a:defRPr sz="900">
                <a:solidFill>
                  <a:srgbClr val="2C567A"/>
                </a:solidFill>
                <a:latin typeface="+mn-lt"/>
              </a:defRPr>
            </a:lvl1pPr>
          </a:lstStyle>
          <a:p>
            <a:fld id="{B6F15528-21DE-4FAA-801E-634DDDAF4B2B}" type="slidenum">
              <a:rPr lang="en-US" smtClean="0"/>
              <a:pPr/>
              <a:t>‹#›</a:t>
            </a:fld>
            <a:endParaRPr lang="en-US"/>
          </a:p>
        </p:txBody>
      </p:sp>
      <p:sp>
        <p:nvSpPr>
          <p:cNvPr id="21" name="Text Placeholder 2">
            <a:extLst>
              <a:ext uri="{FF2B5EF4-FFF2-40B4-BE49-F238E27FC236}">
                <a16:creationId xmlns="" xmlns:a16="http://schemas.microsoft.com/office/drawing/2014/main" id="{4D77C47B-CC1E-41DA-9146-5DFD63065491}"/>
              </a:ext>
            </a:extLst>
          </p:cNvPr>
          <p:cNvSpPr>
            <a:spLocks noGrp="1"/>
          </p:cNvSpPr>
          <p:nvPr>
            <p:ph type="body" idx="1"/>
          </p:nvPr>
        </p:nvSpPr>
        <p:spPr>
          <a:xfrm>
            <a:off x="811054" y="1153350"/>
            <a:ext cx="10252710" cy="648543"/>
          </a:xfrm>
        </p:spPr>
        <p:txBody>
          <a:bodyPr>
            <a:normAutofit/>
          </a:bodyPr>
          <a:lstStyle>
            <a:lvl1pPr marL="0" indent="0" algn="ctr">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Click to edit Master text styles</a:t>
            </a:r>
          </a:p>
        </p:txBody>
      </p:sp>
      <p:pic>
        <p:nvPicPr>
          <p:cNvPr id="8" name="Picture 2" descr="C:\25July2018\Data\ArunPersonal\CanWork\DoItSkillsTrainingWebsite\DoItSKillsLogoDDDD\Logojoy download (7137b915-85a7-11e8-9b81-f76bf13973c9)\png\white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6029821"/>
            <a:ext cx="3196288" cy="87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544123"/>
      </p:ext>
    </p:extLst>
  </p:cSld>
  <p:clrMapOvr>
    <a:masterClrMapping/>
  </p:clrMapOvr>
  <p:extLst mod="1">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27" name="Content Placeholder 2">
            <a:extLst>
              <a:ext uri="{FF2B5EF4-FFF2-40B4-BE49-F238E27FC236}">
                <a16:creationId xmlns="" xmlns:a16="http://schemas.microsoft.com/office/drawing/2014/main" id="{1A1F33A2-66F7-4D85-99DD-7B00F265AC6D}"/>
              </a:ext>
            </a:extLst>
          </p:cNvPr>
          <p:cNvSpPr>
            <a:spLocks noGrp="1"/>
          </p:cNvSpPr>
          <p:nvPr>
            <p:ph idx="1"/>
          </p:nvPr>
        </p:nvSpPr>
        <p:spPr>
          <a:xfrm>
            <a:off x="503040" y="1825625"/>
            <a:ext cx="10566916" cy="435133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Title 1">
            <a:extLst>
              <a:ext uri="{FF2B5EF4-FFF2-40B4-BE49-F238E27FC236}">
                <a16:creationId xmlns="" xmlns:a16="http://schemas.microsoft.com/office/drawing/2014/main" id="{EF788279-D710-447A-9E71-4D1344575691}"/>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pic>
        <p:nvPicPr>
          <p:cNvPr id="14" name="Picture 2" descr="C:\25July2018\Data\ArunPersonal\CanWork\DoItSkillsTrainingWebsite\DoItSKillsLogoDDDD\Logojoy download (7137b915-85a7-11e8-9b81-f76bf13973c9)\png\transparent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666914">
            <a:off x="6664167" y="463252"/>
            <a:ext cx="5133975" cy="461557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3789758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14" name="Content Placeholder 2">
            <a:extLst>
              <a:ext uri="{FF2B5EF4-FFF2-40B4-BE49-F238E27FC236}">
                <a16:creationId xmlns="" xmlns:a16="http://schemas.microsoft.com/office/drawing/2014/main" id="{079DA8F4-EDD3-4D62-A90B-8C3C1AFB0083}"/>
              </a:ext>
            </a:extLst>
          </p:cNvPr>
          <p:cNvSpPr>
            <a:spLocks noGrp="1"/>
          </p:cNvSpPr>
          <p:nvPr>
            <p:ph sz="half" idx="1"/>
          </p:nvPr>
        </p:nvSpPr>
        <p:spPr>
          <a:xfrm>
            <a:off x="503040" y="1825625"/>
            <a:ext cx="5366266" cy="435133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7" name="Content Placeholder 3">
            <a:extLst>
              <a:ext uri="{FF2B5EF4-FFF2-40B4-BE49-F238E27FC236}">
                <a16:creationId xmlns="" xmlns:a16="http://schemas.microsoft.com/office/drawing/2014/main" id="{DA0DA994-B4A9-447A-BEBF-3EA31D3755A2}"/>
              </a:ext>
            </a:extLst>
          </p:cNvPr>
          <p:cNvSpPr>
            <a:spLocks noGrp="1"/>
          </p:cNvSpPr>
          <p:nvPr>
            <p:ph sz="half" idx="2"/>
          </p:nvPr>
        </p:nvSpPr>
        <p:spPr>
          <a:xfrm>
            <a:off x="6017895" y="1825625"/>
            <a:ext cx="5052060" cy="435133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1" name="Title 1">
            <a:extLst>
              <a:ext uri="{FF2B5EF4-FFF2-40B4-BE49-F238E27FC236}">
                <a16:creationId xmlns="" xmlns:a16="http://schemas.microsoft.com/office/drawing/2014/main" id="{19DEF115-82C2-4E9D-A22C-8DA561FB37B8}"/>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pic>
        <p:nvPicPr>
          <p:cNvPr id="23"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934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14" name="Text Placeholder 2">
            <a:extLst>
              <a:ext uri="{FF2B5EF4-FFF2-40B4-BE49-F238E27FC236}">
                <a16:creationId xmlns="" xmlns:a16="http://schemas.microsoft.com/office/drawing/2014/main" id="{774CF4BA-8DCB-42CF-A2C4-D6AF95EE3F54}"/>
              </a:ext>
            </a:extLst>
          </p:cNvPr>
          <p:cNvSpPr>
            <a:spLocks noGrp="1"/>
          </p:cNvSpPr>
          <p:nvPr>
            <p:ph type="body" idx="1"/>
          </p:nvPr>
        </p:nvSpPr>
        <p:spPr>
          <a:xfrm>
            <a:off x="503040" y="1681163"/>
            <a:ext cx="5028842"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17" name="Content Placeholder 3">
            <a:extLst>
              <a:ext uri="{FF2B5EF4-FFF2-40B4-BE49-F238E27FC236}">
                <a16:creationId xmlns="" xmlns:a16="http://schemas.microsoft.com/office/drawing/2014/main" id="{67BA8B6E-A28D-4658-8C91-6CA7BD539B85}"/>
              </a:ext>
            </a:extLst>
          </p:cNvPr>
          <p:cNvSpPr>
            <a:spLocks noGrp="1"/>
          </p:cNvSpPr>
          <p:nvPr>
            <p:ph sz="half" idx="2"/>
          </p:nvPr>
        </p:nvSpPr>
        <p:spPr>
          <a:xfrm>
            <a:off x="503040" y="2505075"/>
            <a:ext cx="5028842" cy="368458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8" name="Text Placeholder 4">
            <a:extLst>
              <a:ext uri="{FF2B5EF4-FFF2-40B4-BE49-F238E27FC236}">
                <a16:creationId xmlns="" xmlns:a16="http://schemas.microsoft.com/office/drawing/2014/main" id="{F73B3215-82DB-4DBF-9E77-3AE2308C6920}"/>
              </a:ext>
            </a:extLst>
          </p:cNvPr>
          <p:cNvSpPr>
            <a:spLocks noGrp="1"/>
          </p:cNvSpPr>
          <p:nvPr>
            <p:ph type="body" sz="quarter" idx="3"/>
          </p:nvPr>
        </p:nvSpPr>
        <p:spPr>
          <a:xfrm>
            <a:off x="6017896" y="1681163"/>
            <a:ext cx="5053608" cy="823912"/>
          </a:xfrm>
        </p:spPr>
        <p:txBody>
          <a:bodyPr anchor="b"/>
          <a:lstStyle>
            <a:lvl1pPr marL="0" indent="0">
              <a:buNone/>
              <a:defRPr sz="2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19" name="Content Placeholder 5">
            <a:extLst>
              <a:ext uri="{FF2B5EF4-FFF2-40B4-BE49-F238E27FC236}">
                <a16:creationId xmlns="" xmlns:a16="http://schemas.microsoft.com/office/drawing/2014/main" id="{8DFD34E8-36CC-4FFE-926B-C170208FEDB8}"/>
              </a:ext>
            </a:extLst>
          </p:cNvPr>
          <p:cNvSpPr>
            <a:spLocks noGrp="1"/>
          </p:cNvSpPr>
          <p:nvPr>
            <p:ph sz="quarter" idx="4"/>
          </p:nvPr>
        </p:nvSpPr>
        <p:spPr>
          <a:xfrm>
            <a:off x="6017896" y="2505075"/>
            <a:ext cx="5053608" cy="368458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5" name="Title 1">
            <a:extLst>
              <a:ext uri="{FF2B5EF4-FFF2-40B4-BE49-F238E27FC236}">
                <a16:creationId xmlns="" xmlns:a16="http://schemas.microsoft.com/office/drawing/2014/main" id="{AE3770E9-CB74-47B0-8229-91F6F756015E}"/>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pic>
        <p:nvPicPr>
          <p:cNvPr id="26"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24617946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C57825D7-DD33-4B70-BBBE-D46E7A5352EC}"/>
              </a:ext>
            </a:extLst>
          </p:cNvPr>
          <p:cNvSpPr>
            <a:spLocks noGrp="1"/>
          </p:cNvSpPr>
          <p:nvPr>
            <p:ph type="pic" idx="1"/>
          </p:nvPr>
        </p:nvSpPr>
        <p:spPr>
          <a:xfrm>
            <a:off x="5943601" y="768485"/>
            <a:ext cx="5173021" cy="5305662"/>
          </a:xfrm>
          <a:custGeom>
            <a:avLst/>
            <a:gdLst>
              <a:gd name="connsiteX0" fmla="*/ 2652831 w 5305662"/>
              <a:gd name="connsiteY0" fmla="*/ 0 h 5305662"/>
              <a:gd name="connsiteX1" fmla="*/ 5305662 w 5305662"/>
              <a:gd name="connsiteY1" fmla="*/ 2652831 h 5305662"/>
              <a:gd name="connsiteX2" fmla="*/ 2652831 w 5305662"/>
              <a:gd name="connsiteY2" fmla="*/ 5305662 h 5305662"/>
              <a:gd name="connsiteX3" fmla="*/ 0 w 5305662"/>
              <a:gd name="connsiteY3" fmla="*/ 2652831 h 5305662"/>
              <a:gd name="connsiteX4" fmla="*/ 2652831 w 5305662"/>
              <a:gd name="connsiteY4" fmla="*/ 0 h 530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5662" h="5305662">
                <a:moveTo>
                  <a:pt x="2652831" y="0"/>
                </a:moveTo>
                <a:cubicBezTo>
                  <a:pt x="4117949" y="0"/>
                  <a:pt x="5305662" y="1187713"/>
                  <a:pt x="5305662" y="2652831"/>
                </a:cubicBezTo>
                <a:cubicBezTo>
                  <a:pt x="5305662" y="4117949"/>
                  <a:pt x="4117949" y="5305662"/>
                  <a:pt x="2652831" y="5305662"/>
                </a:cubicBezTo>
                <a:cubicBezTo>
                  <a:pt x="1187713" y="5305662"/>
                  <a:pt x="0" y="4117949"/>
                  <a:pt x="0" y="2652831"/>
                </a:cubicBezTo>
                <a:cubicBezTo>
                  <a:pt x="0" y="1187713"/>
                  <a:pt x="1187713" y="0"/>
                  <a:pt x="2652831" y="0"/>
                </a:cubicBezTo>
                <a:close/>
              </a:path>
            </a:pathLst>
          </a:custGeom>
          <a:solidFill>
            <a:schemeClr val="bg2"/>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19" name="Title 1">
            <a:extLst>
              <a:ext uri="{FF2B5EF4-FFF2-40B4-BE49-F238E27FC236}">
                <a16:creationId xmlns="" xmlns:a16="http://schemas.microsoft.com/office/drawing/2014/main" id="{19A1397F-1946-4CBE-9EC5-159C3CBC78B6}"/>
              </a:ext>
            </a:extLst>
          </p:cNvPr>
          <p:cNvSpPr>
            <a:spLocks noGrp="1"/>
          </p:cNvSpPr>
          <p:nvPr>
            <p:ph type="title"/>
          </p:nvPr>
        </p:nvSpPr>
        <p:spPr>
          <a:xfrm>
            <a:off x="818794" y="457200"/>
            <a:ext cx="3833931" cy="1600200"/>
          </a:xfrm>
        </p:spPr>
        <p:txBody>
          <a:bodyPr anchor="b"/>
          <a:lstStyle>
            <a:lvl1pPr>
              <a:defRPr sz="3200"/>
            </a:lvl1pPr>
          </a:lstStyle>
          <a:p>
            <a:r>
              <a:rPr lang="en-US" noProof="0" smtClean="0"/>
              <a:t>Click to edit Master title style</a:t>
            </a:r>
            <a:endParaRPr lang="en-US" noProof="0" dirty="0"/>
          </a:p>
        </p:txBody>
      </p:sp>
      <p:sp>
        <p:nvSpPr>
          <p:cNvPr id="20" name="Text Placeholder 3">
            <a:extLst>
              <a:ext uri="{FF2B5EF4-FFF2-40B4-BE49-F238E27FC236}">
                <a16:creationId xmlns="" xmlns:a16="http://schemas.microsoft.com/office/drawing/2014/main" id="{C535F2AB-153E-44A9-97BE-00553BEC1770}"/>
              </a:ext>
            </a:extLst>
          </p:cNvPr>
          <p:cNvSpPr>
            <a:spLocks noGrp="1"/>
          </p:cNvSpPr>
          <p:nvPr>
            <p:ph type="body" sz="half" idx="2"/>
          </p:nvPr>
        </p:nvSpPr>
        <p:spPr>
          <a:xfrm>
            <a:off x="818794" y="2057400"/>
            <a:ext cx="3833931" cy="3811588"/>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pic>
        <p:nvPicPr>
          <p:cNvPr id="9"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0" name="Oval 9">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071857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14" name="Title 1">
            <a:extLst>
              <a:ext uri="{FF2B5EF4-FFF2-40B4-BE49-F238E27FC236}">
                <a16:creationId xmlns="" xmlns:a16="http://schemas.microsoft.com/office/drawing/2014/main" id="{9009D5C6-6206-4291-8037-67DC025F0B4C}"/>
              </a:ext>
            </a:extLst>
          </p:cNvPr>
          <p:cNvSpPr>
            <a:spLocks noGrp="1"/>
          </p:cNvSpPr>
          <p:nvPr>
            <p:ph type="title"/>
          </p:nvPr>
        </p:nvSpPr>
        <p:spPr>
          <a:xfrm>
            <a:off x="818794" y="457200"/>
            <a:ext cx="3833931" cy="1600200"/>
          </a:xfrm>
        </p:spPr>
        <p:txBody>
          <a:bodyPr anchor="b"/>
          <a:lstStyle>
            <a:lvl1pPr>
              <a:defRPr sz="3200"/>
            </a:lvl1pPr>
          </a:lstStyle>
          <a:p>
            <a:r>
              <a:rPr lang="en-US" noProof="0" smtClean="0"/>
              <a:t>Click to edit Master title style</a:t>
            </a:r>
            <a:endParaRPr lang="en-US" noProof="0" dirty="0"/>
          </a:p>
        </p:txBody>
      </p:sp>
      <p:sp>
        <p:nvSpPr>
          <p:cNvPr id="17" name="Text Placeholder 3">
            <a:extLst>
              <a:ext uri="{FF2B5EF4-FFF2-40B4-BE49-F238E27FC236}">
                <a16:creationId xmlns="" xmlns:a16="http://schemas.microsoft.com/office/drawing/2014/main" id="{BEB643FD-AA85-4A43-8EBD-AFD10DD98793}"/>
              </a:ext>
            </a:extLst>
          </p:cNvPr>
          <p:cNvSpPr>
            <a:spLocks noGrp="1"/>
          </p:cNvSpPr>
          <p:nvPr>
            <p:ph type="body" sz="half" idx="2"/>
          </p:nvPr>
        </p:nvSpPr>
        <p:spPr>
          <a:xfrm>
            <a:off x="818794" y="2057400"/>
            <a:ext cx="383393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18" name="Content Placeholder 2">
            <a:extLst>
              <a:ext uri="{FF2B5EF4-FFF2-40B4-BE49-F238E27FC236}">
                <a16:creationId xmlns="" xmlns:a16="http://schemas.microsoft.com/office/drawing/2014/main" id="{9001F313-F798-43BE-AFF0-A68C84C3640D}"/>
              </a:ext>
            </a:extLst>
          </p:cNvPr>
          <p:cNvSpPr>
            <a:spLocks noGrp="1"/>
          </p:cNvSpPr>
          <p:nvPr>
            <p:ph idx="1"/>
          </p:nvPr>
        </p:nvSpPr>
        <p:spPr>
          <a:xfrm>
            <a:off x="5053608" y="457201"/>
            <a:ext cx="6017895"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pic>
        <p:nvPicPr>
          <p:cNvPr id="21"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30253102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5_Title and Content 03">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12E4E194-63F1-4D43-AC02-75733DF045E9}"/>
              </a:ext>
            </a:extLst>
          </p:cNvPr>
          <p:cNvSpPr/>
          <p:nvPr/>
        </p:nvSpPr>
        <p:spPr>
          <a:xfrm>
            <a:off x="3891202" y="1630019"/>
            <a:ext cx="7996000" cy="437321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 xmlns:a16="http://schemas.microsoft.com/office/drawing/2014/main" id="{3755C1FB-E61C-4BBC-8179-D34908DEA1B6}"/>
              </a:ext>
            </a:extLst>
          </p:cNvPr>
          <p:cNvSpPr/>
          <p:nvPr/>
        </p:nvSpPr>
        <p:spPr>
          <a:xfrm>
            <a:off x="1" y="1630019"/>
            <a:ext cx="3786723"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32970CD0-696D-4313-96BA-4AA72C813BD0}"/>
              </a:ext>
            </a:extLst>
          </p:cNvPr>
          <p:cNvSpPr>
            <a:spLocks noGrp="1"/>
          </p:cNvSpPr>
          <p:nvPr>
            <p:ph type="title"/>
          </p:nvPr>
        </p:nvSpPr>
        <p:spPr>
          <a:xfrm>
            <a:off x="503040" y="246621"/>
            <a:ext cx="10871835" cy="920336"/>
          </a:xfrm>
        </p:spPr>
        <p:txBody>
          <a:bodyPr lIns="0" tIns="0" rIns="0" bIns="0" anchor="b">
            <a:noAutofit/>
          </a:bodyPr>
          <a:lstStyle>
            <a:lvl1pPr>
              <a:defRPr sz="3200" b="1" cap="all" baseline="0"/>
            </a:lvl1pPr>
          </a:lstStyle>
          <a:p>
            <a:r>
              <a:rPr lang="en-US" noProof="0" smtClean="0"/>
              <a:t>Click to edit Master title style</a:t>
            </a:r>
            <a:endParaRPr lang="en-US" noProof="0" dirty="0"/>
          </a:p>
        </p:txBody>
      </p:sp>
      <p:sp>
        <p:nvSpPr>
          <p:cNvPr id="3" name="Content Placeholder 2">
            <a:extLst>
              <a:ext uri="{FF2B5EF4-FFF2-40B4-BE49-F238E27FC236}">
                <a16:creationId xmlns="" xmlns:a16="http://schemas.microsoft.com/office/drawing/2014/main" id="{0FEE9886-36F0-4E06-A3A6-D8F00B0665A1}"/>
              </a:ext>
            </a:extLst>
          </p:cNvPr>
          <p:cNvSpPr>
            <a:spLocks noGrp="1"/>
          </p:cNvSpPr>
          <p:nvPr>
            <p:ph idx="1" hasCustomPrompt="1"/>
          </p:nvPr>
        </p:nvSpPr>
        <p:spPr>
          <a:xfrm>
            <a:off x="213648" y="2371726"/>
            <a:ext cx="3359428" cy="3339962"/>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 xmlns:a16="http://schemas.microsoft.com/office/drawing/2014/main" id="{EF515B4A-CB20-4847-8E00-0DD66F1FEBB4}"/>
              </a:ext>
            </a:extLst>
          </p:cNvPr>
          <p:cNvSpPr/>
          <p:nvPr/>
        </p:nvSpPr>
        <p:spPr>
          <a:xfrm>
            <a:off x="11087378" y="6409399"/>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 xmlns:a16="http://schemas.microsoft.com/office/drawing/2014/main" id="{996B64B9-1DF0-4EE9-BAB5-72AFA94B9AFD}"/>
              </a:ext>
            </a:extLst>
          </p:cNvPr>
          <p:cNvSpPr>
            <a:spLocks noGrp="1"/>
          </p:cNvSpPr>
          <p:nvPr>
            <p:ph type="sldNum" sz="quarter" idx="12"/>
          </p:nvPr>
        </p:nvSpPr>
        <p:spPr>
          <a:xfrm>
            <a:off x="11079604" y="6455741"/>
            <a:ext cx="287099" cy="187367"/>
          </a:xfrm>
        </p:spPr>
        <p:txBody>
          <a:bodyPr lIns="0" tIns="0" rIns="0" bIns="0"/>
          <a:lstStyle>
            <a:lvl1pPr algn="ctr">
              <a:defRPr sz="900">
                <a:solidFill>
                  <a:schemeClr val="bg1"/>
                </a:solidFill>
                <a:latin typeface="+mn-lt"/>
              </a:defRPr>
            </a:lvl1pPr>
          </a:lstStyle>
          <a:p>
            <a:fld id="{B6F15528-21DE-4FAA-801E-634DDDAF4B2B}" type="slidenum">
              <a:rPr lang="en-US" smtClean="0"/>
              <a:pPr/>
              <a:t>‹#›</a:t>
            </a:fld>
            <a:endParaRPr lang="en-US"/>
          </a:p>
        </p:txBody>
      </p:sp>
      <p:sp>
        <p:nvSpPr>
          <p:cNvPr id="17" name="Content Placeholder 2">
            <a:extLst>
              <a:ext uri="{FF2B5EF4-FFF2-40B4-BE49-F238E27FC236}">
                <a16:creationId xmlns="" xmlns:a16="http://schemas.microsoft.com/office/drawing/2014/main" id="{147C9C38-5B17-467D-B581-EF28ECB11E80}"/>
              </a:ext>
            </a:extLst>
          </p:cNvPr>
          <p:cNvSpPr>
            <a:spLocks noGrp="1"/>
          </p:cNvSpPr>
          <p:nvPr>
            <p:ph idx="14" hasCustomPrompt="1"/>
          </p:nvPr>
        </p:nvSpPr>
        <p:spPr>
          <a:xfrm>
            <a:off x="3984070" y="2371726"/>
            <a:ext cx="7689304" cy="3339962"/>
          </a:xfrm>
          <a:noFill/>
        </p:spPr>
        <p:txBody>
          <a:bodyPr lIns="0" tIns="0" rIns="0" bIns="0">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sp>
        <p:nvSpPr>
          <p:cNvPr id="20" name="Content Placeholder 2">
            <a:extLst>
              <a:ext uri="{FF2B5EF4-FFF2-40B4-BE49-F238E27FC236}">
                <a16:creationId xmlns="" xmlns:a16="http://schemas.microsoft.com/office/drawing/2014/main" id="{FEB88DD7-AEB5-4718-AF2D-28B5B91ED715}"/>
              </a:ext>
            </a:extLst>
          </p:cNvPr>
          <p:cNvSpPr>
            <a:spLocks noGrp="1"/>
          </p:cNvSpPr>
          <p:nvPr>
            <p:ph idx="15" hasCustomPrompt="1"/>
          </p:nvPr>
        </p:nvSpPr>
        <p:spPr>
          <a:xfrm>
            <a:off x="213648" y="1762126"/>
            <a:ext cx="3359428" cy="600074"/>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1" name="Content Placeholder 2">
            <a:extLst>
              <a:ext uri="{FF2B5EF4-FFF2-40B4-BE49-F238E27FC236}">
                <a16:creationId xmlns="" xmlns:a16="http://schemas.microsoft.com/office/drawing/2014/main" id="{F694448B-800C-40EF-8F61-18C018E8374C}"/>
              </a:ext>
            </a:extLst>
          </p:cNvPr>
          <p:cNvSpPr>
            <a:spLocks noGrp="1"/>
          </p:cNvSpPr>
          <p:nvPr>
            <p:ph idx="16" hasCustomPrompt="1"/>
          </p:nvPr>
        </p:nvSpPr>
        <p:spPr>
          <a:xfrm>
            <a:off x="3983254" y="1752601"/>
            <a:ext cx="7690120" cy="609600"/>
          </a:xfrm>
        </p:spPr>
        <p:txBody>
          <a:bodyPr lIns="0" tIns="0" rIns="0" bIns="0" anchor="ctr">
            <a:noAutofit/>
          </a:bodyPr>
          <a:lstStyle>
            <a:lvl1pPr marL="0" indent="0" algn="l">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Edit Master text styles</a:t>
            </a:r>
          </a:p>
        </p:txBody>
      </p:sp>
      <p:pic>
        <p:nvPicPr>
          <p:cNvPr id="13" name="Picture 3" descr="C:\25July2018\Data\ArunPersonal\CanWork\DoItSkillsTrainingWebsite\DoItSKillsLogoDDDD\Logojoy download (7137b915-85a7-11e8-9b81-f76bf13973c9)\png\dark_logo_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112832"/>
            <a:ext cx="2719306" cy="74553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917493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2130433"/>
            <a:ext cx="1010412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783080" y="3886200"/>
            <a:ext cx="832104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594360" y="6356358"/>
            <a:ext cx="2773680" cy="365125"/>
          </a:xfrm>
          <a:prstGeom prst="rect">
            <a:avLst/>
          </a:prstGeom>
        </p:spPr>
        <p:txBody>
          <a:bodyPr/>
          <a:lstStyle/>
          <a:p>
            <a:fld id="{38CE1D20-171E-45AC-8C2B-76513E51126D}" type="datetime1">
              <a:rPr lang="en-US" smtClean="0"/>
              <a:t>01-Jul-20</a:t>
            </a:fld>
            <a:endParaRPr lang="en-IN"/>
          </a:p>
        </p:txBody>
      </p:sp>
      <p:sp>
        <p:nvSpPr>
          <p:cNvPr id="5" name="Footer Placeholder 4"/>
          <p:cNvSpPr>
            <a:spLocks noGrp="1"/>
          </p:cNvSpPr>
          <p:nvPr>
            <p:ph type="ftr" sz="quarter" idx="11"/>
          </p:nvPr>
        </p:nvSpPr>
        <p:spPr>
          <a:xfrm>
            <a:off x="4061460" y="6356358"/>
            <a:ext cx="376428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35972771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4360" y="274638"/>
            <a:ext cx="1069848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idx="1"/>
          </p:nvPr>
        </p:nvSpPr>
        <p:spPr>
          <a:xfrm>
            <a:off x="594360" y="1600206"/>
            <a:ext cx="1069848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594360" y="6356358"/>
            <a:ext cx="2773680" cy="365125"/>
          </a:xfrm>
          <a:prstGeom prst="rect">
            <a:avLst/>
          </a:prstGeom>
        </p:spPr>
        <p:txBody>
          <a:bodyPr/>
          <a:lstStyle/>
          <a:p>
            <a:fld id="{D6EA64F1-B28E-484B-BB4F-A826DE324116}" type="datetime1">
              <a:rPr lang="en-US" smtClean="0"/>
              <a:t>01-Jul-20</a:t>
            </a:fld>
            <a:endParaRPr lang="en-IN"/>
          </a:p>
        </p:txBody>
      </p:sp>
      <p:sp>
        <p:nvSpPr>
          <p:cNvPr id="5" name="Footer Placeholder 4"/>
          <p:cNvSpPr>
            <a:spLocks noGrp="1"/>
          </p:cNvSpPr>
          <p:nvPr>
            <p:ph type="ftr" sz="quarter" idx="11"/>
          </p:nvPr>
        </p:nvSpPr>
        <p:spPr>
          <a:xfrm>
            <a:off x="4061460" y="6356358"/>
            <a:ext cx="376428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29214090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523" y="4406908"/>
            <a:ext cx="1010412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39523" y="2906713"/>
            <a:ext cx="1010412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594360" y="6356358"/>
            <a:ext cx="2773680" cy="365125"/>
          </a:xfrm>
          <a:prstGeom prst="rect">
            <a:avLst/>
          </a:prstGeom>
        </p:spPr>
        <p:txBody>
          <a:bodyPr/>
          <a:lstStyle/>
          <a:p>
            <a:fld id="{EC67E623-F09E-407F-8FB0-EC644AEEF7FD}" type="datetime1">
              <a:rPr lang="en-US" smtClean="0"/>
              <a:t>01-Jul-20</a:t>
            </a:fld>
            <a:endParaRPr lang="en-IN"/>
          </a:p>
        </p:txBody>
      </p:sp>
      <p:sp>
        <p:nvSpPr>
          <p:cNvPr id="5" name="Footer Placeholder 4"/>
          <p:cNvSpPr>
            <a:spLocks noGrp="1"/>
          </p:cNvSpPr>
          <p:nvPr>
            <p:ph type="ftr" sz="quarter" idx="11"/>
          </p:nvPr>
        </p:nvSpPr>
        <p:spPr>
          <a:xfrm>
            <a:off x="4061460" y="6356358"/>
            <a:ext cx="376428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21301232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94360" y="274638"/>
            <a:ext cx="1069848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594360" y="1600206"/>
            <a:ext cx="527494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017895" y="1600206"/>
            <a:ext cx="527494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594360" y="6356358"/>
            <a:ext cx="2773680" cy="365125"/>
          </a:xfrm>
          <a:prstGeom prst="rect">
            <a:avLst/>
          </a:prstGeom>
        </p:spPr>
        <p:txBody>
          <a:bodyPr/>
          <a:lstStyle/>
          <a:p>
            <a:fld id="{E9B65AB1-A0A4-4BE9-8148-271D113DDB2A}" type="datetime1">
              <a:rPr lang="en-US" smtClean="0"/>
              <a:t>01-Jul-20</a:t>
            </a:fld>
            <a:endParaRPr lang="en-IN"/>
          </a:p>
        </p:txBody>
      </p:sp>
      <p:sp>
        <p:nvSpPr>
          <p:cNvPr id="6" name="Footer Placeholder 5"/>
          <p:cNvSpPr>
            <a:spLocks noGrp="1"/>
          </p:cNvSpPr>
          <p:nvPr>
            <p:ph type="ftr" sz="quarter" idx="11"/>
          </p:nvPr>
        </p:nvSpPr>
        <p:spPr>
          <a:xfrm>
            <a:off x="4061460" y="6356358"/>
            <a:ext cx="376428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19123395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4360" y="274638"/>
            <a:ext cx="1069848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594363" y="1535113"/>
            <a:ext cx="525172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94363" y="2174875"/>
            <a:ext cx="525172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038016" y="1535113"/>
            <a:ext cx="5254824"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038016" y="2174875"/>
            <a:ext cx="5254824"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594360" y="6356358"/>
            <a:ext cx="2773680" cy="365125"/>
          </a:xfrm>
          <a:prstGeom prst="rect">
            <a:avLst/>
          </a:prstGeom>
        </p:spPr>
        <p:txBody>
          <a:bodyPr/>
          <a:lstStyle/>
          <a:p>
            <a:fld id="{143404CF-6B67-4878-BCA0-3507A57418A5}" type="datetime1">
              <a:rPr lang="en-US" smtClean="0"/>
              <a:t>01-Jul-20</a:t>
            </a:fld>
            <a:endParaRPr lang="en-IN"/>
          </a:p>
        </p:txBody>
      </p:sp>
      <p:sp>
        <p:nvSpPr>
          <p:cNvPr id="8" name="Footer Placeholder 7"/>
          <p:cNvSpPr>
            <a:spLocks noGrp="1"/>
          </p:cNvSpPr>
          <p:nvPr>
            <p:ph type="ftr" sz="quarter" idx="11"/>
          </p:nvPr>
        </p:nvSpPr>
        <p:spPr>
          <a:xfrm>
            <a:off x="4061460" y="6356358"/>
            <a:ext cx="376428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40225659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94360" y="274638"/>
            <a:ext cx="1069848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594360" y="6356358"/>
            <a:ext cx="2773680" cy="365125"/>
          </a:xfrm>
          <a:prstGeom prst="rect">
            <a:avLst/>
          </a:prstGeom>
        </p:spPr>
        <p:txBody>
          <a:bodyPr/>
          <a:lstStyle/>
          <a:p>
            <a:fld id="{B31251E3-2EC9-4679-929B-9FF372D79806}" type="datetime1">
              <a:rPr lang="en-US" smtClean="0"/>
              <a:t>01-Jul-20</a:t>
            </a:fld>
            <a:endParaRPr lang="en-IN"/>
          </a:p>
        </p:txBody>
      </p:sp>
      <p:sp>
        <p:nvSpPr>
          <p:cNvPr id="4" name="Footer Placeholder 3"/>
          <p:cNvSpPr>
            <a:spLocks noGrp="1"/>
          </p:cNvSpPr>
          <p:nvPr>
            <p:ph type="ftr" sz="quarter" idx="11"/>
          </p:nvPr>
        </p:nvSpPr>
        <p:spPr>
          <a:xfrm>
            <a:off x="4061460" y="6356358"/>
            <a:ext cx="376428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5923775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94360" y="6356358"/>
            <a:ext cx="2773680" cy="365125"/>
          </a:xfrm>
          <a:prstGeom prst="rect">
            <a:avLst/>
          </a:prstGeom>
        </p:spPr>
        <p:txBody>
          <a:bodyPr/>
          <a:lstStyle/>
          <a:p>
            <a:fld id="{3E0775CD-A57D-48DD-A275-152FFCDF76DE}" type="datetime1">
              <a:rPr lang="en-US" smtClean="0"/>
              <a:t>01-Jul-20</a:t>
            </a:fld>
            <a:endParaRPr lang="en-IN"/>
          </a:p>
        </p:txBody>
      </p:sp>
      <p:sp>
        <p:nvSpPr>
          <p:cNvPr id="3" name="Footer Placeholder 2"/>
          <p:cNvSpPr>
            <a:spLocks noGrp="1"/>
          </p:cNvSpPr>
          <p:nvPr>
            <p:ph type="ftr" sz="quarter" idx="11"/>
          </p:nvPr>
        </p:nvSpPr>
        <p:spPr>
          <a:xfrm>
            <a:off x="4061460" y="6356358"/>
            <a:ext cx="376428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10630662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273050"/>
            <a:ext cx="391132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648087" y="273058"/>
            <a:ext cx="6644759"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594360" y="1435103"/>
            <a:ext cx="391132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94360" y="6356358"/>
            <a:ext cx="2773680" cy="365125"/>
          </a:xfrm>
          <a:prstGeom prst="rect">
            <a:avLst/>
          </a:prstGeom>
        </p:spPr>
        <p:txBody>
          <a:bodyPr/>
          <a:lstStyle/>
          <a:p>
            <a:fld id="{94171531-142F-4F8B-984D-8A3E9B5E722D}" type="datetime1">
              <a:rPr lang="en-US" smtClean="0"/>
              <a:t>01-Jul-20</a:t>
            </a:fld>
            <a:endParaRPr lang="en-IN"/>
          </a:p>
        </p:txBody>
      </p:sp>
      <p:sp>
        <p:nvSpPr>
          <p:cNvPr id="6" name="Footer Placeholder 5"/>
          <p:cNvSpPr>
            <a:spLocks noGrp="1"/>
          </p:cNvSpPr>
          <p:nvPr>
            <p:ph type="ftr" sz="quarter" idx="11"/>
          </p:nvPr>
        </p:nvSpPr>
        <p:spPr>
          <a:xfrm>
            <a:off x="4061460" y="6356358"/>
            <a:ext cx="376428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13280654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458" y="4800600"/>
            <a:ext cx="713232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29458" y="612775"/>
            <a:ext cx="713232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IN"/>
          </a:p>
        </p:txBody>
      </p:sp>
      <p:sp>
        <p:nvSpPr>
          <p:cNvPr id="4" name="Text Placeholder 3"/>
          <p:cNvSpPr>
            <a:spLocks noGrp="1"/>
          </p:cNvSpPr>
          <p:nvPr>
            <p:ph type="body" sz="half" idx="2"/>
          </p:nvPr>
        </p:nvSpPr>
        <p:spPr>
          <a:xfrm>
            <a:off x="2329458" y="5367338"/>
            <a:ext cx="713232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94360" y="6356358"/>
            <a:ext cx="2773680" cy="365125"/>
          </a:xfrm>
          <a:prstGeom prst="rect">
            <a:avLst/>
          </a:prstGeom>
        </p:spPr>
        <p:txBody>
          <a:bodyPr/>
          <a:lstStyle/>
          <a:p>
            <a:fld id="{09438DA1-526B-49D0-8EF4-1FF0A698F3D1}" type="datetime1">
              <a:rPr lang="en-US" smtClean="0"/>
              <a:t>01-Jul-20</a:t>
            </a:fld>
            <a:endParaRPr lang="en-IN"/>
          </a:p>
        </p:txBody>
      </p:sp>
      <p:sp>
        <p:nvSpPr>
          <p:cNvPr id="6" name="Footer Placeholder 5"/>
          <p:cNvSpPr>
            <a:spLocks noGrp="1"/>
          </p:cNvSpPr>
          <p:nvPr>
            <p:ph type="ftr" sz="quarter" idx="11"/>
          </p:nvPr>
        </p:nvSpPr>
        <p:spPr>
          <a:xfrm>
            <a:off x="4061460" y="6356358"/>
            <a:ext cx="376428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30847611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94360" y="274638"/>
            <a:ext cx="1069848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a:xfrm>
            <a:off x="594360" y="1600206"/>
            <a:ext cx="1069848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594360" y="6356358"/>
            <a:ext cx="2773680" cy="365125"/>
          </a:xfrm>
          <a:prstGeom prst="rect">
            <a:avLst/>
          </a:prstGeom>
        </p:spPr>
        <p:txBody>
          <a:bodyPr/>
          <a:lstStyle/>
          <a:p>
            <a:fld id="{A9BF0F8C-795C-4595-B801-27C362DAA937}" type="datetime1">
              <a:rPr lang="en-US" smtClean="0"/>
              <a:t>01-Jul-20</a:t>
            </a:fld>
            <a:endParaRPr lang="en-IN"/>
          </a:p>
        </p:txBody>
      </p:sp>
      <p:sp>
        <p:nvSpPr>
          <p:cNvPr id="5" name="Footer Placeholder 4"/>
          <p:cNvSpPr>
            <a:spLocks noGrp="1"/>
          </p:cNvSpPr>
          <p:nvPr>
            <p:ph type="ftr" sz="quarter" idx="11"/>
          </p:nvPr>
        </p:nvSpPr>
        <p:spPr>
          <a:xfrm>
            <a:off x="4061460" y="6356358"/>
            <a:ext cx="376428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14263795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274646"/>
            <a:ext cx="267462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594360" y="274646"/>
            <a:ext cx="787527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594360" y="6356358"/>
            <a:ext cx="2773680" cy="365125"/>
          </a:xfrm>
          <a:prstGeom prst="rect">
            <a:avLst/>
          </a:prstGeom>
        </p:spPr>
        <p:txBody>
          <a:bodyPr/>
          <a:lstStyle/>
          <a:p>
            <a:fld id="{E2F049B6-F226-456C-9577-BDFBD20D1D45}" type="datetime1">
              <a:rPr lang="en-US" smtClean="0"/>
              <a:t>01-Jul-20</a:t>
            </a:fld>
            <a:endParaRPr lang="en-IN"/>
          </a:p>
        </p:txBody>
      </p:sp>
      <p:sp>
        <p:nvSpPr>
          <p:cNvPr id="5" name="Footer Placeholder 4"/>
          <p:cNvSpPr>
            <a:spLocks noGrp="1"/>
          </p:cNvSpPr>
          <p:nvPr>
            <p:ph type="ftr" sz="quarter" idx="11"/>
          </p:nvPr>
        </p:nvSpPr>
        <p:spPr>
          <a:xfrm>
            <a:off x="4061460" y="6356358"/>
            <a:ext cx="376428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519160" y="6356358"/>
            <a:ext cx="2773680" cy="365125"/>
          </a:xfrm>
          <a:prstGeom prst="rect">
            <a:avLst/>
          </a:prstGeom>
        </p:spPr>
        <p:txBody>
          <a:bodyPr/>
          <a:lstStyle/>
          <a:p>
            <a:fld id="{D45CCA5D-BDAD-49B9-8A8D-F58C7A209169}" type="slidenum">
              <a:rPr lang="en-IN" smtClean="0"/>
              <a:t>‹#›</a:t>
            </a:fld>
            <a:endParaRPr lang="en-IN"/>
          </a:p>
        </p:txBody>
      </p:sp>
    </p:spTree>
    <p:extLst>
      <p:ext uri="{BB962C8B-B14F-4D97-AF65-F5344CB8AC3E}">
        <p14:creationId xmlns:p14="http://schemas.microsoft.com/office/powerpoint/2010/main" val="1885617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CC4D7FA-B85E-4477-8C62-94955B340F14}"/>
              </a:ext>
            </a:extLst>
          </p:cNvPr>
          <p:cNvSpPr>
            <a:spLocks noGrp="1"/>
          </p:cNvSpPr>
          <p:nvPr>
            <p:ph type="title"/>
          </p:nvPr>
        </p:nvSpPr>
        <p:spPr>
          <a:xfrm>
            <a:off x="817245" y="365127"/>
            <a:ext cx="1025271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 xmlns:a16="http://schemas.microsoft.com/office/drawing/2014/main" id="{1F1226BB-3E56-4E7F-8172-7EC03C9F0BCF}"/>
              </a:ext>
            </a:extLst>
          </p:cNvPr>
          <p:cNvSpPr>
            <a:spLocks noGrp="1"/>
          </p:cNvSpPr>
          <p:nvPr>
            <p:ph type="body" idx="1"/>
          </p:nvPr>
        </p:nvSpPr>
        <p:spPr>
          <a:xfrm>
            <a:off x="817245" y="1825625"/>
            <a:ext cx="10252710"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 xmlns:a16="http://schemas.microsoft.com/office/drawing/2014/main" id="{D95D08EF-72FB-4F19-9916-65815A9CA99C}"/>
              </a:ext>
            </a:extLst>
          </p:cNvPr>
          <p:cNvSpPr>
            <a:spLocks noGrp="1"/>
          </p:cNvSpPr>
          <p:nvPr>
            <p:ph type="dt" sz="half" idx="2"/>
          </p:nvPr>
        </p:nvSpPr>
        <p:spPr>
          <a:xfrm>
            <a:off x="817245" y="6356352"/>
            <a:ext cx="267462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01-Jul-20</a:t>
            </a:fld>
            <a:endParaRPr lang="en-US"/>
          </a:p>
        </p:txBody>
      </p:sp>
      <p:sp>
        <p:nvSpPr>
          <p:cNvPr id="5" name="Footer Placeholder 4">
            <a:extLst>
              <a:ext uri="{FF2B5EF4-FFF2-40B4-BE49-F238E27FC236}">
                <a16:creationId xmlns="" xmlns:a16="http://schemas.microsoft.com/office/drawing/2014/main" id="{1365084D-BC85-4A55-BD80-93876AD10108}"/>
              </a:ext>
            </a:extLst>
          </p:cNvPr>
          <p:cNvSpPr>
            <a:spLocks noGrp="1"/>
          </p:cNvSpPr>
          <p:nvPr>
            <p:ph type="ftr" sz="quarter" idx="3"/>
          </p:nvPr>
        </p:nvSpPr>
        <p:spPr>
          <a:xfrm>
            <a:off x="3937635" y="6356352"/>
            <a:ext cx="401193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45FDEF23-A140-4DD6-A0D0-A86BD4DF3404}"/>
              </a:ext>
            </a:extLst>
          </p:cNvPr>
          <p:cNvSpPr>
            <a:spLocks noGrp="1"/>
          </p:cNvSpPr>
          <p:nvPr>
            <p:ph type="sldNum" sz="quarter" idx="4"/>
          </p:nvPr>
        </p:nvSpPr>
        <p:spPr>
          <a:xfrm>
            <a:off x="8395335" y="6356352"/>
            <a:ext cx="267462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9CAC5166-4796-40D2-A50C-05DACE2C6C35}"/>
              </a:ext>
            </a:extLst>
          </p:cNvPr>
          <p:cNvSpPr>
            <a:spLocks noGrp="1"/>
          </p:cNvSpPr>
          <p:nvPr>
            <p:ph type="title"/>
          </p:nvPr>
        </p:nvSpPr>
        <p:spPr>
          <a:xfrm>
            <a:off x="817245" y="1292589"/>
            <a:ext cx="1025271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 xmlns:a16="http://schemas.microsoft.com/office/drawing/2014/main" id="{AD836682-CE55-4994-889B-5D188C3E4F73}"/>
              </a:ext>
            </a:extLst>
          </p:cNvPr>
          <p:cNvSpPr>
            <a:spLocks noGrp="1"/>
          </p:cNvSpPr>
          <p:nvPr>
            <p:ph type="body" idx="1"/>
          </p:nvPr>
        </p:nvSpPr>
        <p:spPr>
          <a:xfrm>
            <a:off x="817245" y="2753088"/>
            <a:ext cx="10252710" cy="2341426"/>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a:extLst>
              <a:ext uri="{FF2B5EF4-FFF2-40B4-BE49-F238E27FC236}">
                <a16:creationId xmlns="" xmlns:a16="http://schemas.microsoft.com/office/drawing/2014/main" id="{F31F9231-8DF4-411E-8324-453AB042A01C}"/>
              </a:ext>
            </a:extLst>
          </p:cNvPr>
          <p:cNvSpPr>
            <a:spLocks noGrp="1"/>
          </p:cNvSpPr>
          <p:nvPr>
            <p:ph type="dt" sz="half" idx="2"/>
          </p:nvPr>
        </p:nvSpPr>
        <p:spPr>
          <a:xfrm>
            <a:off x="8780741" y="577752"/>
            <a:ext cx="2674620" cy="176716"/>
          </a:xfrm>
          <a:prstGeom prst="rect">
            <a:avLst/>
          </a:prstGeom>
        </p:spPr>
        <p:txBody>
          <a:bodyPr vert="horz" lIns="0" tIns="0" rIns="0" bIns="0" rtlCol="0" anchor="t" anchorCtr="0"/>
          <a:lstStyle>
            <a:lvl1pPr algn="r">
              <a:defRPr sz="900" i="1">
                <a:solidFill>
                  <a:srgbClr val="454D55"/>
                </a:solidFill>
              </a:defRPr>
            </a:lvl1pPr>
          </a:lstStyle>
          <a:p>
            <a:fld id="{873E3593-F24F-467C-BCF4-6FA924D1A30A}" type="datetime1">
              <a:rPr lang="en-US" noProof="0" smtClean="0"/>
              <a:t>01-Jul-20</a:t>
            </a:fld>
            <a:endParaRPr lang="en-US" noProof="0"/>
          </a:p>
        </p:txBody>
      </p:sp>
      <p:sp>
        <p:nvSpPr>
          <p:cNvPr id="5" name="Footer Placeholder 4">
            <a:extLst>
              <a:ext uri="{FF2B5EF4-FFF2-40B4-BE49-F238E27FC236}">
                <a16:creationId xmlns="" xmlns:a16="http://schemas.microsoft.com/office/drawing/2014/main" id="{C30475F0-EE3A-4617-AFAB-40BF7C148786}"/>
              </a:ext>
            </a:extLst>
          </p:cNvPr>
          <p:cNvSpPr>
            <a:spLocks noGrp="1"/>
          </p:cNvSpPr>
          <p:nvPr>
            <p:ph type="ftr" sz="quarter" idx="3"/>
          </p:nvPr>
        </p:nvSpPr>
        <p:spPr>
          <a:xfrm>
            <a:off x="8780741" y="392473"/>
            <a:ext cx="2674620" cy="176715"/>
          </a:xfrm>
          <a:prstGeom prst="rect">
            <a:avLst/>
          </a:prstGeom>
        </p:spPr>
        <p:txBody>
          <a:bodyPr vert="horz" lIns="0" tIns="0" rIns="0" bIns="0" rtlCol="0" anchor="b" anchorCtr="0"/>
          <a:lstStyle>
            <a:lvl1pPr algn="r">
              <a:defRPr sz="900" i="1">
                <a:solidFill>
                  <a:srgbClr val="454D55"/>
                </a:solidFill>
              </a:defRPr>
            </a:lvl1pPr>
          </a:lstStyle>
          <a:p>
            <a:endParaRPr lang="en-US" noProof="0"/>
          </a:p>
        </p:txBody>
      </p:sp>
      <p:sp>
        <p:nvSpPr>
          <p:cNvPr id="6" name="Slide Number Placeholder 5">
            <a:extLst>
              <a:ext uri="{FF2B5EF4-FFF2-40B4-BE49-F238E27FC236}">
                <a16:creationId xmlns="" xmlns:a16="http://schemas.microsoft.com/office/drawing/2014/main" id="{8AA07E7D-9F5C-43AC-A03A-432F6CB44929}"/>
              </a:ext>
            </a:extLst>
          </p:cNvPr>
          <p:cNvSpPr>
            <a:spLocks noGrp="1"/>
          </p:cNvSpPr>
          <p:nvPr>
            <p:ph type="sldNum" sz="quarter" idx="4"/>
          </p:nvPr>
        </p:nvSpPr>
        <p:spPr>
          <a:xfrm>
            <a:off x="431842" y="392473"/>
            <a:ext cx="385405" cy="176715"/>
          </a:xfrm>
          <a:prstGeom prst="rect">
            <a:avLst/>
          </a:prstGeom>
        </p:spPr>
        <p:txBody>
          <a:bodyPr vert="horz" lIns="0" tIns="0" rIns="0" bIns="0" rtlCol="0" anchor="b" anchorCtr="0"/>
          <a:lstStyle>
            <a:lvl1pPr algn="l">
              <a:defRPr sz="900" i="1">
                <a:solidFill>
                  <a:srgbClr val="454D55"/>
                </a:solidFill>
              </a:defRPr>
            </a:lvl1pPr>
          </a:lstStyle>
          <a:p>
            <a:fld id="{93C1428B-5ACF-4E79-A091-05E2328DA75D}" type="slidenum">
              <a:rPr lang="en-US" noProof="0" smtClean="0"/>
              <a:pPr/>
              <a:t>‹#›</a:t>
            </a:fld>
            <a:endParaRPr lang="en-US" noProof="0"/>
          </a:p>
        </p:txBody>
      </p:sp>
      <p:sp>
        <p:nvSpPr>
          <p:cNvPr id="9" name="Oval 8">
            <a:extLst>
              <a:ext uri="{FF2B5EF4-FFF2-40B4-BE49-F238E27FC236}">
                <a16:creationId xmlns="" xmlns:a16="http://schemas.microsoft.com/office/drawing/2014/main" id="{EF515B4A-CB20-4847-8E00-0DD66F1FEBB4}"/>
              </a:ext>
            </a:extLst>
          </p:cNvPr>
          <p:cNvSpPr/>
          <p:nvPr/>
        </p:nvSpPr>
        <p:spPr>
          <a:xfrm>
            <a:off x="11087378" y="6409401"/>
            <a:ext cx="273049"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 xmlns:a16="http://schemas.microsoft.com/office/drawing/2014/main" id="{996B64B9-1DF0-4EE9-BAB5-72AFA94B9AFD}"/>
              </a:ext>
            </a:extLst>
          </p:cNvPr>
          <p:cNvSpPr txBox="1">
            <a:spLocks/>
          </p:cNvSpPr>
          <p:nvPr/>
        </p:nvSpPr>
        <p:spPr>
          <a:xfrm>
            <a:off x="11079605" y="6455743"/>
            <a:ext cx="287099" cy="187367"/>
          </a:xfrm>
          <a:prstGeom prst="rect">
            <a:avLst/>
          </a:prstGeom>
        </p:spPr>
        <p:txBody>
          <a:bodyPr lIns="0" tIns="0" rIns="0" bIns="0"/>
          <a:lstStyle>
            <a:defPPr>
              <a:defRPr lang="en-US"/>
            </a:defPPr>
            <a:lvl1pPr marL="0" algn="ctr"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27E2B5-D109-4574-97EB-70B046C448A2}" type="slidenum">
              <a:rPr lang="en-IN" smtClean="0"/>
              <a:pPr/>
              <a:t>‹#›</a:t>
            </a:fld>
            <a:endParaRPr lang="en-IN" dirty="0"/>
          </a:p>
        </p:txBody>
      </p:sp>
    </p:spTree>
    <p:extLst>
      <p:ext uri="{BB962C8B-B14F-4D97-AF65-F5344CB8AC3E}">
        <p14:creationId xmlns:p14="http://schemas.microsoft.com/office/powerpoint/2010/main" val="721065857"/>
      </p:ext>
    </p:extLst>
  </p:cSld>
  <p:clrMap bg1="lt1" tx1="dk1" bg2="lt2" tx2="dk2" accent1="accent1" accent2="accent2" accent3="accent3" accent4="accent4" accent5="accent5" accent6="accent6" hlink="hlink" folHlink="folHlink"/>
  <p:hf hdr="0" ftr="0" dt="0"/>
  <p:txStyles>
    <p:titleStyle>
      <a:lvl1pPr algn="l" defTabSz="914400" rtl="0" eaLnBrk="1" latinLnBrk="0" hangingPunct="1">
        <a:lnSpc>
          <a:spcPct val="90000"/>
        </a:lnSpc>
        <a:spcBef>
          <a:spcPct val="0"/>
        </a:spcBef>
        <a:buNone/>
        <a:defRPr sz="35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78" userDrawn="1">
          <p15:clr>
            <a:srgbClr val="F26B43"/>
          </p15:clr>
        </p15:guide>
        <p15:guide id="2" pos="279" userDrawn="1">
          <p15:clr>
            <a:srgbClr val="F26B43"/>
          </p15:clr>
        </p15:guide>
        <p15:guide id="3" pos="7401" userDrawn="1">
          <p15:clr>
            <a:srgbClr val="F26B43"/>
          </p15:clr>
        </p15:guide>
        <p15:guide id="4" orient="horz" pos="4042"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76627016-BFC4-46D4-89DB-F72E3C3461EC}"/>
              </a:ext>
            </a:extLst>
          </p:cNvPr>
          <p:cNvSpPr/>
          <p:nvPr/>
        </p:nvSpPr>
        <p:spPr>
          <a:xfrm rot="10800000">
            <a:off x="503039" y="-16721"/>
            <a:ext cx="1227153"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2" name="Oval 11">
            <a:extLst>
              <a:ext uri="{FF2B5EF4-FFF2-40B4-BE49-F238E27FC236}">
                <a16:creationId xmlns="" xmlns:a16="http://schemas.microsoft.com/office/drawing/2014/main" id="{EF515B4A-CB20-4847-8E00-0DD66F1FEBB4}"/>
              </a:ext>
            </a:extLst>
          </p:cNvPr>
          <p:cNvSpPr/>
          <p:nvPr/>
        </p:nvSpPr>
        <p:spPr>
          <a:xfrm>
            <a:off x="11087378" y="6409403"/>
            <a:ext cx="273049"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Slide Number Placeholder 5">
            <a:extLst>
              <a:ext uri="{FF2B5EF4-FFF2-40B4-BE49-F238E27FC236}">
                <a16:creationId xmlns="" xmlns:a16="http://schemas.microsoft.com/office/drawing/2014/main" id="{996B64B9-1DF0-4EE9-BAB5-72AFA94B9AFD}"/>
              </a:ext>
            </a:extLst>
          </p:cNvPr>
          <p:cNvSpPr txBox="1">
            <a:spLocks/>
          </p:cNvSpPr>
          <p:nvPr/>
        </p:nvSpPr>
        <p:spPr>
          <a:xfrm>
            <a:off x="11079607" y="6455745"/>
            <a:ext cx="287099" cy="187367"/>
          </a:xfrm>
          <a:prstGeom prst="rect">
            <a:avLst/>
          </a:prstGeom>
        </p:spPr>
        <p:txBody>
          <a:bodyPr lIns="0" tIns="0" rIns="0" bIns="0"/>
          <a:lstStyle>
            <a:defPPr>
              <a:defRPr lang="en-US"/>
            </a:defPPr>
            <a:lvl1pPr marL="0" algn="ctr"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C71654-96A5-4280-94F3-931C61A9F92C}" type="slidenum">
              <a:rPr lang="en-US" smtClean="0"/>
              <a:pPr/>
              <a:t>‹#›</a:t>
            </a:fld>
            <a:endParaRPr lang="en-US" dirty="0"/>
          </a:p>
        </p:txBody>
      </p:sp>
      <p:sp>
        <p:nvSpPr>
          <p:cNvPr id="5" name="Rectangle 4">
            <a:extLst>
              <a:ext uri="{FF2B5EF4-FFF2-40B4-BE49-F238E27FC236}">
                <a16:creationId xmlns="" xmlns:a16="http://schemas.microsoft.com/office/drawing/2014/main" id="{76627016-BFC4-46D4-89DB-F72E3C3461EC}"/>
              </a:ext>
            </a:extLst>
          </p:cNvPr>
          <p:cNvSpPr/>
          <p:nvPr/>
        </p:nvSpPr>
        <p:spPr>
          <a:xfrm rot="10800000">
            <a:off x="503039" y="-16722"/>
            <a:ext cx="1227153" cy="2453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141219645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5.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5.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hyperlink" Target="mailto:arunkg99@gmail.com" TargetMode="External"/><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numpy</a:t>
            </a:r>
            <a:endParaRPr lang="en-US" dirty="0"/>
          </a:p>
        </p:txBody>
      </p:sp>
      <p:sp>
        <p:nvSpPr>
          <p:cNvPr id="6" name="Subtitle 5"/>
          <p:cNvSpPr>
            <a:spLocks noGrp="1"/>
          </p:cNvSpPr>
          <p:nvPr>
            <p:ph type="subTitle" idx="1"/>
          </p:nvPr>
        </p:nvSpPr>
        <p:spPr/>
        <p:txBody>
          <a:bodyPr/>
          <a:lstStyle/>
          <a:p>
            <a:r>
              <a:rPr lang="en-US" dirty="0" smtClean="0"/>
              <a:t>Python library</a:t>
            </a:r>
            <a:endParaRPr lang="en-US" dirty="0"/>
          </a:p>
        </p:txBody>
      </p:sp>
      <p:sp>
        <p:nvSpPr>
          <p:cNvPr id="7" name="Picture Placeholder 6"/>
          <p:cNvSpPr>
            <a:spLocks noGrp="1"/>
          </p:cNvSpPr>
          <p:nvPr>
            <p:ph type="pic" sz="quarter" idx="10"/>
          </p:nvPr>
        </p:nvSpPr>
        <p:spPr/>
      </p:sp>
      <p:sp>
        <p:nvSpPr>
          <p:cNvPr id="4" name="TextBox 3"/>
          <p:cNvSpPr txBox="1"/>
          <p:nvPr/>
        </p:nvSpPr>
        <p:spPr>
          <a:xfrm>
            <a:off x="11087100" y="6397823"/>
            <a:ext cx="342900" cy="307777"/>
          </a:xfrm>
          <a:prstGeom prst="rect">
            <a:avLst/>
          </a:prstGeom>
          <a:noFill/>
        </p:spPr>
        <p:txBody>
          <a:bodyPr wrap="square" rtlCol="0">
            <a:spAutoFit/>
          </a:bodyPr>
          <a:lstStyle/>
          <a:p>
            <a:r>
              <a:rPr lang="en-US" sz="1400" dirty="0" smtClean="0">
                <a:solidFill>
                  <a:schemeClr val="bg1"/>
                </a:solidFill>
              </a:rPr>
              <a:t>1</a:t>
            </a:r>
            <a:endParaRPr lang="en-US" sz="1400" dirty="0">
              <a:solidFill>
                <a:schemeClr val="bg1"/>
              </a:solidFill>
            </a:endParaRPr>
          </a:p>
        </p:txBody>
      </p:sp>
      <p:pic>
        <p:nvPicPr>
          <p:cNvPr id="8" name="Picture Placeholder 10" descr="city skyline">
            <a:extLst>
              <a:ext uri="{FF2B5EF4-FFF2-40B4-BE49-F238E27FC236}">
                <a16:creationId xmlns:a16="http://schemas.microsoft.com/office/drawing/2014/main" xmlns="" id="{9D82A855-CCB0-4075-B5EE-5CC6FD176DB4}"/>
              </a:ext>
            </a:extLst>
          </p:cNvPr>
          <p:cNvPicPr>
            <a:picLocks noChangeAspect="1"/>
          </p:cNvPicPr>
          <p:nvPr/>
        </p:nvPicPr>
        <p:blipFill>
          <a:blip r:embed="rId2" cstate="print">
            <a:extLst>
              <a:ext uri="{28A0092B-C50C-407E-A947-70E740481C1C}">
                <a14:useLocalDpi xmlns:a14="http://schemas.microsoft.com/office/drawing/2010/main"/>
              </a:ext>
            </a:extLst>
          </a:blip>
          <a:srcRect l="22301" r="22301"/>
          <a:stretch>
            <a:fillRect/>
          </a:stretch>
        </p:blipFill>
        <p:spPr>
          <a:xfrm>
            <a:off x="609600" y="685800"/>
            <a:ext cx="5269317" cy="5381861"/>
          </a:xfrm>
          <a:prstGeom prst="ellipse">
            <a:avLst/>
          </a:prstGeom>
        </p:spPr>
      </p:pic>
      <p:sp>
        <p:nvSpPr>
          <p:cNvPr id="9"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a:t>
            </a:fld>
            <a:endParaRPr lang="en-IN" dirty="0"/>
          </a:p>
        </p:txBody>
      </p:sp>
    </p:spTree>
    <p:extLst>
      <p:ext uri="{BB962C8B-B14F-4D97-AF65-F5344CB8AC3E}">
        <p14:creationId xmlns:p14="http://schemas.microsoft.com/office/powerpoint/2010/main" val="975804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a Python numpy array</a:t>
            </a:r>
          </a:p>
        </p:txBody>
      </p:sp>
      <p:pic>
        <p:nvPicPr>
          <p:cNvPr id="2050" name="Picture 2" descr="http://jalammar.github.io/images/numpy/create-numpy-array-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371600"/>
            <a:ext cx="6762750" cy="23431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se np.arange() to create a range of numb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8506" y="4191000"/>
            <a:ext cx="5172075" cy="89535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a:t>
            </a:fld>
            <a:endParaRPr lang="en-IN" dirty="0"/>
          </a:p>
        </p:txBody>
      </p:sp>
    </p:spTree>
    <p:extLst>
      <p:ext uri="{BB962C8B-B14F-4D97-AF65-F5344CB8AC3E}">
        <p14:creationId xmlns:p14="http://schemas.microsoft.com/office/powerpoint/2010/main" val="2825346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random array </a:t>
            </a:r>
            <a:endParaRPr lang="en-US" dirty="0"/>
          </a:p>
        </p:txBody>
      </p:sp>
      <p:pic>
        <p:nvPicPr>
          <p:cNvPr id="3074" name="Picture 2" descr="http://jalammar.github.io/images/numpy/create-numpy-array-ones-zeros-rando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63496"/>
            <a:ext cx="11430000" cy="25400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3</a:t>
            </a:fld>
            <a:endParaRPr lang="en-IN" dirty="0"/>
          </a:p>
        </p:txBody>
      </p:sp>
    </p:spTree>
    <p:extLst>
      <p:ext uri="{BB962C8B-B14F-4D97-AF65-F5344CB8AC3E}">
        <p14:creationId xmlns:p14="http://schemas.microsoft.com/office/powerpoint/2010/main" val="4117139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a:t>
            </a:r>
            <a:r>
              <a:rPr lang="en-US" dirty="0" smtClean="0"/>
              <a:t>arithmetic</a:t>
            </a:r>
            <a:endParaRPr lang="en-US" dirty="0"/>
          </a:p>
        </p:txBody>
      </p:sp>
      <p:pic>
        <p:nvPicPr>
          <p:cNvPr id="1026" name="Picture 2" descr="http://jalammar.github.io/images/numpy/numpy-arrays-exampl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52600"/>
            <a:ext cx="9324975" cy="15430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jalammar.github.io/images/numpy/numpy-arrays-adding-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962400"/>
            <a:ext cx="7305675" cy="149542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4</a:t>
            </a:fld>
            <a:endParaRPr lang="en-IN" dirty="0"/>
          </a:p>
        </p:txBody>
      </p:sp>
    </p:spTree>
    <p:extLst>
      <p:ext uri="{BB962C8B-B14F-4D97-AF65-F5344CB8AC3E}">
        <p14:creationId xmlns:p14="http://schemas.microsoft.com/office/powerpoint/2010/main" val="980858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arithmetic</a:t>
            </a:r>
            <a:endParaRPr lang="en-US" dirty="0"/>
          </a:p>
        </p:txBody>
      </p:sp>
      <p:pic>
        <p:nvPicPr>
          <p:cNvPr id="4098" name="Picture 2" descr="http://jalammar.github.io/images/numpy/numpy-array-subtract-multiply-divi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11201400" cy="164782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5</a:t>
            </a:fld>
            <a:endParaRPr lang="en-IN" dirty="0"/>
          </a:p>
        </p:txBody>
      </p:sp>
    </p:spTree>
    <p:extLst>
      <p:ext uri="{BB962C8B-B14F-4D97-AF65-F5344CB8AC3E}">
        <p14:creationId xmlns:p14="http://schemas.microsoft.com/office/powerpoint/2010/main" val="435255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Multiplying array with specific value</a:t>
            </a:r>
            <a:endParaRPr lang="en-US" dirty="0"/>
          </a:p>
        </p:txBody>
      </p:sp>
      <p:pic>
        <p:nvPicPr>
          <p:cNvPr id="5122" name="Picture 2" descr="http://jalammar.github.io/images/numpy/numpy-array-broadca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49296"/>
            <a:ext cx="10944225" cy="123825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6</a:t>
            </a:fld>
            <a:endParaRPr lang="en-IN" dirty="0"/>
          </a:p>
        </p:txBody>
      </p:sp>
    </p:spTree>
    <p:extLst>
      <p:ext uri="{BB962C8B-B14F-4D97-AF65-F5344CB8AC3E}">
        <p14:creationId xmlns:p14="http://schemas.microsoft.com/office/powerpoint/2010/main" val="4075273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Indexing</a:t>
            </a:r>
            <a:endParaRPr lang="en-US" dirty="0"/>
          </a:p>
        </p:txBody>
      </p:sp>
      <p:pic>
        <p:nvPicPr>
          <p:cNvPr id="6146" name="Picture 2" descr="http://jalammar.github.io/images/numpy/numpy-array-sli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81200"/>
            <a:ext cx="9010650" cy="21336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7</a:t>
            </a:fld>
            <a:endParaRPr lang="en-IN" dirty="0"/>
          </a:p>
        </p:txBody>
      </p:sp>
    </p:spTree>
    <p:extLst>
      <p:ext uri="{BB962C8B-B14F-4D97-AF65-F5344CB8AC3E}">
        <p14:creationId xmlns:p14="http://schemas.microsoft.com/office/powerpoint/2010/main" val="1806179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Slicing in array</a:t>
            </a:r>
            <a:endParaRPr lang="en-US" dirty="0"/>
          </a:p>
        </p:txBody>
      </p:sp>
      <p:pic>
        <p:nvPicPr>
          <p:cNvPr id="8194" name="Picture 2" descr="NumpyArraySlicing - python numpy tutorial - Edureka"/>
          <p:cNvPicPr>
            <a:picLocks noChangeAspect="1" noChangeArrowheads="1"/>
          </p:cNvPicPr>
          <p:nvPr/>
        </p:nvPicPr>
        <p:blipFill rotWithShape="1">
          <a:blip r:embed="rId2">
            <a:extLst>
              <a:ext uri="{28A0092B-C50C-407E-A947-70E740481C1C}">
                <a14:useLocalDpi xmlns:a14="http://schemas.microsoft.com/office/drawing/2010/main" val="0"/>
              </a:ext>
            </a:extLst>
          </a:blip>
          <a:srcRect l="10243" t="7168" r="11941" b="11192"/>
          <a:stretch/>
        </p:blipFill>
        <p:spPr bwMode="auto">
          <a:xfrm>
            <a:off x="1564641" y="2052321"/>
            <a:ext cx="8412480" cy="3413760"/>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p:cNvSpPr/>
          <p:nvPr/>
        </p:nvSpPr>
        <p:spPr>
          <a:xfrm>
            <a:off x="5181600" y="3124200"/>
            <a:ext cx="1752600" cy="63500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Slicing</a:t>
            </a:r>
            <a:endParaRPr lang="en-US" dirty="0"/>
          </a:p>
        </p:txBody>
      </p:sp>
      <p:sp>
        <p:nvSpPr>
          <p:cNvPr id="4" name="TextBox 3"/>
          <p:cNvSpPr txBox="1"/>
          <p:nvPr/>
        </p:nvSpPr>
        <p:spPr>
          <a:xfrm>
            <a:off x="609600" y="1524000"/>
            <a:ext cx="6628097" cy="369332"/>
          </a:xfrm>
          <a:prstGeom prst="rect">
            <a:avLst/>
          </a:prstGeom>
          <a:noFill/>
        </p:spPr>
        <p:txBody>
          <a:bodyPr wrap="none" rtlCol="0">
            <a:spAutoFit/>
          </a:bodyPr>
          <a:lstStyle/>
          <a:p>
            <a:r>
              <a:rPr lang="en-US" dirty="0"/>
              <a:t>Slicing is basically extracting particular set of elements from an array.</a:t>
            </a:r>
          </a:p>
        </p:txBody>
      </p:sp>
      <p:sp>
        <p:nvSpPr>
          <p:cNvPr id="6"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8</a:t>
            </a:fld>
            <a:endParaRPr lang="en-IN" dirty="0"/>
          </a:p>
        </p:txBody>
      </p:sp>
    </p:spTree>
    <p:extLst>
      <p:ext uri="{BB962C8B-B14F-4D97-AF65-F5344CB8AC3E}">
        <p14:creationId xmlns:p14="http://schemas.microsoft.com/office/powerpoint/2010/main" val="2110421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Aggregation</a:t>
            </a:r>
            <a:endParaRPr lang="en-US" dirty="0"/>
          </a:p>
        </p:txBody>
      </p:sp>
      <p:pic>
        <p:nvPicPr>
          <p:cNvPr id="7170" name="Picture 2" descr="http://jalammar.github.io/images/numpy/numpy-array-aggreg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133600"/>
            <a:ext cx="10515600" cy="22479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9</a:t>
            </a:fld>
            <a:endParaRPr lang="en-IN" dirty="0"/>
          </a:p>
        </p:txBody>
      </p:sp>
    </p:spTree>
    <p:extLst>
      <p:ext uri="{BB962C8B-B14F-4D97-AF65-F5344CB8AC3E}">
        <p14:creationId xmlns:p14="http://schemas.microsoft.com/office/powerpoint/2010/main" val="3178199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t>
            </a:r>
            <a:r>
              <a:rPr lang="en-US" dirty="0" smtClean="0"/>
              <a:t>Matrices</a:t>
            </a:r>
            <a:endParaRPr lang="en-US" dirty="0"/>
          </a:p>
        </p:txBody>
      </p:sp>
      <p:pic>
        <p:nvPicPr>
          <p:cNvPr id="8194" name="Picture 2" descr="http://jalammar.github.io/images/numpy/numpy-array-create-2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447800"/>
            <a:ext cx="68865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jalammar.github.io/images/numpy/numpy-matrix-ones-zeros-rando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200399"/>
            <a:ext cx="11086214" cy="259080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10</a:t>
            </a:fld>
            <a:endParaRPr lang="en-IN" dirty="0"/>
          </a:p>
        </p:txBody>
      </p:sp>
    </p:spTree>
    <p:extLst>
      <p:ext uri="{BB962C8B-B14F-4D97-AF65-F5344CB8AC3E}">
        <p14:creationId xmlns:p14="http://schemas.microsoft.com/office/powerpoint/2010/main" val="2051211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a:t>
            </a:r>
            <a:r>
              <a:rPr lang="en-US" dirty="0" smtClean="0"/>
              <a:t>Arithmetic</a:t>
            </a:r>
            <a:endParaRPr lang="en-US" dirty="0"/>
          </a:p>
        </p:txBody>
      </p:sp>
      <p:pic>
        <p:nvPicPr>
          <p:cNvPr id="9218" name="Picture 2" descr="http://jalammar.github.io/images/numpy/numpy-matrix-arithmet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09800"/>
            <a:ext cx="7400925" cy="157162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11</a:t>
            </a:fld>
            <a:endParaRPr lang="en-IN" dirty="0"/>
          </a:p>
        </p:txBody>
      </p:sp>
    </p:spTree>
    <p:extLst>
      <p:ext uri="{BB962C8B-B14F-4D97-AF65-F5344CB8AC3E}">
        <p14:creationId xmlns:p14="http://schemas.microsoft.com/office/powerpoint/2010/main" val="2658370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Arithmetic</a:t>
            </a:r>
            <a:endParaRPr lang="en-US" dirty="0"/>
          </a:p>
        </p:txBody>
      </p:sp>
      <p:pic>
        <p:nvPicPr>
          <p:cNvPr id="10242" name="Picture 2" descr="http://jalammar.github.io/images/numpy/numpy-matrix-broadca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514600"/>
            <a:ext cx="9610217" cy="211455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12</a:t>
            </a:fld>
            <a:endParaRPr lang="en-IN" dirty="0"/>
          </a:p>
        </p:txBody>
      </p:sp>
    </p:spTree>
    <p:extLst>
      <p:ext uri="{BB962C8B-B14F-4D97-AF65-F5344CB8AC3E}">
        <p14:creationId xmlns:p14="http://schemas.microsoft.com/office/powerpoint/2010/main" val="736302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Dot </a:t>
            </a:r>
            <a:r>
              <a:rPr lang="en-US" dirty="0" smtClean="0"/>
              <a:t>Product</a:t>
            </a:r>
            <a:endParaRPr lang="en-US" dirty="0"/>
          </a:p>
        </p:txBody>
      </p:sp>
      <p:pic>
        <p:nvPicPr>
          <p:cNvPr id="11266" name="Picture 2" descr="http://jalammar.github.io/images/numpy/numpy-matrix-dot-product-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362200"/>
            <a:ext cx="9801225" cy="244792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85800" y="1597074"/>
            <a:ext cx="5943600" cy="646331"/>
          </a:xfrm>
          <a:prstGeom prst="rect">
            <a:avLst/>
          </a:prstGeom>
        </p:spPr>
        <p:txBody>
          <a:bodyPr>
            <a:spAutoFit/>
          </a:bodyPr>
          <a:lstStyle/>
          <a:p>
            <a:r>
              <a:rPr lang="en-US" dirty="0"/>
              <a:t>NumPy gives every matrix a dot() method we can use to carry-out dot product operations with other matrices:</a:t>
            </a:r>
          </a:p>
        </p:txBody>
      </p:sp>
      <p:sp>
        <p:nvSpPr>
          <p:cNvPr id="6"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13</a:t>
            </a:fld>
            <a:endParaRPr lang="en-IN" dirty="0"/>
          </a:p>
        </p:txBody>
      </p:sp>
    </p:spTree>
    <p:extLst>
      <p:ext uri="{BB962C8B-B14F-4D97-AF65-F5344CB8AC3E}">
        <p14:creationId xmlns:p14="http://schemas.microsoft.com/office/powerpoint/2010/main" val="2046411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jalammar.github.io/images/numpy/numpy-matrix-dot-product-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133600"/>
            <a:ext cx="11045826" cy="30765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Summation of matrices</a:t>
            </a:r>
            <a:endParaRPr lang="en-US" dirty="0"/>
          </a:p>
        </p:txBody>
      </p:sp>
      <p:sp>
        <p:nvSpPr>
          <p:cNvPr id="3" name="Oval Callout 2"/>
          <p:cNvSpPr/>
          <p:nvPr/>
        </p:nvSpPr>
        <p:spPr>
          <a:xfrm>
            <a:off x="8458200" y="1447800"/>
            <a:ext cx="2590800" cy="1752600"/>
          </a:xfrm>
          <a:prstGeom prst="wedgeEllipseCallout">
            <a:avLst>
              <a:gd name="adj1" fmla="val -51331"/>
              <a:gd name="adj2" fmla="val 89916"/>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Two matrices have to have the same dimension on each side they face each other</a:t>
            </a:r>
            <a:endParaRPr lang="en-US" dirty="0">
              <a:solidFill>
                <a:schemeClr val="tx1"/>
              </a:solidFill>
            </a:endParaRPr>
          </a:p>
        </p:txBody>
      </p:sp>
      <p:sp>
        <p:nvSpPr>
          <p:cNvPr id="5"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14</a:t>
            </a:fld>
            <a:endParaRPr lang="en-IN" dirty="0"/>
          </a:p>
        </p:txBody>
      </p:sp>
    </p:spTree>
    <p:extLst>
      <p:ext uri="{BB962C8B-B14F-4D97-AF65-F5344CB8AC3E}">
        <p14:creationId xmlns:p14="http://schemas.microsoft.com/office/powerpoint/2010/main" val="252219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a:t>
            </a:r>
            <a:r>
              <a:rPr lang="en-US" dirty="0" smtClean="0"/>
              <a:t>Indexing</a:t>
            </a:r>
            <a:endParaRPr lang="en-US" dirty="0"/>
          </a:p>
        </p:txBody>
      </p:sp>
      <p:pic>
        <p:nvPicPr>
          <p:cNvPr id="13314" name="Picture 2" descr="http://jalammar.github.io/images/numpy/numpy-matrix-index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057400"/>
            <a:ext cx="8639175" cy="253365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15</a:t>
            </a:fld>
            <a:endParaRPr lang="en-IN" dirty="0"/>
          </a:p>
        </p:txBody>
      </p:sp>
    </p:spTree>
    <p:extLst>
      <p:ext uri="{BB962C8B-B14F-4D97-AF65-F5344CB8AC3E}">
        <p14:creationId xmlns:p14="http://schemas.microsoft.com/office/powerpoint/2010/main" val="706656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a:t>
            </a:r>
            <a:r>
              <a:rPr lang="en-US" dirty="0" smtClean="0"/>
              <a:t>Aggregation</a:t>
            </a:r>
            <a:endParaRPr lang="en-US" dirty="0"/>
          </a:p>
        </p:txBody>
      </p:sp>
      <p:pic>
        <p:nvPicPr>
          <p:cNvPr id="14338" name="Picture 2" descr="http://jalammar.github.io/images/numpy/numpy-matrix-aggregation-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3048000"/>
            <a:ext cx="10612157" cy="23336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90600" y="1676400"/>
            <a:ext cx="5943600" cy="646331"/>
          </a:xfrm>
          <a:prstGeom prst="rect">
            <a:avLst/>
          </a:prstGeom>
        </p:spPr>
        <p:txBody>
          <a:bodyPr>
            <a:spAutoFit/>
          </a:bodyPr>
          <a:lstStyle/>
          <a:p>
            <a:r>
              <a:rPr lang="en-US" dirty="0"/>
              <a:t>We can aggregate matrices the same way we aggregated vectors:</a:t>
            </a:r>
          </a:p>
        </p:txBody>
      </p:sp>
      <p:sp>
        <p:nvSpPr>
          <p:cNvPr id="5"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16</a:t>
            </a:fld>
            <a:endParaRPr lang="en-IN" dirty="0"/>
          </a:p>
        </p:txBody>
      </p:sp>
    </p:spTree>
    <p:extLst>
      <p:ext uri="{BB962C8B-B14F-4D97-AF65-F5344CB8AC3E}">
        <p14:creationId xmlns:p14="http://schemas.microsoft.com/office/powerpoint/2010/main" val="1083112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a:t>
            </a:r>
            <a:r>
              <a:rPr lang="en-US" dirty="0" smtClean="0"/>
              <a:t>Aggregation using axis</a:t>
            </a:r>
            <a:endParaRPr lang="en-US" dirty="0"/>
          </a:p>
        </p:txBody>
      </p:sp>
      <p:pic>
        <p:nvPicPr>
          <p:cNvPr id="15362" name="Picture 2" descr="http://jalammar.github.io/images/numpy/numpy-matrix-aggregation-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581400"/>
            <a:ext cx="11376212" cy="237172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33400" y="1524000"/>
            <a:ext cx="5943600" cy="923330"/>
          </a:xfrm>
          <a:prstGeom prst="rect">
            <a:avLst/>
          </a:prstGeom>
        </p:spPr>
        <p:txBody>
          <a:bodyPr>
            <a:spAutoFit/>
          </a:bodyPr>
          <a:lstStyle/>
          <a:p>
            <a:r>
              <a:rPr lang="en-US" dirty="0"/>
              <a:t>Not only can we aggregate all the values in a matrix, but we can also aggregate across the rows or columns by using the axis parameter:</a:t>
            </a:r>
          </a:p>
        </p:txBody>
      </p:sp>
      <p:pic>
        <p:nvPicPr>
          <p:cNvPr id="7172" name="Picture 4" descr="NumpyArray - numpy tutorial - Edurek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1295400"/>
            <a:ext cx="2362200" cy="1929131"/>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17</a:t>
            </a:fld>
            <a:endParaRPr lang="en-IN" dirty="0"/>
          </a:p>
        </p:txBody>
      </p:sp>
    </p:spTree>
    <p:extLst>
      <p:ext uri="{BB962C8B-B14F-4D97-AF65-F5344CB8AC3E}">
        <p14:creationId xmlns:p14="http://schemas.microsoft.com/office/powerpoint/2010/main" val="3698514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Reshape and ravel</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414" t="16377" r="68682" b="47112"/>
          <a:stretch/>
        </p:blipFill>
        <p:spPr>
          <a:xfrm>
            <a:off x="2909047" y="1828800"/>
            <a:ext cx="6019800" cy="4070384"/>
          </a:xfrm>
          <a:prstGeom prst="rect">
            <a:avLst/>
          </a:prstGeom>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18</a:t>
            </a:fld>
            <a:endParaRPr lang="en-IN" dirty="0"/>
          </a:p>
        </p:txBody>
      </p:sp>
    </p:spTree>
    <p:extLst>
      <p:ext uri="{BB962C8B-B14F-4D97-AF65-F5344CB8AC3E}">
        <p14:creationId xmlns:p14="http://schemas.microsoft.com/office/powerpoint/2010/main" val="881775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3-d array </a:t>
            </a:r>
            <a:r>
              <a:rPr lang="en-US" dirty="0"/>
              <a:t>f</a:t>
            </a:r>
            <a:r>
              <a:rPr lang="en-US" dirty="0" smtClean="0"/>
              <a:t>rom 2-d arrays</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41660" t="15506" r="1011" b="40032"/>
          <a:stretch/>
        </p:blipFill>
        <p:spPr>
          <a:xfrm>
            <a:off x="609600" y="1600200"/>
            <a:ext cx="10609332" cy="4289612"/>
          </a:xfrm>
          <a:prstGeom prst="rect">
            <a:avLst/>
          </a:prstGeom>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19</a:t>
            </a:fld>
            <a:endParaRPr lang="en-IN" dirty="0"/>
          </a:p>
        </p:txBody>
      </p:sp>
    </p:spTree>
    <p:extLst>
      <p:ext uri="{BB962C8B-B14F-4D97-AF65-F5344CB8AC3E}">
        <p14:creationId xmlns:p14="http://schemas.microsoft.com/office/powerpoint/2010/main" val="1312437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Stack</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277" t="64193" r="58535" b="381"/>
          <a:stretch/>
        </p:blipFill>
        <p:spPr>
          <a:xfrm>
            <a:off x="1447800" y="1855694"/>
            <a:ext cx="7828226" cy="3949361"/>
          </a:xfrm>
          <a:prstGeom prst="rect">
            <a:avLst/>
          </a:prstGeom>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20</a:t>
            </a:fld>
            <a:endParaRPr lang="en-IN" dirty="0"/>
          </a:p>
        </p:txBody>
      </p:sp>
    </p:spTree>
    <p:extLst>
      <p:ext uri="{BB962C8B-B14F-4D97-AF65-F5344CB8AC3E}">
        <p14:creationId xmlns:p14="http://schemas.microsoft.com/office/powerpoint/2010/main" val="3499585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Flatten and reshape 3-D array</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41541" t="60297" r="775" b="681"/>
          <a:stretch/>
        </p:blipFill>
        <p:spPr>
          <a:xfrm>
            <a:off x="533400" y="1524000"/>
            <a:ext cx="11236444" cy="4350327"/>
          </a:xfrm>
          <a:prstGeom prst="rect">
            <a:avLst/>
          </a:prstGeom>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21</a:t>
            </a:fld>
            <a:endParaRPr lang="en-IN" dirty="0"/>
          </a:p>
        </p:txBody>
      </p:sp>
    </p:spTree>
    <p:extLst>
      <p:ext uri="{BB962C8B-B14F-4D97-AF65-F5344CB8AC3E}">
        <p14:creationId xmlns:p14="http://schemas.microsoft.com/office/powerpoint/2010/main" val="2105079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Transposing and </a:t>
            </a:r>
            <a:r>
              <a:rPr lang="en-US" dirty="0" smtClean="0"/>
              <a:t>Reshaping</a:t>
            </a:r>
            <a:endParaRPr lang="en-US" dirty="0"/>
          </a:p>
        </p:txBody>
      </p:sp>
      <p:pic>
        <p:nvPicPr>
          <p:cNvPr id="16386" name="Picture 2" descr="http://jalammar.github.io/images/numpy/numpy-transpos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590800"/>
            <a:ext cx="6019800" cy="24193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09600" y="1676399"/>
            <a:ext cx="5943600" cy="646331"/>
          </a:xfrm>
          <a:prstGeom prst="rect">
            <a:avLst/>
          </a:prstGeom>
        </p:spPr>
        <p:txBody>
          <a:bodyPr>
            <a:spAutoFit/>
          </a:bodyPr>
          <a:lstStyle/>
          <a:p>
            <a:r>
              <a:rPr lang="en-US" dirty="0"/>
              <a:t>NumPy arrays have a convenient property called T to get the transpose of a matrix:</a:t>
            </a:r>
          </a:p>
        </p:txBody>
      </p:sp>
      <p:sp>
        <p:nvSpPr>
          <p:cNvPr id="5"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22</a:t>
            </a:fld>
            <a:endParaRPr lang="en-IN" dirty="0"/>
          </a:p>
        </p:txBody>
      </p:sp>
    </p:spTree>
    <p:extLst>
      <p:ext uri="{BB962C8B-B14F-4D97-AF65-F5344CB8AC3E}">
        <p14:creationId xmlns:p14="http://schemas.microsoft.com/office/powerpoint/2010/main" val="1596720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the sha</a:t>
            </a:r>
            <a:r>
              <a:rPr lang="en-US" dirty="0" smtClean="0"/>
              <a:t>pe of array</a:t>
            </a:r>
            <a:endParaRPr lang="en-US" dirty="0"/>
          </a:p>
        </p:txBody>
      </p:sp>
      <p:pic>
        <p:nvPicPr>
          <p:cNvPr id="17410" name="Picture 2" descr="http://jalammar.github.io/images/numpy/numpy-reshap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7800"/>
            <a:ext cx="10429875" cy="385762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23</a:t>
            </a:fld>
            <a:endParaRPr lang="en-IN" dirty="0"/>
          </a:p>
        </p:txBody>
      </p:sp>
    </p:spTree>
    <p:extLst>
      <p:ext uri="{BB962C8B-B14F-4D97-AF65-F5344CB8AC3E}">
        <p14:creationId xmlns:p14="http://schemas.microsoft.com/office/powerpoint/2010/main" val="3644565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Multidimensional array</a:t>
            </a:r>
            <a:endParaRPr lang="en-US" dirty="0"/>
          </a:p>
        </p:txBody>
      </p:sp>
      <p:pic>
        <p:nvPicPr>
          <p:cNvPr id="18434" name="Picture 2" descr="http://jalammar.github.io/images/numpy/numpy-3d-arra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286000"/>
            <a:ext cx="7610475" cy="2047876"/>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2" descr="NumpyArray - python numpy tutorial - Edureka"/>
          <p:cNvSpPr>
            <a:spLocks noChangeAspect="1" noChangeArrowheads="1"/>
          </p:cNvSpPr>
          <p:nvPr/>
        </p:nvSpPr>
        <p:spPr bwMode="auto">
          <a:xfrm>
            <a:off x="155575" y="-669925"/>
            <a:ext cx="1428750" cy="1409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24</a:t>
            </a:fld>
            <a:endParaRPr lang="en-IN" dirty="0"/>
          </a:p>
        </p:txBody>
      </p:sp>
    </p:spTree>
    <p:extLst>
      <p:ext uri="{BB962C8B-B14F-4D97-AF65-F5344CB8AC3E}">
        <p14:creationId xmlns:p14="http://schemas.microsoft.com/office/powerpoint/2010/main" val="3804465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dimensional array</a:t>
            </a:r>
            <a:endParaRPr lang="en-US" dirty="0"/>
          </a:p>
        </p:txBody>
      </p:sp>
      <p:pic>
        <p:nvPicPr>
          <p:cNvPr id="19458" name="Picture 2" descr="http://jalammar.github.io/images/numpy/numpy-3d-array-cre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057400"/>
            <a:ext cx="10363200" cy="322762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25</a:t>
            </a:fld>
            <a:endParaRPr lang="en-IN" dirty="0"/>
          </a:p>
        </p:txBody>
      </p:sp>
    </p:spTree>
    <p:extLst>
      <p:ext uri="{BB962C8B-B14F-4D97-AF65-F5344CB8AC3E}">
        <p14:creationId xmlns:p14="http://schemas.microsoft.com/office/powerpoint/2010/main" val="3968289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Mathematical  / Practical </a:t>
            </a:r>
            <a:r>
              <a:rPr lang="en-US" dirty="0" smtClean="0"/>
              <a:t>Usage</a:t>
            </a:r>
            <a:endParaRPr lang="en-US" dirty="0"/>
          </a:p>
        </p:txBody>
      </p:sp>
      <p:pic>
        <p:nvPicPr>
          <p:cNvPr id="20482" name="Picture 2" descr="http://jalammar.github.io/images/numpy/mean-square-error-formul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95400"/>
            <a:ext cx="8713694" cy="1423855"/>
          </a:xfrm>
          <a:prstGeom prst="rect">
            <a:avLst/>
          </a:prstGeom>
          <a:noFill/>
          <a:extLst>
            <a:ext uri="{909E8E84-426E-40DD-AFC4-6F175D3DCCD1}">
              <a14:hiddenFill xmlns:a14="http://schemas.microsoft.com/office/drawing/2010/main">
                <a:solidFill>
                  <a:srgbClr val="FFFFFF"/>
                </a:solidFill>
              </a14:hiddenFill>
            </a:ext>
          </a:extLst>
        </p:spPr>
      </p:pic>
      <p:sp>
        <p:nvSpPr>
          <p:cNvPr id="3" name="Down Arrow 2"/>
          <p:cNvSpPr/>
          <p:nvPr/>
        </p:nvSpPr>
        <p:spPr>
          <a:xfrm>
            <a:off x="5087470" y="2719254"/>
            <a:ext cx="824753" cy="7097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484" name="Picture 4" descr="http://jalammar.github.io/images/numpy/numpy-mean-square-error-formul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447" y="3429839"/>
            <a:ext cx="9448800" cy="714375"/>
          </a:xfrm>
          <a:prstGeom prst="rect">
            <a:avLst/>
          </a:prstGeom>
          <a:noFill/>
          <a:extLst>
            <a:ext uri="{909E8E84-426E-40DD-AFC4-6F175D3DCCD1}">
              <a14:hiddenFill xmlns:a14="http://schemas.microsoft.com/office/drawing/2010/main">
                <a:solidFill>
                  <a:srgbClr val="FFFFFF"/>
                </a:solidFill>
              </a14:hiddenFill>
            </a:ext>
          </a:extLst>
        </p:spPr>
      </p:pic>
      <p:pic>
        <p:nvPicPr>
          <p:cNvPr id="20486" name="Picture 6" descr="http://jalammar.github.io/images/numpy/numpy-ms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93" y="4267200"/>
            <a:ext cx="8688107" cy="1973477"/>
          </a:xfrm>
          <a:prstGeom prst="rect">
            <a:avLst/>
          </a:prstGeom>
          <a:noFill/>
          <a:extLst>
            <a:ext uri="{909E8E84-426E-40DD-AFC4-6F175D3DCCD1}">
              <a14:hiddenFill xmlns:a14="http://schemas.microsoft.com/office/drawing/2010/main">
                <a:solidFill>
                  <a:srgbClr val="FFFFFF"/>
                </a:solidFill>
              </a14:hiddenFill>
            </a:ext>
          </a:extLst>
        </p:spPr>
      </p:pic>
      <p:sp>
        <p:nvSpPr>
          <p:cNvPr id="7" name="Down Arrow 6"/>
          <p:cNvSpPr/>
          <p:nvPr/>
        </p:nvSpPr>
        <p:spPr>
          <a:xfrm>
            <a:off x="5087470" y="4038600"/>
            <a:ext cx="824753" cy="7097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26</a:t>
            </a:fld>
            <a:endParaRPr lang="en-IN" dirty="0"/>
          </a:p>
        </p:txBody>
      </p:sp>
    </p:spTree>
    <p:extLst>
      <p:ext uri="{BB962C8B-B14F-4D97-AF65-F5344CB8AC3E}">
        <p14:creationId xmlns:p14="http://schemas.microsoft.com/office/powerpoint/2010/main" val="3920200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http://jalammar.github.io/images/numpy/numpy-ms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992" y="851355"/>
            <a:ext cx="10563225" cy="1762125"/>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jalammar.github.io/images/numpy/numpy-ms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792" y="2590800"/>
            <a:ext cx="10363200" cy="2085976"/>
          </a:xfrm>
          <a:prstGeom prst="rect">
            <a:avLst/>
          </a:prstGeom>
          <a:noFill/>
          <a:extLst>
            <a:ext uri="{909E8E84-426E-40DD-AFC4-6F175D3DCCD1}">
              <a14:hiddenFill xmlns:a14="http://schemas.microsoft.com/office/drawing/2010/main">
                <a:solidFill>
                  <a:srgbClr val="FFFFFF"/>
                </a:solidFill>
              </a14:hiddenFill>
            </a:ext>
          </a:extLst>
        </p:spPr>
      </p:pic>
      <p:pic>
        <p:nvPicPr>
          <p:cNvPr id="21510" name="Picture 6" descr="http://jalammar.github.io/images/numpy/numpy-mse-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4944" y="4891355"/>
            <a:ext cx="4286250" cy="990601"/>
          </a:xfrm>
          <a:prstGeom prst="rect">
            <a:avLst/>
          </a:prstGeom>
          <a:noFill/>
          <a:extLst>
            <a:ext uri="{909E8E84-426E-40DD-AFC4-6F175D3DCCD1}">
              <a14:hiddenFill xmlns:a14="http://schemas.microsoft.com/office/drawing/2010/main">
                <a:solidFill>
                  <a:srgbClr val="FFFFFF"/>
                </a:solidFill>
              </a14:hiddenFill>
            </a:ext>
          </a:extLst>
        </p:spPr>
      </p:pic>
      <p:sp>
        <p:nvSpPr>
          <p:cNvPr id="6" name="Down Arrow 5"/>
          <p:cNvSpPr/>
          <p:nvPr/>
        </p:nvSpPr>
        <p:spPr>
          <a:xfrm>
            <a:off x="5085693" y="2706491"/>
            <a:ext cx="824753" cy="7097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p:cNvSpPr/>
          <p:nvPr/>
        </p:nvSpPr>
        <p:spPr>
          <a:xfrm>
            <a:off x="5085692" y="4181610"/>
            <a:ext cx="824753" cy="7097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503040" y="246621"/>
            <a:ext cx="10871835" cy="920336"/>
          </a:xfrm>
        </p:spPr>
        <p:txBody>
          <a:bodyPr/>
          <a:lstStyle/>
          <a:p>
            <a:r>
              <a:rPr lang="en-US" dirty="0" smtClean="0"/>
              <a:t>Mathematical  / Practical </a:t>
            </a:r>
            <a:r>
              <a:rPr lang="en-US" dirty="0" smtClean="0"/>
              <a:t>Usage</a:t>
            </a:r>
            <a:endParaRPr lang="en-US" dirty="0"/>
          </a:p>
        </p:txBody>
      </p:sp>
      <p:sp>
        <p:nvSpPr>
          <p:cNvPr id="9"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27</a:t>
            </a:fld>
            <a:endParaRPr lang="en-IN" dirty="0"/>
          </a:p>
        </p:txBody>
      </p:sp>
    </p:spTree>
    <p:extLst>
      <p:ext uri="{BB962C8B-B14F-4D97-AF65-F5344CB8AC3E}">
        <p14:creationId xmlns:p14="http://schemas.microsoft.com/office/powerpoint/2010/main" val="3382816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representation </a:t>
            </a:r>
            <a:r>
              <a:rPr lang="en-US" dirty="0"/>
              <a:t>in an n-dimensional array</a:t>
            </a:r>
            <a:endParaRPr lang="en-US" dirty="0"/>
          </a:p>
        </p:txBody>
      </p:sp>
      <p:pic>
        <p:nvPicPr>
          <p:cNvPr id="1026" name="Picture 2" descr="https://jalammar.github.io/images/pandas-intro/0%20excel-to-pandas.png"/>
          <p:cNvPicPr>
            <a:picLocks noChangeAspect="1" noChangeArrowheads="1"/>
          </p:cNvPicPr>
          <p:nvPr/>
        </p:nvPicPr>
        <p:blipFill rotWithShape="1">
          <a:blip r:embed="rId2">
            <a:extLst>
              <a:ext uri="{28A0092B-C50C-407E-A947-70E740481C1C}">
                <a14:useLocalDpi xmlns:a14="http://schemas.microsoft.com/office/drawing/2010/main" val="0"/>
              </a:ext>
            </a:extLst>
          </a:blip>
          <a:srcRect t="19943"/>
          <a:stretch/>
        </p:blipFill>
        <p:spPr bwMode="auto">
          <a:xfrm>
            <a:off x="1718354" y="2799333"/>
            <a:ext cx="8791837" cy="285953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33401" y="1491734"/>
            <a:ext cx="10515600" cy="923330"/>
          </a:xfrm>
          <a:prstGeom prst="rect">
            <a:avLst/>
          </a:prstGeom>
        </p:spPr>
        <p:txBody>
          <a:bodyPr wrap="square">
            <a:spAutoFit/>
          </a:bodyPr>
          <a:lstStyle/>
          <a:p>
            <a:pPr marL="285750" indent="-285750">
              <a:buFont typeface="Arial" panose="020B0604020202020204" pitchFamily="34" charset="0"/>
              <a:buChar char="•"/>
            </a:pPr>
            <a:r>
              <a:rPr lang="en-US" dirty="0"/>
              <a:t>A spreadsheet or a table of values is a two dimensional </a:t>
            </a:r>
            <a:r>
              <a:rPr lang="en-US" dirty="0" smtClean="0"/>
              <a:t>matrix.</a:t>
            </a:r>
          </a:p>
          <a:p>
            <a:pPr marL="285750" indent="-285750">
              <a:buFont typeface="Arial" panose="020B0604020202020204" pitchFamily="34" charset="0"/>
              <a:buChar char="•"/>
            </a:pPr>
            <a:r>
              <a:rPr lang="en-US" dirty="0"/>
              <a:t>The most popular abstraction in python for those is </a:t>
            </a:r>
            <a:r>
              <a:rPr lang="en-US" dirty="0" smtClean="0"/>
              <a:t>the pandas dataframe, </a:t>
            </a:r>
            <a:r>
              <a:rPr lang="en-US" dirty="0"/>
              <a:t>which actually uses NumPy and builds on top of it.</a:t>
            </a:r>
          </a:p>
        </p:txBody>
      </p:sp>
      <p:sp>
        <p:nvSpPr>
          <p:cNvPr id="4" name="Rectangle 3"/>
          <p:cNvSpPr/>
          <p:nvPr/>
        </p:nvSpPr>
        <p:spPr>
          <a:xfrm>
            <a:off x="6858000" y="3200400"/>
            <a:ext cx="3505200" cy="20574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Elbow Connector 5"/>
          <p:cNvCxnSpPr/>
          <p:nvPr/>
        </p:nvCxnSpPr>
        <p:spPr>
          <a:xfrm rot="5400000" flipH="1" flipV="1">
            <a:off x="8001000" y="5257800"/>
            <a:ext cx="609600" cy="6096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303822" y="5874026"/>
            <a:ext cx="1416093" cy="369332"/>
          </a:xfrm>
          <a:prstGeom prst="rect">
            <a:avLst/>
          </a:prstGeom>
          <a:noFill/>
        </p:spPr>
        <p:txBody>
          <a:bodyPr wrap="none" rtlCol="0">
            <a:spAutoFit/>
          </a:bodyPr>
          <a:lstStyle/>
          <a:p>
            <a:r>
              <a:rPr lang="en-US" dirty="0" smtClean="0"/>
              <a:t>NumPy Array</a:t>
            </a:r>
            <a:endParaRPr lang="en-US" dirty="0"/>
          </a:p>
        </p:txBody>
      </p:sp>
      <p:sp>
        <p:nvSpPr>
          <p:cNvPr id="9"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28</a:t>
            </a:fld>
            <a:endParaRPr lang="en-IN" dirty="0"/>
          </a:p>
        </p:txBody>
      </p:sp>
    </p:spTree>
    <p:extLst>
      <p:ext uri="{BB962C8B-B14F-4D97-AF65-F5344CB8AC3E}">
        <p14:creationId xmlns:p14="http://schemas.microsoft.com/office/powerpoint/2010/main" val="3357997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Audio and </a:t>
            </a:r>
            <a:r>
              <a:rPr lang="en-US" dirty="0" smtClean="0"/>
              <a:t>Time-series in </a:t>
            </a:r>
            <a:r>
              <a:rPr lang="en-US" dirty="0"/>
              <a:t>n-dimensional </a:t>
            </a:r>
            <a:r>
              <a:rPr lang="en-US" dirty="0" smtClean="0"/>
              <a:t>array</a:t>
            </a:r>
            <a:endParaRPr lang="en-US" dirty="0"/>
          </a:p>
        </p:txBody>
      </p:sp>
      <p:pic>
        <p:nvPicPr>
          <p:cNvPr id="2050" name="Picture 2" descr="https://jalammar.github.io/images/numpy/numpy-audi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667000"/>
            <a:ext cx="9770258" cy="26479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381000" y="1295400"/>
            <a:ext cx="8610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dirty="0">
                <a:cs typeface="Arial" pitchFamily="34" charset="0"/>
              </a:rPr>
              <a:t>S</a:t>
            </a:r>
            <a:r>
              <a:rPr kumimoji="0" lang="en-US" altLang="en-US" b="0" i="0" u="none" strike="noStrike" cap="none" normalizeH="0" baseline="0" dirty="0" smtClean="0">
                <a:ln>
                  <a:noFill/>
                </a:ln>
                <a:solidFill>
                  <a:schemeClr val="tx1"/>
                </a:solidFill>
                <a:effectLst/>
                <a:cs typeface="Arial" pitchFamily="34" charset="0"/>
              </a:rPr>
              <a:t>imply load the file into a NumPy array that we’ll call audio, and get audio[:44100]. </a:t>
            </a:r>
          </a:p>
        </p:txBody>
      </p:sp>
      <p:sp>
        <p:nvSpPr>
          <p:cNvPr id="5" name="Rectangular Callout 4"/>
          <p:cNvSpPr/>
          <p:nvPr/>
        </p:nvSpPr>
        <p:spPr>
          <a:xfrm>
            <a:off x="9144000" y="1664732"/>
            <a:ext cx="2286000" cy="310634"/>
          </a:xfrm>
          <a:prstGeom prst="wedgeRectCallout">
            <a:avLst>
              <a:gd name="adj1" fmla="val -115055"/>
              <a:gd name="adj2" fmla="val 56946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CD audio quality data </a:t>
            </a:r>
            <a:endParaRPr lang="en-US" dirty="0">
              <a:solidFill>
                <a:schemeClr val="tx1"/>
              </a:solidFill>
            </a:endParaRPr>
          </a:p>
        </p:txBody>
      </p:sp>
      <p:sp>
        <p:nvSpPr>
          <p:cNvPr id="7"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29</a:t>
            </a:fld>
            <a:endParaRPr lang="en-IN" dirty="0"/>
          </a:p>
        </p:txBody>
      </p:sp>
    </p:spTree>
    <p:extLst>
      <p:ext uri="{BB962C8B-B14F-4D97-AF65-F5344CB8AC3E}">
        <p14:creationId xmlns:p14="http://schemas.microsoft.com/office/powerpoint/2010/main" val="1548646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is a matrix of pixels of size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821815"/>
            <a:ext cx="8299450" cy="314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30</a:t>
            </a:fld>
            <a:endParaRPr lang="en-IN" dirty="0"/>
          </a:p>
        </p:txBody>
      </p:sp>
    </p:spTree>
    <p:extLst>
      <p:ext uri="{BB962C8B-B14F-4D97-AF65-F5344CB8AC3E}">
        <p14:creationId xmlns:p14="http://schemas.microsoft.com/office/powerpoint/2010/main" val="8171334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Colored image matrix of pixels size</a:t>
            </a:r>
            <a:endParaRPr lang="en-US" dirty="0"/>
          </a:p>
        </p:txBody>
      </p:sp>
      <p:sp>
        <p:nvSpPr>
          <p:cNvPr id="3" name="Rectangle 2"/>
          <p:cNvSpPr/>
          <p:nvPr/>
        </p:nvSpPr>
        <p:spPr>
          <a:xfrm>
            <a:off x="533400" y="1447800"/>
            <a:ext cx="10668000" cy="923330"/>
          </a:xfrm>
          <a:prstGeom prst="rect">
            <a:avLst/>
          </a:prstGeom>
        </p:spPr>
        <p:txBody>
          <a:bodyPr wrap="square">
            <a:spAutoFit/>
          </a:bodyPr>
          <a:lstStyle/>
          <a:p>
            <a:r>
              <a:rPr lang="en-US" dirty="0"/>
              <a:t>If the image is colored, then each pixel is represented by three numbers - a value for each of red, green, and blue. In that case we need a 3rd dimension (because each cell can only contain one number). So a colored image is represented by an </a:t>
            </a:r>
            <a:r>
              <a:rPr lang="en-US" dirty="0" err="1"/>
              <a:t>ndarray</a:t>
            </a:r>
            <a:r>
              <a:rPr lang="en-US" dirty="0"/>
              <a:t> of dimensions: (height x width x 3)</a:t>
            </a:r>
          </a:p>
        </p:txBody>
      </p:sp>
      <p:pic>
        <p:nvPicPr>
          <p:cNvPr id="4098" name="Picture 2" descr="https://jalammar.github.io/images/numpy/numpy-color-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5160" y="2438400"/>
            <a:ext cx="8152905" cy="345757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31</a:t>
            </a:fld>
            <a:endParaRPr lang="en-IN" dirty="0"/>
          </a:p>
        </p:txBody>
      </p:sp>
    </p:spTree>
    <p:extLst>
      <p:ext uri="{BB962C8B-B14F-4D97-AF65-F5344CB8AC3E}">
        <p14:creationId xmlns:p14="http://schemas.microsoft.com/office/powerpoint/2010/main" val="2706308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of numpy array in language modeling</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520" y="3707877"/>
            <a:ext cx="2819400" cy="24800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2858" y="3947159"/>
            <a:ext cx="7267575" cy="435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3658" y="5638800"/>
            <a:ext cx="7216775" cy="3590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own Arrow 2"/>
          <p:cNvSpPr/>
          <p:nvPr/>
        </p:nvSpPr>
        <p:spPr>
          <a:xfrm>
            <a:off x="7427431" y="4382902"/>
            <a:ext cx="529906" cy="5548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ular Callout 3"/>
          <p:cNvSpPr/>
          <p:nvPr/>
        </p:nvSpPr>
        <p:spPr>
          <a:xfrm>
            <a:off x="457199" y="1295399"/>
            <a:ext cx="3342639" cy="2133601"/>
          </a:xfrm>
          <a:prstGeom prst="wedgeRect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 model takes large amount of text before it can numerically represents the sentence of anxious words. Here using small dataset to build a vocabulary by model. </a:t>
            </a:r>
            <a:endParaRPr lang="en-US" dirty="0">
              <a:solidFill>
                <a:schemeClr val="tx1"/>
              </a:solidFill>
            </a:endParaRPr>
          </a:p>
        </p:txBody>
      </p:sp>
      <p:sp>
        <p:nvSpPr>
          <p:cNvPr id="7" name="Rectangle 6"/>
          <p:cNvSpPr/>
          <p:nvPr/>
        </p:nvSpPr>
        <p:spPr>
          <a:xfrm>
            <a:off x="3921759" y="3296920"/>
            <a:ext cx="5943600" cy="646331"/>
          </a:xfrm>
          <a:prstGeom prst="rect">
            <a:avLst/>
          </a:prstGeom>
        </p:spPr>
        <p:txBody>
          <a:bodyPr>
            <a:spAutoFit/>
          </a:bodyPr>
          <a:lstStyle/>
          <a:p>
            <a:r>
              <a:rPr lang="en-US" dirty="0" smtClean="0"/>
              <a:t>The </a:t>
            </a:r>
            <a:r>
              <a:rPr lang="en-US" dirty="0"/>
              <a:t>sentence can then be broken into an array of tokens (words or parts of words based on common rules):</a:t>
            </a:r>
          </a:p>
        </p:txBody>
      </p:sp>
      <p:sp>
        <p:nvSpPr>
          <p:cNvPr id="8" name="Rectangle 7"/>
          <p:cNvSpPr/>
          <p:nvPr/>
        </p:nvSpPr>
        <p:spPr>
          <a:xfrm>
            <a:off x="3906990" y="5029200"/>
            <a:ext cx="5803640" cy="369332"/>
          </a:xfrm>
          <a:prstGeom prst="rect">
            <a:avLst/>
          </a:prstGeom>
        </p:spPr>
        <p:txBody>
          <a:bodyPr wrap="none">
            <a:spAutoFit/>
          </a:bodyPr>
          <a:lstStyle/>
          <a:p>
            <a:r>
              <a:rPr lang="en-US" dirty="0"/>
              <a:t>We then replace each word by its id in the vocabulary table:</a:t>
            </a:r>
          </a:p>
        </p:txBody>
      </p:sp>
      <p:sp>
        <p:nvSpPr>
          <p:cNvPr id="9" name="TextBox 8"/>
          <p:cNvSpPr txBox="1"/>
          <p:nvPr/>
        </p:nvSpPr>
        <p:spPr>
          <a:xfrm>
            <a:off x="4343400" y="1600200"/>
            <a:ext cx="5816657" cy="646331"/>
          </a:xfrm>
          <a:prstGeom prst="rect">
            <a:avLst/>
          </a:prstGeom>
          <a:noFill/>
        </p:spPr>
        <p:txBody>
          <a:bodyPr wrap="none" rtlCol="0">
            <a:spAutoFit/>
          </a:bodyPr>
          <a:lstStyle/>
          <a:p>
            <a:r>
              <a:rPr lang="en-US" dirty="0" smtClean="0"/>
              <a:t>For example consider sentence :</a:t>
            </a:r>
          </a:p>
          <a:p>
            <a:r>
              <a:rPr lang="en-US" dirty="0" smtClean="0"/>
              <a:t>“Have the bards who preceded me left any theme unsung”</a:t>
            </a:r>
            <a:endParaRPr lang="en-US" dirty="0"/>
          </a:p>
        </p:txBody>
      </p:sp>
      <p:sp>
        <p:nvSpPr>
          <p:cNvPr id="14"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32</a:t>
            </a:fld>
            <a:endParaRPr lang="en-IN" dirty="0"/>
          </a:p>
        </p:txBody>
      </p:sp>
    </p:spTree>
    <p:extLst>
      <p:ext uri="{BB962C8B-B14F-4D97-AF65-F5344CB8AC3E}">
        <p14:creationId xmlns:p14="http://schemas.microsoft.com/office/powerpoint/2010/main" val="3954088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057400"/>
            <a:ext cx="7493000" cy="168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1600200" y="4038600"/>
            <a:ext cx="9982200" cy="1754326"/>
          </a:xfrm>
          <a:prstGeom prst="rect">
            <a:avLst/>
          </a:prstGeom>
        </p:spPr>
        <p:txBody>
          <a:bodyPr wrap="square">
            <a:spAutoFit/>
          </a:bodyPr>
          <a:lstStyle/>
          <a:p>
            <a:pPr marL="285750" indent="-285750">
              <a:buFont typeface="Arial" panose="020B0604020202020204" pitchFamily="34" charset="0"/>
              <a:buChar char="•"/>
            </a:pPr>
            <a:r>
              <a:rPr lang="en-US" dirty="0" smtClean="0"/>
              <a:t>The </a:t>
            </a:r>
            <a:r>
              <a:rPr lang="en-US" dirty="0"/>
              <a:t>IDs </a:t>
            </a:r>
            <a:r>
              <a:rPr lang="en-US" dirty="0" smtClean="0"/>
              <a:t>in previous slide still </a:t>
            </a:r>
            <a:r>
              <a:rPr lang="en-US" dirty="0"/>
              <a:t>don’t provide much information value to a model. So the words need to be replaced with their embeddings up to 50 </a:t>
            </a:r>
            <a:r>
              <a:rPr lang="en-US" dirty="0" smtClean="0"/>
              <a:t>dimensions.</a:t>
            </a:r>
          </a:p>
          <a:p>
            <a:pPr marL="285750" indent="-285750">
              <a:buFont typeface="Arial" panose="020B0604020202020204" pitchFamily="34" charset="0"/>
              <a:buChar char="•"/>
            </a:pPr>
            <a:r>
              <a:rPr lang="en-US" dirty="0" smtClean="0"/>
              <a:t>NumPy </a:t>
            </a:r>
            <a:r>
              <a:rPr lang="en-US" dirty="0"/>
              <a:t>array has the dimensions [</a:t>
            </a:r>
            <a:r>
              <a:rPr lang="en-US" dirty="0" smtClean="0"/>
              <a:t>embedding_dimension (50)  </a:t>
            </a:r>
            <a:r>
              <a:rPr lang="en-US" dirty="0"/>
              <a:t>x </a:t>
            </a:r>
            <a:r>
              <a:rPr lang="en-US" dirty="0" smtClean="0"/>
              <a:t>sequence_length (all the words in sentence)].</a:t>
            </a:r>
          </a:p>
          <a:p>
            <a:pPr marL="285750" indent="-285750">
              <a:buFont typeface="Arial" panose="020B0604020202020204" pitchFamily="34" charset="0"/>
              <a:buChar char="•"/>
            </a:pPr>
            <a:r>
              <a:rPr lang="en-US" dirty="0"/>
              <a:t>The model can be trained faster if multiple examples are trained in parallel. This is a clear case where reshape() becomes super useful</a:t>
            </a:r>
            <a:r>
              <a:rPr lang="en-US" dirty="0" smtClean="0"/>
              <a:t>.</a:t>
            </a:r>
            <a:endParaRPr lang="en-US" dirty="0"/>
          </a:p>
        </p:txBody>
      </p:sp>
      <p:sp>
        <p:nvSpPr>
          <p:cNvPr id="9" name="Title 1"/>
          <p:cNvSpPr>
            <a:spLocks noGrp="1"/>
          </p:cNvSpPr>
          <p:nvPr>
            <p:ph type="title"/>
          </p:nvPr>
        </p:nvSpPr>
        <p:spPr>
          <a:xfrm>
            <a:off x="503040" y="246621"/>
            <a:ext cx="10871835" cy="920336"/>
          </a:xfrm>
        </p:spPr>
        <p:txBody>
          <a:bodyPr/>
          <a:lstStyle/>
          <a:p>
            <a:r>
              <a:rPr lang="en-US" dirty="0" smtClean="0"/>
              <a:t>Use of numpy array in language modeling</a:t>
            </a:r>
            <a:endParaRPr lang="en-US" dirty="0"/>
          </a:p>
        </p:txBody>
      </p:sp>
      <p:sp>
        <p:nvSpPr>
          <p:cNvPr id="10"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33</a:t>
            </a:fld>
            <a:endParaRPr lang="en-IN" dirty="0"/>
          </a:p>
        </p:txBody>
      </p:sp>
    </p:spTree>
    <p:extLst>
      <p:ext uri="{BB962C8B-B14F-4D97-AF65-F5344CB8AC3E}">
        <p14:creationId xmlns:p14="http://schemas.microsoft.com/office/powerpoint/2010/main" val="4070646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10"/>
          <p:cNvSpPr>
            <a:spLocks noGrp="1"/>
          </p:cNvSpPr>
          <p:nvPr>
            <p:ph type="subTitle" idx="1"/>
          </p:nvPr>
        </p:nvSpPr>
        <p:spPr/>
        <p:txBody>
          <a:bodyPr/>
          <a:lstStyle/>
          <a:p>
            <a:r>
              <a:rPr lang="en-IN" dirty="0" smtClean="0">
                <a:hlinkClick r:id="rId3"/>
              </a:rPr>
              <a:t>arunkg99@gmail.com</a:t>
            </a:r>
            <a:r>
              <a:rPr lang="en-IN" dirty="0" smtClean="0"/>
              <a:t>	</a:t>
            </a:r>
            <a:endParaRPr lang="en-IN" dirty="0"/>
          </a:p>
        </p:txBody>
      </p:sp>
      <p:sp>
        <p:nvSpPr>
          <p:cNvPr id="12" name="Picture Placeholder 11"/>
          <p:cNvSpPr>
            <a:spLocks noGrp="1"/>
          </p:cNvSpPr>
          <p:nvPr>
            <p:ph type="pic" sz="quarter" idx="10"/>
          </p:nvPr>
        </p:nvSpPr>
        <p:spPr/>
      </p:sp>
      <p:sp>
        <p:nvSpPr>
          <p:cNvPr id="13" name="Text Placeholder 12"/>
          <p:cNvSpPr>
            <a:spLocks noGrp="1"/>
          </p:cNvSpPr>
          <p:nvPr>
            <p:ph type="body" sz="quarter" idx="11"/>
          </p:nvPr>
        </p:nvSpPr>
        <p:spPr/>
        <p:txBody>
          <a:bodyPr/>
          <a:lstStyle/>
          <a:p>
            <a:r>
              <a:rPr lang="en-IN" dirty="0" smtClean="0"/>
              <a:t>www.doitskills.com</a:t>
            </a:r>
            <a:endParaRPr lang="en-IN" dirty="0"/>
          </a:p>
        </p:txBody>
      </p:sp>
      <p:sp>
        <p:nvSpPr>
          <p:cNvPr id="10" name="Title 9"/>
          <p:cNvSpPr>
            <a:spLocks noGrp="1"/>
          </p:cNvSpPr>
          <p:nvPr>
            <p:ph type="title"/>
          </p:nvPr>
        </p:nvSpPr>
        <p:spPr>
          <a:xfrm>
            <a:off x="6308033" y="2895600"/>
            <a:ext cx="4885747" cy="1184848"/>
          </a:xfrm>
        </p:spPr>
        <p:txBody>
          <a:bodyPr/>
          <a:lstStyle/>
          <a:p>
            <a:r>
              <a:rPr lang="en-IN" dirty="0" smtClean="0"/>
              <a:t>Thank you</a:t>
            </a:r>
            <a:endParaRPr lang="en-IN" dirty="0"/>
          </a:p>
        </p:txBody>
      </p:sp>
      <p:pic>
        <p:nvPicPr>
          <p:cNvPr id="14" name="Picture Placeholder 10" descr="city skyline">
            <a:extLst>
              <a:ext uri="{FF2B5EF4-FFF2-40B4-BE49-F238E27FC236}">
                <a16:creationId xmlns:a16="http://schemas.microsoft.com/office/drawing/2014/main" xmlns="" id="{9D82A855-CCB0-4075-B5EE-5CC6FD176DB4}"/>
              </a:ext>
            </a:extLst>
          </p:cNvPr>
          <p:cNvPicPr>
            <a:picLocks noChangeAspect="1"/>
          </p:cNvPicPr>
          <p:nvPr/>
        </p:nvPicPr>
        <p:blipFill>
          <a:blip r:embed="rId4" cstate="print">
            <a:extLst>
              <a:ext uri="{28A0092B-C50C-407E-A947-70E740481C1C}">
                <a14:useLocalDpi xmlns:a14="http://schemas.microsoft.com/office/drawing/2010/main"/>
              </a:ext>
            </a:extLst>
          </a:blip>
          <a:srcRect l="13061" r="13061"/>
          <a:stretch>
            <a:fillRect/>
          </a:stretch>
        </p:blipFill>
        <p:spPr>
          <a:xfrm>
            <a:off x="706546" y="742396"/>
            <a:ext cx="5173020" cy="5305661"/>
          </a:xfrm>
          <a:prstGeom prst="ellipse">
            <a:avLst/>
          </a:prstGeom>
          <a:solidFill>
            <a:schemeClr val="bg2"/>
          </a:solidFill>
        </p:spPr>
      </p:pic>
      <p:sp>
        <p:nvSpPr>
          <p:cNvPr id="7" name="Slide Number Placeholder 2"/>
          <p:cNvSpPr>
            <a:spLocks noGrp="1"/>
          </p:cNvSpPr>
          <p:nvPr>
            <p:ph type="sldNum" sz="quarter" idx="12"/>
          </p:nvPr>
        </p:nvSpPr>
        <p:spPr>
          <a:xfrm>
            <a:off x="11079603" y="6455740"/>
            <a:ext cx="287099" cy="187367"/>
          </a:xfrm>
        </p:spPr>
        <p:txBody>
          <a:bodyPr/>
          <a:lstStyle/>
          <a:p>
            <a:fld id="{B6F15528-21DE-4FAA-801E-634DDDAF4B2B}" type="slidenum">
              <a:rPr lang="en-IN" smtClean="0"/>
              <a:t>34</a:t>
            </a:fld>
            <a:endParaRPr lang="en-IN" dirty="0"/>
          </a:p>
        </p:txBody>
      </p:sp>
    </p:spTree>
    <p:extLst>
      <p:ext uri="{BB962C8B-B14F-4D97-AF65-F5344CB8AC3E}">
        <p14:creationId xmlns:p14="http://schemas.microsoft.com/office/powerpoint/2010/main" val="2389988470"/>
      </p:ext>
    </p:extLst>
  </p:cSld>
  <p:clrMapOvr>
    <a:masterClrMapping/>
  </p:clrMapOvr>
  <p:timing>
    <p:tnLst>
      <p:par>
        <p:cTn id="1" dur="indefinite" restart="never" nodeType="tmRoot"/>
      </p:par>
    </p:tnLst>
  </p:timing>
</p:sld>
</file>

<file path=ppt/theme/theme1.xml><?xml version="1.0" encoding="utf-8"?>
<a:theme xmlns:a="http://schemas.openxmlformats.org/drawingml/2006/main" name="TF34076243">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ontoso v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TF34076243_Blue spheres presentation_RVA_v5" id="{E4C0B511-76E7-4C07-AFEA-8FEA0A5A8C84}" vid="{3A463146-28EF-4F73-B63C-03710F66E2A3}"/>
    </a:ext>
  </a:extLst>
</a:theme>
</file>

<file path=ppt/theme/theme2.xml><?xml version="1.0" encoding="utf-8"?>
<a:theme xmlns:a="http://schemas.openxmlformats.org/drawingml/2006/main" name="AgendaSlides">
  <a:themeElements>
    <a:clrScheme name="Custom 7">
      <a:dk1>
        <a:srgbClr val="0C6D82"/>
      </a:dk1>
      <a:lt1>
        <a:srgbClr val="FFFFFF"/>
      </a:lt1>
      <a:dk2>
        <a:srgbClr val="6F0066"/>
      </a:dk2>
      <a:lt2>
        <a:srgbClr val="1E597D"/>
      </a:lt2>
      <a:accent1>
        <a:srgbClr val="571B6D"/>
      </a:accent1>
      <a:accent2>
        <a:srgbClr val="2CA05B"/>
      </a:accent2>
      <a:accent3>
        <a:srgbClr val="C90B24"/>
      </a:accent3>
      <a:accent4>
        <a:srgbClr val="E8611D"/>
      </a:accent4>
      <a:accent5>
        <a:srgbClr val="F39D21"/>
      </a:accent5>
      <a:accent6>
        <a:srgbClr val="1B866F"/>
      </a:accent6>
      <a:hlink>
        <a:srgbClr val="0C6D82"/>
      </a:hlink>
      <a:folHlink>
        <a:srgbClr val="0C6D82"/>
      </a:folHlink>
    </a:clrScheme>
    <a:fontScheme name="Custom 10">
      <a:majorFont>
        <a:latin typeface="Franklin Gothic Dem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72390">
          <a:solidFill>
            <a:srgbClr val="454D5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 xmlns:thm15="http://schemas.microsoft.com/office/thememl/2012/main" name="TM16411242_Colorful product roadmap timeline_SL_V1.pptx" id="{6D8823AB-3E34-4E8D-AE3C-7D7916AE70B3}" vid="{BC540765-6631-455E-9814-9685D6B351E6}"/>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MachineLearningUseCases_LinearRegression_11March2020</Template>
  <TotalTime>6167</TotalTime>
  <Words>685</Words>
  <Application>Microsoft Office PowerPoint</Application>
  <PresentationFormat>Custom</PresentationFormat>
  <Paragraphs>98</Paragraphs>
  <Slides>34</Slides>
  <Notes>3</Notes>
  <HiddenSlides>0</HiddenSlides>
  <MMClips>0</MMClips>
  <ScaleCrop>false</ScaleCrop>
  <HeadingPairs>
    <vt:vector size="4" baseType="variant">
      <vt:variant>
        <vt:lpstr>Theme</vt:lpstr>
      </vt:variant>
      <vt:variant>
        <vt:i4>3</vt:i4>
      </vt:variant>
      <vt:variant>
        <vt:lpstr>Slide Titles</vt:lpstr>
      </vt:variant>
      <vt:variant>
        <vt:i4>34</vt:i4>
      </vt:variant>
    </vt:vector>
  </HeadingPairs>
  <TitlesOfParts>
    <vt:vector size="37" baseType="lpstr">
      <vt:lpstr>TF34076243</vt:lpstr>
      <vt:lpstr>AgendaSlides</vt:lpstr>
      <vt:lpstr>1_Custom Design</vt:lpstr>
      <vt:lpstr>numpy</vt:lpstr>
      <vt:lpstr>Create a Python numpy array</vt:lpstr>
      <vt:lpstr>Creating  random array </vt:lpstr>
      <vt:lpstr>Array arithmetic</vt:lpstr>
      <vt:lpstr>Array arithmetic</vt:lpstr>
      <vt:lpstr>Multiplying array with specific value</vt:lpstr>
      <vt:lpstr>Indexing</vt:lpstr>
      <vt:lpstr>Slicing in array</vt:lpstr>
      <vt:lpstr>Aggregation</vt:lpstr>
      <vt:lpstr>Creating Matrices</vt:lpstr>
      <vt:lpstr>Matrix Arithmetic</vt:lpstr>
      <vt:lpstr>Matrix Arithmetic</vt:lpstr>
      <vt:lpstr>Dot Product</vt:lpstr>
      <vt:lpstr>Summation of matrices</vt:lpstr>
      <vt:lpstr>Matrix Indexing</vt:lpstr>
      <vt:lpstr>Matrix Aggregation</vt:lpstr>
      <vt:lpstr>Matrix Aggregation using axis</vt:lpstr>
      <vt:lpstr>Reshape and ravel</vt:lpstr>
      <vt:lpstr>3-d array from 2-d arrays</vt:lpstr>
      <vt:lpstr>Stack</vt:lpstr>
      <vt:lpstr>Flatten and reshape 3-D array</vt:lpstr>
      <vt:lpstr>Transposing and Reshaping</vt:lpstr>
      <vt:lpstr>Changing the shape of array</vt:lpstr>
      <vt:lpstr>Multidimensional array</vt:lpstr>
      <vt:lpstr>N dimensional array</vt:lpstr>
      <vt:lpstr>Mathematical  / Practical Usage</vt:lpstr>
      <vt:lpstr>Mathematical  / Practical Usage</vt:lpstr>
      <vt:lpstr>Data representation in an n-dimensional array</vt:lpstr>
      <vt:lpstr>Audio and Time-series in n-dimensional array</vt:lpstr>
      <vt:lpstr>image is a matrix of pixels of size</vt:lpstr>
      <vt:lpstr>Colored image matrix of pixels size</vt:lpstr>
      <vt:lpstr>Use of numpy array in language modeling</vt:lpstr>
      <vt:lpstr>Use of numpy array in language modeling</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Kaushik</dc:creator>
  <cp:lastModifiedBy>hp</cp:lastModifiedBy>
  <cp:revision>28</cp:revision>
  <dcterms:created xsi:type="dcterms:W3CDTF">2006-08-16T00:00:00Z</dcterms:created>
  <dcterms:modified xsi:type="dcterms:W3CDTF">2020-07-05T10:33:06Z</dcterms:modified>
</cp:coreProperties>
</file>