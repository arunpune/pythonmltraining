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5" r:id="rId4"/>
    <p:sldId id="271" r:id="rId5"/>
    <p:sldId id="258" r:id="rId6"/>
    <p:sldId id="276" r:id="rId7"/>
    <p:sldId id="259" r:id="rId8"/>
    <p:sldId id="270" r:id="rId9"/>
    <p:sldId id="268" r:id="rId10"/>
    <p:sldId id="269" r:id="rId11"/>
    <p:sldId id="262" r:id="rId12"/>
    <p:sldId id="261" r:id="rId13"/>
    <p:sldId id="260" r:id="rId14"/>
    <p:sldId id="263" r:id="rId15"/>
    <p:sldId id="264" r:id="rId16"/>
    <p:sldId id="265" r:id="rId17"/>
    <p:sldId id="266" r:id="rId18"/>
    <p:sldId id="274" r:id="rId19"/>
    <p:sldId id="257" r:id="rId20"/>
    <p:sldId id="272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42" autoAdjust="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15C90-8DE6-4CE5-9C43-8F9E0CE942C1}" type="datetimeFigureOut">
              <a:rPr lang="en-IN" smtClean="0"/>
              <a:t>15-05-2021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28376-3E01-4F6D-84F2-209EDF59D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8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28376-3E01-4F6D-84F2-209EDF59D80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49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Arun</a:t>
            </a:r>
          </a:p>
        </p:txBody>
      </p:sp>
    </p:spTree>
    <p:extLst>
      <p:ext uri="{BB962C8B-B14F-4D97-AF65-F5344CB8AC3E}">
        <p14:creationId xmlns:p14="http://schemas.microsoft.com/office/powerpoint/2010/main" val="153335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058"/>
          <a:stretch/>
        </p:blipFill>
        <p:spPr bwMode="auto">
          <a:xfrm>
            <a:off x="523934" y="1600200"/>
            <a:ext cx="5419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40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0E19A-BDDA-4EB5-B310-29B05294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axis</a:t>
            </a:r>
          </a:p>
        </p:txBody>
      </p:sp>
      <p:pic>
        <p:nvPicPr>
          <p:cNvPr id="2050" name="Picture 2" descr="An image that shows that NumPy arrays have axes.">
            <a:extLst>
              <a:ext uri="{FF2B5EF4-FFF2-40B4-BE49-F238E27FC236}">
                <a16:creationId xmlns:a16="http://schemas.microsoft.com/office/drawing/2014/main" id="{F8A7BEA1-28E0-41EC-A05B-F5A53A37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910"/>
            <a:ext cx="7620000" cy="398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34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8200-4477-4359-97B6-22F8A467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0"/>
            <a:ext cx="8229600" cy="1143000"/>
          </a:xfrm>
        </p:spPr>
        <p:txBody>
          <a:bodyPr/>
          <a:lstStyle/>
          <a:p>
            <a:r>
              <a:rPr lang="en-IN" dirty="0"/>
              <a:t>3-Dimensions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4219BE-4158-412B-90CB-1C9317A3E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8800"/>
            <a:ext cx="7610475" cy="2047875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B0FF78-BB1D-499A-BBDA-628C91A24340}"/>
              </a:ext>
            </a:extLst>
          </p:cNvPr>
          <p:cNvSpPr/>
          <p:nvPr/>
        </p:nvSpPr>
        <p:spPr>
          <a:xfrm>
            <a:off x="1752600" y="3657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[[[1 2]</a:t>
            </a:r>
          </a:p>
          <a:p>
            <a:r>
              <a:rPr lang="en-IN" dirty="0"/>
              <a:t>  [3 4]]</a:t>
            </a:r>
          </a:p>
          <a:p>
            <a:endParaRPr lang="en-IN" dirty="0"/>
          </a:p>
          <a:p>
            <a:r>
              <a:rPr lang="en-IN" dirty="0"/>
              <a:t> [[5 6]</a:t>
            </a:r>
          </a:p>
          <a:p>
            <a:r>
              <a:rPr lang="en-IN" dirty="0"/>
              <a:t>  [7 8]]]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0FDF-E051-492E-BA21-A89108934039}"/>
              </a:ext>
            </a:extLst>
          </p:cNvPr>
          <p:cNvSpPr txBox="1"/>
          <p:nvPr/>
        </p:nvSpPr>
        <p:spPr>
          <a:xfrm>
            <a:off x="6019800" y="4267200"/>
            <a:ext cx="23351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  <a:p>
            <a:r>
              <a:rPr lang="en-IN" dirty="0"/>
              <a:t>(2, 2, 2)</a:t>
            </a:r>
          </a:p>
          <a:p>
            <a:r>
              <a:rPr lang="en-US" dirty="0"/>
              <a:t>(</a:t>
            </a:r>
            <a:r>
              <a:rPr lang="en-US" dirty="0" err="1"/>
              <a:t>Row,Col,Depth</a:t>
            </a:r>
            <a:r>
              <a:rPr lang="en-US" dirty="0"/>
              <a:t>/layers)</a:t>
            </a:r>
          </a:p>
          <a:p>
            <a:r>
              <a:rPr lang="en-US" dirty="0"/>
              <a:t>Axis (0,1,2)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35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-3d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34" y="1600200"/>
            <a:ext cx="769013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6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ting 2D numpy array to 3D array without looping - Stack Overflow">
            <a:extLst>
              <a:ext uri="{FF2B5EF4-FFF2-40B4-BE49-F238E27FC236}">
                <a16:creationId xmlns:a16="http://schemas.microsoft.com/office/drawing/2014/main" id="{7936CCDD-8670-44D1-AB36-30FC826EC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09550"/>
            <a:ext cx="8029575" cy="643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3d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7" y="2053431"/>
            <a:ext cx="3895725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121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268DCE-AAA3-47A2-B604-517E26C46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432412" cy="16002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53E19-24CA-41C3-85FE-136403B70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62200"/>
            <a:ext cx="76104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5932E-23C5-498B-9B56-6233B5A8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3-D Data</a:t>
            </a:r>
          </a:p>
          <a:p>
            <a:r>
              <a:rPr lang="en-US" dirty="0"/>
              <a:t>Panel data can be represented in three dimensions. Data that tracks attributes of a cohort (group) of individuals over time could be structured as (</a:t>
            </a:r>
            <a:r>
              <a:rPr lang="en-US" b="1" dirty="0"/>
              <a:t>respondents, dates, attributes</a:t>
            </a:r>
            <a:r>
              <a:rPr lang="en-US" dirty="0"/>
              <a:t>). The 1979 National Longitudinal Survey of Youth follows </a:t>
            </a:r>
            <a:r>
              <a:rPr lang="en-US" b="1" dirty="0"/>
              <a:t>12,686 respondents over 27 years</a:t>
            </a:r>
            <a:r>
              <a:rPr lang="en-US" dirty="0"/>
              <a:t>.</a:t>
            </a:r>
          </a:p>
          <a:p>
            <a:r>
              <a:rPr lang="en-US" dirty="0"/>
              <a:t> Assuming that you have </a:t>
            </a:r>
            <a:r>
              <a:rPr lang="en-US" b="1" dirty="0"/>
              <a:t>~500 directly </a:t>
            </a:r>
            <a:r>
              <a:rPr lang="en-US" dirty="0"/>
              <a:t>asked or derived data points per individual, per year, this data would have shape (12686, 27, 500) for a total of 177,604,000 data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04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14A7A-78EB-4E95-8A4E-6455BA514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4-D data</a:t>
            </a:r>
          </a:p>
          <a:p>
            <a:r>
              <a:rPr lang="en-US" dirty="0"/>
              <a:t>Color-image data for multiple images is typically stored in four dimensions. Each image is a three-dimensional array of (height, width, channels), where the channels are usually red, green, and blue (RGB) values. A collection of images is then just (</a:t>
            </a:r>
            <a:r>
              <a:rPr lang="en-US" dirty="0" err="1"/>
              <a:t>image_number</a:t>
            </a:r>
            <a:r>
              <a:rPr lang="en-US" dirty="0"/>
              <a:t>, height, width, channels). One thousand 256x256 RGB images would have shape (1000, 256, 256, 3). (An extended representation is RGBA, where the A–alpha–denotes the level of opacity.)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295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Shapes changes the same array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88" y="2509838"/>
            <a:ext cx="248602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559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Reshape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0"/>
          <a:stretch/>
        </p:blipFill>
        <p:spPr bwMode="auto">
          <a:xfrm>
            <a:off x="533400" y="1752600"/>
            <a:ext cx="8229600" cy="2892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52600" y="40386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a = </a:t>
            </a:r>
            <a:r>
              <a:rPr lang="en-IN" dirty="0" err="1"/>
              <a:t>np.array</a:t>
            </a:r>
            <a:r>
              <a:rPr lang="en-IN" dirty="0"/>
              <a:t>([(8,9,10),(11,12,13)])</a:t>
            </a:r>
          </a:p>
          <a:p>
            <a:r>
              <a:rPr lang="en-IN" dirty="0"/>
              <a:t>print(a)</a:t>
            </a:r>
          </a:p>
          <a:p>
            <a:r>
              <a:rPr lang="en-IN" dirty="0"/>
              <a:t>b=</a:t>
            </a:r>
            <a:r>
              <a:rPr lang="en-IN" dirty="0" err="1"/>
              <a:t>a.reshape</a:t>
            </a:r>
            <a:r>
              <a:rPr lang="en-IN" dirty="0"/>
              <a:t>(3,2)</a:t>
            </a:r>
          </a:p>
          <a:p>
            <a:r>
              <a:rPr lang="en-IN" dirty="0"/>
              <a:t>print(b)</a:t>
            </a:r>
          </a:p>
          <a:p>
            <a:endParaRPr lang="en-IN" dirty="0"/>
          </a:p>
          <a:p>
            <a:r>
              <a:rPr lang="en-IN" dirty="0"/>
              <a:t>#reshape will change and but needs to assign to a new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D405-8B58-43D9-8829-0D052A2103A5}"/>
              </a:ext>
            </a:extLst>
          </p:cNvPr>
          <p:cNvSpPr txBox="1"/>
          <p:nvPr/>
        </p:nvSpPr>
        <p:spPr>
          <a:xfrm>
            <a:off x="2743200" y="16764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A2EC9-CDDC-4F7B-8E41-BA849F556FF4}"/>
              </a:ext>
            </a:extLst>
          </p:cNvPr>
          <p:cNvSpPr txBox="1"/>
          <p:nvPr/>
        </p:nvSpPr>
        <p:spPr>
          <a:xfrm>
            <a:off x="6477000" y="13832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A53CB-4AAA-4303-819D-52C064835C57}"/>
              </a:ext>
            </a:extLst>
          </p:cNvPr>
          <p:cNvSpPr txBox="1"/>
          <p:nvPr/>
        </p:nvSpPr>
        <p:spPr>
          <a:xfrm>
            <a:off x="3162208" y="16764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56366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386806"/>
            <a:ext cx="26289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05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IN" dirty="0"/>
              <a:t>arr2d = </a:t>
            </a:r>
            <a:r>
              <a:rPr lang="en-IN" dirty="0" err="1"/>
              <a:t>np.array</a:t>
            </a:r>
            <a:r>
              <a:rPr lang="en-IN" dirty="0"/>
              <a:t>([[1, 2, 3], [4, 5, 6], [7, 8, 9]]) </a:t>
            </a:r>
          </a:p>
          <a:p>
            <a:pPr marL="0" indent="0" fontAlgn="base">
              <a:buNone/>
            </a:pPr>
            <a:r>
              <a:rPr lang="en-IN" dirty="0"/>
              <a:t>arr2d[2] </a:t>
            </a:r>
          </a:p>
          <a:p>
            <a:pPr marL="0" indent="0" fontAlgn="base">
              <a:buNone/>
            </a:pPr>
            <a:r>
              <a:rPr lang="en-IN" dirty="0"/>
              <a:t>array([7, 8, 9])</a:t>
            </a:r>
          </a:p>
          <a:p>
            <a:pPr marL="0" indent="0" fontAlgn="base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arr2d[0][2] </a:t>
            </a:r>
          </a:p>
          <a:p>
            <a:pPr marL="0" indent="0">
              <a:buNone/>
            </a:pPr>
            <a:r>
              <a:rPr lang="en-IN" dirty="0"/>
              <a:t>3 </a:t>
            </a:r>
          </a:p>
        </p:txBody>
      </p:sp>
    </p:spTree>
    <p:extLst>
      <p:ext uri="{BB962C8B-B14F-4D97-AF65-F5344CB8AC3E}">
        <p14:creationId xmlns:p14="http://schemas.microsoft.com/office/powerpoint/2010/main" val="2633225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2-D array Index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132" y="1600200"/>
            <a:ext cx="5085735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095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r>
              <a:rPr lang="en-IN" i="1" dirty="0"/>
              <a:t>Two-dimensional array slicing</a:t>
            </a:r>
            <a:endParaRPr lang="en-IN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608" y="1600200"/>
            <a:ext cx="344878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25485" y="19344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145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5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714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0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1685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31826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3487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1685" y="40680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0800" y="4278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800" y="4583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5485" y="51348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34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50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CB491-1F52-4F1F-A59A-4C1E42FF1C4F}"/>
              </a:ext>
            </a:extLst>
          </p:cNvPr>
          <p:cNvSpPr txBox="1"/>
          <p:nvPr/>
        </p:nvSpPr>
        <p:spPr>
          <a:xfrm>
            <a:off x="6391449" y="292018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96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28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2A73-9DF3-4D00-AFBC-113F24CF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8477-1DF5-4E84-B7C9-10C414E2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1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34" y="1600200"/>
            <a:ext cx="809613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630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0"/>
          <a:stretch/>
        </p:blipFill>
        <p:spPr bwMode="auto">
          <a:xfrm>
            <a:off x="5867400" y="1600200"/>
            <a:ext cx="275266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CA8C9-89BB-4C36-A2FC-3BDFF16ED203}"/>
              </a:ext>
            </a:extLst>
          </p:cNvPr>
          <p:cNvSpPr txBox="1"/>
          <p:nvPr/>
        </p:nvSpPr>
        <p:spPr>
          <a:xfrm>
            <a:off x="1371600" y="2057400"/>
            <a:ext cx="153920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   ([[[ 0,  1],</a:t>
            </a:r>
          </a:p>
          <a:p>
            <a:r>
              <a:rPr lang="en-IN" dirty="0"/>
              <a:t>        [ 2,  3],</a:t>
            </a:r>
          </a:p>
          <a:p>
            <a:r>
              <a:rPr lang="en-IN" dirty="0"/>
              <a:t>        [ 4,  5]],</a:t>
            </a:r>
          </a:p>
          <a:p>
            <a:endParaRPr lang="en-IN" dirty="0"/>
          </a:p>
          <a:p>
            <a:r>
              <a:rPr lang="en-IN" dirty="0"/>
              <a:t>       [[ 6,  7],</a:t>
            </a:r>
          </a:p>
          <a:p>
            <a:r>
              <a:rPr lang="en-IN" dirty="0"/>
              <a:t>        [ 8,  9],</a:t>
            </a:r>
          </a:p>
          <a:p>
            <a:r>
              <a:rPr lang="en-IN" dirty="0"/>
              <a:t>        [10, 11]],</a:t>
            </a:r>
          </a:p>
          <a:p>
            <a:endParaRPr lang="en-IN" dirty="0"/>
          </a:p>
          <a:p>
            <a:r>
              <a:rPr lang="en-IN" dirty="0"/>
              <a:t>       [[12, 13],</a:t>
            </a:r>
          </a:p>
          <a:p>
            <a:r>
              <a:rPr lang="en-IN" dirty="0"/>
              <a:t>        [14, 15],</a:t>
            </a:r>
          </a:p>
          <a:p>
            <a:r>
              <a:rPr lang="en-IN" dirty="0"/>
              <a:t>        [16, 17]],</a:t>
            </a:r>
          </a:p>
          <a:p>
            <a:endParaRPr lang="en-IN" dirty="0"/>
          </a:p>
          <a:p>
            <a:r>
              <a:rPr lang="en-IN" dirty="0"/>
              <a:t>       [[18, 19],</a:t>
            </a:r>
          </a:p>
          <a:p>
            <a:r>
              <a:rPr lang="en-IN" dirty="0"/>
              <a:t>        [20, 21],</a:t>
            </a:r>
          </a:p>
          <a:p>
            <a:r>
              <a:rPr lang="en-IN" dirty="0"/>
              <a:t>        [22, 23]]])</a:t>
            </a:r>
          </a:p>
        </p:txBody>
      </p:sp>
    </p:spTree>
    <p:extLst>
      <p:ext uri="{BB962C8B-B14F-4D97-AF65-F5344CB8AC3E}">
        <p14:creationId xmlns:p14="http://schemas.microsoft.com/office/powerpoint/2010/main" val="990030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11CFB-5C86-4F2C-8B33-61C3B17FE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12192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(36).reshape(3, 4, 3)</a:t>
            </a:r>
          </a:p>
          <a:p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 is a 3 by 4 by 3 array</a:t>
            </a:r>
          </a:p>
          <a:p>
            <a:r>
              <a:rPr lang="en-US" dirty="0"/>
              <a:t>Visually, </a:t>
            </a:r>
            <a:r>
              <a:rPr lang="en-US" dirty="0" err="1"/>
              <a:t>arr</a:t>
            </a:r>
            <a:r>
              <a:rPr lang="en-US" dirty="0"/>
              <a:t> could be thought of as a container of three 4x3 grids (or a rectangular prism).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94173-D662-4AA9-AD7C-290F74A9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867" y="2286000"/>
            <a:ext cx="5486400" cy="34120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46A0D6-F72D-405C-AF51-FF559CB62143}"/>
              </a:ext>
            </a:extLst>
          </p:cNvPr>
          <p:cNvSpPr txBox="1"/>
          <p:nvPr/>
        </p:nvSpPr>
        <p:spPr>
          <a:xfrm>
            <a:off x="533400" y="259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151A2B6-6672-42E6-96E6-4B78870CD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286000"/>
            <a:ext cx="2971800" cy="420115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array(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[[[ 0, 1, 2],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[ 3, 4, 5],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[ 6, 7, 8],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[ 9, 10, 11]],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6C757D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[[12, 13, 14],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[15, 16, 17],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[18, 19, 20],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[21, 22, 23]],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6C757D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[[24, 25, 26],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[27, 28, 29],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[30, 31, 32],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C757D"/>
                </a:solidFill>
                <a:effectLst/>
                <a:latin typeface="SFMono-Regular"/>
              </a:rPr>
              <a:t>[33, 34, 35]]])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4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568</Words>
  <Application>Microsoft Office PowerPoint</Application>
  <PresentationFormat>On-screen Show (4:3)</PresentationFormat>
  <Paragraphs>97</Paragraphs>
  <Slides>21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SFMono-Regular</vt:lpstr>
      <vt:lpstr>Office Theme</vt:lpstr>
      <vt:lpstr>Numpy</vt:lpstr>
      <vt:lpstr>Dimensions</vt:lpstr>
      <vt:lpstr>axis</vt:lpstr>
      <vt:lpstr>3-Dimensions</vt:lpstr>
      <vt:lpstr>Numpy -3d</vt:lpstr>
      <vt:lpstr>PowerPoint Presentation</vt:lpstr>
      <vt:lpstr>Numpy 3d</vt:lpstr>
      <vt:lpstr>PowerPoint Presentation</vt:lpstr>
      <vt:lpstr>PowerPoint Presentation</vt:lpstr>
      <vt:lpstr>PowerPoint Presentation</vt:lpstr>
      <vt:lpstr>Shape</vt:lpstr>
      <vt:lpstr>Reshape</vt:lpstr>
      <vt:lpstr>Numpy </vt:lpstr>
      <vt:lpstr>Slicing</vt:lpstr>
      <vt:lpstr>2-D array Index</vt:lpstr>
      <vt:lpstr>Two-dimensional array slicing</vt:lpstr>
      <vt:lpstr>END</vt:lpstr>
      <vt:lpstr>PowerPoint Presentation</vt:lpstr>
      <vt:lpstr>Dimensions</vt:lpstr>
      <vt:lpstr>Dimensions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HP</dc:creator>
  <cp:lastModifiedBy>Arun kumar Nair</cp:lastModifiedBy>
  <cp:revision>26</cp:revision>
  <dcterms:created xsi:type="dcterms:W3CDTF">2006-08-16T00:00:00Z</dcterms:created>
  <dcterms:modified xsi:type="dcterms:W3CDTF">2021-05-15T10:57:11Z</dcterms:modified>
</cp:coreProperties>
</file>